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6"/>
  </p:notesMasterIdLst>
  <p:sldIdLst>
    <p:sldId id="264" r:id="rId2"/>
    <p:sldId id="276" r:id="rId3"/>
    <p:sldId id="279" r:id="rId4"/>
    <p:sldId id="4354" r:id="rId5"/>
    <p:sldId id="4355" r:id="rId6"/>
    <p:sldId id="4356" r:id="rId7"/>
    <p:sldId id="4357" r:id="rId8"/>
    <p:sldId id="4358" r:id="rId9"/>
    <p:sldId id="4359" r:id="rId10"/>
    <p:sldId id="4362" r:id="rId11"/>
    <p:sldId id="4363" r:id="rId12"/>
    <p:sldId id="4365" r:id="rId13"/>
    <p:sldId id="4366" r:id="rId14"/>
    <p:sldId id="4367" r:id="rId15"/>
    <p:sldId id="4368" r:id="rId16"/>
    <p:sldId id="4369" r:id="rId17"/>
    <p:sldId id="4364" r:id="rId18"/>
    <p:sldId id="4360" r:id="rId19"/>
    <p:sldId id="4361" r:id="rId20"/>
    <p:sldId id="4370" r:id="rId21"/>
    <p:sldId id="4371" r:id="rId22"/>
    <p:sldId id="4372" r:id="rId23"/>
    <p:sldId id="4373" r:id="rId24"/>
    <p:sldId id="4353" r:id="rId25"/>
  </p:sldIdLst>
  <p:sldSz cx="12192000" cy="6858000"/>
  <p:notesSz cx="6858000" cy="9144000"/>
  <p:custDataLst>
    <p:tags r:id="rId2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629" autoAdjust="0"/>
    <p:restoredTop sz="93898" autoAdjust="0"/>
  </p:normalViewPr>
  <p:slideViewPr>
    <p:cSldViewPr snapToGrid="0">
      <p:cViewPr varScale="1">
        <p:scale>
          <a:sx n="80" d="100"/>
          <a:sy n="80" d="100"/>
        </p:scale>
        <p:origin x="802" y="96"/>
      </p:cViewPr>
      <p:guideLst/>
    </p:cSldViewPr>
  </p:slideViewPr>
  <p:notesTextViewPr>
    <p:cViewPr>
      <p:scale>
        <a:sx n="1" d="1"/>
        <a:sy n="1" d="1"/>
      </p:scale>
      <p:origin x="0" y="0"/>
    </p:cViewPr>
  </p:notesTextViewPr>
  <p:sorterViewPr>
    <p:cViewPr>
      <p:scale>
        <a:sx n="125" d="100"/>
        <a:sy n="125" d="100"/>
      </p:scale>
      <p:origin x="0" y="-16680"/>
    </p:cViewPr>
  </p:sorter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gs" Target="tags/tag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34315E-AA88-4C4F-BC7F-691CB14FAFBC}" type="datetimeFigureOut">
              <a:rPr lang="zh-CN" altLang="en-US" smtClean="0"/>
              <a:t>2025/9/8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8D1EEC-C44F-4BFC-84C2-8741EE48D1A9}" type="slidenum">
              <a:rPr lang="zh-CN" altLang="en-US" smtClean="0"/>
              <a:t>‹#›</a:t>
            </a:fld>
            <a:endParaRPr lang="zh-CN" altLang="en-US"/>
          </a:p>
        </p:txBody>
      </p:sp>
    </p:spTree>
    <p:extLst>
      <p:ext uri="{BB962C8B-B14F-4D97-AF65-F5344CB8AC3E}">
        <p14:creationId xmlns:p14="http://schemas.microsoft.com/office/powerpoint/2010/main" val="15118283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r>
              <a:rPr lang="zh-CN" altLang="en-US" sz="800" b="0" i="0" u="none" strike="noStrike" kern="1200">
                <a:solidFill>
                  <a:srgbClr val="E6E6E6"/>
                </a:solidFill>
                <a:effectLst/>
                <a:latin typeface="+mn-lt"/>
                <a:ea typeface="+mn-ea"/>
                <a:cs typeface="+mn-cs"/>
              </a:rPr>
              <a:t>更多素材资源</a:t>
            </a:r>
            <a:r>
              <a:rPr lang="en-US" altLang="zh-CN" sz="800" b="0" i="0" u="none" strike="noStrike" kern="1200">
                <a:solidFill>
                  <a:srgbClr val="E6E6E6"/>
                </a:solidFill>
                <a:effectLst/>
                <a:latin typeface="+mn-lt"/>
                <a:ea typeface="+mn-ea"/>
                <a:cs typeface="+mn-cs"/>
              </a:rPr>
              <a:t>-</a:t>
            </a:r>
            <a:r>
              <a:rPr lang="zh-CN" altLang="en-US" sz="800" b="0" i="0" u="none" strike="noStrike" kern="1200">
                <a:solidFill>
                  <a:srgbClr val="E6E6E6"/>
                </a:solidFill>
                <a:effectLst/>
                <a:latin typeface="+mn-lt"/>
                <a:ea typeface="+mn-ea"/>
                <a:cs typeface="+mn-cs"/>
              </a:rPr>
              <a:t> </a:t>
            </a:r>
            <a:r>
              <a:rPr lang="en-US" altLang="zh-CN" sz="800" b="0" i="0" u="none" strike="noStrike" kern="1200">
                <a:solidFill>
                  <a:srgbClr val="E6E6E6"/>
                </a:solidFill>
                <a:effectLst/>
                <a:latin typeface="+mn-lt"/>
                <a:ea typeface="+mn-ea"/>
                <a:cs typeface="+mn-cs"/>
              </a:rPr>
              <a:t>B-lue-D-ragonfly- </a:t>
            </a:r>
            <a:r>
              <a:rPr lang="en-US" altLang="zh-CN" sz="800">
                <a:solidFill>
                  <a:srgbClr val="E6E6E6"/>
                </a:solidFill>
              </a:rPr>
              <a:t>DESIGN</a:t>
            </a:r>
            <a:endParaRPr lang="zh-CN" altLang="en-US" sz="800">
              <a:solidFill>
                <a:srgbClr val="E6E6E6"/>
              </a:solidFill>
            </a:endParaRPr>
          </a:p>
          <a:p>
            <a:endParaRPr lang="zh-CN" altLang="en-US"/>
          </a:p>
        </p:txBody>
      </p:sp>
      <p:sp>
        <p:nvSpPr>
          <p:cNvPr id="4" name="灯片编号占位符 3"/>
          <p:cNvSpPr>
            <a:spLocks noGrp="1"/>
          </p:cNvSpPr>
          <p:nvPr>
            <p:ph type="sldNum" sz="quarter" idx="5"/>
          </p:nvPr>
        </p:nvSpPr>
        <p:spPr/>
        <p:txBody>
          <a:bodyPr/>
          <a:lstStyle/>
          <a:p>
            <a:fld id="{248D1EEC-C44F-4BFC-84C2-8741EE48D1A9}" type="slidenum">
              <a:rPr lang="zh-CN" altLang="en-US" smtClean="0"/>
              <a:t>2</a:t>
            </a:fld>
            <a:endParaRPr lang="zh-CN" altLang="en-US"/>
          </a:p>
        </p:txBody>
      </p:sp>
    </p:spTree>
    <p:extLst>
      <p:ext uri="{BB962C8B-B14F-4D97-AF65-F5344CB8AC3E}">
        <p14:creationId xmlns:p14="http://schemas.microsoft.com/office/powerpoint/2010/main" val="18371520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r>
              <a:rPr lang="zh-CN" altLang="en-US" sz="800" b="0" i="0" u="none" strike="noStrike" kern="1200">
                <a:solidFill>
                  <a:srgbClr val="E6E6E6"/>
                </a:solidFill>
                <a:effectLst/>
                <a:latin typeface="+mn-lt"/>
                <a:ea typeface="+mn-ea"/>
                <a:cs typeface="+mn-cs"/>
              </a:rPr>
              <a:t>更多素材资源</a:t>
            </a:r>
            <a:r>
              <a:rPr lang="en-US" altLang="zh-CN" sz="800" b="0" i="0" u="none" strike="noStrike" kern="1200">
                <a:solidFill>
                  <a:srgbClr val="E6E6E6"/>
                </a:solidFill>
                <a:effectLst/>
                <a:latin typeface="+mn-lt"/>
                <a:ea typeface="+mn-ea"/>
                <a:cs typeface="+mn-cs"/>
              </a:rPr>
              <a:t>-</a:t>
            </a:r>
            <a:r>
              <a:rPr lang="zh-CN" altLang="en-US" sz="800" b="0" i="0" u="none" strike="noStrike" kern="1200">
                <a:solidFill>
                  <a:srgbClr val="E6E6E6"/>
                </a:solidFill>
                <a:effectLst/>
                <a:latin typeface="+mn-lt"/>
                <a:ea typeface="+mn-ea"/>
                <a:cs typeface="+mn-cs"/>
              </a:rPr>
              <a:t> </a:t>
            </a:r>
            <a:r>
              <a:rPr lang="en-US" altLang="zh-CN" sz="800" b="0" i="0" u="none" strike="noStrike" kern="1200">
                <a:solidFill>
                  <a:srgbClr val="E6E6E6"/>
                </a:solidFill>
                <a:effectLst/>
                <a:latin typeface="+mn-lt"/>
                <a:ea typeface="+mn-ea"/>
                <a:cs typeface="+mn-cs"/>
              </a:rPr>
              <a:t>B-lue-D-ragonfly- </a:t>
            </a:r>
            <a:r>
              <a:rPr lang="en-US" altLang="zh-CN" sz="800">
                <a:solidFill>
                  <a:srgbClr val="E6E6E6"/>
                </a:solidFill>
              </a:rPr>
              <a:t>DESIGN</a:t>
            </a:r>
            <a:endParaRPr lang="zh-CN" altLang="en-US" sz="800">
              <a:solidFill>
                <a:srgbClr val="E6E6E6"/>
              </a:solidFill>
            </a:endParaRPr>
          </a:p>
          <a:p>
            <a:endParaRPr lang="zh-CN" altLang="en-US"/>
          </a:p>
        </p:txBody>
      </p:sp>
      <p:sp>
        <p:nvSpPr>
          <p:cNvPr id="4" name="灯片编号占位符 3"/>
          <p:cNvSpPr>
            <a:spLocks noGrp="1"/>
          </p:cNvSpPr>
          <p:nvPr>
            <p:ph type="sldNum" sz="quarter" idx="5"/>
          </p:nvPr>
        </p:nvSpPr>
        <p:spPr/>
        <p:txBody>
          <a:bodyPr/>
          <a:lstStyle/>
          <a:p>
            <a:fld id="{248D1EEC-C44F-4BFC-84C2-8741EE48D1A9}" type="slidenum">
              <a:rPr lang="zh-CN" altLang="en-US" smtClean="0"/>
              <a:t>3</a:t>
            </a:fld>
            <a:endParaRPr lang="zh-CN" altLang="en-US"/>
          </a:p>
        </p:txBody>
      </p:sp>
    </p:spTree>
    <p:extLst>
      <p:ext uri="{BB962C8B-B14F-4D97-AF65-F5344CB8AC3E}">
        <p14:creationId xmlns:p14="http://schemas.microsoft.com/office/powerpoint/2010/main" val="14573844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685800" y="1143000"/>
            <a:ext cx="5486400" cy="3086100"/>
          </a:xfrm>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BCBC37C5-FBF6-42E3-8E5F-F9C47D2704DE}" type="slidenum">
              <a:rPr lang="ru-RU" smtClean="0"/>
              <a:t>4</a:t>
            </a:fld>
            <a:endParaRPr lang="ru-RU"/>
          </a:p>
        </p:txBody>
      </p:sp>
    </p:spTree>
    <p:extLst>
      <p:ext uri="{BB962C8B-B14F-4D97-AF65-F5344CB8AC3E}">
        <p14:creationId xmlns:p14="http://schemas.microsoft.com/office/powerpoint/2010/main" val="38259739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r>
              <a:rPr lang="zh-CN" altLang="en-US" sz="800" b="0" i="0" u="none" strike="noStrike" kern="1200">
                <a:solidFill>
                  <a:srgbClr val="E6E6E6"/>
                </a:solidFill>
                <a:effectLst/>
                <a:latin typeface="+mn-lt"/>
                <a:ea typeface="+mn-ea"/>
                <a:cs typeface="+mn-cs"/>
              </a:rPr>
              <a:t>更多素材资源</a:t>
            </a:r>
            <a:r>
              <a:rPr lang="en-US" altLang="zh-CN" sz="800" b="0" i="0" u="none" strike="noStrike" kern="1200">
                <a:solidFill>
                  <a:srgbClr val="E6E6E6"/>
                </a:solidFill>
                <a:effectLst/>
                <a:latin typeface="+mn-lt"/>
                <a:ea typeface="+mn-ea"/>
                <a:cs typeface="+mn-cs"/>
              </a:rPr>
              <a:t>-</a:t>
            </a:r>
            <a:r>
              <a:rPr lang="zh-CN" altLang="en-US" sz="800" b="0" i="0" u="none" strike="noStrike" kern="1200">
                <a:solidFill>
                  <a:srgbClr val="E6E6E6"/>
                </a:solidFill>
                <a:effectLst/>
                <a:latin typeface="+mn-lt"/>
                <a:ea typeface="+mn-ea"/>
                <a:cs typeface="+mn-cs"/>
              </a:rPr>
              <a:t> </a:t>
            </a:r>
            <a:r>
              <a:rPr lang="en-US" altLang="zh-CN" sz="800" b="0" i="0" u="none" strike="noStrike" kern="1200">
                <a:solidFill>
                  <a:srgbClr val="E6E6E6"/>
                </a:solidFill>
                <a:effectLst/>
                <a:latin typeface="+mn-lt"/>
                <a:ea typeface="+mn-ea"/>
                <a:cs typeface="+mn-cs"/>
              </a:rPr>
              <a:t>B-lue-D-ragonfly- </a:t>
            </a:r>
            <a:r>
              <a:rPr lang="en-US" altLang="zh-CN" sz="800">
                <a:solidFill>
                  <a:srgbClr val="E6E6E6"/>
                </a:solidFill>
              </a:rPr>
              <a:t>DESIGN</a:t>
            </a:r>
            <a:endParaRPr lang="zh-CN" altLang="en-US" sz="800">
              <a:solidFill>
                <a:srgbClr val="E6E6E6"/>
              </a:solidFill>
            </a:endParaRPr>
          </a:p>
          <a:p>
            <a:endParaRPr lang="zh-CN" altLang="en-US"/>
          </a:p>
        </p:txBody>
      </p:sp>
      <p:sp>
        <p:nvSpPr>
          <p:cNvPr id="4" name="灯片编号占位符 3"/>
          <p:cNvSpPr>
            <a:spLocks noGrp="1"/>
          </p:cNvSpPr>
          <p:nvPr>
            <p:ph type="sldNum" sz="quarter" idx="5"/>
          </p:nvPr>
        </p:nvSpPr>
        <p:spPr/>
        <p:txBody>
          <a:bodyPr/>
          <a:lstStyle/>
          <a:p>
            <a:fld id="{248D1EEC-C44F-4BFC-84C2-8741EE48D1A9}" type="slidenum">
              <a:rPr lang="zh-CN" altLang="en-US" smtClean="0"/>
              <a:t>24</a:t>
            </a:fld>
            <a:endParaRPr lang="zh-CN" altLang="en-US"/>
          </a:p>
        </p:txBody>
      </p:sp>
    </p:spTree>
    <p:extLst>
      <p:ext uri="{BB962C8B-B14F-4D97-AF65-F5344CB8AC3E}">
        <p14:creationId xmlns:p14="http://schemas.microsoft.com/office/powerpoint/2010/main" val="39906710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jpeg"/></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40ECCD6-BC05-4722-B6B6-C3135ABE5BE2}"/>
              </a:ext>
            </a:extLst>
          </p:cNvPr>
          <p:cNvSpPr txBox="1"/>
          <p:nvPr userDrawn="1"/>
        </p:nvSpPr>
        <p:spPr>
          <a:xfrm>
            <a:off x="-32063823" y="5259227"/>
            <a:ext cx="1965874" cy="113995"/>
          </a:xfrm>
          <a:custGeom>
            <a:avLst/>
            <a:gdLst/>
            <a:ahLst/>
            <a:cxnLst/>
            <a:rect l="l" t="t" r="r" b="b"/>
            <a:pathLst>
              <a:path w="1965874" h="113994">
                <a:moveTo>
                  <a:pt x="891806" y="87487"/>
                </a:moveTo>
                <a:cubicBezTo>
                  <a:pt x="887684" y="90420"/>
                  <a:pt x="885624" y="93808"/>
                  <a:pt x="885624" y="97650"/>
                </a:cubicBezTo>
                <a:cubicBezTo>
                  <a:pt x="885624" y="100793"/>
                  <a:pt x="887126" y="103308"/>
                  <a:pt x="890130" y="105194"/>
                </a:cubicBezTo>
                <a:cubicBezTo>
                  <a:pt x="893134" y="107080"/>
                  <a:pt x="897290" y="108023"/>
                  <a:pt x="902598" y="108023"/>
                </a:cubicBezTo>
                <a:cubicBezTo>
                  <a:pt x="908046" y="108023"/>
                  <a:pt x="912586" y="106765"/>
                  <a:pt x="916218" y="104251"/>
                </a:cubicBezTo>
                <a:cubicBezTo>
                  <a:pt x="919572" y="101876"/>
                  <a:pt x="921248" y="99082"/>
                  <a:pt x="921248" y="95869"/>
                </a:cubicBezTo>
                <a:cubicBezTo>
                  <a:pt x="921248" y="90909"/>
                  <a:pt x="917302" y="88430"/>
                  <a:pt x="909408" y="88430"/>
                </a:cubicBezTo>
                <a:lnTo>
                  <a:pt x="899036" y="88430"/>
                </a:lnTo>
                <a:cubicBezTo>
                  <a:pt x="896870" y="88430"/>
                  <a:pt x="894460" y="88115"/>
                  <a:pt x="891806" y="87487"/>
                </a:cubicBezTo>
                <a:close/>
                <a:moveTo>
                  <a:pt x="429472" y="75438"/>
                </a:moveTo>
                <a:cubicBezTo>
                  <a:pt x="431288" y="75438"/>
                  <a:pt x="432824" y="76066"/>
                  <a:pt x="434082" y="77324"/>
                </a:cubicBezTo>
                <a:cubicBezTo>
                  <a:pt x="435340" y="78651"/>
                  <a:pt x="435968" y="80327"/>
                  <a:pt x="435968" y="82353"/>
                </a:cubicBezTo>
                <a:cubicBezTo>
                  <a:pt x="435968" y="84309"/>
                  <a:pt x="435340" y="85915"/>
                  <a:pt x="434082" y="87172"/>
                </a:cubicBezTo>
                <a:cubicBezTo>
                  <a:pt x="432824" y="88430"/>
                  <a:pt x="431288" y="89058"/>
                  <a:pt x="429472" y="89058"/>
                </a:cubicBezTo>
                <a:cubicBezTo>
                  <a:pt x="427726" y="89058"/>
                  <a:pt x="426224" y="88430"/>
                  <a:pt x="424966" y="87172"/>
                </a:cubicBezTo>
                <a:cubicBezTo>
                  <a:pt x="423710" y="85915"/>
                  <a:pt x="423080" y="84309"/>
                  <a:pt x="423080" y="82353"/>
                </a:cubicBezTo>
                <a:cubicBezTo>
                  <a:pt x="423080" y="80327"/>
                  <a:pt x="423710" y="78651"/>
                  <a:pt x="424966" y="77324"/>
                </a:cubicBezTo>
                <a:cubicBezTo>
                  <a:pt x="426224" y="76066"/>
                  <a:pt x="427726" y="75438"/>
                  <a:pt x="429472" y="75438"/>
                </a:cubicBezTo>
                <a:close/>
                <a:moveTo>
                  <a:pt x="335384" y="66846"/>
                </a:moveTo>
                <a:lnTo>
                  <a:pt x="335384" y="83191"/>
                </a:lnTo>
                <a:lnTo>
                  <a:pt x="392172" y="83191"/>
                </a:lnTo>
                <a:lnTo>
                  <a:pt x="392172" y="66846"/>
                </a:lnTo>
                <a:close/>
                <a:moveTo>
                  <a:pt x="856868" y="57731"/>
                </a:moveTo>
                <a:cubicBezTo>
                  <a:pt x="847158" y="58848"/>
                  <a:pt x="840174" y="60629"/>
                  <a:pt x="835914" y="63074"/>
                </a:cubicBezTo>
                <a:cubicBezTo>
                  <a:pt x="832002" y="65449"/>
                  <a:pt x="830046" y="68627"/>
                  <a:pt x="830046" y="72609"/>
                </a:cubicBezTo>
                <a:cubicBezTo>
                  <a:pt x="830046" y="78965"/>
                  <a:pt x="833538" y="82143"/>
                  <a:pt x="840524" y="82143"/>
                </a:cubicBezTo>
                <a:cubicBezTo>
                  <a:pt x="845552" y="82143"/>
                  <a:pt x="851000" y="79524"/>
                  <a:pt x="856868" y="74285"/>
                </a:cubicBezTo>
                <a:close/>
                <a:moveTo>
                  <a:pt x="482440" y="50606"/>
                </a:moveTo>
                <a:lnTo>
                  <a:pt x="482440" y="80781"/>
                </a:lnTo>
                <a:lnTo>
                  <a:pt x="496270" y="80781"/>
                </a:lnTo>
                <a:cubicBezTo>
                  <a:pt x="510870" y="80781"/>
                  <a:pt x="518168" y="75507"/>
                  <a:pt x="518168" y="64960"/>
                </a:cubicBezTo>
                <a:cubicBezTo>
                  <a:pt x="518168" y="55391"/>
                  <a:pt x="510870" y="50606"/>
                  <a:pt x="496270" y="50606"/>
                </a:cubicBezTo>
                <a:close/>
                <a:moveTo>
                  <a:pt x="1220056" y="49977"/>
                </a:moveTo>
                <a:cubicBezTo>
                  <a:pt x="1212652" y="54657"/>
                  <a:pt x="1208950" y="60664"/>
                  <a:pt x="1208950" y="67999"/>
                </a:cubicBezTo>
                <a:cubicBezTo>
                  <a:pt x="1208950" y="72190"/>
                  <a:pt x="1210522" y="75682"/>
                  <a:pt x="1213666" y="78476"/>
                </a:cubicBezTo>
                <a:cubicBezTo>
                  <a:pt x="1216878" y="81270"/>
                  <a:pt x="1220860" y="82667"/>
                  <a:pt x="1225610" y="82667"/>
                </a:cubicBezTo>
                <a:cubicBezTo>
                  <a:pt x="1230150" y="82667"/>
                  <a:pt x="1233886" y="81375"/>
                  <a:pt x="1236820" y="78790"/>
                </a:cubicBezTo>
                <a:cubicBezTo>
                  <a:pt x="1239614" y="76276"/>
                  <a:pt x="1241012" y="73063"/>
                  <a:pt x="1241012" y="69151"/>
                </a:cubicBezTo>
                <a:cubicBezTo>
                  <a:pt x="1241012" y="64401"/>
                  <a:pt x="1238916" y="60420"/>
                  <a:pt x="1234724" y="57207"/>
                </a:cubicBezTo>
                <a:cubicBezTo>
                  <a:pt x="1232140" y="55321"/>
                  <a:pt x="1227250" y="52911"/>
                  <a:pt x="1220056" y="49977"/>
                </a:cubicBezTo>
                <a:close/>
                <a:moveTo>
                  <a:pt x="335384" y="44215"/>
                </a:moveTo>
                <a:lnTo>
                  <a:pt x="335384" y="60350"/>
                </a:lnTo>
                <a:lnTo>
                  <a:pt x="392172" y="60350"/>
                </a:lnTo>
                <a:lnTo>
                  <a:pt x="392172" y="44215"/>
                </a:lnTo>
                <a:close/>
                <a:moveTo>
                  <a:pt x="62130" y="37299"/>
                </a:moveTo>
                <a:cubicBezTo>
                  <a:pt x="64786" y="49942"/>
                  <a:pt x="68662" y="60490"/>
                  <a:pt x="73760" y="68942"/>
                </a:cubicBezTo>
                <a:cubicBezTo>
                  <a:pt x="79558" y="60071"/>
                  <a:pt x="83644" y="49523"/>
                  <a:pt x="86020" y="37299"/>
                </a:cubicBezTo>
                <a:close/>
                <a:moveTo>
                  <a:pt x="961320" y="36880"/>
                </a:moveTo>
                <a:cubicBezTo>
                  <a:pt x="956220" y="36880"/>
                  <a:pt x="952100" y="38976"/>
                  <a:pt x="948956" y="43167"/>
                </a:cubicBezTo>
                <a:cubicBezTo>
                  <a:pt x="945742" y="47288"/>
                  <a:pt x="944136" y="52736"/>
                  <a:pt x="944136" y="59512"/>
                </a:cubicBezTo>
                <a:cubicBezTo>
                  <a:pt x="944136" y="66217"/>
                  <a:pt x="945742" y="71631"/>
                  <a:pt x="948956" y="75752"/>
                </a:cubicBezTo>
                <a:cubicBezTo>
                  <a:pt x="952100" y="79873"/>
                  <a:pt x="956220" y="81934"/>
                  <a:pt x="961320" y="81934"/>
                </a:cubicBezTo>
                <a:cubicBezTo>
                  <a:pt x="966418" y="81934"/>
                  <a:pt x="970574" y="79873"/>
                  <a:pt x="973788" y="75752"/>
                </a:cubicBezTo>
                <a:cubicBezTo>
                  <a:pt x="977000" y="71631"/>
                  <a:pt x="978608" y="66217"/>
                  <a:pt x="978608" y="59512"/>
                </a:cubicBezTo>
                <a:cubicBezTo>
                  <a:pt x="978608" y="52806"/>
                  <a:pt x="977000" y="47358"/>
                  <a:pt x="973788" y="43167"/>
                </a:cubicBezTo>
                <a:cubicBezTo>
                  <a:pt x="970574" y="38976"/>
                  <a:pt x="966418" y="36880"/>
                  <a:pt x="961320" y="36880"/>
                </a:cubicBezTo>
                <a:close/>
                <a:moveTo>
                  <a:pt x="655890" y="36566"/>
                </a:moveTo>
                <a:cubicBezTo>
                  <a:pt x="651560" y="36566"/>
                  <a:pt x="647822" y="38173"/>
                  <a:pt x="644680" y="41386"/>
                </a:cubicBezTo>
                <a:cubicBezTo>
                  <a:pt x="641396" y="44808"/>
                  <a:pt x="639476" y="49384"/>
                  <a:pt x="638918" y="55111"/>
                </a:cubicBezTo>
                <a:lnTo>
                  <a:pt x="670560" y="55111"/>
                </a:lnTo>
                <a:cubicBezTo>
                  <a:pt x="670560" y="42748"/>
                  <a:pt x="665670" y="36566"/>
                  <a:pt x="655890" y="36566"/>
                </a:cubicBezTo>
                <a:close/>
                <a:moveTo>
                  <a:pt x="901236" y="36042"/>
                </a:moveTo>
                <a:cubicBezTo>
                  <a:pt x="897604" y="36042"/>
                  <a:pt x="894600" y="37265"/>
                  <a:pt x="892224" y="39709"/>
                </a:cubicBezTo>
                <a:cubicBezTo>
                  <a:pt x="889780" y="42224"/>
                  <a:pt x="888558" y="45612"/>
                  <a:pt x="888558" y="49872"/>
                </a:cubicBezTo>
                <a:cubicBezTo>
                  <a:pt x="888558" y="53994"/>
                  <a:pt x="889816" y="57381"/>
                  <a:pt x="892330" y="60036"/>
                </a:cubicBezTo>
                <a:cubicBezTo>
                  <a:pt x="894774" y="62620"/>
                  <a:pt x="897744" y="63912"/>
                  <a:pt x="901236" y="63912"/>
                </a:cubicBezTo>
                <a:cubicBezTo>
                  <a:pt x="904728" y="63912"/>
                  <a:pt x="907696" y="62620"/>
                  <a:pt x="910142" y="60036"/>
                </a:cubicBezTo>
                <a:cubicBezTo>
                  <a:pt x="912656" y="57381"/>
                  <a:pt x="913914" y="53994"/>
                  <a:pt x="913914" y="49872"/>
                </a:cubicBezTo>
                <a:cubicBezTo>
                  <a:pt x="913914" y="45681"/>
                  <a:pt x="912656" y="42294"/>
                  <a:pt x="910142" y="39709"/>
                </a:cubicBezTo>
                <a:cubicBezTo>
                  <a:pt x="907766" y="37265"/>
                  <a:pt x="904798" y="36042"/>
                  <a:pt x="901236" y="36042"/>
                </a:cubicBezTo>
                <a:close/>
                <a:moveTo>
                  <a:pt x="429472" y="32689"/>
                </a:moveTo>
                <a:cubicBezTo>
                  <a:pt x="431288" y="32689"/>
                  <a:pt x="432824" y="33318"/>
                  <a:pt x="434082" y="34575"/>
                </a:cubicBezTo>
                <a:cubicBezTo>
                  <a:pt x="435340" y="35902"/>
                  <a:pt x="435968" y="37579"/>
                  <a:pt x="435968" y="39605"/>
                </a:cubicBezTo>
                <a:cubicBezTo>
                  <a:pt x="435968" y="41560"/>
                  <a:pt x="435340" y="43167"/>
                  <a:pt x="434082" y="44424"/>
                </a:cubicBezTo>
                <a:cubicBezTo>
                  <a:pt x="432824" y="45681"/>
                  <a:pt x="431288" y="46310"/>
                  <a:pt x="429472" y="46310"/>
                </a:cubicBezTo>
                <a:cubicBezTo>
                  <a:pt x="427726" y="46310"/>
                  <a:pt x="426224" y="45681"/>
                  <a:pt x="424966" y="44424"/>
                </a:cubicBezTo>
                <a:cubicBezTo>
                  <a:pt x="423710" y="43167"/>
                  <a:pt x="423080" y="41560"/>
                  <a:pt x="423080" y="39605"/>
                </a:cubicBezTo>
                <a:cubicBezTo>
                  <a:pt x="423080" y="37579"/>
                  <a:pt x="423710" y="35902"/>
                  <a:pt x="424966" y="34575"/>
                </a:cubicBezTo>
                <a:cubicBezTo>
                  <a:pt x="426224" y="33318"/>
                  <a:pt x="427726" y="32689"/>
                  <a:pt x="429472" y="32689"/>
                </a:cubicBezTo>
                <a:close/>
                <a:moveTo>
                  <a:pt x="1121644" y="31118"/>
                </a:moveTo>
                <a:lnTo>
                  <a:pt x="1130550" y="31118"/>
                </a:lnTo>
                <a:lnTo>
                  <a:pt x="1142600" y="63493"/>
                </a:lnTo>
                <a:lnTo>
                  <a:pt x="1148258" y="79419"/>
                </a:lnTo>
                <a:lnTo>
                  <a:pt x="1148780" y="79419"/>
                </a:lnTo>
                <a:cubicBezTo>
                  <a:pt x="1149130" y="78371"/>
                  <a:pt x="1149934" y="75682"/>
                  <a:pt x="1151190" y="71351"/>
                </a:cubicBezTo>
                <a:cubicBezTo>
                  <a:pt x="1152168" y="67999"/>
                  <a:pt x="1152972" y="65379"/>
                  <a:pt x="1153600" y="63493"/>
                </a:cubicBezTo>
                <a:lnTo>
                  <a:pt x="1164182" y="31118"/>
                </a:lnTo>
                <a:lnTo>
                  <a:pt x="1172564" y="31118"/>
                </a:lnTo>
                <a:lnTo>
                  <a:pt x="1150982" y="92935"/>
                </a:lnTo>
                <a:cubicBezTo>
                  <a:pt x="1146440" y="105927"/>
                  <a:pt x="1139560" y="112423"/>
                  <a:pt x="1130340" y="112423"/>
                </a:cubicBezTo>
                <a:cubicBezTo>
                  <a:pt x="1127896" y="112423"/>
                  <a:pt x="1125730" y="112039"/>
                  <a:pt x="1123844" y="111271"/>
                </a:cubicBezTo>
                <a:lnTo>
                  <a:pt x="1125626" y="104355"/>
                </a:lnTo>
                <a:cubicBezTo>
                  <a:pt x="1127162" y="104914"/>
                  <a:pt x="1128630" y="105194"/>
                  <a:pt x="1130026" y="105194"/>
                </a:cubicBezTo>
                <a:cubicBezTo>
                  <a:pt x="1135894" y="105194"/>
                  <a:pt x="1140294" y="100933"/>
                  <a:pt x="1143228" y="92411"/>
                </a:cubicBezTo>
                <a:lnTo>
                  <a:pt x="1144486" y="88011"/>
                </a:lnTo>
                <a:close/>
                <a:moveTo>
                  <a:pt x="567422" y="31118"/>
                </a:moveTo>
                <a:lnTo>
                  <a:pt x="575910" y="31118"/>
                </a:lnTo>
                <a:lnTo>
                  <a:pt x="575910" y="66008"/>
                </a:lnTo>
                <a:cubicBezTo>
                  <a:pt x="575910" y="71456"/>
                  <a:pt x="576782" y="75403"/>
                  <a:pt x="578528" y="77847"/>
                </a:cubicBezTo>
                <a:cubicBezTo>
                  <a:pt x="580274" y="80362"/>
                  <a:pt x="583138" y="81619"/>
                  <a:pt x="587120" y="81619"/>
                </a:cubicBezTo>
                <a:cubicBezTo>
                  <a:pt x="592290" y="81619"/>
                  <a:pt x="597598" y="78301"/>
                  <a:pt x="603046" y="71666"/>
                </a:cubicBezTo>
                <a:lnTo>
                  <a:pt x="603046" y="31118"/>
                </a:lnTo>
                <a:lnTo>
                  <a:pt x="611532" y="31118"/>
                </a:lnTo>
                <a:lnTo>
                  <a:pt x="611532" y="87696"/>
                </a:lnTo>
                <a:lnTo>
                  <a:pt x="604512" y="87696"/>
                </a:lnTo>
                <a:lnTo>
                  <a:pt x="603780" y="78686"/>
                </a:lnTo>
                <a:lnTo>
                  <a:pt x="603466" y="78686"/>
                </a:lnTo>
                <a:cubicBezTo>
                  <a:pt x="597458" y="85601"/>
                  <a:pt x="591172" y="89058"/>
                  <a:pt x="584606" y="89058"/>
                </a:cubicBezTo>
                <a:cubicBezTo>
                  <a:pt x="573150" y="89058"/>
                  <a:pt x="567422" y="81724"/>
                  <a:pt x="567422" y="67056"/>
                </a:cubicBezTo>
                <a:close/>
                <a:moveTo>
                  <a:pt x="1033548" y="29651"/>
                </a:moveTo>
                <a:cubicBezTo>
                  <a:pt x="1045072" y="29651"/>
                  <a:pt x="1050836" y="37020"/>
                  <a:pt x="1050836" y="51758"/>
                </a:cubicBezTo>
                <a:lnTo>
                  <a:pt x="1050836" y="87696"/>
                </a:lnTo>
                <a:lnTo>
                  <a:pt x="1042244" y="87696"/>
                </a:lnTo>
                <a:lnTo>
                  <a:pt x="1042244" y="52806"/>
                </a:lnTo>
                <a:cubicBezTo>
                  <a:pt x="1042244" y="42329"/>
                  <a:pt x="1038506" y="37090"/>
                  <a:pt x="1031032" y="37090"/>
                </a:cubicBezTo>
                <a:cubicBezTo>
                  <a:pt x="1026214" y="37090"/>
                  <a:pt x="1020834" y="40163"/>
                  <a:pt x="1014898" y="46310"/>
                </a:cubicBezTo>
                <a:lnTo>
                  <a:pt x="1014898" y="87696"/>
                </a:lnTo>
                <a:lnTo>
                  <a:pt x="1006410" y="87696"/>
                </a:lnTo>
                <a:lnTo>
                  <a:pt x="1006410" y="31118"/>
                </a:lnTo>
                <a:lnTo>
                  <a:pt x="1013326" y="31118"/>
                </a:lnTo>
                <a:lnTo>
                  <a:pt x="1014164" y="39395"/>
                </a:lnTo>
                <a:lnTo>
                  <a:pt x="1014478" y="39395"/>
                </a:lnTo>
                <a:cubicBezTo>
                  <a:pt x="1021114" y="32899"/>
                  <a:pt x="1027470" y="29651"/>
                  <a:pt x="1033548" y="29651"/>
                </a:cubicBezTo>
                <a:close/>
                <a:moveTo>
                  <a:pt x="961320" y="29651"/>
                </a:moveTo>
                <a:cubicBezTo>
                  <a:pt x="968584" y="29651"/>
                  <a:pt x="974660" y="32270"/>
                  <a:pt x="979550" y="37509"/>
                </a:cubicBezTo>
                <a:cubicBezTo>
                  <a:pt x="984788" y="43027"/>
                  <a:pt x="987408" y="50361"/>
                  <a:pt x="987408" y="59512"/>
                </a:cubicBezTo>
                <a:cubicBezTo>
                  <a:pt x="987408" y="68522"/>
                  <a:pt x="984788" y="75787"/>
                  <a:pt x="979550" y="81305"/>
                </a:cubicBezTo>
                <a:cubicBezTo>
                  <a:pt x="974660" y="86474"/>
                  <a:pt x="968584" y="89058"/>
                  <a:pt x="961320" y="89058"/>
                </a:cubicBezTo>
                <a:cubicBezTo>
                  <a:pt x="954124" y="89058"/>
                  <a:pt x="948082" y="86474"/>
                  <a:pt x="943194" y="81305"/>
                </a:cubicBezTo>
                <a:cubicBezTo>
                  <a:pt x="937954" y="75787"/>
                  <a:pt x="935334" y="68522"/>
                  <a:pt x="935334" y="59512"/>
                </a:cubicBezTo>
                <a:cubicBezTo>
                  <a:pt x="935334" y="50361"/>
                  <a:pt x="937954" y="43027"/>
                  <a:pt x="943194" y="37509"/>
                </a:cubicBezTo>
                <a:cubicBezTo>
                  <a:pt x="948012" y="32270"/>
                  <a:pt x="954054" y="29651"/>
                  <a:pt x="961320" y="29651"/>
                </a:cubicBezTo>
                <a:close/>
                <a:moveTo>
                  <a:pt x="901236" y="29651"/>
                </a:moveTo>
                <a:cubicBezTo>
                  <a:pt x="903820" y="29651"/>
                  <a:pt x="906440" y="30140"/>
                  <a:pt x="909094" y="31118"/>
                </a:cubicBezTo>
                <a:lnTo>
                  <a:pt x="928686" y="31118"/>
                </a:lnTo>
                <a:lnTo>
                  <a:pt x="928686" y="37719"/>
                </a:lnTo>
                <a:lnTo>
                  <a:pt x="916742" y="37719"/>
                </a:lnTo>
                <a:cubicBezTo>
                  <a:pt x="920026" y="40862"/>
                  <a:pt x="921666" y="44948"/>
                  <a:pt x="921666" y="49977"/>
                </a:cubicBezTo>
                <a:cubicBezTo>
                  <a:pt x="921666" y="55914"/>
                  <a:pt x="919676" y="60734"/>
                  <a:pt x="915694" y="64436"/>
                </a:cubicBezTo>
                <a:cubicBezTo>
                  <a:pt x="911852" y="67999"/>
                  <a:pt x="907034" y="69780"/>
                  <a:pt x="901236" y="69780"/>
                </a:cubicBezTo>
                <a:cubicBezTo>
                  <a:pt x="898092" y="69780"/>
                  <a:pt x="895194" y="69081"/>
                  <a:pt x="892540" y="67684"/>
                </a:cubicBezTo>
                <a:cubicBezTo>
                  <a:pt x="890024" y="69850"/>
                  <a:pt x="888768" y="72224"/>
                  <a:pt x="888768" y="74809"/>
                </a:cubicBezTo>
                <a:cubicBezTo>
                  <a:pt x="888768" y="79070"/>
                  <a:pt x="892120" y="81200"/>
                  <a:pt x="898826" y="81200"/>
                </a:cubicBezTo>
                <a:lnTo>
                  <a:pt x="910142" y="81200"/>
                </a:lnTo>
                <a:cubicBezTo>
                  <a:pt x="923134" y="81200"/>
                  <a:pt x="929630" y="85671"/>
                  <a:pt x="929630" y="94611"/>
                </a:cubicBezTo>
                <a:cubicBezTo>
                  <a:pt x="929630" y="99920"/>
                  <a:pt x="927080" y="104425"/>
                  <a:pt x="921982" y="108127"/>
                </a:cubicBezTo>
                <a:cubicBezTo>
                  <a:pt x="916602" y="112039"/>
                  <a:pt x="909758" y="113995"/>
                  <a:pt x="901446" y="113995"/>
                </a:cubicBezTo>
                <a:cubicBezTo>
                  <a:pt x="894390" y="113995"/>
                  <a:pt x="888768" y="112668"/>
                  <a:pt x="884576" y="110013"/>
                </a:cubicBezTo>
                <a:cubicBezTo>
                  <a:pt x="880246" y="107289"/>
                  <a:pt x="878080" y="103517"/>
                  <a:pt x="878080" y="98698"/>
                </a:cubicBezTo>
                <a:cubicBezTo>
                  <a:pt x="878080" y="93738"/>
                  <a:pt x="880874" y="89408"/>
                  <a:pt x="886462" y="85706"/>
                </a:cubicBezTo>
                <a:lnTo>
                  <a:pt x="886462" y="85286"/>
                </a:lnTo>
                <a:cubicBezTo>
                  <a:pt x="883040" y="83191"/>
                  <a:pt x="881328" y="80083"/>
                  <a:pt x="881328" y="75961"/>
                </a:cubicBezTo>
                <a:cubicBezTo>
                  <a:pt x="881328" y="72050"/>
                  <a:pt x="883424" y="68557"/>
                  <a:pt x="887614" y="65484"/>
                </a:cubicBezTo>
                <a:lnTo>
                  <a:pt x="887614" y="65065"/>
                </a:lnTo>
                <a:cubicBezTo>
                  <a:pt x="882726" y="61153"/>
                  <a:pt x="880280" y="56089"/>
                  <a:pt x="880280" y="49872"/>
                </a:cubicBezTo>
                <a:cubicBezTo>
                  <a:pt x="880280" y="43865"/>
                  <a:pt x="882342" y="38976"/>
                  <a:pt x="886462" y="35204"/>
                </a:cubicBezTo>
                <a:cubicBezTo>
                  <a:pt x="890444" y="31502"/>
                  <a:pt x="895368" y="29651"/>
                  <a:pt x="901236" y="29651"/>
                </a:cubicBezTo>
                <a:close/>
                <a:moveTo>
                  <a:pt x="846182" y="29651"/>
                </a:moveTo>
                <a:cubicBezTo>
                  <a:pt x="858964" y="29651"/>
                  <a:pt x="865354" y="37299"/>
                  <a:pt x="865354" y="52597"/>
                </a:cubicBezTo>
                <a:lnTo>
                  <a:pt x="865354" y="87696"/>
                </a:lnTo>
                <a:lnTo>
                  <a:pt x="858334" y="87696"/>
                </a:lnTo>
                <a:lnTo>
                  <a:pt x="857602" y="80781"/>
                </a:lnTo>
                <a:lnTo>
                  <a:pt x="857288" y="80781"/>
                </a:lnTo>
                <a:cubicBezTo>
                  <a:pt x="850792" y="86299"/>
                  <a:pt x="844434" y="89058"/>
                  <a:pt x="838218" y="89058"/>
                </a:cubicBezTo>
                <a:cubicBezTo>
                  <a:pt x="833398" y="89058"/>
                  <a:pt x="829486" y="87696"/>
                  <a:pt x="826484" y="84972"/>
                </a:cubicBezTo>
                <a:cubicBezTo>
                  <a:pt x="823340" y="82038"/>
                  <a:pt x="821768" y="78092"/>
                  <a:pt x="821768" y="73133"/>
                </a:cubicBezTo>
                <a:cubicBezTo>
                  <a:pt x="821768" y="66986"/>
                  <a:pt x="824598" y="62236"/>
                  <a:pt x="830256" y="58883"/>
                </a:cubicBezTo>
                <a:cubicBezTo>
                  <a:pt x="835704" y="55670"/>
                  <a:pt x="844574" y="53365"/>
                  <a:pt x="856868" y="51968"/>
                </a:cubicBezTo>
                <a:cubicBezTo>
                  <a:pt x="857008" y="41840"/>
                  <a:pt x="852992" y="36776"/>
                  <a:pt x="844818" y="36776"/>
                </a:cubicBezTo>
                <a:cubicBezTo>
                  <a:pt x="839300" y="36776"/>
                  <a:pt x="833574" y="38871"/>
                  <a:pt x="827636" y="43062"/>
                </a:cubicBezTo>
                <a:lnTo>
                  <a:pt x="824178" y="37090"/>
                </a:lnTo>
                <a:cubicBezTo>
                  <a:pt x="831722" y="32131"/>
                  <a:pt x="839056" y="29651"/>
                  <a:pt x="846182" y="29651"/>
                </a:cubicBezTo>
                <a:close/>
                <a:moveTo>
                  <a:pt x="811434" y="29651"/>
                </a:moveTo>
                <a:cubicBezTo>
                  <a:pt x="813738" y="29651"/>
                  <a:pt x="815730" y="30070"/>
                  <a:pt x="817406" y="30908"/>
                </a:cubicBezTo>
                <a:lnTo>
                  <a:pt x="815730" y="38347"/>
                </a:lnTo>
                <a:cubicBezTo>
                  <a:pt x="813844" y="37719"/>
                  <a:pt x="812062" y="37404"/>
                  <a:pt x="810386" y="37404"/>
                </a:cubicBezTo>
                <a:cubicBezTo>
                  <a:pt x="804170" y="37404"/>
                  <a:pt x="799314" y="41875"/>
                  <a:pt x="795822" y="50815"/>
                </a:cubicBezTo>
                <a:lnTo>
                  <a:pt x="795822" y="87696"/>
                </a:lnTo>
                <a:lnTo>
                  <a:pt x="787336" y="87696"/>
                </a:lnTo>
                <a:lnTo>
                  <a:pt x="787336" y="31118"/>
                </a:lnTo>
                <a:lnTo>
                  <a:pt x="794250" y="31118"/>
                </a:lnTo>
                <a:lnTo>
                  <a:pt x="795090" y="41490"/>
                </a:lnTo>
                <a:lnTo>
                  <a:pt x="795404" y="41490"/>
                </a:lnTo>
                <a:cubicBezTo>
                  <a:pt x="799664" y="33597"/>
                  <a:pt x="805008" y="29651"/>
                  <a:pt x="811434" y="29651"/>
                </a:cubicBezTo>
                <a:close/>
                <a:moveTo>
                  <a:pt x="655786" y="29651"/>
                </a:moveTo>
                <a:cubicBezTo>
                  <a:pt x="662840" y="29651"/>
                  <a:pt x="668324" y="32026"/>
                  <a:pt x="672236" y="36776"/>
                </a:cubicBezTo>
                <a:cubicBezTo>
                  <a:pt x="676148" y="41456"/>
                  <a:pt x="678102" y="47917"/>
                  <a:pt x="678102" y="56159"/>
                </a:cubicBezTo>
                <a:cubicBezTo>
                  <a:pt x="678102" y="58394"/>
                  <a:pt x="677964" y="60105"/>
                  <a:pt x="677684" y="61293"/>
                </a:cubicBezTo>
                <a:lnTo>
                  <a:pt x="639022" y="61293"/>
                </a:lnTo>
                <a:cubicBezTo>
                  <a:pt x="639302" y="67579"/>
                  <a:pt x="641188" y="72644"/>
                  <a:pt x="644680" y="76485"/>
                </a:cubicBezTo>
                <a:cubicBezTo>
                  <a:pt x="648172" y="80327"/>
                  <a:pt x="652748" y="82248"/>
                  <a:pt x="658406" y="82248"/>
                </a:cubicBezTo>
                <a:cubicBezTo>
                  <a:pt x="663434" y="82248"/>
                  <a:pt x="668220" y="80711"/>
                  <a:pt x="672760" y="77638"/>
                </a:cubicBezTo>
                <a:lnTo>
                  <a:pt x="675902" y="83296"/>
                </a:lnTo>
                <a:cubicBezTo>
                  <a:pt x="669896" y="87137"/>
                  <a:pt x="663714" y="89058"/>
                  <a:pt x="657358" y="89058"/>
                </a:cubicBezTo>
                <a:cubicBezTo>
                  <a:pt x="649674" y="89058"/>
                  <a:pt x="643352" y="86439"/>
                  <a:pt x="638394" y="81200"/>
                </a:cubicBezTo>
                <a:cubicBezTo>
                  <a:pt x="633154" y="75752"/>
                  <a:pt x="630536" y="68522"/>
                  <a:pt x="630536" y="59512"/>
                </a:cubicBezTo>
                <a:cubicBezTo>
                  <a:pt x="630536" y="50641"/>
                  <a:pt x="633120" y="43341"/>
                  <a:pt x="638288" y="37614"/>
                </a:cubicBezTo>
                <a:cubicBezTo>
                  <a:pt x="643178" y="32305"/>
                  <a:pt x="649010" y="29651"/>
                  <a:pt x="655786" y="29651"/>
                </a:cubicBezTo>
                <a:close/>
                <a:moveTo>
                  <a:pt x="231970" y="22526"/>
                </a:moveTo>
                <a:cubicBezTo>
                  <a:pt x="237140" y="29791"/>
                  <a:pt x="240528" y="36391"/>
                  <a:pt x="242134" y="42329"/>
                </a:cubicBezTo>
                <a:lnTo>
                  <a:pt x="235638" y="44948"/>
                </a:lnTo>
                <a:cubicBezTo>
                  <a:pt x="233892" y="38662"/>
                  <a:pt x="230678" y="31956"/>
                  <a:pt x="225998" y="24831"/>
                </a:cubicBezTo>
                <a:close/>
                <a:moveTo>
                  <a:pt x="285406" y="22002"/>
                </a:moveTo>
                <a:lnTo>
                  <a:pt x="292636" y="24412"/>
                </a:lnTo>
                <a:cubicBezTo>
                  <a:pt x="288026" y="33353"/>
                  <a:pt x="283974" y="40303"/>
                  <a:pt x="280482" y="45262"/>
                </a:cubicBezTo>
                <a:lnTo>
                  <a:pt x="274614" y="43167"/>
                </a:lnTo>
                <a:cubicBezTo>
                  <a:pt x="279084" y="36252"/>
                  <a:pt x="282682" y="29197"/>
                  <a:pt x="285406" y="22002"/>
                </a:cubicBezTo>
                <a:close/>
                <a:moveTo>
                  <a:pt x="335384" y="21164"/>
                </a:moveTo>
                <a:lnTo>
                  <a:pt x="335384" y="37719"/>
                </a:lnTo>
                <a:lnTo>
                  <a:pt x="392172" y="37719"/>
                </a:lnTo>
                <a:lnTo>
                  <a:pt x="392172" y="21164"/>
                </a:lnTo>
                <a:close/>
                <a:moveTo>
                  <a:pt x="1289360" y="20955"/>
                </a:moveTo>
                <a:cubicBezTo>
                  <a:pt x="1287754" y="24098"/>
                  <a:pt x="1285728" y="27800"/>
                  <a:pt x="1283284" y="32061"/>
                </a:cubicBezTo>
                <a:lnTo>
                  <a:pt x="1264738" y="59512"/>
                </a:lnTo>
                <a:lnTo>
                  <a:pt x="1289256" y="59512"/>
                </a:lnTo>
                <a:lnTo>
                  <a:pt x="1289256" y="34575"/>
                </a:lnTo>
                <a:cubicBezTo>
                  <a:pt x="1289256" y="30524"/>
                  <a:pt x="1289466" y="25984"/>
                  <a:pt x="1289884" y="20955"/>
                </a:cubicBezTo>
                <a:close/>
                <a:moveTo>
                  <a:pt x="1625440" y="18126"/>
                </a:moveTo>
                <a:lnTo>
                  <a:pt x="1625440" y="80572"/>
                </a:lnTo>
                <a:lnTo>
                  <a:pt x="1634870" y="80572"/>
                </a:lnTo>
                <a:cubicBezTo>
                  <a:pt x="1644020" y="80572"/>
                  <a:pt x="1650970" y="77778"/>
                  <a:pt x="1655720" y="72190"/>
                </a:cubicBezTo>
                <a:cubicBezTo>
                  <a:pt x="1660260" y="66741"/>
                  <a:pt x="1662530" y="59023"/>
                  <a:pt x="1662530" y="49034"/>
                </a:cubicBezTo>
                <a:cubicBezTo>
                  <a:pt x="1662530" y="28429"/>
                  <a:pt x="1653310" y="18126"/>
                  <a:pt x="1634870" y="18126"/>
                </a:cubicBezTo>
                <a:close/>
                <a:moveTo>
                  <a:pt x="720566" y="18126"/>
                </a:moveTo>
                <a:lnTo>
                  <a:pt x="720566" y="80572"/>
                </a:lnTo>
                <a:lnTo>
                  <a:pt x="729996" y="80572"/>
                </a:lnTo>
                <a:cubicBezTo>
                  <a:pt x="739146" y="80572"/>
                  <a:pt x="746096" y="77778"/>
                  <a:pt x="750846" y="72190"/>
                </a:cubicBezTo>
                <a:cubicBezTo>
                  <a:pt x="755386" y="66741"/>
                  <a:pt x="757656" y="59023"/>
                  <a:pt x="757656" y="49034"/>
                </a:cubicBezTo>
                <a:cubicBezTo>
                  <a:pt x="757656" y="28429"/>
                  <a:pt x="748436" y="18126"/>
                  <a:pt x="729996" y="18126"/>
                </a:cubicBezTo>
                <a:close/>
                <a:moveTo>
                  <a:pt x="482440" y="17916"/>
                </a:moveTo>
                <a:lnTo>
                  <a:pt x="482440" y="43900"/>
                </a:lnTo>
                <a:lnTo>
                  <a:pt x="494176" y="43900"/>
                </a:lnTo>
                <a:cubicBezTo>
                  <a:pt x="507098" y="43900"/>
                  <a:pt x="513558" y="39535"/>
                  <a:pt x="513558" y="30803"/>
                </a:cubicBezTo>
                <a:cubicBezTo>
                  <a:pt x="513558" y="26193"/>
                  <a:pt x="511986" y="22875"/>
                  <a:pt x="508844" y="20850"/>
                </a:cubicBezTo>
                <a:cubicBezTo>
                  <a:pt x="505840" y="18894"/>
                  <a:pt x="501126" y="17916"/>
                  <a:pt x="494700" y="17916"/>
                </a:cubicBezTo>
                <a:close/>
                <a:moveTo>
                  <a:pt x="155694" y="16659"/>
                </a:moveTo>
                <a:cubicBezTo>
                  <a:pt x="159048" y="36077"/>
                  <a:pt x="164636" y="51549"/>
                  <a:pt x="172458" y="63074"/>
                </a:cubicBezTo>
                <a:cubicBezTo>
                  <a:pt x="181540" y="50431"/>
                  <a:pt x="187756" y="34959"/>
                  <a:pt x="191108" y="16659"/>
                </a:cubicBezTo>
                <a:close/>
                <a:moveTo>
                  <a:pt x="1556156" y="16344"/>
                </a:moveTo>
                <a:cubicBezTo>
                  <a:pt x="1552314" y="16344"/>
                  <a:pt x="1549136" y="18021"/>
                  <a:pt x="1546622" y="21374"/>
                </a:cubicBezTo>
                <a:cubicBezTo>
                  <a:pt x="1544036" y="24726"/>
                  <a:pt x="1542744" y="29057"/>
                  <a:pt x="1542744" y="34366"/>
                </a:cubicBezTo>
                <a:cubicBezTo>
                  <a:pt x="1542744" y="39814"/>
                  <a:pt x="1543896" y="44075"/>
                  <a:pt x="1546202" y="47148"/>
                </a:cubicBezTo>
                <a:cubicBezTo>
                  <a:pt x="1548716" y="50431"/>
                  <a:pt x="1552278" y="52073"/>
                  <a:pt x="1556890" y="52073"/>
                </a:cubicBezTo>
                <a:cubicBezTo>
                  <a:pt x="1562896" y="52073"/>
                  <a:pt x="1568414" y="48545"/>
                  <a:pt x="1573444" y="41490"/>
                </a:cubicBezTo>
                <a:cubicBezTo>
                  <a:pt x="1572536" y="24726"/>
                  <a:pt x="1566772" y="16344"/>
                  <a:pt x="1556156" y="16344"/>
                </a:cubicBezTo>
                <a:close/>
                <a:moveTo>
                  <a:pt x="1225504" y="16344"/>
                </a:moveTo>
                <a:cubicBezTo>
                  <a:pt x="1221872" y="16344"/>
                  <a:pt x="1218868" y="17532"/>
                  <a:pt x="1216494" y="19907"/>
                </a:cubicBezTo>
                <a:cubicBezTo>
                  <a:pt x="1214120" y="22352"/>
                  <a:pt x="1212932" y="25460"/>
                  <a:pt x="1212932" y="29232"/>
                </a:cubicBezTo>
                <a:cubicBezTo>
                  <a:pt x="1212932" y="33493"/>
                  <a:pt x="1214748" y="37090"/>
                  <a:pt x="1218380" y="40024"/>
                </a:cubicBezTo>
                <a:cubicBezTo>
                  <a:pt x="1220894" y="42049"/>
                  <a:pt x="1225016" y="44180"/>
                  <a:pt x="1230744" y="46415"/>
                </a:cubicBezTo>
                <a:cubicBezTo>
                  <a:pt x="1236332" y="41665"/>
                  <a:pt x="1239126" y="36356"/>
                  <a:pt x="1239126" y="30489"/>
                </a:cubicBezTo>
                <a:cubicBezTo>
                  <a:pt x="1239126" y="26438"/>
                  <a:pt x="1237938" y="23120"/>
                  <a:pt x="1235564" y="20535"/>
                </a:cubicBezTo>
                <a:cubicBezTo>
                  <a:pt x="1233048" y="17741"/>
                  <a:pt x="1229696" y="16344"/>
                  <a:pt x="1225504" y="16344"/>
                </a:cubicBezTo>
                <a:close/>
                <a:moveTo>
                  <a:pt x="1912018" y="11001"/>
                </a:moveTo>
                <a:lnTo>
                  <a:pt x="1920926" y="11001"/>
                </a:lnTo>
                <a:lnTo>
                  <a:pt x="1949948" y="60664"/>
                </a:lnTo>
                <a:lnTo>
                  <a:pt x="1958226" y="76381"/>
                </a:lnTo>
                <a:lnTo>
                  <a:pt x="1958748" y="76381"/>
                </a:lnTo>
                <a:cubicBezTo>
                  <a:pt x="1957980" y="65135"/>
                  <a:pt x="1957596" y="57172"/>
                  <a:pt x="1957596" y="52492"/>
                </a:cubicBezTo>
                <a:lnTo>
                  <a:pt x="1957596" y="11001"/>
                </a:lnTo>
                <a:lnTo>
                  <a:pt x="1965874" y="11001"/>
                </a:lnTo>
                <a:lnTo>
                  <a:pt x="1965874" y="87696"/>
                </a:lnTo>
                <a:lnTo>
                  <a:pt x="1956862" y="87696"/>
                </a:lnTo>
                <a:lnTo>
                  <a:pt x="1928050" y="38033"/>
                </a:lnTo>
                <a:lnTo>
                  <a:pt x="1919668" y="22317"/>
                </a:lnTo>
                <a:lnTo>
                  <a:pt x="1919144" y="22317"/>
                </a:lnTo>
                <a:cubicBezTo>
                  <a:pt x="1919842" y="35029"/>
                  <a:pt x="1920192" y="42818"/>
                  <a:pt x="1920192" y="45681"/>
                </a:cubicBezTo>
                <a:lnTo>
                  <a:pt x="1920192" y="87696"/>
                </a:lnTo>
                <a:lnTo>
                  <a:pt x="1912018" y="87696"/>
                </a:lnTo>
                <a:close/>
                <a:moveTo>
                  <a:pt x="1807244" y="11001"/>
                </a:moveTo>
                <a:lnTo>
                  <a:pt x="1815940" y="11001"/>
                </a:lnTo>
                <a:lnTo>
                  <a:pt x="1815940" y="87696"/>
                </a:lnTo>
                <a:lnTo>
                  <a:pt x="1807244" y="87696"/>
                </a:lnTo>
                <a:close/>
                <a:moveTo>
                  <a:pt x="1692944" y="11001"/>
                </a:moveTo>
                <a:lnTo>
                  <a:pt x="1736636" y="11001"/>
                </a:lnTo>
                <a:lnTo>
                  <a:pt x="1736636" y="18335"/>
                </a:lnTo>
                <a:lnTo>
                  <a:pt x="1701640" y="18335"/>
                </a:lnTo>
                <a:lnTo>
                  <a:pt x="1701640" y="43586"/>
                </a:lnTo>
                <a:lnTo>
                  <a:pt x="1731082" y="43586"/>
                </a:lnTo>
                <a:lnTo>
                  <a:pt x="1731082" y="50920"/>
                </a:lnTo>
                <a:lnTo>
                  <a:pt x="1701640" y="50920"/>
                </a:lnTo>
                <a:lnTo>
                  <a:pt x="1701640" y="80362"/>
                </a:lnTo>
                <a:lnTo>
                  <a:pt x="1737788" y="80362"/>
                </a:lnTo>
                <a:lnTo>
                  <a:pt x="1737788" y="87696"/>
                </a:lnTo>
                <a:lnTo>
                  <a:pt x="1692944" y="87696"/>
                </a:lnTo>
                <a:close/>
                <a:moveTo>
                  <a:pt x="1616744" y="11001"/>
                </a:moveTo>
                <a:lnTo>
                  <a:pt x="1635604" y="11001"/>
                </a:lnTo>
                <a:cubicBezTo>
                  <a:pt x="1647268" y="11001"/>
                  <a:pt x="1656174" y="14319"/>
                  <a:pt x="1662322" y="20955"/>
                </a:cubicBezTo>
                <a:cubicBezTo>
                  <a:pt x="1668398" y="27520"/>
                  <a:pt x="1671436" y="36880"/>
                  <a:pt x="1671436" y="49034"/>
                </a:cubicBezTo>
                <a:cubicBezTo>
                  <a:pt x="1671436" y="61258"/>
                  <a:pt x="1668434" y="70723"/>
                  <a:pt x="1662426" y="77428"/>
                </a:cubicBezTo>
                <a:cubicBezTo>
                  <a:pt x="1656280" y="84274"/>
                  <a:pt x="1647442" y="87696"/>
                  <a:pt x="1635918" y="87696"/>
                </a:cubicBezTo>
                <a:lnTo>
                  <a:pt x="1616744" y="87696"/>
                </a:lnTo>
                <a:close/>
                <a:moveTo>
                  <a:pt x="1484232" y="11001"/>
                </a:moveTo>
                <a:lnTo>
                  <a:pt x="1520904" y="11001"/>
                </a:lnTo>
                <a:lnTo>
                  <a:pt x="1520904" y="18335"/>
                </a:lnTo>
                <a:lnTo>
                  <a:pt x="1491776" y="18335"/>
                </a:lnTo>
                <a:lnTo>
                  <a:pt x="1489680" y="41595"/>
                </a:lnTo>
                <a:cubicBezTo>
                  <a:pt x="1493522" y="39430"/>
                  <a:pt x="1497504" y="38347"/>
                  <a:pt x="1501624" y="38347"/>
                </a:cubicBezTo>
                <a:cubicBezTo>
                  <a:pt x="1508400" y="38347"/>
                  <a:pt x="1513814" y="40303"/>
                  <a:pt x="1517866" y="44215"/>
                </a:cubicBezTo>
                <a:cubicBezTo>
                  <a:pt x="1522336" y="48545"/>
                  <a:pt x="1524570" y="54762"/>
                  <a:pt x="1524570" y="62865"/>
                </a:cubicBezTo>
                <a:cubicBezTo>
                  <a:pt x="1524570" y="70827"/>
                  <a:pt x="1522022" y="77289"/>
                  <a:pt x="1516922" y="82248"/>
                </a:cubicBezTo>
                <a:cubicBezTo>
                  <a:pt x="1512242" y="86788"/>
                  <a:pt x="1506550" y="89058"/>
                  <a:pt x="1499844" y="89058"/>
                </a:cubicBezTo>
                <a:cubicBezTo>
                  <a:pt x="1490484" y="89058"/>
                  <a:pt x="1482416" y="85671"/>
                  <a:pt x="1475640" y="78895"/>
                </a:cubicBezTo>
                <a:lnTo>
                  <a:pt x="1479936" y="73237"/>
                </a:lnTo>
                <a:cubicBezTo>
                  <a:pt x="1485594" y="79035"/>
                  <a:pt x="1491986" y="81934"/>
                  <a:pt x="1499110" y="81934"/>
                </a:cubicBezTo>
                <a:cubicBezTo>
                  <a:pt x="1503860" y="81934"/>
                  <a:pt x="1507842" y="80222"/>
                  <a:pt x="1511054" y="76800"/>
                </a:cubicBezTo>
                <a:cubicBezTo>
                  <a:pt x="1514338" y="73307"/>
                  <a:pt x="1515980" y="68732"/>
                  <a:pt x="1515980" y="63074"/>
                </a:cubicBezTo>
                <a:cubicBezTo>
                  <a:pt x="1515980" y="57486"/>
                  <a:pt x="1514478" y="53051"/>
                  <a:pt x="1511474" y="49768"/>
                </a:cubicBezTo>
                <a:cubicBezTo>
                  <a:pt x="1508540" y="46555"/>
                  <a:pt x="1504558" y="44948"/>
                  <a:pt x="1499530" y="44948"/>
                </a:cubicBezTo>
                <a:cubicBezTo>
                  <a:pt x="1495478" y="44948"/>
                  <a:pt x="1491148" y="46485"/>
                  <a:pt x="1486538" y="49558"/>
                </a:cubicBezTo>
                <a:lnTo>
                  <a:pt x="1481822" y="46624"/>
                </a:lnTo>
                <a:close/>
                <a:moveTo>
                  <a:pt x="1430216" y="11001"/>
                </a:moveTo>
                <a:lnTo>
                  <a:pt x="1477678" y="11001"/>
                </a:lnTo>
                <a:lnTo>
                  <a:pt x="1477678" y="16135"/>
                </a:lnTo>
                <a:cubicBezTo>
                  <a:pt x="1469158" y="27171"/>
                  <a:pt x="1463254" y="38277"/>
                  <a:pt x="1459972" y="49453"/>
                </a:cubicBezTo>
                <a:cubicBezTo>
                  <a:pt x="1457318" y="58674"/>
                  <a:pt x="1455642" y="71421"/>
                  <a:pt x="1454942" y="87696"/>
                </a:cubicBezTo>
                <a:lnTo>
                  <a:pt x="1446038" y="87696"/>
                </a:lnTo>
                <a:cubicBezTo>
                  <a:pt x="1447224" y="59966"/>
                  <a:pt x="1454488" y="36845"/>
                  <a:pt x="1467830" y="18335"/>
                </a:cubicBezTo>
                <a:lnTo>
                  <a:pt x="1430216" y="18335"/>
                </a:lnTo>
                <a:close/>
                <a:moveTo>
                  <a:pt x="1379458" y="11001"/>
                </a:moveTo>
                <a:lnTo>
                  <a:pt x="1416128" y="11001"/>
                </a:lnTo>
                <a:lnTo>
                  <a:pt x="1416128" y="18335"/>
                </a:lnTo>
                <a:lnTo>
                  <a:pt x="1387002" y="18335"/>
                </a:lnTo>
                <a:lnTo>
                  <a:pt x="1384906" y="41595"/>
                </a:lnTo>
                <a:cubicBezTo>
                  <a:pt x="1388748" y="39430"/>
                  <a:pt x="1392728" y="38347"/>
                  <a:pt x="1396850" y="38347"/>
                </a:cubicBezTo>
                <a:cubicBezTo>
                  <a:pt x="1403626" y="38347"/>
                  <a:pt x="1409038" y="40303"/>
                  <a:pt x="1413090" y="44215"/>
                </a:cubicBezTo>
                <a:cubicBezTo>
                  <a:pt x="1417560" y="48545"/>
                  <a:pt x="1419796" y="54762"/>
                  <a:pt x="1419796" y="62865"/>
                </a:cubicBezTo>
                <a:cubicBezTo>
                  <a:pt x="1419796" y="70827"/>
                  <a:pt x="1417246" y="77289"/>
                  <a:pt x="1412148" y="82248"/>
                </a:cubicBezTo>
                <a:cubicBezTo>
                  <a:pt x="1407468" y="86788"/>
                  <a:pt x="1401774" y="89058"/>
                  <a:pt x="1395068" y="89058"/>
                </a:cubicBezTo>
                <a:cubicBezTo>
                  <a:pt x="1385708" y="89058"/>
                  <a:pt x="1377642" y="85671"/>
                  <a:pt x="1370866" y="78895"/>
                </a:cubicBezTo>
                <a:lnTo>
                  <a:pt x="1375162" y="73237"/>
                </a:lnTo>
                <a:cubicBezTo>
                  <a:pt x="1380820" y="79035"/>
                  <a:pt x="1387210" y="81934"/>
                  <a:pt x="1394336" y="81934"/>
                </a:cubicBezTo>
                <a:cubicBezTo>
                  <a:pt x="1399086" y="81934"/>
                  <a:pt x="1403066" y="80222"/>
                  <a:pt x="1406280" y="76800"/>
                </a:cubicBezTo>
                <a:cubicBezTo>
                  <a:pt x="1409562" y="73307"/>
                  <a:pt x="1411204" y="68732"/>
                  <a:pt x="1411204" y="63074"/>
                </a:cubicBezTo>
                <a:cubicBezTo>
                  <a:pt x="1411204" y="57486"/>
                  <a:pt x="1409702" y="53051"/>
                  <a:pt x="1406698" y="49768"/>
                </a:cubicBezTo>
                <a:cubicBezTo>
                  <a:pt x="1403766" y="46555"/>
                  <a:pt x="1399784" y="44948"/>
                  <a:pt x="1394754" y="44948"/>
                </a:cubicBezTo>
                <a:cubicBezTo>
                  <a:pt x="1390704" y="44948"/>
                  <a:pt x="1386372" y="46485"/>
                  <a:pt x="1381762" y="49558"/>
                </a:cubicBezTo>
                <a:lnTo>
                  <a:pt x="1377048" y="46624"/>
                </a:lnTo>
                <a:close/>
                <a:moveTo>
                  <a:pt x="1288208" y="11001"/>
                </a:moveTo>
                <a:lnTo>
                  <a:pt x="1297324" y="11001"/>
                </a:lnTo>
                <a:lnTo>
                  <a:pt x="1297324" y="59512"/>
                </a:lnTo>
                <a:lnTo>
                  <a:pt x="1307800" y="59512"/>
                </a:lnTo>
                <a:lnTo>
                  <a:pt x="1307800" y="66322"/>
                </a:lnTo>
                <a:lnTo>
                  <a:pt x="1297324" y="66322"/>
                </a:lnTo>
                <a:lnTo>
                  <a:pt x="1297324" y="87696"/>
                </a:lnTo>
                <a:lnTo>
                  <a:pt x="1289256" y="87696"/>
                </a:lnTo>
                <a:lnTo>
                  <a:pt x="1289256" y="66322"/>
                </a:lnTo>
                <a:lnTo>
                  <a:pt x="1255622" y="66322"/>
                </a:lnTo>
                <a:lnTo>
                  <a:pt x="1255622" y="60769"/>
                </a:lnTo>
                <a:close/>
                <a:moveTo>
                  <a:pt x="711870" y="11001"/>
                </a:moveTo>
                <a:lnTo>
                  <a:pt x="730728" y="11001"/>
                </a:lnTo>
                <a:cubicBezTo>
                  <a:pt x="742394" y="11001"/>
                  <a:pt x="751300" y="14319"/>
                  <a:pt x="757446" y="20955"/>
                </a:cubicBezTo>
                <a:cubicBezTo>
                  <a:pt x="763524" y="27520"/>
                  <a:pt x="766562" y="36880"/>
                  <a:pt x="766562" y="49034"/>
                </a:cubicBezTo>
                <a:cubicBezTo>
                  <a:pt x="766562" y="61258"/>
                  <a:pt x="763558" y="70723"/>
                  <a:pt x="757550" y="77428"/>
                </a:cubicBezTo>
                <a:cubicBezTo>
                  <a:pt x="751404" y="84274"/>
                  <a:pt x="742568" y="87696"/>
                  <a:pt x="731042" y="87696"/>
                </a:cubicBezTo>
                <a:lnTo>
                  <a:pt x="711870" y="87696"/>
                </a:lnTo>
                <a:close/>
                <a:moveTo>
                  <a:pt x="473744" y="11001"/>
                </a:moveTo>
                <a:lnTo>
                  <a:pt x="495956" y="11001"/>
                </a:lnTo>
                <a:cubicBezTo>
                  <a:pt x="513418" y="11001"/>
                  <a:pt x="522150" y="17253"/>
                  <a:pt x="522150" y="29756"/>
                </a:cubicBezTo>
                <a:cubicBezTo>
                  <a:pt x="522150" y="38347"/>
                  <a:pt x="518344" y="43900"/>
                  <a:pt x="510730" y="46415"/>
                </a:cubicBezTo>
                <a:lnTo>
                  <a:pt x="510730" y="46834"/>
                </a:lnTo>
                <a:cubicBezTo>
                  <a:pt x="521346" y="48860"/>
                  <a:pt x="526656" y="55006"/>
                  <a:pt x="526656" y="65274"/>
                </a:cubicBezTo>
                <a:cubicBezTo>
                  <a:pt x="526656" y="72539"/>
                  <a:pt x="523966" y="78162"/>
                  <a:pt x="518588" y="82143"/>
                </a:cubicBezTo>
                <a:cubicBezTo>
                  <a:pt x="513488" y="85845"/>
                  <a:pt x="506504" y="87696"/>
                  <a:pt x="497632" y="87696"/>
                </a:cubicBezTo>
                <a:lnTo>
                  <a:pt x="473744" y="87696"/>
                </a:lnTo>
                <a:close/>
                <a:moveTo>
                  <a:pt x="1225714" y="9848"/>
                </a:moveTo>
                <a:cubicBezTo>
                  <a:pt x="1232140" y="9848"/>
                  <a:pt x="1237240" y="11734"/>
                  <a:pt x="1241012" y="15506"/>
                </a:cubicBezTo>
                <a:cubicBezTo>
                  <a:pt x="1244714" y="19208"/>
                  <a:pt x="1246564" y="24063"/>
                  <a:pt x="1246564" y="30070"/>
                </a:cubicBezTo>
                <a:cubicBezTo>
                  <a:pt x="1246564" y="37055"/>
                  <a:pt x="1243106" y="43272"/>
                  <a:pt x="1236192" y="48720"/>
                </a:cubicBezTo>
                <a:lnTo>
                  <a:pt x="1236192" y="49244"/>
                </a:lnTo>
                <a:cubicBezTo>
                  <a:pt x="1244854" y="54273"/>
                  <a:pt x="1249184" y="60979"/>
                  <a:pt x="1249184" y="69361"/>
                </a:cubicBezTo>
                <a:cubicBezTo>
                  <a:pt x="1249184" y="74949"/>
                  <a:pt x="1247018" y="79594"/>
                  <a:pt x="1242688" y="83296"/>
                </a:cubicBezTo>
                <a:cubicBezTo>
                  <a:pt x="1238218" y="87137"/>
                  <a:pt x="1232490" y="89058"/>
                  <a:pt x="1225504" y="89058"/>
                </a:cubicBezTo>
                <a:cubicBezTo>
                  <a:pt x="1218450" y="89058"/>
                  <a:pt x="1212652" y="87137"/>
                  <a:pt x="1208112" y="83296"/>
                </a:cubicBezTo>
                <a:cubicBezTo>
                  <a:pt x="1203502" y="79454"/>
                  <a:pt x="1201196" y="74564"/>
                  <a:pt x="1201196" y="68627"/>
                </a:cubicBezTo>
                <a:cubicBezTo>
                  <a:pt x="1201196" y="59617"/>
                  <a:pt x="1205946" y="52492"/>
                  <a:pt x="1215446" y="47253"/>
                </a:cubicBezTo>
                <a:lnTo>
                  <a:pt x="1215446" y="46834"/>
                </a:lnTo>
                <a:cubicBezTo>
                  <a:pt x="1208532" y="42154"/>
                  <a:pt x="1205074" y="36287"/>
                  <a:pt x="1205074" y="29232"/>
                </a:cubicBezTo>
                <a:cubicBezTo>
                  <a:pt x="1205074" y="23504"/>
                  <a:pt x="1207064" y="18824"/>
                  <a:pt x="1211046" y="15192"/>
                </a:cubicBezTo>
                <a:cubicBezTo>
                  <a:pt x="1214888" y="11630"/>
                  <a:pt x="1219778" y="9848"/>
                  <a:pt x="1225714" y="9848"/>
                </a:cubicBezTo>
                <a:close/>
                <a:moveTo>
                  <a:pt x="1866098" y="9639"/>
                </a:moveTo>
                <a:cubicBezTo>
                  <a:pt x="1874620" y="9639"/>
                  <a:pt x="1881920" y="12747"/>
                  <a:pt x="1887998" y="18964"/>
                </a:cubicBezTo>
                <a:lnTo>
                  <a:pt x="1883178" y="24622"/>
                </a:lnTo>
                <a:cubicBezTo>
                  <a:pt x="1878568" y="19732"/>
                  <a:pt x="1872944" y="17287"/>
                  <a:pt x="1866308" y="17287"/>
                </a:cubicBezTo>
                <a:cubicBezTo>
                  <a:pt x="1858346" y="17287"/>
                  <a:pt x="1852024" y="20116"/>
                  <a:pt x="1847344" y="25774"/>
                </a:cubicBezTo>
                <a:cubicBezTo>
                  <a:pt x="1842594" y="31502"/>
                  <a:pt x="1840220" y="39290"/>
                  <a:pt x="1840220" y="49139"/>
                </a:cubicBezTo>
                <a:cubicBezTo>
                  <a:pt x="1840220" y="59128"/>
                  <a:pt x="1842490" y="66986"/>
                  <a:pt x="1847030" y="72713"/>
                </a:cubicBezTo>
                <a:cubicBezTo>
                  <a:pt x="1851640" y="78511"/>
                  <a:pt x="1858066" y="81410"/>
                  <a:pt x="1866308" y="81410"/>
                </a:cubicBezTo>
                <a:cubicBezTo>
                  <a:pt x="1872664" y="81410"/>
                  <a:pt x="1877520" y="79803"/>
                  <a:pt x="1880872" y="76590"/>
                </a:cubicBezTo>
                <a:lnTo>
                  <a:pt x="1880872" y="55635"/>
                </a:lnTo>
                <a:lnTo>
                  <a:pt x="1864214" y="55635"/>
                </a:lnTo>
                <a:lnTo>
                  <a:pt x="1864214" y="48406"/>
                </a:lnTo>
                <a:lnTo>
                  <a:pt x="1888940" y="48406"/>
                </a:lnTo>
                <a:lnTo>
                  <a:pt x="1888940" y="80257"/>
                </a:lnTo>
                <a:cubicBezTo>
                  <a:pt x="1883282" y="86125"/>
                  <a:pt x="1875458" y="89058"/>
                  <a:pt x="1865470" y="89058"/>
                </a:cubicBezTo>
                <a:cubicBezTo>
                  <a:pt x="1855272" y="89058"/>
                  <a:pt x="1847066" y="85531"/>
                  <a:pt x="1840848" y="78476"/>
                </a:cubicBezTo>
                <a:cubicBezTo>
                  <a:pt x="1834492" y="71281"/>
                  <a:pt x="1831314" y="61572"/>
                  <a:pt x="1831314" y="49349"/>
                </a:cubicBezTo>
                <a:cubicBezTo>
                  <a:pt x="1831314" y="37195"/>
                  <a:pt x="1834596" y="27486"/>
                  <a:pt x="1841162" y="20221"/>
                </a:cubicBezTo>
                <a:cubicBezTo>
                  <a:pt x="1847518" y="13166"/>
                  <a:pt x="1855830" y="9639"/>
                  <a:pt x="1866098" y="9639"/>
                </a:cubicBezTo>
                <a:close/>
                <a:moveTo>
                  <a:pt x="1771888" y="9639"/>
                </a:moveTo>
                <a:cubicBezTo>
                  <a:pt x="1780828" y="9639"/>
                  <a:pt x="1788266" y="12782"/>
                  <a:pt x="1794204" y="19069"/>
                </a:cubicBezTo>
                <a:lnTo>
                  <a:pt x="1789594" y="24622"/>
                </a:lnTo>
                <a:cubicBezTo>
                  <a:pt x="1784496" y="19732"/>
                  <a:pt x="1778592" y="17287"/>
                  <a:pt x="1771888" y="17287"/>
                </a:cubicBezTo>
                <a:cubicBezTo>
                  <a:pt x="1767416" y="17287"/>
                  <a:pt x="1763820" y="18335"/>
                  <a:pt x="1761096" y="20431"/>
                </a:cubicBezTo>
                <a:cubicBezTo>
                  <a:pt x="1758372" y="22596"/>
                  <a:pt x="1757010" y="25460"/>
                  <a:pt x="1757010" y="29022"/>
                </a:cubicBezTo>
                <a:cubicBezTo>
                  <a:pt x="1757010" y="32515"/>
                  <a:pt x="1758406" y="35414"/>
                  <a:pt x="1761200" y="37719"/>
                </a:cubicBezTo>
                <a:cubicBezTo>
                  <a:pt x="1762806" y="39046"/>
                  <a:pt x="1765670" y="40582"/>
                  <a:pt x="1769792" y="42329"/>
                </a:cubicBezTo>
                <a:lnTo>
                  <a:pt x="1780898" y="47044"/>
                </a:lnTo>
                <a:cubicBezTo>
                  <a:pt x="1791516" y="51723"/>
                  <a:pt x="1796824" y="58569"/>
                  <a:pt x="1796824" y="67579"/>
                </a:cubicBezTo>
                <a:cubicBezTo>
                  <a:pt x="1796824" y="73726"/>
                  <a:pt x="1794518" y="78825"/>
                  <a:pt x="1789908" y="82877"/>
                </a:cubicBezTo>
                <a:cubicBezTo>
                  <a:pt x="1785088" y="86998"/>
                  <a:pt x="1778802" y="89058"/>
                  <a:pt x="1771050" y="89058"/>
                </a:cubicBezTo>
                <a:cubicBezTo>
                  <a:pt x="1760432" y="89058"/>
                  <a:pt x="1751562" y="85251"/>
                  <a:pt x="1744436" y="77638"/>
                </a:cubicBezTo>
                <a:lnTo>
                  <a:pt x="1749674" y="71666"/>
                </a:lnTo>
                <a:cubicBezTo>
                  <a:pt x="1755682" y="78162"/>
                  <a:pt x="1762842" y="81410"/>
                  <a:pt x="1771154" y="81410"/>
                </a:cubicBezTo>
                <a:cubicBezTo>
                  <a:pt x="1776322" y="81410"/>
                  <a:pt x="1780444" y="80187"/>
                  <a:pt x="1783518" y="77743"/>
                </a:cubicBezTo>
                <a:cubicBezTo>
                  <a:pt x="1786520" y="75368"/>
                  <a:pt x="1788022" y="72190"/>
                  <a:pt x="1788022" y="68208"/>
                </a:cubicBezTo>
                <a:cubicBezTo>
                  <a:pt x="1788022" y="64506"/>
                  <a:pt x="1786766" y="61502"/>
                  <a:pt x="1784250" y="59197"/>
                </a:cubicBezTo>
                <a:cubicBezTo>
                  <a:pt x="1782644" y="57800"/>
                  <a:pt x="1779536" y="56089"/>
                  <a:pt x="1774926" y="54063"/>
                </a:cubicBezTo>
                <a:lnTo>
                  <a:pt x="1763820" y="49139"/>
                </a:lnTo>
                <a:cubicBezTo>
                  <a:pt x="1753412" y="44669"/>
                  <a:pt x="1748208" y="38173"/>
                  <a:pt x="1748208" y="29651"/>
                </a:cubicBezTo>
                <a:cubicBezTo>
                  <a:pt x="1748208" y="23853"/>
                  <a:pt x="1750444" y="19069"/>
                  <a:pt x="1754914" y="15297"/>
                </a:cubicBezTo>
                <a:cubicBezTo>
                  <a:pt x="1759384" y="11525"/>
                  <a:pt x="1765042" y="9639"/>
                  <a:pt x="1771888" y="9639"/>
                </a:cubicBezTo>
                <a:close/>
                <a:moveTo>
                  <a:pt x="1556156" y="9639"/>
                </a:moveTo>
                <a:cubicBezTo>
                  <a:pt x="1563838" y="9639"/>
                  <a:pt x="1569916" y="12677"/>
                  <a:pt x="1574386" y="18754"/>
                </a:cubicBezTo>
                <a:cubicBezTo>
                  <a:pt x="1579206" y="25111"/>
                  <a:pt x="1581616" y="34121"/>
                  <a:pt x="1581616" y="45786"/>
                </a:cubicBezTo>
                <a:cubicBezTo>
                  <a:pt x="1581616" y="60455"/>
                  <a:pt x="1578822" y="71596"/>
                  <a:pt x="1573234" y="79209"/>
                </a:cubicBezTo>
                <a:cubicBezTo>
                  <a:pt x="1568344" y="85775"/>
                  <a:pt x="1561954" y="89058"/>
                  <a:pt x="1554060" y="89058"/>
                </a:cubicBezTo>
                <a:cubicBezTo>
                  <a:pt x="1546936" y="89058"/>
                  <a:pt x="1540928" y="86509"/>
                  <a:pt x="1536038" y="81410"/>
                </a:cubicBezTo>
                <a:lnTo>
                  <a:pt x="1540754" y="76066"/>
                </a:lnTo>
                <a:cubicBezTo>
                  <a:pt x="1544316" y="79978"/>
                  <a:pt x="1548682" y="81934"/>
                  <a:pt x="1553850" y="81934"/>
                </a:cubicBezTo>
                <a:cubicBezTo>
                  <a:pt x="1559368" y="81934"/>
                  <a:pt x="1563804" y="79489"/>
                  <a:pt x="1567158" y="74599"/>
                </a:cubicBezTo>
                <a:cubicBezTo>
                  <a:pt x="1571068" y="68942"/>
                  <a:pt x="1573198" y="60315"/>
                  <a:pt x="1573548" y="48720"/>
                </a:cubicBezTo>
                <a:cubicBezTo>
                  <a:pt x="1568240" y="55216"/>
                  <a:pt x="1562232" y="58464"/>
                  <a:pt x="1555526" y="58464"/>
                </a:cubicBezTo>
                <a:cubicBezTo>
                  <a:pt x="1549030" y="58464"/>
                  <a:pt x="1543932" y="56438"/>
                  <a:pt x="1540230" y="52387"/>
                </a:cubicBezTo>
                <a:cubicBezTo>
                  <a:pt x="1536458" y="48126"/>
                  <a:pt x="1534572" y="42119"/>
                  <a:pt x="1534572" y="34366"/>
                </a:cubicBezTo>
                <a:cubicBezTo>
                  <a:pt x="1534572" y="27171"/>
                  <a:pt x="1536702" y="21199"/>
                  <a:pt x="1540964" y="16449"/>
                </a:cubicBezTo>
                <a:cubicBezTo>
                  <a:pt x="1545084" y="11909"/>
                  <a:pt x="1550148" y="9639"/>
                  <a:pt x="1556156" y="9639"/>
                </a:cubicBezTo>
                <a:close/>
                <a:moveTo>
                  <a:pt x="194356" y="9639"/>
                </a:moveTo>
                <a:lnTo>
                  <a:pt x="198652" y="11001"/>
                </a:lnTo>
                <a:cubicBezTo>
                  <a:pt x="195160" y="34680"/>
                  <a:pt x="187826" y="53959"/>
                  <a:pt x="176650" y="68837"/>
                </a:cubicBezTo>
                <a:cubicBezTo>
                  <a:pt x="182866" y="76660"/>
                  <a:pt x="191354" y="83889"/>
                  <a:pt x="202110" y="90525"/>
                </a:cubicBezTo>
                <a:cubicBezTo>
                  <a:pt x="199944" y="92132"/>
                  <a:pt x="198304" y="94018"/>
                  <a:pt x="197186" y="96183"/>
                </a:cubicBezTo>
                <a:cubicBezTo>
                  <a:pt x="186638" y="89338"/>
                  <a:pt x="178292" y="82108"/>
                  <a:pt x="172144" y="74495"/>
                </a:cubicBezTo>
                <a:cubicBezTo>
                  <a:pt x="164112" y="83645"/>
                  <a:pt x="154682" y="90665"/>
                  <a:pt x="143856" y="95554"/>
                </a:cubicBezTo>
                <a:cubicBezTo>
                  <a:pt x="142668" y="93179"/>
                  <a:pt x="141236" y="91259"/>
                  <a:pt x="139560" y="89792"/>
                </a:cubicBezTo>
                <a:cubicBezTo>
                  <a:pt x="150246" y="85391"/>
                  <a:pt x="159712" y="78406"/>
                  <a:pt x="167954" y="68837"/>
                </a:cubicBezTo>
                <a:cubicBezTo>
                  <a:pt x="159362" y="56264"/>
                  <a:pt x="153146" y="38871"/>
                  <a:pt x="149304" y="16659"/>
                </a:cubicBezTo>
                <a:lnTo>
                  <a:pt x="145322" y="16659"/>
                </a:lnTo>
                <a:lnTo>
                  <a:pt x="145322" y="9953"/>
                </a:lnTo>
                <a:lnTo>
                  <a:pt x="193100" y="9953"/>
                </a:lnTo>
                <a:close/>
                <a:moveTo>
                  <a:pt x="1337918" y="9534"/>
                </a:moveTo>
                <a:cubicBezTo>
                  <a:pt x="1344414" y="9604"/>
                  <a:pt x="1349618" y="11280"/>
                  <a:pt x="1353530" y="14563"/>
                </a:cubicBezTo>
                <a:cubicBezTo>
                  <a:pt x="1357652" y="17986"/>
                  <a:pt x="1359712" y="22666"/>
                  <a:pt x="1359712" y="28603"/>
                </a:cubicBezTo>
                <a:cubicBezTo>
                  <a:pt x="1359712" y="37753"/>
                  <a:pt x="1355136" y="43970"/>
                  <a:pt x="1345986" y="47253"/>
                </a:cubicBezTo>
                <a:lnTo>
                  <a:pt x="1345986" y="47672"/>
                </a:lnTo>
                <a:cubicBezTo>
                  <a:pt x="1350736" y="48790"/>
                  <a:pt x="1354578" y="50990"/>
                  <a:pt x="1357512" y="54273"/>
                </a:cubicBezTo>
                <a:cubicBezTo>
                  <a:pt x="1360724" y="57835"/>
                  <a:pt x="1362332" y="62166"/>
                  <a:pt x="1362332" y="67265"/>
                </a:cubicBezTo>
                <a:cubicBezTo>
                  <a:pt x="1362332" y="73901"/>
                  <a:pt x="1359992" y="79244"/>
                  <a:pt x="1355312" y="83296"/>
                </a:cubicBezTo>
                <a:cubicBezTo>
                  <a:pt x="1350842" y="87137"/>
                  <a:pt x="1345148" y="89058"/>
                  <a:pt x="1338234" y="89058"/>
                </a:cubicBezTo>
                <a:cubicBezTo>
                  <a:pt x="1328454" y="89058"/>
                  <a:pt x="1320352" y="85566"/>
                  <a:pt x="1313926" y="78581"/>
                </a:cubicBezTo>
                <a:lnTo>
                  <a:pt x="1318326" y="73028"/>
                </a:lnTo>
                <a:cubicBezTo>
                  <a:pt x="1324124" y="78965"/>
                  <a:pt x="1330584" y="81934"/>
                  <a:pt x="1337710" y="81934"/>
                </a:cubicBezTo>
                <a:cubicBezTo>
                  <a:pt x="1342458" y="81934"/>
                  <a:pt x="1346300" y="80606"/>
                  <a:pt x="1349234" y="77952"/>
                </a:cubicBezTo>
                <a:cubicBezTo>
                  <a:pt x="1352238" y="75158"/>
                  <a:pt x="1353740" y="71526"/>
                  <a:pt x="1353740" y="67056"/>
                </a:cubicBezTo>
                <a:cubicBezTo>
                  <a:pt x="1353740" y="56438"/>
                  <a:pt x="1345638" y="51130"/>
                  <a:pt x="1329432" y="51130"/>
                </a:cubicBezTo>
                <a:lnTo>
                  <a:pt x="1329432" y="44424"/>
                </a:lnTo>
                <a:cubicBezTo>
                  <a:pt x="1343822" y="44424"/>
                  <a:pt x="1351016" y="39360"/>
                  <a:pt x="1351016" y="29232"/>
                </a:cubicBezTo>
                <a:cubicBezTo>
                  <a:pt x="1351016" y="25390"/>
                  <a:pt x="1349828" y="22317"/>
                  <a:pt x="1347454" y="20012"/>
                </a:cubicBezTo>
                <a:cubicBezTo>
                  <a:pt x="1345008" y="17707"/>
                  <a:pt x="1341726" y="16519"/>
                  <a:pt x="1337604" y="16449"/>
                </a:cubicBezTo>
                <a:cubicBezTo>
                  <a:pt x="1331806" y="16519"/>
                  <a:pt x="1326428" y="19104"/>
                  <a:pt x="1321470" y="24203"/>
                </a:cubicBezTo>
                <a:lnTo>
                  <a:pt x="1316754" y="18650"/>
                </a:lnTo>
                <a:cubicBezTo>
                  <a:pt x="1323320" y="12642"/>
                  <a:pt x="1330374" y="9604"/>
                  <a:pt x="1337918" y="9534"/>
                </a:cubicBezTo>
                <a:close/>
                <a:moveTo>
                  <a:pt x="1101660" y="4295"/>
                </a:moveTo>
                <a:lnTo>
                  <a:pt x="1110148" y="4295"/>
                </a:lnTo>
                <a:lnTo>
                  <a:pt x="1110148" y="77952"/>
                </a:lnTo>
                <a:cubicBezTo>
                  <a:pt x="1110148" y="80606"/>
                  <a:pt x="1111020" y="81934"/>
                  <a:pt x="1112766" y="81934"/>
                </a:cubicBezTo>
                <a:cubicBezTo>
                  <a:pt x="1113396" y="81934"/>
                  <a:pt x="1114058" y="81864"/>
                  <a:pt x="1114758" y="81724"/>
                </a:cubicBezTo>
                <a:lnTo>
                  <a:pt x="1116014" y="88325"/>
                </a:lnTo>
                <a:cubicBezTo>
                  <a:pt x="1114408" y="88814"/>
                  <a:pt x="1112696" y="89058"/>
                  <a:pt x="1110880" y="89058"/>
                </a:cubicBezTo>
                <a:cubicBezTo>
                  <a:pt x="1104734" y="89058"/>
                  <a:pt x="1101660" y="85147"/>
                  <a:pt x="1101660" y="77324"/>
                </a:cubicBezTo>
                <a:close/>
                <a:moveTo>
                  <a:pt x="539686" y="4295"/>
                </a:moveTo>
                <a:lnTo>
                  <a:pt x="548172" y="4295"/>
                </a:lnTo>
                <a:lnTo>
                  <a:pt x="548172" y="77952"/>
                </a:lnTo>
                <a:cubicBezTo>
                  <a:pt x="548172" y="80606"/>
                  <a:pt x="549046" y="81934"/>
                  <a:pt x="550792" y="81934"/>
                </a:cubicBezTo>
                <a:cubicBezTo>
                  <a:pt x="551420" y="81934"/>
                  <a:pt x="552084" y="81864"/>
                  <a:pt x="552782" y="81724"/>
                </a:cubicBezTo>
                <a:lnTo>
                  <a:pt x="554040" y="88325"/>
                </a:lnTo>
                <a:cubicBezTo>
                  <a:pt x="552434" y="88814"/>
                  <a:pt x="550722" y="89058"/>
                  <a:pt x="548906" y="89058"/>
                </a:cubicBezTo>
                <a:cubicBezTo>
                  <a:pt x="542758" y="89058"/>
                  <a:pt x="539686" y="85147"/>
                  <a:pt x="539686" y="77324"/>
                </a:cubicBezTo>
                <a:close/>
                <a:moveTo>
                  <a:pt x="1090374" y="2933"/>
                </a:moveTo>
                <a:cubicBezTo>
                  <a:pt x="1093586" y="2933"/>
                  <a:pt x="1096626" y="3562"/>
                  <a:pt x="1099488" y="4819"/>
                </a:cubicBezTo>
                <a:lnTo>
                  <a:pt x="1097602" y="11420"/>
                </a:lnTo>
                <a:cubicBezTo>
                  <a:pt x="1095438" y="10372"/>
                  <a:pt x="1093272" y="9848"/>
                  <a:pt x="1091106" y="9848"/>
                </a:cubicBezTo>
                <a:cubicBezTo>
                  <a:pt x="1085658" y="9848"/>
                  <a:pt x="1082934" y="13690"/>
                  <a:pt x="1082934" y="21374"/>
                </a:cubicBezTo>
                <a:lnTo>
                  <a:pt x="1082934" y="31118"/>
                </a:lnTo>
                <a:lnTo>
                  <a:pt x="1095088" y="31118"/>
                </a:lnTo>
                <a:lnTo>
                  <a:pt x="1095088" y="38138"/>
                </a:lnTo>
                <a:lnTo>
                  <a:pt x="1082934" y="38138"/>
                </a:lnTo>
                <a:lnTo>
                  <a:pt x="1082934" y="87696"/>
                </a:lnTo>
                <a:lnTo>
                  <a:pt x="1074342" y="87696"/>
                </a:lnTo>
                <a:lnTo>
                  <a:pt x="1074342" y="38138"/>
                </a:lnTo>
                <a:lnTo>
                  <a:pt x="1066590" y="38138"/>
                </a:lnTo>
                <a:lnTo>
                  <a:pt x="1066590" y="31642"/>
                </a:lnTo>
                <a:lnTo>
                  <a:pt x="1074342" y="31118"/>
                </a:lnTo>
                <a:lnTo>
                  <a:pt x="1074342" y="21269"/>
                </a:lnTo>
                <a:cubicBezTo>
                  <a:pt x="1074342" y="9045"/>
                  <a:pt x="1079686" y="2933"/>
                  <a:pt x="1090374" y="2933"/>
                </a:cubicBezTo>
                <a:close/>
                <a:moveTo>
                  <a:pt x="90524" y="1047"/>
                </a:moveTo>
                <a:lnTo>
                  <a:pt x="95134" y="7019"/>
                </a:lnTo>
                <a:cubicBezTo>
                  <a:pt x="83750" y="9674"/>
                  <a:pt x="69954" y="11665"/>
                  <a:pt x="53748" y="12992"/>
                </a:cubicBezTo>
                <a:lnTo>
                  <a:pt x="53748" y="30908"/>
                </a:lnTo>
                <a:lnTo>
                  <a:pt x="88010" y="30908"/>
                </a:lnTo>
                <a:lnTo>
                  <a:pt x="89268" y="30594"/>
                </a:lnTo>
                <a:lnTo>
                  <a:pt x="93354" y="31851"/>
                </a:lnTo>
                <a:cubicBezTo>
                  <a:pt x="90840" y="49244"/>
                  <a:pt x="85670" y="63598"/>
                  <a:pt x="77846" y="74914"/>
                </a:cubicBezTo>
                <a:cubicBezTo>
                  <a:pt x="83016" y="81829"/>
                  <a:pt x="89302" y="86928"/>
                  <a:pt x="96706" y="90211"/>
                </a:cubicBezTo>
                <a:cubicBezTo>
                  <a:pt x="94680" y="91957"/>
                  <a:pt x="93110" y="93843"/>
                  <a:pt x="91992" y="95869"/>
                </a:cubicBezTo>
                <a:cubicBezTo>
                  <a:pt x="84798" y="92097"/>
                  <a:pt x="78720" y="86893"/>
                  <a:pt x="73760" y="80257"/>
                </a:cubicBezTo>
                <a:cubicBezTo>
                  <a:pt x="68172" y="86893"/>
                  <a:pt x="61642" y="92097"/>
                  <a:pt x="54168" y="95869"/>
                </a:cubicBezTo>
                <a:cubicBezTo>
                  <a:pt x="53050" y="93773"/>
                  <a:pt x="51654" y="91887"/>
                  <a:pt x="49976" y="90211"/>
                </a:cubicBezTo>
                <a:cubicBezTo>
                  <a:pt x="57520" y="86858"/>
                  <a:pt x="64122" y="81619"/>
                  <a:pt x="69780" y="74495"/>
                </a:cubicBezTo>
                <a:cubicBezTo>
                  <a:pt x="63982" y="64785"/>
                  <a:pt x="59512" y="52387"/>
                  <a:pt x="56368" y="37299"/>
                </a:cubicBezTo>
                <a:lnTo>
                  <a:pt x="53748" y="37299"/>
                </a:lnTo>
                <a:lnTo>
                  <a:pt x="53748" y="43586"/>
                </a:lnTo>
                <a:cubicBezTo>
                  <a:pt x="53748" y="67335"/>
                  <a:pt x="50360" y="84832"/>
                  <a:pt x="43586" y="96078"/>
                </a:cubicBezTo>
                <a:cubicBezTo>
                  <a:pt x="41978" y="94472"/>
                  <a:pt x="40128" y="93179"/>
                  <a:pt x="38032" y="92202"/>
                </a:cubicBezTo>
                <a:cubicBezTo>
                  <a:pt x="44110" y="81724"/>
                  <a:pt x="47148" y="65519"/>
                  <a:pt x="47148" y="43586"/>
                </a:cubicBezTo>
                <a:lnTo>
                  <a:pt x="47148" y="7543"/>
                </a:lnTo>
                <a:cubicBezTo>
                  <a:pt x="66148" y="5867"/>
                  <a:pt x="80606" y="3702"/>
                  <a:pt x="90524" y="1047"/>
                </a:cubicBezTo>
                <a:close/>
                <a:moveTo>
                  <a:pt x="254602" y="209"/>
                </a:moveTo>
                <a:lnTo>
                  <a:pt x="261832" y="209"/>
                </a:lnTo>
                <a:lnTo>
                  <a:pt x="261832" y="12992"/>
                </a:lnTo>
                <a:lnTo>
                  <a:pt x="300284" y="12992"/>
                </a:lnTo>
                <a:lnTo>
                  <a:pt x="300284" y="19697"/>
                </a:lnTo>
                <a:lnTo>
                  <a:pt x="261832" y="19697"/>
                </a:lnTo>
                <a:lnTo>
                  <a:pt x="261832" y="46520"/>
                </a:lnTo>
                <a:lnTo>
                  <a:pt x="304580" y="46520"/>
                </a:lnTo>
                <a:lnTo>
                  <a:pt x="304580" y="53120"/>
                </a:lnTo>
                <a:lnTo>
                  <a:pt x="266862" y="53120"/>
                </a:lnTo>
                <a:cubicBezTo>
                  <a:pt x="277828" y="67859"/>
                  <a:pt x="291134" y="78651"/>
                  <a:pt x="306780" y="85496"/>
                </a:cubicBezTo>
                <a:cubicBezTo>
                  <a:pt x="305174" y="86893"/>
                  <a:pt x="303568" y="88814"/>
                  <a:pt x="301960" y="91259"/>
                </a:cubicBezTo>
                <a:cubicBezTo>
                  <a:pt x="286244" y="83505"/>
                  <a:pt x="272868" y="71910"/>
                  <a:pt x="261832" y="56473"/>
                </a:cubicBezTo>
                <a:lnTo>
                  <a:pt x="261832" y="95554"/>
                </a:lnTo>
                <a:lnTo>
                  <a:pt x="254602" y="95554"/>
                </a:lnTo>
                <a:lnTo>
                  <a:pt x="254602" y="56788"/>
                </a:lnTo>
                <a:cubicBezTo>
                  <a:pt x="243916" y="71666"/>
                  <a:pt x="230714" y="83051"/>
                  <a:pt x="214998" y="90944"/>
                </a:cubicBezTo>
                <a:cubicBezTo>
                  <a:pt x="213530" y="88709"/>
                  <a:pt x="211890" y="86788"/>
                  <a:pt x="210074" y="85182"/>
                </a:cubicBezTo>
                <a:cubicBezTo>
                  <a:pt x="225860" y="78406"/>
                  <a:pt x="239060" y="67719"/>
                  <a:pt x="249678" y="53120"/>
                </a:cubicBezTo>
                <a:lnTo>
                  <a:pt x="212168" y="53120"/>
                </a:lnTo>
                <a:lnTo>
                  <a:pt x="212168" y="46520"/>
                </a:lnTo>
                <a:lnTo>
                  <a:pt x="254602" y="46520"/>
                </a:lnTo>
                <a:lnTo>
                  <a:pt x="254602" y="19697"/>
                </a:lnTo>
                <a:lnTo>
                  <a:pt x="217198" y="19697"/>
                </a:lnTo>
                <a:lnTo>
                  <a:pt x="217198" y="12992"/>
                </a:lnTo>
                <a:lnTo>
                  <a:pt x="254602" y="12992"/>
                </a:lnTo>
                <a:close/>
                <a:moveTo>
                  <a:pt x="124052" y="104"/>
                </a:moveTo>
                <a:lnTo>
                  <a:pt x="130864" y="104"/>
                </a:lnTo>
                <a:lnTo>
                  <a:pt x="130864" y="22526"/>
                </a:lnTo>
                <a:lnTo>
                  <a:pt x="145112" y="22526"/>
                </a:lnTo>
                <a:lnTo>
                  <a:pt x="145112" y="29127"/>
                </a:lnTo>
                <a:lnTo>
                  <a:pt x="130864" y="29127"/>
                </a:lnTo>
                <a:lnTo>
                  <a:pt x="130864" y="33318"/>
                </a:lnTo>
                <a:cubicBezTo>
                  <a:pt x="134216" y="36671"/>
                  <a:pt x="140084" y="43411"/>
                  <a:pt x="148466" y="53540"/>
                </a:cubicBezTo>
                <a:lnTo>
                  <a:pt x="144064" y="59721"/>
                </a:lnTo>
                <a:cubicBezTo>
                  <a:pt x="141132" y="54972"/>
                  <a:pt x="136730" y="48860"/>
                  <a:pt x="130864" y="41386"/>
                </a:cubicBezTo>
                <a:lnTo>
                  <a:pt x="130864" y="95450"/>
                </a:lnTo>
                <a:lnTo>
                  <a:pt x="124052" y="95450"/>
                </a:lnTo>
                <a:lnTo>
                  <a:pt x="124052" y="41281"/>
                </a:lnTo>
                <a:cubicBezTo>
                  <a:pt x="119302" y="56508"/>
                  <a:pt x="113854" y="68173"/>
                  <a:pt x="107708" y="76276"/>
                </a:cubicBezTo>
                <a:cubicBezTo>
                  <a:pt x="106660" y="73831"/>
                  <a:pt x="105264" y="71596"/>
                  <a:pt x="103516" y="69570"/>
                </a:cubicBezTo>
                <a:cubicBezTo>
                  <a:pt x="111550" y="60071"/>
                  <a:pt x="117732" y="46590"/>
                  <a:pt x="122062" y="29127"/>
                </a:cubicBezTo>
                <a:lnTo>
                  <a:pt x="106346" y="29127"/>
                </a:lnTo>
                <a:lnTo>
                  <a:pt x="106346" y="22526"/>
                </a:lnTo>
                <a:lnTo>
                  <a:pt x="124052" y="22526"/>
                </a:lnTo>
                <a:close/>
                <a:moveTo>
                  <a:pt x="358958" y="0"/>
                </a:moveTo>
                <a:lnTo>
                  <a:pt x="366816" y="1152"/>
                </a:lnTo>
                <a:cubicBezTo>
                  <a:pt x="364930" y="6461"/>
                  <a:pt x="363184" y="10896"/>
                  <a:pt x="361578" y="14459"/>
                </a:cubicBezTo>
                <a:lnTo>
                  <a:pt x="399402" y="14459"/>
                </a:lnTo>
                <a:lnTo>
                  <a:pt x="399402" y="95240"/>
                </a:lnTo>
                <a:lnTo>
                  <a:pt x="392172" y="95240"/>
                </a:lnTo>
                <a:lnTo>
                  <a:pt x="392172" y="89792"/>
                </a:lnTo>
                <a:lnTo>
                  <a:pt x="335384" y="89792"/>
                </a:lnTo>
                <a:lnTo>
                  <a:pt x="335384" y="95764"/>
                </a:lnTo>
                <a:lnTo>
                  <a:pt x="328364" y="95764"/>
                </a:lnTo>
                <a:lnTo>
                  <a:pt x="328364" y="14459"/>
                </a:lnTo>
                <a:lnTo>
                  <a:pt x="354558" y="14459"/>
                </a:lnTo>
                <a:cubicBezTo>
                  <a:pt x="356304" y="9988"/>
                  <a:pt x="357770" y="5168"/>
                  <a:pt x="358958" y="0"/>
                </a:cubicBezTo>
                <a:close/>
                <a:moveTo>
                  <a:pt x="26298" y="0"/>
                </a:moveTo>
                <a:lnTo>
                  <a:pt x="32688" y="0"/>
                </a:lnTo>
                <a:lnTo>
                  <a:pt x="32688" y="29337"/>
                </a:lnTo>
                <a:lnTo>
                  <a:pt x="42224" y="29337"/>
                </a:lnTo>
                <a:lnTo>
                  <a:pt x="42224" y="35623"/>
                </a:lnTo>
                <a:lnTo>
                  <a:pt x="14354" y="35623"/>
                </a:lnTo>
                <a:lnTo>
                  <a:pt x="14354" y="43796"/>
                </a:lnTo>
                <a:cubicBezTo>
                  <a:pt x="14354" y="47078"/>
                  <a:pt x="14318" y="49558"/>
                  <a:pt x="14248" y="51235"/>
                </a:cubicBezTo>
                <a:lnTo>
                  <a:pt x="35728" y="51235"/>
                </a:lnTo>
                <a:lnTo>
                  <a:pt x="35728" y="95554"/>
                </a:lnTo>
                <a:lnTo>
                  <a:pt x="29336" y="95554"/>
                </a:lnTo>
                <a:lnTo>
                  <a:pt x="29336" y="57521"/>
                </a:lnTo>
                <a:lnTo>
                  <a:pt x="14038" y="57521"/>
                </a:lnTo>
                <a:cubicBezTo>
                  <a:pt x="13130" y="74006"/>
                  <a:pt x="10128" y="86788"/>
                  <a:pt x="5028" y="95869"/>
                </a:cubicBezTo>
                <a:cubicBezTo>
                  <a:pt x="3632" y="94332"/>
                  <a:pt x="1954" y="92935"/>
                  <a:pt x="0" y="91678"/>
                </a:cubicBezTo>
                <a:cubicBezTo>
                  <a:pt x="5238" y="81549"/>
                  <a:pt x="7858" y="65589"/>
                  <a:pt x="7858" y="43796"/>
                </a:cubicBezTo>
                <a:lnTo>
                  <a:pt x="7858" y="2305"/>
                </a:lnTo>
                <a:lnTo>
                  <a:pt x="14354" y="2305"/>
                </a:lnTo>
                <a:lnTo>
                  <a:pt x="14354" y="29337"/>
                </a:lnTo>
                <a:lnTo>
                  <a:pt x="26298" y="29337"/>
                </a:lnTo>
                <a:close/>
              </a:path>
            </a:pathLst>
          </a:custGeom>
          <a:solidFill>
            <a:srgbClr val="E6E6E6"/>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fontAlgn="base"/>
            <a:endParaRPr lang="zh-CN" altLang="en-US" sz="800">
              <a:solidFill>
                <a:srgbClr val="E6E6E6"/>
              </a:solidFill>
            </a:endParaRPr>
          </a:p>
        </p:txBody>
      </p:sp>
      <p:sp>
        <p:nvSpPr>
          <p:cNvPr id="3" name="矩形 2">
            <a:extLst>
              <a:ext uri="{FF2B5EF4-FFF2-40B4-BE49-F238E27FC236}">
                <a16:creationId xmlns:a16="http://schemas.microsoft.com/office/drawing/2014/main" id="{C601F188-D72C-4D4B-9F32-8A9536FA8516}"/>
              </a:ext>
            </a:extLst>
          </p:cNvPr>
          <p:cNvSpPr/>
          <p:nvPr userDrawn="1"/>
        </p:nvSpPr>
        <p:spPr>
          <a:xfrm>
            <a:off x="-15098004" y="6488668"/>
            <a:ext cx="1197764" cy="369332"/>
          </a:xfrm>
          <a:prstGeom prst="rect">
            <a:avLst/>
          </a:prstGeom>
        </p:spPr>
        <p:txBody>
          <a:bodyPr wrap="none">
            <a:normAutofit/>
          </a:bodyPr>
          <a:lstStyle/>
          <a:p>
            <a:r>
              <a:rPr lang="vi-VN" altLang="vi-VN">
                <a:solidFill>
                  <a:srgbClr val="E6E6E6"/>
                </a:solidFill>
                <a:latin typeface="Noto Sans"/>
                <a:ea typeface="Noto Sans"/>
              </a:rPr>
              <a:t>61536760</a:t>
            </a:r>
            <a:endParaRPr lang="zh-CN" altLang="en-US">
              <a:solidFill>
                <a:srgbClr val="E6E6E6"/>
              </a:solidFill>
            </a:endParaRPr>
          </a:p>
        </p:txBody>
      </p:sp>
    </p:spTree>
    <p:extLst>
      <p:ext uri="{BB962C8B-B14F-4D97-AF65-F5344CB8AC3E}">
        <p14:creationId xmlns:p14="http://schemas.microsoft.com/office/powerpoint/2010/main" val="996246845"/>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7_空白">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40ECCD6-BC05-4722-B6B6-C3135ABE5BE2}"/>
              </a:ext>
            </a:extLst>
          </p:cNvPr>
          <p:cNvSpPr txBox="1"/>
          <p:nvPr userDrawn="1"/>
        </p:nvSpPr>
        <p:spPr>
          <a:xfrm>
            <a:off x="-32063823" y="5259227"/>
            <a:ext cx="1965874" cy="113995"/>
          </a:xfrm>
          <a:custGeom>
            <a:avLst/>
            <a:gdLst/>
            <a:ahLst/>
            <a:cxnLst/>
            <a:rect l="l" t="t" r="r" b="b"/>
            <a:pathLst>
              <a:path w="1965874" h="113994">
                <a:moveTo>
                  <a:pt x="891806" y="87487"/>
                </a:moveTo>
                <a:cubicBezTo>
                  <a:pt x="887684" y="90420"/>
                  <a:pt x="885624" y="93808"/>
                  <a:pt x="885624" y="97650"/>
                </a:cubicBezTo>
                <a:cubicBezTo>
                  <a:pt x="885624" y="100793"/>
                  <a:pt x="887126" y="103308"/>
                  <a:pt x="890130" y="105194"/>
                </a:cubicBezTo>
                <a:cubicBezTo>
                  <a:pt x="893134" y="107080"/>
                  <a:pt x="897290" y="108023"/>
                  <a:pt x="902598" y="108023"/>
                </a:cubicBezTo>
                <a:cubicBezTo>
                  <a:pt x="908046" y="108023"/>
                  <a:pt x="912586" y="106765"/>
                  <a:pt x="916218" y="104251"/>
                </a:cubicBezTo>
                <a:cubicBezTo>
                  <a:pt x="919572" y="101876"/>
                  <a:pt x="921248" y="99082"/>
                  <a:pt x="921248" y="95869"/>
                </a:cubicBezTo>
                <a:cubicBezTo>
                  <a:pt x="921248" y="90909"/>
                  <a:pt x="917302" y="88430"/>
                  <a:pt x="909408" y="88430"/>
                </a:cubicBezTo>
                <a:lnTo>
                  <a:pt x="899036" y="88430"/>
                </a:lnTo>
                <a:cubicBezTo>
                  <a:pt x="896870" y="88430"/>
                  <a:pt x="894460" y="88115"/>
                  <a:pt x="891806" y="87487"/>
                </a:cubicBezTo>
                <a:close/>
                <a:moveTo>
                  <a:pt x="429472" y="75438"/>
                </a:moveTo>
                <a:cubicBezTo>
                  <a:pt x="431288" y="75438"/>
                  <a:pt x="432824" y="76066"/>
                  <a:pt x="434082" y="77324"/>
                </a:cubicBezTo>
                <a:cubicBezTo>
                  <a:pt x="435340" y="78651"/>
                  <a:pt x="435968" y="80327"/>
                  <a:pt x="435968" y="82353"/>
                </a:cubicBezTo>
                <a:cubicBezTo>
                  <a:pt x="435968" y="84309"/>
                  <a:pt x="435340" y="85915"/>
                  <a:pt x="434082" y="87172"/>
                </a:cubicBezTo>
                <a:cubicBezTo>
                  <a:pt x="432824" y="88430"/>
                  <a:pt x="431288" y="89058"/>
                  <a:pt x="429472" y="89058"/>
                </a:cubicBezTo>
                <a:cubicBezTo>
                  <a:pt x="427726" y="89058"/>
                  <a:pt x="426224" y="88430"/>
                  <a:pt x="424966" y="87172"/>
                </a:cubicBezTo>
                <a:cubicBezTo>
                  <a:pt x="423710" y="85915"/>
                  <a:pt x="423080" y="84309"/>
                  <a:pt x="423080" y="82353"/>
                </a:cubicBezTo>
                <a:cubicBezTo>
                  <a:pt x="423080" y="80327"/>
                  <a:pt x="423710" y="78651"/>
                  <a:pt x="424966" y="77324"/>
                </a:cubicBezTo>
                <a:cubicBezTo>
                  <a:pt x="426224" y="76066"/>
                  <a:pt x="427726" y="75438"/>
                  <a:pt x="429472" y="75438"/>
                </a:cubicBezTo>
                <a:close/>
                <a:moveTo>
                  <a:pt x="335384" y="66846"/>
                </a:moveTo>
                <a:lnTo>
                  <a:pt x="335384" y="83191"/>
                </a:lnTo>
                <a:lnTo>
                  <a:pt x="392172" y="83191"/>
                </a:lnTo>
                <a:lnTo>
                  <a:pt x="392172" y="66846"/>
                </a:lnTo>
                <a:close/>
                <a:moveTo>
                  <a:pt x="856868" y="57731"/>
                </a:moveTo>
                <a:cubicBezTo>
                  <a:pt x="847158" y="58848"/>
                  <a:pt x="840174" y="60629"/>
                  <a:pt x="835914" y="63074"/>
                </a:cubicBezTo>
                <a:cubicBezTo>
                  <a:pt x="832002" y="65449"/>
                  <a:pt x="830046" y="68627"/>
                  <a:pt x="830046" y="72609"/>
                </a:cubicBezTo>
                <a:cubicBezTo>
                  <a:pt x="830046" y="78965"/>
                  <a:pt x="833538" y="82143"/>
                  <a:pt x="840524" y="82143"/>
                </a:cubicBezTo>
                <a:cubicBezTo>
                  <a:pt x="845552" y="82143"/>
                  <a:pt x="851000" y="79524"/>
                  <a:pt x="856868" y="74285"/>
                </a:cubicBezTo>
                <a:close/>
                <a:moveTo>
                  <a:pt x="482440" y="50606"/>
                </a:moveTo>
                <a:lnTo>
                  <a:pt x="482440" y="80781"/>
                </a:lnTo>
                <a:lnTo>
                  <a:pt x="496270" y="80781"/>
                </a:lnTo>
                <a:cubicBezTo>
                  <a:pt x="510870" y="80781"/>
                  <a:pt x="518168" y="75507"/>
                  <a:pt x="518168" y="64960"/>
                </a:cubicBezTo>
                <a:cubicBezTo>
                  <a:pt x="518168" y="55391"/>
                  <a:pt x="510870" y="50606"/>
                  <a:pt x="496270" y="50606"/>
                </a:cubicBezTo>
                <a:close/>
                <a:moveTo>
                  <a:pt x="1220056" y="49977"/>
                </a:moveTo>
                <a:cubicBezTo>
                  <a:pt x="1212652" y="54657"/>
                  <a:pt x="1208950" y="60664"/>
                  <a:pt x="1208950" y="67999"/>
                </a:cubicBezTo>
                <a:cubicBezTo>
                  <a:pt x="1208950" y="72190"/>
                  <a:pt x="1210522" y="75682"/>
                  <a:pt x="1213666" y="78476"/>
                </a:cubicBezTo>
                <a:cubicBezTo>
                  <a:pt x="1216878" y="81270"/>
                  <a:pt x="1220860" y="82667"/>
                  <a:pt x="1225610" y="82667"/>
                </a:cubicBezTo>
                <a:cubicBezTo>
                  <a:pt x="1230150" y="82667"/>
                  <a:pt x="1233886" y="81375"/>
                  <a:pt x="1236820" y="78790"/>
                </a:cubicBezTo>
                <a:cubicBezTo>
                  <a:pt x="1239614" y="76276"/>
                  <a:pt x="1241012" y="73063"/>
                  <a:pt x="1241012" y="69151"/>
                </a:cubicBezTo>
                <a:cubicBezTo>
                  <a:pt x="1241012" y="64401"/>
                  <a:pt x="1238916" y="60420"/>
                  <a:pt x="1234724" y="57207"/>
                </a:cubicBezTo>
                <a:cubicBezTo>
                  <a:pt x="1232140" y="55321"/>
                  <a:pt x="1227250" y="52911"/>
                  <a:pt x="1220056" y="49977"/>
                </a:cubicBezTo>
                <a:close/>
                <a:moveTo>
                  <a:pt x="335384" y="44215"/>
                </a:moveTo>
                <a:lnTo>
                  <a:pt x="335384" y="60350"/>
                </a:lnTo>
                <a:lnTo>
                  <a:pt x="392172" y="60350"/>
                </a:lnTo>
                <a:lnTo>
                  <a:pt x="392172" y="44215"/>
                </a:lnTo>
                <a:close/>
                <a:moveTo>
                  <a:pt x="62130" y="37299"/>
                </a:moveTo>
                <a:cubicBezTo>
                  <a:pt x="64786" y="49942"/>
                  <a:pt x="68662" y="60490"/>
                  <a:pt x="73760" y="68942"/>
                </a:cubicBezTo>
                <a:cubicBezTo>
                  <a:pt x="79558" y="60071"/>
                  <a:pt x="83644" y="49523"/>
                  <a:pt x="86020" y="37299"/>
                </a:cubicBezTo>
                <a:close/>
                <a:moveTo>
                  <a:pt x="961320" y="36880"/>
                </a:moveTo>
                <a:cubicBezTo>
                  <a:pt x="956220" y="36880"/>
                  <a:pt x="952100" y="38976"/>
                  <a:pt x="948956" y="43167"/>
                </a:cubicBezTo>
                <a:cubicBezTo>
                  <a:pt x="945742" y="47288"/>
                  <a:pt x="944136" y="52736"/>
                  <a:pt x="944136" y="59512"/>
                </a:cubicBezTo>
                <a:cubicBezTo>
                  <a:pt x="944136" y="66217"/>
                  <a:pt x="945742" y="71631"/>
                  <a:pt x="948956" y="75752"/>
                </a:cubicBezTo>
                <a:cubicBezTo>
                  <a:pt x="952100" y="79873"/>
                  <a:pt x="956220" y="81934"/>
                  <a:pt x="961320" y="81934"/>
                </a:cubicBezTo>
                <a:cubicBezTo>
                  <a:pt x="966418" y="81934"/>
                  <a:pt x="970574" y="79873"/>
                  <a:pt x="973788" y="75752"/>
                </a:cubicBezTo>
                <a:cubicBezTo>
                  <a:pt x="977000" y="71631"/>
                  <a:pt x="978608" y="66217"/>
                  <a:pt x="978608" y="59512"/>
                </a:cubicBezTo>
                <a:cubicBezTo>
                  <a:pt x="978608" y="52806"/>
                  <a:pt x="977000" y="47358"/>
                  <a:pt x="973788" y="43167"/>
                </a:cubicBezTo>
                <a:cubicBezTo>
                  <a:pt x="970574" y="38976"/>
                  <a:pt x="966418" y="36880"/>
                  <a:pt x="961320" y="36880"/>
                </a:cubicBezTo>
                <a:close/>
                <a:moveTo>
                  <a:pt x="655890" y="36566"/>
                </a:moveTo>
                <a:cubicBezTo>
                  <a:pt x="651560" y="36566"/>
                  <a:pt x="647822" y="38173"/>
                  <a:pt x="644680" y="41386"/>
                </a:cubicBezTo>
                <a:cubicBezTo>
                  <a:pt x="641396" y="44808"/>
                  <a:pt x="639476" y="49384"/>
                  <a:pt x="638918" y="55111"/>
                </a:cubicBezTo>
                <a:lnTo>
                  <a:pt x="670560" y="55111"/>
                </a:lnTo>
                <a:cubicBezTo>
                  <a:pt x="670560" y="42748"/>
                  <a:pt x="665670" y="36566"/>
                  <a:pt x="655890" y="36566"/>
                </a:cubicBezTo>
                <a:close/>
                <a:moveTo>
                  <a:pt x="901236" y="36042"/>
                </a:moveTo>
                <a:cubicBezTo>
                  <a:pt x="897604" y="36042"/>
                  <a:pt x="894600" y="37265"/>
                  <a:pt x="892224" y="39709"/>
                </a:cubicBezTo>
                <a:cubicBezTo>
                  <a:pt x="889780" y="42224"/>
                  <a:pt x="888558" y="45612"/>
                  <a:pt x="888558" y="49872"/>
                </a:cubicBezTo>
                <a:cubicBezTo>
                  <a:pt x="888558" y="53994"/>
                  <a:pt x="889816" y="57381"/>
                  <a:pt x="892330" y="60036"/>
                </a:cubicBezTo>
                <a:cubicBezTo>
                  <a:pt x="894774" y="62620"/>
                  <a:pt x="897744" y="63912"/>
                  <a:pt x="901236" y="63912"/>
                </a:cubicBezTo>
                <a:cubicBezTo>
                  <a:pt x="904728" y="63912"/>
                  <a:pt x="907696" y="62620"/>
                  <a:pt x="910142" y="60036"/>
                </a:cubicBezTo>
                <a:cubicBezTo>
                  <a:pt x="912656" y="57381"/>
                  <a:pt x="913914" y="53994"/>
                  <a:pt x="913914" y="49872"/>
                </a:cubicBezTo>
                <a:cubicBezTo>
                  <a:pt x="913914" y="45681"/>
                  <a:pt x="912656" y="42294"/>
                  <a:pt x="910142" y="39709"/>
                </a:cubicBezTo>
                <a:cubicBezTo>
                  <a:pt x="907766" y="37265"/>
                  <a:pt x="904798" y="36042"/>
                  <a:pt x="901236" y="36042"/>
                </a:cubicBezTo>
                <a:close/>
                <a:moveTo>
                  <a:pt x="429472" y="32689"/>
                </a:moveTo>
                <a:cubicBezTo>
                  <a:pt x="431288" y="32689"/>
                  <a:pt x="432824" y="33318"/>
                  <a:pt x="434082" y="34575"/>
                </a:cubicBezTo>
                <a:cubicBezTo>
                  <a:pt x="435340" y="35902"/>
                  <a:pt x="435968" y="37579"/>
                  <a:pt x="435968" y="39605"/>
                </a:cubicBezTo>
                <a:cubicBezTo>
                  <a:pt x="435968" y="41560"/>
                  <a:pt x="435340" y="43167"/>
                  <a:pt x="434082" y="44424"/>
                </a:cubicBezTo>
                <a:cubicBezTo>
                  <a:pt x="432824" y="45681"/>
                  <a:pt x="431288" y="46310"/>
                  <a:pt x="429472" y="46310"/>
                </a:cubicBezTo>
                <a:cubicBezTo>
                  <a:pt x="427726" y="46310"/>
                  <a:pt x="426224" y="45681"/>
                  <a:pt x="424966" y="44424"/>
                </a:cubicBezTo>
                <a:cubicBezTo>
                  <a:pt x="423710" y="43167"/>
                  <a:pt x="423080" y="41560"/>
                  <a:pt x="423080" y="39605"/>
                </a:cubicBezTo>
                <a:cubicBezTo>
                  <a:pt x="423080" y="37579"/>
                  <a:pt x="423710" y="35902"/>
                  <a:pt x="424966" y="34575"/>
                </a:cubicBezTo>
                <a:cubicBezTo>
                  <a:pt x="426224" y="33318"/>
                  <a:pt x="427726" y="32689"/>
                  <a:pt x="429472" y="32689"/>
                </a:cubicBezTo>
                <a:close/>
                <a:moveTo>
                  <a:pt x="1121644" y="31118"/>
                </a:moveTo>
                <a:lnTo>
                  <a:pt x="1130550" y="31118"/>
                </a:lnTo>
                <a:lnTo>
                  <a:pt x="1142600" y="63493"/>
                </a:lnTo>
                <a:lnTo>
                  <a:pt x="1148258" y="79419"/>
                </a:lnTo>
                <a:lnTo>
                  <a:pt x="1148780" y="79419"/>
                </a:lnTo>
                <a:cubicBezTo>
                  <a:pt x="1149130" y="78371"/>
                  <a:pt x="1149934" y="75682"/>
                  <a:pt x="1151190" y="71351"/>
                </a:cubicBezTo>
                <a:cubicBezTo>
                  <a:pt x="1152168" y="67999"/>
                  <a:pt x="1152972" y="65379"/>
                  <a:pt x="1153600" y="63493"/>
                </a:cubicBezTo>
                <a:lnTo>
                  <a:pt x="1164182" y="31118"/>
                </a:lnTo>
                <a:lnTo>
                  <a:pt x="1172564" y="31118"/>
                </a:lnTo>
                <a:lnTo>
                  <a:pt x="1150982" y="92935"/>
                </a:lnTo>
                <a:cubicBezTo>
                  <a:pt x="1146440" y="105927"/>
                  <a:pt x="1139560" y="112423"/>
                  <a:pt x="1130340" y="112423"/>
                </a:cubicBezTo>
                <a:cubicBezTo>
                  <a:pt x="1127896" y="112423"/>
                  <a:pt x="1125730" y="112039"/>
                  <a:pt x="1123844" y="111271"/>
                </a:cubicBezTo>
                <a:lnTo>
                  <a:pt x="1125626" y="104355"/>
                </a:lnTo>
                <a:cubicBezTo>
                  <a:pt x="1127162" y="104914"/>
                  <a:pt x="1128630" y="105194"/>
                  <a:pt x="1130026" y="105194"/>
                </a:cubicBezTo>
                <a:cubicBezTo>
                  <a:pt x="1135894" y="105194"/>
                  <a:pt x="1140294" y="100933"/>
                  <a:pt x="1143228" y="92411"/>
                </a:cubicBezTo>
                <a:lnTo>
                  <a:pt x="1144486" y="88011"/>
                </a:lnTo>
                <a:close/>
                <a:moveTo>
                  <a:pt x="567422" y="31118"/>
                </a:moveTo>
                <a:lnTo>
                  <a:pt x="575910" y="31118"/>
                </a:lnTo>
                <a:lnTo>
                  <a:pt x="575910" y="66008"/>
                </a:lnTo>
                <a:cubicBezTo>
                  <a:pt x="575910" y="71456"/>
                  <a:pt x="576782" y="75403"/>
                  <a:pt x="578528" y="77847"/>
                </a:cubicBezTo>
                <a:cubicBezTo>
                  <a:pt x="580274" y="80362"/>
                  <a:pt x="583138" y="81619"/>
                  <a:pt x="587120" y="81619"/>
                </a:cubicBezTo>
                <a:cubicBezTo>
                  <a:pt x="592290" y="81619"/>
                  <a:pt x="597598" y="78301"/>
                  <a:pt x="603046" y="71666"/>
                </a:cubicBezTo>
                <a:lnTo>
                  <a:pt x="603046" y="31118"/>
                </a:lnTo>
                <a:lnTo>
                  <a:pt x="611532" y="31118"/>
                </a:lnTo>
                <a:lnTo>
                  <a:pt x="611532" y="87696"/>
                </a:lnTo>
                <a:lnTo>
                  <a:pt x="604512" y="87696"/>
                </a:lnTo>
                <a:lnTo>
                  <a:pt x="603780" y="78686"/>
                </a:lnTo>
                <a:lnTo>
                  <a:pt x="603466" y="78686"/>
                </a:lnTo>
                <a:cubicBezTo>
                  <a:pt x="597458" y="85601"/>
                  <a:pt x="591172" y="89058"/>
                  <a:pt x="584606" y="89058"/>
                </a:cubicBezTo>
                <a:cubicBezTo>
                  <a:pt x="573150" y="89058"/>
                  <a:pt x="567422" y="81724"/>
                  <a:pt x="567422" y="67056"/>
                </a:cubicBezTo>
                <a:close/>
                <a:moveTo>
                  <a:pt x="1033548" y="29651"/>
                </a:moveTo>
                <a:cubicBezTo>
                  <a:pt x="1045072" y="29651"/>
                  <a:pt x="1050836" y="37020"/>
                  <a:pt x="1050836" y="51758"/>
                </a:cubicBezTo>
                <a:lnTo>
                  <a:pt x="1050836" y="87696"/>
                </a:lnTo>
                <a:lnTo>
                  <a:pt x="1042244" y="87696"/>
                </a:lnTo>
                <a:lnTo>
                  <a:pt x="1042244" y="52806"/>
                </a:lnTo>
                <a:cubicBezTo>
                  <a:pt x="1042244" y="42329"/>
                  <a:pt x="1038506" y="37090"/>
                  <a:pt x="1031032" y="37090"/>
                </a:cubicBezTo>
                <a:cubicBezTo>
                  <a:pt x="1026214" y="37090"/>
                  <a:pt x="1020834" y="40163"/>
                  <a:pt x="1014898" y="46310"/>
                </a:cubicBezTo>
                <a:lnTo>
                  <a:pt x="1014898" y="87696"/>
                </a:lnTo>
                <a:lnTo>
                  <a:pt x="1006410" y="87696"/>
                </a:lnTo>
                <a:lnTo>
                  <a:pt x="1006410" y="31118"/>
                </a:lnTo>
                <a:lnTo>
                  <a:pt x="1013326" y="31118"/>
                </a:lnTo>
                <a:lnTo>
                  <a:pt x="1014164" y="39395"/>
                </a:lnTo>
                <a:lnTo>
                  <a:pt x="1014478" y="39395"/>
                </a:lnTo>
                <a:cubicBezTo>
                  <a:pt x="1021114" y="32899"/>
                  <a:pt x="1027470" y="29651"/>
                  <a:pt x="1033548" y="29651"/>
                </a:cubicBezTo>
                <a:close/>
                <a:moveTo>
                  <a:pt x="961320" y="29651"/>
                </a:moveTo>
                <a:cubicBezTo>
                  <a:pt x="968584" y="29651"/>
                  <a:pt x="974660" y="32270"/>
                  <a:pt x="979550" y="37509"/>
                </a:cubicBezTo>
                <a:cubicBezTo>
                  <a:pt x="984788" y="43027"/>
                  <a:pt x="987408" y="50361"/>
                  <a:pt x="987408" y="59512"/>
                </a:cubicBezTo>
                <a:cubicBezTo>
                  <a:pt x="987408" y="68522"/>
                  <a:pt x="984788" y="75787"/>
                  <a:pt x="979550" y="81305"/>
                </a:cubicBezTo>
                <a:cubicBezTo>
                  <a:pt x="974660" y="86474"/>
                  <a:pt x="968584" y="89058"/>
                  <a:pt x="961320" y="89058"/>
                </a:cubicBezTo>
                <a:cubicBezTo>
                  <a:pt x="954124" y="89058"/>
                  <a:pt x="948082" y="86474"/>
                  <a:pt x="943194" y="81305"/>
                </a:cubicBezTo>
                <a:cubicBezTo>
                  <a:pt x="937954" y="75787"/>
                  <a:pt x="935334" y="68522"/>
                  <a:pt x="935334" y="59512"/>
                </a:cubicBezTo>
                <a:cubicBezTo>
                  <a:pt x="935334" y="50361"/>
                  <a:pt x="937954" y="43027"/>
                  <a:pt x="943194" y="37509"/>
                </a:cubicBezTo>
                <a:cubicBezTo>
                  <a:pt x="948012" y="32270"/>
                  <a:pt x="954054" y="29651"/>
                  <a:pt x="961320" y="29651"/>
                </a:cubicBezTo>
                <a:close/>
                <a:moveTo>
                  <a:pt x="901236" y="29651"/>
                </a:moveTo>
                <a:cubicBezTo>
                  <a:pt x="903820" y="29651"/>
                  <a:pt x="906440" y="30140"/>
                  <a:pt x="909094" y="31118"/>
                </a:cubicBezTo>
                <a:lnTo>
                  <a:pt x="928686" y="31118"/>
                </a:lnTo>
                <a:lnTo>
                  <a:pt x="928686" y="37719"/>
                </a:lnTo>
                <a:lnTo>
                  <a:pt x="916742" y="37719"/>
                </a:lnTo>
                <a:cubicBezTo>
                  <a:pt x="920026" y="40862"/>
                  <a:pt x="921666" y="44948"/>
                  <a:pt x="921666" y="49977"/>
                </a:cubicBezTo>
                <a:cubicBezTo>
                  <a:pt x="921666" y="55914"/>
                  <a:pt x="919676" y="60734"/>
                  <a:pt x="915694" y="64436"/>
                </a:cubicBezTo>
                <a:cubicBezTo>
                  <a:pt x="911852" y="67999"/>
                  <a:pt x="907034" y="69780"/>
                  <a:pt x="901236" y="69780"/>
                </a:cubicBezTo>
                <a:cubicBezTo>
                  <a:pt x="898092" y="69780"/>
                  <a:pt x="895194" y="69081"/>
                  <a:pt x="892540" y="67684"/>
                </a:cubicBezTo>
                <a:cubicBezTo>
                  <a:pt x="890024" y="69850"/>
                  <a:pt x="888768" y="72224"/>
                  <a:pt x="888768" y="74809"/>
                </a:cubicBezTo>
                <a:cubicBezTo>
                  <a:pt x="888768" y="79070"/>
                  <a:pt x="892120" y="81200"/>
                  <a:pt x="898826" y="81200"/>
                </a:cubicBezTo>
                <a:lnTo>
                  <a:pt x="910142" y="81200"/>
                </a:lnTo>
                <a:cubicBezTo>
                  <a:pt x="923134" y="81200"/>
                  <a:pt x="929630" y="85671"/>
                  <a:pt x="929630" y="94611"/>
                </a:cubicBezTo>
                <a:cubicBezTo>
                  <a:pt x="929630" y="99920"/>
                  <a:pt x="927080" y="104425"/>
                  <a:pt x="921982" y="108127"/>
                </a:cubicBezTo>
                <a:cubicBezTo>
                  <a:pt x="916602" y="112039"/>
                  <a:pt x="909758" y="113995"/>
                  <a:pt x="901446" y="113995"/>
                </a:cubicBezTo>
                <a:cubicBezTo>
                  <a:pt x="894390" y="113995"/>
                  <a:pt x="888768" y="112668"/>
                  <a:pt x="884576" y="110013"/>
                </a:cubicBezTo>
                <a:cubicBezTo>
                  <a:pt x="880246" y="107289"/>
                  <a:pt x="878080" y="103517"/>
                  <a:pt x="878080" y="98698"/>
                </a:cubicBezTo>
                <a:cubicBezTo>
                  <a:pt x="878080" y="93738"/>
                  <a:pt x="880874" y="89408"/>
                  <a:pt x="886462" y="85706"/>
                </a:cubicBezTo>
                <a:lnTo>
                  <a:pt x="886462" y="85286"/>
                </a:lnTo>
                <a:cubicBezTo>
                  <a:pt x="883040" y="83191"/>
                  <a:pt x="881328" y="80083"/>
                  <a:pt x="881328" y="75961"/>
                </a:cubicBezTo>
                <a:cubicBezTo>
                  <a:pt x="881328" y="72050"/>
                  <a:pt x="883424" y="68557"/>
                  <a:pt x="887614" y="65484"/>
                </a:cubicBezTo>
                <a:lnTo>
                  <a:pt x="887614" y="65065"/>
                </a:lnTo>
                <a:cubicBezTo>
                  <a:pt x="882726" y="61153"/>
                  <a:pt x="880280" y="56089"/>
                  <a:pt x="880280" y="49872"/>
                </a:cubicBezTo>
                <a:cubicBezTo>
                  <a:pt x="880280" y="43865"/>
                  <a:pt x="882342" y="38976"/>
                  <a:pt x="886462" y="35204"/>
                </a:cubicBezTo>
                <a:cubicBezTo>
                  <a:pt x="890444" y="31502"/>
                  <a:pt x="895368" y="29651"/>
                  <a:pt x="901236" y="29651"/>
                </a:cubicBezTo>
                <a:close/>
                <a:moveTo>
                  <a:pt x="846182" y="29651"/>
                </a:moveTo>
                <a:cubicBezTo>
                  <a:pt x="858964" y="29651"/>
                  <a:pt x="865354" y="37299"/>
                  <a:pt x="865354" y="52597"/>
                </a:cubicBezTo>
                <a:lnTo>
                  <a:pt x="865354" y="87696"/>
                </a:lnTo>
                <a:lnTo>
                  <a:pt x="858334" y="87696"/>
                </a:lnTo>
                <a:lnTo>
                  <a:pt x="857602" y="80781"/>
                </a:lnTo>
                <a:lnTo>
                  <a:pt x="857288" y="80781"/>
                </a:lnTo>
                <a:cubicBezTo>
                  <a:pt x="850792" y="86299"/>
                  <a:pt x="844434" y="89058"/>
                  <a:pt x="838218" y="89058"/>
                </a:cubicBezTo>
                <a:cubicBezTo>
                  <a:pt x="833398" y="89058"/>
                  <a:pt x="829486" y="87696"/>
                  <a:pt x="826484" y="84972"/>
                </a:cubicBezTo>
                <a:cubicBezTo>
                  <a:pt x="823340" y="82038"/>
                  <a:pt x="821768" y="78092"/>
                  <a:pt x="821768" y="73133"/>
                </a:cubicBezTo>
                <a:cubicBezTo>
                  <a:pt x="821768" y="66986"/>
                  <a:pt x="824598" y="62236"/>
                  <a:pt x="830256" y="58883"/>
                </a:cubicBezTo>
                <a:cubicBezTo>
                  <a:pt x="835704" y="55670"/>
                  <a:pt x="844574" y="53365"/>
                  <a:pt x="856868" y="51968"/>
                </a:cubicBezTo>
                <a:cubicBezTo>
                  <a:pt x="857008" y="41840"/>
                  <a:pt x="852992" y="36776"/>
                  <a:pt x="844818" y="36776"/>
                </a:cubicBezTo>
                <a:cubicBezTo>
                  <a:pt x="839300" y="36776"/>
                  <a:pt x="833574" y="38871"/>
                  <a:pt x="827636" y="43062"/>
                </a:cubicBezTo>
                <a:lnTo>
                  <a:pt x="824178" y="37090"/>
                </a:lnTo>
                <a:cubicBezTo>
                  <a:pt x="831722" y="32131"/>
                  <a:pt x="839056" y="29651"/>
                  <a:pt x="846182" y="29651"/>
                </a:cubicBezTo>
                <a:close/>
                <a:moveTo>
                  <a:pt x="811434" y="29651"/>
                </a:moveTo>
                <a:cubicBezTo>
                  <a:pt x="813738" y="29651"/>
                  <a:pt x="815730" y="30070"/>
                  <a:pt x="817406" y="30908"/>
                </a:cubicBezTo>
                <a:lnTo>
                  <a:pt x="815730" y="38347"/>
                </a:lnTo>
                <a:cubicBezTo>
                  <a:pt x="813844" y="37719"/>
                  <a:pt x="812062" y="37404"/>
                  <a:pt x="810386" y="37404"/>
                </a:cubicBezTo>
                <a:cubicBezTo>
                  <a:pt x="804170" y="37404"/>
                  <a:pt x="799314" y="41875"/>
                  <a:pt x="795822" y="50815"/>
                </a:cubicBezTo>
                <a:lnTo>
                  <a:pt x="795822" y="87696"/>
                </a:lnTo>
                <a:lnTo>
                  <a:pt x="787336" y="87696"/>
                </a:lnTo>
                <a:lnTo>
                  <a:pt x="787336" y="31118"/>
                </a:lnTo>
                <a:lnTo>
                  <a:pt x="794250" y="31118"/>
                </a:lnTo>
                <a:lnTo>
                  <a:pt x="795090" y="41490"/>
                </a:lnTo>
                <a:lnTo>
                  <a:pt x="795404" y="41490"/>
                </a:lnTo>
                <a:cubicBezTo>
                  <a:pt x="799664" y="33597"/>
                  <a:pt x="805008" y="29651"/>
                  <a:pt x="811434" y="29651"/>
                </a:cubicBezTo>
                <a:close/>
                <a:moveTo>
                  <a:pt x="655786" y="29651"/>
                </a:moveTo>
                <a:cubicBezTo>
                  <a:pt x="662840" y="29651"/>
                  <a:pt x="668324" y="32026"/>
                  <a:pt x="672236" y="36776"/>
                </a:cubicBezTo>
                <a:cubicBezTo>
                  <a:pt x="676148" y="41456"/>
                  <a:pt x="678102" y="47917"/>
                  <a:pt x="678102" y="56159"/>
                </a:cubicBezTo>
                <a:cubicBezTo>
                  <a:pt x="678102" y="58394"/>
                  <a:pt x="677964" y="60105"/>
                  <a:pt x="677684" y="61293"/>
                </a:cubicBezTo>
                <a:lnTo>
                  <a:pt x="639022" y="61293"/>
                </a:lnTo>
                <a:cubicBezTo>
                  <a:pt x="639302" y="67579"/>
                  <a:pt x="641188" y="72644"/>
                  <a:pt x="644680" y="76485"/>
                </a:cubicBezTo>
                <a:cubicBezTo>
                  <a:pt x="648172" y="80327"/>
                  <a:pt x="652748" y="82248"/>
                  <a:pt x="658406" y="82248"/>
                </a:cubicBezTo>
                <a:cubicBezTo>
                  <a:pt x="663434" y="82248"/>
                  <a:pt x="668220" y="80711"/>
                  <a:pt x="672760" y="77638"/>
                </a:cubicBezTo>
                <a:lnTo>
                  <a:pt x="675902" y="83296"/>
                </a:lnTo>
                <a:cubicBezTo>
                  <a:pt x="669896" y="87137"/>
                  <a:pt x="663714" y="89058"/>
                  <a:pt x="657358" y="89058"/>
                </a:cubicBezTo>
                <a:cubicBezTo>
                  <a:pt x="649674" y="89058"/>
                  <a:pt x="643352" y="86439"/>
                  <a:pt x="638394" y="81200"/>
                </a:cubicBezTo>
                <a:cubicBezTo>
                  <a:pt x="633154" y="75752"/>
                  <a:pt x="630536" y="68522"/>
                  <a:pt x="630536" y="59512"/>
                </a:cubicBezTo>
                <a:cubicBezTo>
                  <a:pt x="630536" y="50641"/>
                  <a:pt x="633120" y="43341"/>
                  <a:pt x="638288" y="37614"/>
                </a:cubicBezTo>
                <a:cubicBezTo>
                  <a:pt x="643178" y="32305"/>
                  <a:pt x="649010" y="29651"/>
                  <a:pt x="655786" y="29651"/>
                </a:cubicBezTo>
                <a:close/>
                <a:moveTo>
                  <a:pt x="231970" y="22526"/>
                </a:moveTo>
                <a:cubicBezTo>
                  <a:pt x="237140" y="29791"/>
                  <a:pt x="240528" y="36391"/>
                  <a:pt x="242134" y="42329"/>
                </a:cubicBezTo>
                <a:lnTo>
                  <a:pt x="235638" y="44948"/>
                </a:lnTo>
                <a:cubicBezTo>
                  <a:pt x="233892" y="38662"/>
                  <a:pt x="230678" y="31956"/>
                  <a:pt x="225998" y="24831"/>
                </a:cubicBezTo>
                <a:close/>
                <a:moveTo>
                  <a:pt x="285406" y="22002"/>
                </a:moveTo>
                <a:lnTo>
                  <a:pt x="292636" y="24412"/>
                </a:lnTo>
                <a:cubicBezTo>
                  <a:pt x="288026" y="33353"/>
                  <a:pt x="283974" y="40303"/>
                  <a:pt x="280482" y="45262"/>
                </a:cubicBezTo>
                <a:lnTo>
                  <a:pt x="274614" y="43167"/>
                </a:lnTo>
                <a:cubicBezTo>
                  <a:pt x="279084" y="36252"/>
                  <a:pt x="282682" y="29197"/>
                  <a:pt x="285406" y="22002"/>
                </a:cubicBezTo>
                <a:close/>
                <a:moveTo>
                  <a:pt x="335384" y="21164"/>
                </a:moveTo>
                <a:lnTo>
                  <a:pt x="335384" y="37719"/>
                </a:lnTo>
                <a:lnTo>
                  <a:pt x="392172" y="37719"/>
                </a:lnTo>
                <a:lnTo>
                  <a:pt x="392172" y="21164"/>
                </a:lnTo>
                <a:close/>
                <a:moveTo>
                  <a:pt x="1289360" y="20955"/>
                </a:moveTo>
                <a:cubicBezTo>
                  <a:pt x="1287754" y="24098"/>
                  <a:pt x="1285728" y="27800"/>
                  <a:pt x="1283284" y="32061"/>
                </a:cubicBezTo>
                <a:lnTo>
                  <a:pt x="1264738" y="59512"/>
                </a:lnTo>
                <a:lnTo>
                  <a:pt x="1289256" y="59512"/>
                </a:lnTo>
                <a:lnTo>
                  <a:pt x="1289256" y="34575"/>
                </a:lnTo>
                <a:cubicBezTo>
                  <a:pt x="1289256" y="30524"/>
                  <a:pt x="1289466" y="25984"/>
                  <a:pt x="1289884" y="20955"/>
                </a:cubicBezTo>
                <a:close/>
                <a:moveTo>
                  <a:pt x="1625440" y="18126"/>
                </a:moveTo>
                <a:lnTo>
                  <a:pt x="1625440" y="80572"/>
                </a:lnTo>
                <a:lnTo>
                  <a:pt x="1634870" y="80572"/>
                </a:lnTo>
                <a:cubicBezTo>
                  <a:pt x="1644020" y="80572"/>
                  <a:pt x="1650970" y="77778"/>
                  <a:pt x="1655720" y="72190"/>
                </a:cubicBezTo>
                <a:cubicBezTo>
                  <a:pt x="1660260" y="66741"/>
                  <a:pt x="1662530" y="59023"/>
                  <a:pt x="1662530" y="49034"/>
                </a:cubicBezTo>
                <a:cubicBezTo>
                  <a:pt x="1662530" y="28429"/>
                  <a:pt x="1653310" y="18126"/>
                  <a:pt x="1634870" y="18126"/>
                </a:cubicBezTo>
                <a:close/>
                <a:moveTo>
                  <a:pt x="720566" y="18126"/>
                </a:moveTo>
                <a:lnTo>
                  <a:pt x="720566" y="80572"/>
                </a:lnTo>
                <a:lnTo>
                  <a:pt x="729996" y="80572"/>
                </a:lnTo>
                <a:cubicBezTo>
                  <a:pt x="739146" y="80572"/>
                  <a:pt x="746096" y="77778"/>
                  <a:pt x="750846" y="72190"/>
                </a:cubicBezTo>
                <a:cubicBezTo>
                  <a:pt x="755386" y="66741"/>
                  <a:pt x="757656" y="59023"/>
                  <a:pt x="757656" y="49034"/>
                </a:cubicBezTo>
                <a:cubicBezTo>
                  <a:pt x="757656" y="28429"/>
                  <a:pt x="748436" y="18126"/>
                  <a:pt x="729996" y="18126"/>
                </a:cubicBezTo>
                <a:close/>
                <a:moveTo>
                  <a:pt x="482440" y="17916"/>
                </a:moveTo>
                <a:lnTo>
                  <a:pt x="482440" y="43900"/>
                </a:lnTo>
                <a:lnTo>
                  <a:pt x="494176" y="43900"/>
                </a:lnTo>
                <a:cubicBezTo>
                  <a:pt x="507098" y="43900"/>
                  <a:pt x="513558" y="39535"/>
                  <a:pt x="513558" y="30803"/>
                </a:cubicBezTo>
                <a:cubicBezTo>
                  <a:pt x="513558" y="26193"/>
                  <a:pt x="511986" y="22875"/>
                  <a:pt x="508844" y="20850"/>
                </a:cubicBezTo>
                <a:cubicBezTo>
                  <a:pt x="505840" y="18894"/>
                  <a:pt x="501126" y="17916"/>
                  <a:pt x="494700" y="17916"/>
                </a:cubicBezTo>
                <a:close/>
                <a:moveTo>
                  <a:pt x="155694" y="16659"/>
                </a:moveTo>
                <a:cubicBezTo>
                  <a:pt x="159048" y="36077"/>
                  <a:pt x="164636" y="51549"/>
                  <a:pt x="172458" y="63074"/>
                </a:cubicBezTo>
                <a:cubicBezTo>
                  <a:pt x="181540" y="50431"/>
                  <a:pt x="187756" y="34959"/>
                  <a:pt x="191108" y="16659"/>
                </a:cubicBezTo>
                <a:close/>
                <a:moveTo>
                  <a:pt x="1556156" y="16344"/>
                </a:moveTo>
                <a:cubicBezTo>
                  <a:pt x="1552314" y="16344"/>
                  <a:pt x="1549136" y="18021"/>
                  <a:pt x="1546622" y="21374"/>
                </a:cubicBezTo>
                <a:cubicBezTo>
                  <a:pt x="1544036" y="24726"/>
                  <a:pt x="1542744" y="29057"/>
                  <a:pt x="1542744" y="34366"/>
                </a:cubicBezTo>
                <a:cubicBezTo>
                  <a:pt x="1542744" y="39814"/>
                  <a:pt x="1543896" y="44075"/>
                  <a:pt x="1546202" y="47148"/>
                </a:cubicBezTo>
                <a:cubicBezTo>
                  <a:pt x="1548716" y="50431"/>
                  <a:pt x="1552278" y="52073"/>
                  <a:pt x="1556890" y="52073"/>
                </a:cubicBezTo>
                <a:cubicBezTo>
                  <a:pt x="1562896" y="52073"/>
                  <a:pt x="1568414" y="48545"/>
                  <a:pt x="1573444" y="41490"/>
                </a:cubicBezTo>
                <a:cubicBezTo>
                  <a:pt x="1572536" y="24726"/>
                  <a:pt x="1566772" y="16344"/>
                  <a:pt x="1556156" y="16344"/>
                </a:cubicBezTo>
                <a:close/>
                <a:moveTo>
                  <a:pt x="1225504" y="16344"/>
                </a:moveTo>
                <a:cubicBezTo>
                  <a:pt x="1221872" y="16344"/>
                  <a:pt x="1218868" y="17532"/>
                  <a:pt x="1216494" y="19907"/>
                </a:cubicBezTo>
                <a:cubicBezTo>
                  <a:pt x="1214120" y="22352"/>
                  <a:pt x="1212932" y="25460"/>
                  <a:pt x="1212932" y="29232"/>
                </a:cubicBezTo>
                <a:cubicBezTo>
                  <a:pt x="1212932" y="33493"/>
                  <a:pt x="1214748" y="37090"/>
                  <a:pt x="1218380" y="40024"/>
                </a:cubicBezTo>
                <a:cubicBezTo>
                  <a:pt x="1220894" y="42049"/>
                  <a:pt x="1225016" y="44180"/>
                  <a:pt x="1230744" y="46415"/>
                </a:cubicBezTo>
                <a:cubicBezTo>
                  <a:pt x="1236332" y="41665"/>
                  <a:pt x="1239126" y="36356"/>
                  <a:pt x="1239126" y="30489"/>
                </a:cubicBezTo>
                <a:cubicBezTo>
                  <a:pt x="1239126" y="26438"/>
                  <a:pt x="1237938" y="23120"/>
                  <a:pt x="1235564" y="20535"/>
                </a:cubicBezTo>
                <a:cubicBezTo>
                  <a:pt x="1233048" y="17741"/>
                  <a:pt x="1229696" y="16344"/>
                  <a:pt x="1225504" y="16344"/>
                </a:cubicBezTo>
                <a:close/>
                <a:moveTo>
                  <a:pt x="1912018" y="11001"/>
                </a:moveTo>
                <a:lnTo>
                  <a:pt x="1920926" y="11001"/>
                </a:lnTo>
                <a:lnTo>
                  <a:pt x="1949948" y="60664"/>
                </a:lnTo>
                <a:lnTo>
                  <a:pt x="1958226" y="76381"/>
                </a:lnTo>
                <a:lnTo>
                  <a:pt x="1958748" y="76381"/>
                </a:lnTo>
                <a:cubicBezTo>
                  <a:pt x="1957980" y="65135"/>
                  <a:pt x="1957596" y="57172"/>
                  <a:pt x="1957596" y="52492"/>
                </a:cubicBezTo>
                <a:lnTo>
                  <a:pt x="1957596" y="11001"/>
                </a:lnTo>
                <a:lnTo>
                  <a:pt x="1965874" y="11001"/>
                </a:lnTo>
                <a:lnTo>
                  <a:pt x="1965874" y="87696"/>
                </a:lnTo>
                <a:lnTo>
                  <a:pt x="1956862" y="87696"/>
                </a:lnTo>
                <a:lnTo>
                  <a:pt x="1928050" y="38033"/>
                </a:lnTo>
                <a:lnTo>
                  <a:pt x="1919668" y="22317"/>
                </a:lnTo>
                <a:lnTo>
                  <a:pt x="1919144" y="22317"/>
                </a:lnTo>
                <a:cubicBezTo>
                  <a:pt x="1919842" y="35029"/>
                  <a:pt x="1920192" y="42818"/>
                  <a:pt x="1920192" y="45681"/>
                </a:cubicBezTo>
                <a:lnTo>
                  <a:pt x="1920192" y="87696"/>
                </a:lnTo>
                <a:lnTo>
                  <a:pt x="1912018" y="87696"/>
                </a:lnTo>
                <a:close/>
                <a:moveTo>
                  <a:pt x="1807244" y="11001"/>
                </a:moveTo>
                <a:lnTo>
                  <a:pt x="1815940" y="11001"/>
                </a:lnTo>
                <a:lnTo>
                  <a:pt x="1815940" y="87696"/>
                </a:lnTo>
                <a:lnTo>
                  <a:pt x="1807244" y="87696"/>
                </a:lnTo>
                <a:close/>
                <a:moveTo>
                  <a:pt x="1692944" y="11001"/>
                </a:moveTo>
                <a:lnTo>
                  <a:pt x="1736636" y="11001"/>
                </a:lnTo>
                <a:lnTo>
                  <a:pt x="1736636" y="18335"/>
                </a:lnTo>
                <a:lnTo>
                  <a:pt x="1701640" y="18335"/>
                </a:lnTo>
                <a:lnTo>
                  <a:pt x="1701640" y="43586"/>
                </a:lnTo>
                <a:lnTo>
                  <a:pt x="1731082" y="43586"/>
                </a:lnTo>
                <a:lnTo>
                  <a:pt x="1731082" y="50920"/>
                </a:lnTo>
                <a:lnTo>
                  <a:pt x="1701640" y="50920"/>
                </a:lnTo>
                <a:lnTo>
                  <a:pt x="1701640" y="80362"/>
                </a:lnTo>
                <a:lnTo>
                  <a:pt x="1737788" y="80362"/>
                </a:lnTo>
                <a:lnTo>
                  <a:pt x="1737788" y="87696"/>
                </a:lnTo>
                <a:lnTo>
                  <a:pt x="1692944" y="87696"/>
                </a:lnTo>
                <a:close/>
                <a:moveTo>
                  <a:pt x="1616744" y="11001"/>
                </a:moveTo>
                <a:lnTo>
                  <a:pt x="1635604" y="11001"/>
                </a:lnTo>
                <a:cubicBezTo>
                  <a:pt x="1647268" y="11001"/>
                  <a:pt x="1656174" y="14319"/>
                  <a:pt x="1662322" y="20955"/>
                </a:cubicBezTo>
                <a:cubicBezTo>
                  <a:pt x="1668398" y="27520"/>
                  <a:pt x="1671436" y="36880"/>
                  <a:pt x="1671436" y="49034"/>
                </a:cubicBezTo>
                <a:cubicBezTo>
                  <a:pt x="1671436" y="61258"/>
                  <a:pt x="1668434" y="70723"/>
                  <a:pt x="1662426" y="77428"/>
                </a:cubicBezTo>
                <a:cubicBezTo>
                  <a:pt x="1656280" y="84274"/>
                  <a:pt x="1647442" y="87696"/>
                  <a:pt x="1635918" y="87696"/>
                </a:cubicBezTo>
                <a:lnTo>
                  <a:pt x="1616744" y="87696"/>
                </a:lnTo>
                <a:close/>
                <a:moveTo>
                  <a:pt x="1484232" y="11001"/>
                </a:moveTo>
                <a:lnTo>
                  <a:pt x="1520904" y="11001"/>
                </a:lnTo>
                <a:lnTo>
                  <a:pt x="1520904" y="18335"/>
                </a:lnTo>
                <a:lnTo>
                  <a:pt x="1491776" y="18335"/>
                </a:lnTo>
                <a:lnTo>
                  <a:pt x="1489680" y="41595"/>
                </a:lnTo>
                <a:cubicBezTo>
                  <a:pt x="1493522" y="39430"/>
                  <a:pt x="1497504" y="38347"/>
                  <a:pt x="1501624" y="38347"/>
                </a:cubicBezTo>
                <a:cubicBezTo>
                  <a:pt x="1508400" y="38347"/>
                  <a:pt x="1513814" y="40303"/>
                  <a:pt x="1517866" y="44215"/>
                </a:cubicBezTo>
                <a:cubicBezTo>
                  <a:pt x="1522336" y="48545"/>
                  <a:pt x="1524570" y="54762"/>
                  <a:pt x="1524570" y="62865"/>
                </a:cubicBezTo>
                <a:cubicBezTo>
                  <a:pt x="1524570" y="70827"/>
                  <a:pt x="1522022" y="77289"/>
                  <a:pt x="1516922" y="82248"/>
                </a:cubicBezTo>
                <a:cubicBezTo>
                  <a:pt x="1512242" y="86788"/>
                  <a:pt x="1506550" y="89058"/>
                  <a:pt x="1499844" y="89058"/>
                </a:cubicBezTo>
                <a:cubicBezTo>
                  <a:pt x="1490484" y="89058"/>
                  <a:pt x="1482416" y="85671"/>
                  <a:pt x="1475640" y="78895"/>
                </a:cubicBezTo>
                <a:lnTo>
                  <a:pt x="1479936" y="73237"/>
                </a:lnTo>
                <a:cubicBezTo>
                  <a:pt x="1485594" y="79035"/>
                  <a:pt x="1491986" y="81934"/>
                  <a:pt x="1499110" y="81934"/>
                </a:cubicBezTo>
                <a:cubicBezTo>
                  <a:pt x="1503860" y="81934"/>
                  <a:pt x="1507842" y="80222"/>
                  <a:pt x="1511054" y="76800"/>
                </a:cubicBezTo>
                <a:cubicBezTo>
                  <a:pt x="1514338" y="73307"/>
                  <a:pt x="1515980" y="68732"/>
                  <a:pt x="1515980" y="63074"/>
                </a:cubicBezTo>
                <a:cubicBezTo>
                  <a:pt x="1515980" y="57486"/>
                  <a:pt x="1514478" y="53051"/>
                  <a:pt x="1511474" y="49768"/>
                </a:cubicBezTo>
                <a:cubicBezTo>
                  <a:pt x="1508540" y="46555"/>
                  <a:pt x="1504558" y="44948"/>
                  <a:pt x="1499530" y="44948"/>
                </a:cubicBezTo>
                <a:cubicBezTo>
                  <a:pt x="1495478" y="44948"/>
                  <a:pt x="1491148" y="46485"/>
                  <a:pt x="1486538" y="49558"/>
                </a:cubicBezTo>
                <a:lnTo>
                  <a:pt x="1481822" y="46624"/>
                </a:lnTo>
                <a:close/>
                <a:moveTo>
                  <a:pt x="1430216" y="11001"/>
                </a:moveTo>
                <a:lnTo>
                  <a:pt x="1477678" y="11001"/>
                </a:lnTo>
                <a:lnTo>
                  <a:pt x="1477678" y="16135"/>
                </a:lnTo>
                <a:cubicBezTo>
                  <a:pt x="1469158" y="27171"/>
                  <a:pt x="1463254" y="38277"/>
                  <a:pt x="1459972" y="49453"/>
                </a:cubicBezTo>
                <a:cubicBezTo>
                  <a:pt x="1457318" y="58674"/>
                  <a:pt x="1455642" y="71421"/>
                  <a:pt x="1454942" y="87696"/>
                </a:cubicBezTo>
                <a:lnTo>
                  <a:pt x="1446038" y="87696"/>
                </a:lnTo>
                <a:cubicBezTo>
                  <a:pt x="1447224" y="59966"/>
                  <a:pt x="1454488" y="36845"/>
                  <a:pt x="1467830" y="18335"/>
                </a:cubicBezTo>
                <a:lnTo>
                  <a:pt x="1430216" y="18335"/>
                </a:lnTo>
                <a:close/>
                <a:moveTo>
                  <a:pt x="1379458" y="11001"/>
                </a:moveTo>
                <a:lnTo>
                  <a:pt x="1416128" y="11001"/>
                </a:lnTo>
                <a:lnTo>
                  <a:pt x="1416128" y="18335"/>
                </a:lnTo>
                <a:lnTo>
                  <a:pt x="1387002" y="18335"/>
                </a:lnTo>
                <a:lnTo>
                  <a:pt x="1384906" y="41595"/>
                </a:lnTo>
                <a:cubicBezTo>
                  <a:pt x="1388748" y="39430"/>
                  <a:pt x="1392728" y="38347"/>
                  <a:pt x="1396850" y="38347"/>
                </a:cubicBezTo>
                <a:cubicBezTo>
                  <a:pt x="1403626" y="38347"/>
                  <a:pt x="1409038" y="40303"/>
                  <a:pt x="1413090" y="44215"/>
                </a:cubicBezTo>
                <a:cubicBezTo>
                  <a:pt x="1417560" y="48545"/>
                  <a:pt x="1419796" y="54762"/>
                  <a:pt x="1419796" y="62865"/>
                </a:cubicBezTo>
                <a:cubicBezTo>
                  <a:pt x="1419796" y="70827"/>
                  <a:pt x="1417246" y="77289"/>
                  <a:pt x="1412148" y="82248"/>
                </a:cubicBezTo>
                <a:cubicBezTo>
                  <a:pt x="1407468" y="86788"/>
                  <a:pt x="1401774" y="89058"/>
                  <a:pt x="1395068" y="89058"/>
                </a:cubicBezTo>
                <a:cubicBezTo>
                  <a:pt x="1385708" y="89058"/>
                  <a:pt x="1377642" y="85671"/>
                  <a:pt x="1370866" y="78895"/>
                </a:cubicBezTo>
                <a:lnTo>
                  <a:pt x="1375162" y="73237"/>
                </a:lnTo>
                <a:cubicBezTo>
                  <a:pt x="1380820" y="79035"/>
                  <a:pt x="1387210" y="81934"/>
                  <a:pt x="1394336" y="81934"/>
                </a:cubicBezTo>
                <a:cubicBezTo>
                  <a:pt x="1399086" y="81934"/>
                  <a:pt x="1403066" y="80222"/>
                  <a:pt x="1406280" y="76800"/>
                </a:cubicBezTo>
                <a:cubicBezTo>
                  <a:pt x="1409562" y="73307"/>
                  <a:pt x="1411204" y="68732"/>
                  <a:pt x="1411204" y="63074"/>
                </a:cubicBezTo>
                <a:cubicBezTo>
                  <a:pt x="1411204" y="57486"/>
                  <a:pt x="1409702" y="53051"/>
                  <a:pt x="1406698" y="49768"/>
                </a:cubicBezTo>
                <a:cubicBezTo>
                  <a:pt x="1403766" y="46555"/>
                  <a:pt x="1399784" y="44948"/>
                  <a:pt x="1394754" y="44948"/>
                </a:cubicBezTo>
                <a:cubicBezTo>
                  <a:pt x="1390704" y="44948"/>
                  <a:pt x="1386372" y="46485"/>
                  <a:pt x="1381762" y="49558"/>
                </a:cubicBezTo>
                <a:lnTo>
                  <a:pt x="1377048" y="46624"/>
                </a:lnTo>
                <a:close/>
                <a:moveTo>
                  <a:pt x="1288208" y="11001"/>
                </a:moveTo>
                <a:lnTo>
                  <a:pt x="1297324" y="11001"/>
                </a:lnTo>
                <a:lnTo>
                  <a:pt x="1297324" y="59512"/>
                </a:lnTo>
                <a:lnTo>
                  <a:pt x="1307800" y="59512"/>
                </a:lnTo>
                <a:lnTo>
                  <a:pt x="1307800" y="66322"/>
                </a:lnTo>
                <a:lnTo>
                  <a:pt x="1297324" y="66322"/>
                </a:lnTo>
                <a:lnTo>
                  <a:pt x="1297324" y="87696"/>
                </a:lnTo>
                <a:lnTo>
                  <a:pt x="1289256" y="87696"/>
                </a:lnTo>
                <a:lnTo>
                  <a:pt x="1289256" y="66322"/>
                </a:lnTo>
                <a:lnTo>
                  <a:pt x="1255622" y="66322"/>
                </a:lnTo>
                <a:lnTo>
                  <a:pt x="1255622" y="60769"/>
                </a:lnTo>
                <a:close/>
                <a:moveTo>
                  <a:pt x="711870" y="11001"/>
                </a:moveTo>
                <a:lnTo>
                  <a:pt x="730728" y="11001"/>
                </a:lnTo>
                <a:cubicBezTo>
                  <a:pt x="742394" y="11001"/>
                  <a:pt x="751300" y="14319"/>
                  <a:pt x="757446" y="20955"/>
                </a:cubicBezTo>
                <a:cubicBezTo>
                  <a:pt x="763524" y="27520"/>
                  <a:pt x="766562" y="36880"/>
                  <a:pt x="766562" y="49034"/>
                </a:cubicBezTo>
                <a:cubicBezTo>
                  <a:pt x="766562" y="61258"/>
                  <a:pt x="763558" y="70723"/>
                  <a:pt x="757550" y="77428"/>
                </a:cubicBezTo>
                <a:cubicBezTo>
                  <a:pt x="751404" y="84274"/>
                  <a:pt x="742568" y="87696"/>
                  <a:pt x="731042" y="87696"/>
                </a:cubicBezTo>
                <a:lnTo>
                  <a:pt x="711870" y="87696"/>
                </a:lnTo>
                <a:close/>
                <a:moveTo>
                  <a:pt x="473744" y="11001"/>
                </a:moveTo>
                <a:lnTo>
                  <a:pt x="495956" y="11001"/>
                </a:lnTo>
                <a:cubicBezTo>
                  <a:pt x="513418" y="11001"/>
                  <a:pt x="522150" y="17253"/>
                  <a:pt x="522150" y="29756"/>
                </a:cubicBezTo>
                <a:cubicBezTo>
                  <a:pt x="522150" y="38347"/>
                  <a:pt x="518344" y="43900"/>
                  <a:pt x="510730" y="46415"/>
                </a:cubicBezTo>
                <a:lnTo>
                  <a:pt x="510730" y="46834"/>
                </a:lnTo>
                <a:cubicBezTo>
                  <a:pt x="521346" y="48860"/>
                  <a:pt x="526656" y="55006"/>
                  <a:pt x="526656" y="65274"/>
                </a:cubicBezTo>
                <a:cubicBezTo>
                  <a:pt x="526656" y="72539"/>
                  <a:pt x="523966" y="78162"/>
                  <a:pt x="518588" y="82143"/>
                </a:cubicBezTo>
                <a:cubicBezTo>
                  <a:pt x="513488" y="85845"/>
                  <a:pt x="506504" y="87696"/>
                  <a:pt x="497632" y="87696"/>
                </a:cubicBezTo>
                <a:lnTo>
                  <a:pt x="473744" y="87696"/>
                </a:lnTo>
                <a:close/>
                <a:moveTo>
                  <a:pt x="1225714" y="9848"/>
                </a:moveTo>
                <a:cubicBezTo>
                  <a:pt x="1232140" y="9848"/>
                  <a:pt x="1237240" y="11734"/>
                  <a:pt x="1241012" y="15506"/>
                </a:cubicBezTo>
                <a:cubicBezTo>
                  <a:pt x="1244714" y="19208"/>
                  <a:pt x="1246564" y="24063"/>
                  <a:pt x="1246564" y="30070"/>
                </a:cubicBezTo>
                <a:cubicBezTo>
                  <a:pt x="1246564" y="37055"/>
                  <a:pt x="1243106" y="43272"/>
                  <a:pt x="1236192" y="48720"/>
                </a:cubicBezTo>
                <a:lnTo>
                  <a:pt x="1236192" y="49244"/>
                </a:lnTo>
                <a:cubicBezTo>
                  <a:pt x="1244854" y="54273"/>
                  <a:pt x="1249184" y="60979"/>
                  <a:pt x="1249184" y="69361"/>
                </a:cubicBezTo>
                <a:cubicBezTo>
                  <a:pt x="1249184" y="74949"/>
                  <a:pt x="1247018" y="79594"/>
                  <a:pt x="1242688" y="83296"/>
                </a:cubicBezTo>
                <a:cubicBezTo>
                  <a:pt x="1238218" y="87137"/>
                  <a:pt x="1232490" y="89058"/>
                  <a:pt x="1225504" y="89058"/>
                </a:cubicBezTo>
                <a:cubicBezTo>
                  <a:pt x="1218450" y="89058"/>
                  <a:pt x="1212652" y="87137"/>
                  <a:pt x="1208112" y="83296"/>
                </a:cubicBezTo>
                <a:cubicBezTo>
                  <a:pt x="1203502" y="79454"/>
                  <a:pt x="1201196" y="74564"/>
                  <a:pt x="1201196" y="68627"/>
                </a:cubicBezTo>
                <a:cubicBezTo>
                  <a:pt x="1201196" y="59617"/>
                  <a:pt x="1205946" y="52492"/>
                  <a:pt x="1215446" y="47253"/>
                </a:cubicBezTo>
                <a:lnTo>
                  <a:pt x="1215446" y="46834"/>
                </a:lnTo>
                <a:cubicBezTo>
                  <a:pt x="1208532" y="42154"/>
                  <a:pt x="1205074" y="36287"/>
                  <a:pt x="1205074" y="29232"/>
                </a:cubicBezTo>
                <a:cubicBezTo>
                  <a:pt x="1205074" y="23504"/>
                  <a:pt x="1207064" y="18824"/>
                  <a:pt x="1211046" y="15192"/>
                </a:cubicBezTo>
                <a:cubicBezTo>
                  <a:pt x="1214888" y="11630"/>
                  <a:pt x="1219778" y="9848"/>
                  <a:pt x="1225714" y="9848"/>
                </a:cubicBezTo>
                <a:close/>
                <a:moveTo>
                  <a:pt x="1866098" y="9639"/>
                </a:moveTo>
                <a:cubicBezTo>
                  <a:pt x="1874620" y="9639"/>
                  <a:pt x="1881920" y="12747"/>
                  <a:pt x="1887998" y="18964"/>
                </a:cubicBezTo>
                <a:lnTo>
                  <a:pt x="1883178" y="24622"/>
                </a:lnTo>
                <a:cubicBezTo>
                  <a:pt x="1878568" y="19732"/>
                  <a:pt x="1872944" y="17287"/>
                  <a:pt x="1866308" y="17287"/>
                </a:cubicBezTo>
                <a:cubicBezTo>
                  <a:pt x="1858346" y="17287"/>
                  <a:pt x="1852024" y="20116"/>
                  <a:pt x="1847344" y="25774"/>
                </a:cubicBezTo>
                <a:cubicBezTo>
                  <a:pt x="1842594" y="31502"/>
                  <a:pt x="1840220" y="39290"/>
                  <a:pt x="1840220" y="49139"/>
                </a:cubicBezTo>
                <a:cubicBezTo>
                  <a:pt x="1840220" y="59128"/>
                  <a:pt x="1842490" y="66986"/>
                  <a:pt x="1847030" y="72713"/>
                </a:cubicBezTo>
                <a:cubicBezTo>
                  <a:pt x="1851640" y="78511"/>
                  <a:pt x="1858066" y="81410"/>
                  <a:pt x="1866308" y="81410"/>
                </a:cubicBezTo>
                <a:cubicBezTo>
                  <a:pt x="1872664" y="81410"/>
                  <a:pt x="1877520" y="79803"/>
                  <a:pt x="1880872" y="76590"/>
                </a:cubicBezTo>
                <a:lnTo>
                  <a:pt x="1880872" y="55635"/>
                </a:lnTo>
                <a:lnTo>
                  <a:pt x="1864214" y="55635"/>
                </a:lnTo>
                <a:lnTo>
                  <a:pt x="1864214" y="48406"/>
                </a:lnTo>
                <a:lnTo>
                  <a:pt x="1888940" y="48406"/>
                </a:lnTo>
                <a:lnTo>
                  <a:pt x="1888940" y="80257"/>
                </a:lnTo>
                <a:cubicBezTo>
                  <a:pt x="1883282" y="86125"/>
                  <a:pt x="1875458" y="89058"/>
                  <a:pt x="1865470" y="89058"/>
                </a:cubicBezTo>
                <a:cubicBezTo>
                  <a:pt x="1855272" y="89058"/>
                  <a:pt x="1847066" y="85531"/>
                  <a:pt x="1840848" y="78476"/>
                </a:cubicBezTo>
                <a:cubicBezTo>
                  <a:pt x="1834492" y="71281"/>
                  <a:pt x="1831314" y="61572"/>
                  <a:pt x="1831314" y="49349"/>
                </a:cubicBezTo>
                <a:cubicBezTo>
                  <a:pt x="1831314" y="37195"/>
                  <a:pt x="1834596" y="27486"/>
                  <a:pt x="1841162" y="20221"/>
                </a:cubicBezTo>
                <a:cubicBezTo>
                  <a:pt x="1847518" y="13166"/>
                  <a:pt x="1855830" y="9639"/>
                  <a:pt x="1866098" y="9639"/>
                </a:cubicBezTo>
                <a:close/>
                <a:moveTo>
                  <a:pt x="1771888" y="9639"/>
                </a:moveTo>
                <a:cubicBezTo>
                  <a:pt x="1780828" y="9639"/>
                  <a:pt x="1788266" y="12782"/>
                  <a:pt x="1794204" y="19069"/>
                </a:cubicBezTo>
                <a:lnTo>
                  <a:pt x="1789594" y="24622"/>
                </a:lnTo>
                <a:cubicBezTo>
                  <a:pt x="1784496" y="19732"/>
                  <a:pt x="1778592" y="17287"/>
                  <a:pt x="1771888" y="17287"/>
                </a:cubicBezTo>
                <a:cubicBezTo>
                  <a:pt x="1767416" y="17287"/>
                  <a:pt x="1763820" y="18335"/>
                  <a:pt x="1761096" y="20431"/>
                </a:cubicBezTo>
                <a:cubicBezTo>
                  <a:pt x="1758372" y="22596"/>
                  <a:pt x="1757010" y="25460"/>
                  <a:pt x="1757010" y="29022"/>
                </a:cubicBezTo>
                <a:cubicBezTo>
                  <a:pt x="1757010" y="32515"/>
                  <a:pt x="1758406" y="35414"/>
                  <a:pt x="1761200" y="37719"/>
                </a:cubicBezTo>
                <a:cubicBezTo>
                  <a:pt x="1762806" y="39046"/>
                  <a:pt x="1765670" y="40582"/>
                  <a:pt x="1769792" y="42329"/>
                </a:cubicBezTo>
                <a:lnTo>
                  <a:pt x="1780898" y="47044"/>
                </a:lnTo>
                <a:cubicBezTo>
                  <a:pt x="1791516" y="51723"/>
                  <a:pt x="1796824" y="58569"/>
                  <a:pt x="1796824" y="67579"/>
                </a:cubicBezTo>
                <a:cubicBezTo>
                  <a:pt x="1796824" y="73726"/>
                  <a:pt x="1794518" y="78825"/>
                  <a:pt x="1789908" y="82877"/>
                </a:cubicBezTo>
                <a:cubicBezTo>
                  <a:pt x="1785088" y="86998"/>
                  <a:pt x="1778802" y="89058"/>
                  <a:pt x="1771050" y="89058"/>
                </a:cubicBezTo>
                <a:cubicBezTo>
                  <a:pt x="1760432" y="89058"/>
                  <a:pt x="1751562" y="85251"/>
                  <a:pt x="1744436" y="77638"/>
                </a:cubicBezTo>
                <a:lnTo>
                  <a:pt x="1749674" y="71666"/>
                </a:lnTo>
                <a:cubicBezTo>
                  <a:pt x="1755682" y="78162"/>
                  <a:pt x="1762842" y="81410"/>
                  <a:pt x="1771154" y="81410"/>
                </a:cubicBezTo>
                <a:cubicBezTo>
                  <a:pt x="1776322" y="81410"/>
                  <a:pt x="1780444" y="80187"/>
                  <a:pt x="1783518" y="77743"/>
                </a:cubicBezTo>
                <a:cubicBezTo>
                  <a:pt x="1786520" y="75368"/>
                  <a:pt x="1788022" y="72190"/>
                  <a:pt x="1788022" y="68208"/>
                </a:cubicBezTo>
                <a:cubicBezTo>
                  <a:pt x="1788022" y="64506"/>
                  <a:pt x="1786766" y="61502"/>
                  <a:pt x="1784250" y="59197"/>
                </a:cubicBezTo>
                <a:cubicBezTo>
                  <a:pt x="1782644" y="57800"/>
                  <a:pt x="1779536" y="56089"/>
                  <a:pt x="1774926" y="54063"/>
                </a:cubicBezTo>
                <a:lnTo>
                  <a:pt x="1763820" y="49139"/>
                </a:lnTo>
                <a:cubicBezTo>
                  <a:pt x="1753412" y="44669"/>
                  <a:pt x="1748208" y="38173"/>
                  <a:pt x="1748208" y="29651"/>
                </a:cubicBezTo>
                <a:cubicBezTo>
                  <a:pt x="1748208" y="23853"/>
                  <a:pt x="1750444" y="19069"/>
                  <a:pt x="1754914" y="15297"/>
                </a:cubicBezTo>
                <a:cubicBezTo>
                  <a:pt x="1759384" y="11525"/>
                  <a:pt x="1765042" y="9639"/>
                  <a:pt x="1771888" y="9639"/>
                </a:cubicBezTo>
                <a:close/>
                <a:moveTo>
                  <a:pt x="1556156" y="9639"/>
                </a:moveTo>
                <a:cubicBezTo>
                  <a:pt x="1563838" y="9639"/>
                  <a:pt x="1569916" y="12677"/>
                  <a:pt x="1574386" y="18754"/>
                </a:cubicBezTo>
                <a:cubicBezTo>
                  <a:pt x="1579206" y="25111"/>
                  <a:pt x="1581616" y="34121"/>
                  <a:pt x="1581616" y="45786"/>
                </a:cubicBezTo>
                <a:cubicBezTo>
                  <a:pt x="1581616" y="60455"/>
                  <a:pt x="1578822" y="71596"/>
                  <a:pt x="1573234" y="79209"/>
                </a:cubicBezTo>
                <a:cubicBezTo>
                  <a:pt x="1568344" y="85775"/>
                  <a:pt x="1561954" y="89058"/>
                  <a:pt x="1554060" y="89058"/>
                </a:cubicBezTo>
                <a:cubicBezTo>
                  <a:pt x="1546936" y="89058"/>
                  <a:pt x="1540928" y="86509"/>
                  <a:pt x="1536038" y="81410"/>
                </a:cubicBezTo>
                <a:lnTo>
                  <a:pt x="1540754" y="76066"/>
                </a:lnTo>
                <a:cubicBezTo>
                  <a:pt x="1544316" y="79978"/>
                  <a:pt x="1548682" y="81934"/>
                  <a:pt x="1553850" y="81934"/>
                </a:cubicBezTo>
                <a:cubicBezTo>
                  <a:pt x="1559368" y="81934"/>
                  <a:pt x="1563804" y="79489"/>
                  <a:pt x="1567158" y="74599"/>
                </a:cubicBezTo>
                <a:cubicBezTo>
                  <a:pt x="1571068" y="68942"/>
                  <a:pt x="1573198" y="60315"/>
                  <a:pt x="1573548" y="48720"/>
                </a:cubicBezTo>
                <a:cubicBezTo>
                  <a:pt x="1568240" y="55216"/>
                  <a:pt x="1562232" y="58464"/>
                  <a:pt x="1555526" y="58464"/>
                </a:cubicBezTo>
                <a:cubicBezTo>
                  <a:pt x="1549030" y="58464"/>
                  <a:pt x="1543932" y="56438"/>
                  <a:pt x="1540230" y="52387"/>
                </a:cubicBezTo>
                <a:cubicBezTo>
                  <a:pt x="1536458" y="48126"/>
                  <a:pt x="1534572" y="42119"/>
                  <a:pt x="1534572" y="34366"/>
                </a:cubicBezTo>
                <a:cubicBezTo>
                  <a:pt x="1534572" y="27171"/>
                  <a:pt x="1536702" y="21199"/>
                  <a:pt x="1540964" y="16449"/>
                </a:cubicBezTo>
                <a:cubicBezTo>
                  <a:pt x="1545084" y="11909"/>
                  <a:pt x="1550148" y="9639"/>
                  <a:pt x="1556156" y="9639"/>
                </a:cubicBezTo>
                <a:close/>
                <a:moveTo>
                  <a:pt x="194356" y="9639"/>
                </a:moveTo>
                <a:lnTo>
                  <a:pt x="198652" y="11001"/>
                </a:lnTo>
                <a:cubicBezTo>
                  <a:pt x="195160" y="34680"/>
                  <a:pt x="187826" y="53959"/>
                  <a:pt x="176650" y="68837"/>
                </a:cubicBezTo>
                <a:cubicBezTo>
                  <a:pt x="182866" y="76660"/>
                  <a:pt x="191354" y="83889"/>
                  <a:pt x="202110" y="90525"/>
                </a:cubicBezTo>
                <a:cubicBezTo>
                  <a:pt x="199944" y="92132"/>
                  <a:pt x="198304" y="94018"/>
                  <a:pt x="197186" y="96183"/>
                </a:cubicBezTo>
                <a:cubicBezTo>
                  <a:pt x="186638" y="89338"/>
                  <a:pt x="178292" y="82108"/>
                  <a:pt x="172144" y="74495"/>
                </a:cubicBezTo>
                <a:cubicBezTo>
                  <a:pt x="164112" y="83645"/>
                  <a:pt x="154682" y="90665"/>
                  <a:pt x="143856" y="95554"/>
                </a:cubicBezTo>
                <a:cubicBezTo>
                  <a:pt x="142668" y="93179"/>
                  <a:pt x="141236" y="91259"/>
                  <a:pt x="139560" y="89792"/>
                </a:cubicBezTo>
                <a:cubicBezTo>
                  <a:pt x="150246" y="85391"/>
                  <a:pt x="159712" y="78406"/>
                  <a:pt x="167954" y="68837"/>
                </a:cubicBezTo>
                <a:cubicBezTo>
                  <a:pt x="159362" y="56264"/>
                  <a:pt x="153146" y="38871"/>
                  <a:pt x="149304" y="16659"/>
                </a:cubicBezTo>
                <a:lnTo>
                  <a:pt x="145322" y="16659"/>
                </a:lnTo>
                <a:lnTo>
                  <a:pt x="145322" y="9953"/>
                </a:lnTo>
                <a:lnTo>
                  <a:pt x="193100" y="9953"/>
                </a:lnTo>
                <a:close/>
                <a:moveTo>
                  <a:pt x="1337918" y="9534"/>
                </a:moveTo>
                <a:cubicBezTo>
                  <a:pt x="1344414" y="9604"/>
                  <a:pt x="1349618" y="11280"/>
                  <a:pt x="1353530" y="14563"/>
                </a:cubicBezTo>
                <a:cubicBezTo>
                  <a:pt x="1357652" y="17986"/>
                  <a:pt x="1359712" y="22666"/>
                  <a:pt x="1359712" y="28603"/>
                </a:cubicBezTo>
                <a:cubicBezTo>
                  <a:pt x="1359712" y="37753"/>
                  <a:pt x="1355136" y="43970"/>
                  <a:pt x="1345986" y="47253"/>
                </a:cubicBezTo>
                <a:lnTo>
                  <a:pt x="1345986" y="47672"/>
                </a:lnTo>
                <a:cubicBezTo>
                  <a:pt x="1350736" y="48790"/>
                  <a:pt x="1354578" y="50990"/>
                  <a:pt x="1357512" y="54273"/>
                </a:cubicBezTo>
                <a:cubicBezTo>
                  <a:pt x="1360724" y="57835"/>
                  <a:pt x="1362332" y="62166"/>
                  <a:pt x="1362332" y="67265"/>
                </a:cubicBezTo>
                <a:cubicBezTo>
                  <a:pt x="1362332" y="73901"/>
                  <a:pt x="1359992" y="79244"/>
                  <a:pt x="1355312" y="83296"/>
                </a:cubicBezTo>
                <a:cubicBezTo>
                  <a:pt x="1350842" y="87137"/>
                  <a:pt x="1345148" y="89058"/>
                  <a:pt x="1338234" y="89058"/>
                </a:cubicBezTo>
                <a:cubicBezTo>
                  <a:pt x="1328454" y="89058"/>
                  <a:pt x="1320352" y="85566"/>
                  <a:pt x="1313926" y="78581"/>
                </a:cubicBezTo>
                <a:lnTo>
                  <a:pt x="1318326" y="73028"/>
                </a:lnTo>
                <a:cubicBezTo>
                  <a:pt x="1324124" y="78965"/>
                  <a:pt x="1330584" y="81934"/>
                  <a:pt x="1337710" y="81934"/>
                </a:cubicBezTo>
                <a:cubicBezTo>
                  <a:pt x="1342458" y="81934"/>
                  <a:pt x="1346300" y="80606"/>
                  <a:pt x="1349234" y="77952"/>
                </a:cubicBezTo>
                <a:cubicBezTo>
                  <a:pt x="1352238" y="75158"/>
                  <a:pt x="1353740" y="71526"/>
                  <a:pt x="1353740" y="67056"/>
                </a:cubicBezTo>
                <a:cubicBezTo>
                  <a:pt x="1353740" y="56438"/>
                  <a:pt x="1345638" y="51130"/>
                  <a:pt x="1329432" y="51130"/>
                </a:cubicBezTo>
                <a:lnTo>
                  <a:pt x="1329432" y="44424"/>
                </a:lnTo>
                <a:cubicBezTo>
                  <a:pt x="1343822" y="44424"/>
                  <a:pt x="1351016" y="39360"/>
                  <a:pt x="1351016" y="29232"/>
                </a:cubicBezTo>
                <a:cubicBezTo>
                  <a:pt x="1351016" y="25390"/>
                  <a:pt x="1349828" y="22317"/>
                  <a:pt x="1347454" y="20012"/>
                </a:cubicBezTo>
                <a:cubicBezTo>
                  <a:pt x="1345008" y="17707"/>
                  <a:pt x="1341726" y="16519"/>
                  <a:pt x="1337604" y="16449"/>
                </a:cubicBezTo>
                <a:cubicBezTo>
                  <a:pt x="1331806" y="16519"/>
                  <a:pt x="1326428" y="19104"/>
                  <a:pt x="1321470" y="24203"/>
                </a:cubicBezTo>
                <a:lnTo>
                  <a:pt x="1316754" y="18650"/>
                </a:lnTo>
                <a:cubicBezTo>
                  <a:pt x="1323320" y="12642"/>
                  <a:pt x="1330374" y="9604"/>
                  <a:pt x="1337918" y="9534"/>
                </a:cubicBezTo>
                <a:close/>
                <a:moveTo>
                  <a:pt x="1101660" y="4295"/>
                </a:moveTo>
                <a:lnTo>
                  <a:pt x="1110148" y="4295"/>
                </a:lnTo>
                <a:lnTo>
                  <a:pt x="1110148" y="77952"/>
                </a:lnTo>
                <a:cubicBezTo>
                  <a:pt x="1110148" y="80606"/>
                  <a:pt x="1111020" y="81934"/>
                  <a:pt x="1112766" y="81934"/>
                </a:cubicBezTo>
                <a:cubicBezTo>
                  <a:pt x="1113396" y="81934"/>
                  <a:pt x="1114058" y="81864"/>
                  <a:pt x="1114758" y="81724"/>
                </a:cubicBezTo>
                <a:lnTo>
                  <a:pt x="1116014" y="88325"/>
                </a:lnTo>
                <a:cubicBezTo>
                  <a:pt x="1114408" y="88814"/>
                  <a:pt x="1112696" y="89058"/>
                  <a:pt x="1110880" y="89058"/>
                </a:cubicBezTo>
                <a:cubicBezTo>
                  <a:pt x="1104734" y="89058"/>
                  <a:pt x="1101660" y="85147"/>
                  <a:pt x="1101660" y="77324"/>
                </a:cubicBezTo>
                <a:close/>
                <a:moveTo>
                  <a:pt x="539686" y="4295"/>
                </a:moveTo>
                <a:lnTo>
                  <a:pt x="548172" y="4295"/>
                </a:lnTo>
                <a:lnTo>
                  <a:pt x="548172" y="77952"/>
                </a:lnTo>
                <a:cubicBezTo>
                  <a:pt x="548172" y="80606"/>
                  <a:pt x="549046" y="81934"/>
                  <a:pt x="550792" y="81934"/>
                </a:cubicBezTo>
                <a:cubicBezTo>
                  <a:pt x="551420" y="81934"/>
                  <a:pt x="552084" y="81864"/>
                  <a:pt x="552782" y="81724"/>
                </a:cubicBezTo>
                <a:lnTo>
                  <a:pt x="554040" y="88325"/>
                </a:lnTo>
                <a:cubicBezTo>
                  <a:pt x="552434" y="88814"/>
                  <a:pt x="550722" y="89058"/>
                  <a:pt x="548906" y="89058"/>
                </a:cubicBezTo>
                <a:cubicBezTo>
                  <a:pt x="542758" y="89058"/>
                  <a:pt x="539686" y="85147"/>
                  <a:pt x="539686" y="77324"/>
                </a:cubicBezTo>
                <a:close/>
                <a:moveTo>
                  <a:pt x="1090374" y="2933"/>
                </a:moveTo>
                <a:cubicBezTo>
                  <a:pt x="1093586" y="2933"/>
                  <a:pt x="1096626" y="3562"/>
                  <a:pt x="1099488" y="4819"/>
                </a:cubicBezTo>
                <a:lnTo>
                  <a:pt x="1097602" y="11420"/>
                </a:lnTo>
                <a:cubicBezTo>
                  <a:pt x="1095438" y="10372"/>
                  <a:pt x="1093272" y="9848"/>
                  <a:pt x="1091106" y="9848"/>
                </a:cubicBezTo>
                <a:cubicBezTo>
                  <a:pt x="1085658" y="9848"/>
                  <a:pt x="1082934" y="13690"/>
                  <a:pt x="1082934" y="21374"/>
                </a:cubicBezTo>
                <a:lnTo>
                  <a:pt x="1082934" y="31118"/>
                </a:lnTo>
                <a:lnTo>
                  <a:pt x="1095088" y="31118"/>
                </a:lnTo>
                <a:lnTo>
                  <a:pt x="1095088" y="38138"/>
                </a:lnTo>
                <a:lnTo>
                  <a:pt x="1082934" y="38138"/>
                </a:lnTo>
                <a:lnTo>
                  <a:pt x="1082934" y="87696"/>
                </a:lnTo>
                <a:lnTo>
                  <a:pt x="1074342" y="87696"/>
                </a:lnTo>
                <a:lnTo>
                  <a:pt x="1074342" y="38138"/>
                </a:lnTo>
                <a:lnTo>
                  <a:pt x="1066590" y="38138"/>
                </a:lnTo>
                <a:lnTo>
                  <a:pt x="1066590" y="31642"/>
                </a:lnTo>
                <a:lnTo>
                  <a:pt x="1074342" y="31118"/>
                </a:lnTo>
                <a:lnTo>
                  <a:pt x="1074342" y="21269"/>
                </a:lnTo>
                <a:cubicBezTo>
                  <a:pt x="1074342" y="9045"/>
                  <a:pt x="1079686" y="2933"/>
                  <a:pt x="1090374" y="2933"/>
                </a:cubicBezTo>
                <a:close/>
                <a:moveTo>
                  <a:pt x="90524" y="1047"/>
                </a:moveTo>
                <a:lnTo>
                  <a:pt x="95134" y="7019"/>
                </a:lnTo>
                <a:cubicBezTo>
                  <a:pt x="83750" y="9674"/>
                  <a:pt x="69954" y="11665"/>
                  <a:pt x="53748" y="12992"/>
                </a:cubicBezTo>
                <a:lnTo>
                  <a:pt x="53748" y="30908"/>
                </a:lnTo>
                <a:lnTo>
                  <a:pt x="88010" y="30908"/>
                </a:lnTo>
                <a:lnTo>
                  <a:pt x="89268" y="30594"/>
                </a:lnTo>
                <a:lnTo>
                  <a:pt x="93354" y="31851"/>
                </a:lnTo>
                <a:cubicBezTo>
                  <a:pt x="90840" y="49244"/>
                  <a:pt x="85670" y="63598"/>
                  <a:pt x="77846" y="74914"/>
                </a:cubicBezTo>
                <a:cubicBezTo>
                  <a:pt x="83016" y="81829"/>
                  <a:pt x="89302" y="86928"/>
                  <a:pt x="96706" y="90211"/>
                </a:cubicBezTo>
                <a:cubicBezTo>
                  <a:pt x="94680" y="91957"/>
                  <a:pt x="93110" y="93843"/>
                  <a:pt x="91992" y="95869"/>
                </a:cubicBezTo>
                <a:cubicBezTo>
                  <a:pt x="84798" y="92097"/>
                  <a:pt x="78720" y="86893"/>
                  <a:pt x="73760" y="80257"/>
                </a:cubicBezTo>
                <a:cubicBezTo>
                  <a:pt x="68172" y="86893"/>
                  <a:pt x="61642" y="92097"/>
                  <a:pt x="54168" y="95869"/>
                </a:cubicBezTo>
                <a:cubicBezTo>
                  <a:pt x="53050" y="93773"/>
                  <a:pt x="51654" y="91887"/>
                  <a:pt x="49976" y="90211"/>
                </a:cubicBezTo>
                <a:cubicBezTo>
                  <a:pt x="57520" y="86858"/>
                  <a:pt x="64122" y="81619"/>
                  <a:pt x="69780" y="74495"/>
                </a:cubicBezTo>
                <a:cubicBezTo>
                  <a:pt x="63982" y="64785"/>
                  <a:pt x="59512" y="52387"/>
                  <a:pt x="56368" y="37299"/>
                </a:cubicBezTo>
                <a:lnTo>
                  <a:pt x="53748" y="37299"/>
                </a:lnTo>
                <a:lnTo>
                  <a:pt x="53748" y="43586"/>
                </a:lnTo>
                <a:cubicBezTo>
                  <a:pt x="53748" y="67335"/>
                  <a:pt x="50360" y="84832"/>
                  <a:pt x="43586" y="96078"/>
                </a:cubicBezTo>
                <a:cubicBezTo>
                  <a:pt x="41978" y="94472"/>
                  <a:pt x="40128" y="93179"/>
                  <a:pt x="38032" y="92202"/>
                </a:cubicBezTo>
                <a:cubicBezTo>
                  <a:pt x="44110" y="81724"/>
                  <a:pt x="47148" y="65519"/>
                  <a:pt x="47148" y="43586"/>
                </a:cubicBezTo>
                <a:lnTo>
                  <a:pt x="47148" y="7543"/>
                </a:lnTo>
                <a:cubicBezTo>
                  <a:pt x="66148" y="5867"/>
                  <a:pt x="80606" y="3702"/>
                  <a:pt x="90524" y="1047"/>
                </a:cubicBezTo>
                <a:close/>
                <a:moveTo>
                  <a:pt x="254602" y="209"/>
                </a:moveTo>
                <a:lnTo>
                  <a:pt x="261832" y="209"/>
                </a:lnTo>
                <a:lnTo>
                  <a:pt x="261832" y="12992"/>
                </a:lnTo>
                <a:lnTo>
                  <a:pt x="300284" y="12992"/>
                </a:lnTo>
                <a:lnTo>
                  <a:pt x="300284" y="19697"/>
                </a:lnTo>
                <a:lnTo>
                  <a:pt x="261832" y="19697"/>
                </a:lnTo>
                <a:lnTo>
                  <a:pt x="261832" y="46520"/>
                </a:lnTo>
                <a:lnTo>
                  <a:pt x="304580" y="46520"/>
                </a:lnTo>
                <a:lnTo>
                  <a:pt x="304580" y="53120"/>
                </a:lnTo>
                <a:lnTo>
                  <a:pt x="266862" y="53120"/>
                </a:lnTo>
                <a:cubicBezTo>
                  <a:pt x="277828" y="67859"/>
                  <a:pt x="291134" y="78651"/>
                  <a:pt x="306780" y="85496"/>
                </a:cubicBezTo>
                <a:cubicBezTo>
                  <a:pt x="305174" y="86893"/>
                  <a:pt x="303568" y="88814"/>
                  <a:pt x="301960" y="91259"/>
                </a:cubicBezTo>
                <a:cubicBezTo>
                  <a:pt x="286244" y="83505"/>
                  <a:pt x="272868" y="71910"/>
                  <a:pt x="261832" y="56473"/>
                </a:cubicBezTo>
                <a:lnTo>
                  <a:pt x="261832" y="95554"/>
                </a:lnTo>
                <a:lnTo>
                  <a:pt x="254602" y="95554"/>
                </a:lnTo>
                <a:lnTo>
                  <a:pt x="254602" y="56788"/>
                </a:lnTo>
                <a:cubicBezTo>
                  <a:pt x="243916" y="71666"/>
                  <a:pt x="230714" y="83051"/>
                  <a:pt x="214998" y="90944"/>
                </a:cubicBezTo>
                <a:cubicBezTo>
                  <a:pt x="213530" y="88709"/>
                  <a:pt x="211890" y="86788"/>
                  <a:pt x="210074" y="85182"/>
                </a:cubicBezTo>
                <a:cubicBezTo>
                  <a:pt x="225860" y="78406"/>
                  <a:pt x="239060" y="67719"/>
                  <a:pt x="249678" y="53120"/>
                </a:cubicBezTo>
                <a:lnTo>
                  <a:pt x="212168" y="53120"/>
                </a:lnTo>
                <a:lnTo>
                  <a:pt x="212168" y="46520"/>
                </a:lnTo>
                <a:lnTo>
                  <a:pt x="254602" y="46520"/>
                </a:lnTo>
                <a:lnTo>
                  <a:pt x="254602" y="19697"/>
                </a:lnTo>
                <a:lnTo>
                  <a:pt x="217198" y="19697"/>
                </a:lnTo>
                <a:lnTo>
                  <a:pt x="217198" y="12992"/>
                </a:lnTo>
                <a:lnTo>
                  <a:pt x="254602" y="12992"/>
                </a:lnTo>
                <a:close/>
                <a:moveTo>
                  <a:pt x="124052" y="104"/>
                </a:moveTo>
                <a:lnTo>
                  <a:pt x="130864" y="104"/>
                </a:lnTo>
                <a:lnTo>
                  <a:pt x="130864" y="22526"/>
                </a:lnTo>
                <a:lnTo>
                  <a:pt x="145112" y="22526"/>
                </a:lnTo>
                <a:lnTo>
                  <a:pt x="145112" y="29127"/>
                </a:lnTo>
                <a:lnTo>
                  <a:pt x="130864" y="29127"/>
                </a:lnTo>
                <a:lnTo>
                  <a:pt x="130864" y="33318"/>
                </a:lnTo>
                <a:cubicBezTo>
                  <a:pt x="134216" y="36671"/>
                  <a:pt x="140084" y="43411"/>
                  <a:pt x="148466" y="53540"/>
                </a:cubicBezTo>
                <a:lnTo>
                  <a:pt x="144064" y="59721"/>
                </a:lnTo>
                <a:cubicBezTo>
                  <a:pt x="141132" y="54972"/>
                  <a:pt x="136730" y="48860"/>
                  <a:pt x="130864" y="41386"/>
                </a:cubicBezTo>
                <a:lnTo>
                  <a:pt x="130864" y="95450"/>
                </a:lnTo>
                <a:lnTo>
                  <a:pt x="124052" y="95450"/>
                </a:lnTo>
                <a:lnTo>
                  <a:pt x="124052" y="41281"/>
                </a:lnTo>
                <a:cubicBezTo>
                  <a:pt x="119302" y="56508"/>
                  <a:pt x="113854" y="68173"/>
                  <a:pt x="107708" y="76276"/>
                </a:cubicBezTo>
                <a:cubicBezTo>
                  <a:pt x="106660" y="73831"/>
                  <a:pt x="105264" y="71596"/>
                  <a:pt x="103516" y="69570"/>
                </a:cubicBezTo>
                <a:cubicBezTo>
                  <a:pt x="111550" y="60071"/>
                  <a:pt x="117732" y="46590"/>
                  <a:pt x="122062" y="29127"/>
                </a:cubicBezTo>
                <a:lnTo>
                  <a:pt x="106346" y="29127"/>
                </a:lnTo>
                <a:lnTo>
                  <a:pt x="106346" y="22526"/>
                </a:lnTo>
                <a:lnTo>
                  <a:pt x="124052" y="22526"/>
                </a:lnTo>
                <a:close/>
                <a:moveTo>
                  <a:pt x="358958" y="0"/>
                </a:moveTo>
                <a:lnTo>
                  <a:pt x="366816" y="1152"/>
                </a:lnTo>
                <a:cubicBezTo>
                  <a:pt x="364930" y="6461"/>
                  <a:pt x="363184" y="10896"/>
                  <a:pt x="361578" y="14459"/>
                </a:cubicBezTo>
                <a:lnTo>
                  <a:pt x="399402" y="14459"/>
                </a:lnTo>
                <a:lnTo>
                  <a:pt x="399402" y="95240"/>
                </a:lnTo>
                <a:lnTo>
                  <a:pt x="392172" y="95240"/>
                </a:lnTo>
                <a:lnTo>
                  <a:pt x="392172" y="89792"/>
                </a:lnTo>
                <a:lnTo>
                  <a:pt x="335384" y="89792"/>
                </a:lnTo>
                <a:lnTo>
                  <a:pt x="335384" y="95764"/>
                </a:lnTo>
                <a:lnTo>
                  <a:pt x="328364" y="95764"/>
                </a:lnTo>
                <a:lnTo>
                  <a:pt x="328364" y="14459"/>
                </a:lnTo>
                <a:lnTo>
                  <a:pt x="354558" y="14459"/>
                </a:lnTo>
                <a:cubicBezTo>
                  <a:pt x="356304" y="9988"/>
                  <a:pt x="357770" y="5168"/>
                  <a:pt x="358958" y="0"/>
                </a:cubicBezTo>
                <a:close/>
                <a:moveTo>
                  <a:pt x="26298" y="0"/>
                </a:moveTo>
                <a:lnTo>
                  <a:pt x="32688" y="0"/>
                </a:lnTo>
                <a:lnTo>
                  <a:pt x="32688" y="29337"/>
                </a:lnTo>
                <a:lnTo>
                  <a:pt x="42224" y="29337"/>
                </a:lnTo>
                <a:lnTo>
                  <a:pt x="42224" y="35623"/>
                </a:lnTo>
                <a:lnTo>
                  <a:pt x="14354" y="35623"/>
                </a:lnTo>
                <a:lnTo>
                  <a:pt x="14354" y="43796"/>
                </a:lnTo>
                <a:cubicBezTo>
                  <a:pt x="14354" y="47078"/>
                  <a:pt x="14318" y="49558"/>
                  <a:pt x="14248" y="51235"/>
                </a:cubicBezTo>
                <a:lnTo>
                  <a:pt x="35728" y="51235"/>
                </a:lnTo>
                <a:lnTo>
                  <a:pt x="35728" y="95554"/>
                </a:lnTo>
                <a:lnTo>
                  <a:pt x="29336" y="95554"/>
                </a:lnTo>
                <a:lnTo>
                  <a:pt x="29336" y="57521"/>
                </a:lnTo>
                <a:lnTo>
                  <a:pt x="14038" y="57521"/>
                </a:lnTo>
                <a:cubicBezTo>
                  <a:pt x="13130" y="74006"/>
                  <a:pt x="10128" y="86788"/>
                  <a:pt x="5028" y="95869"/>
                </a:cubicBezTo>
                <a:cubicBezTo>
                  <a:pt x="3632" y="94332"/>
                  <a:pt x="1954" y="92935"/>
                  <a:pt x="0" y="91678"/>
                </a:cubicBezTo>
                <a:cubicBezTo>
                  <a:pt x="5238" y="81549"/>
                  <a:pt x="7858" y="65589"/>
                  <a:pt x="7858" y="43796"/>
                </a:cubicBezTo>
                <a:lnTo>
                  <a:pt x="7858" y="2305"/>
                </a:lnTo>
                <a:lnTo>
                  <a:pt x="14354" y="2305"/>
                </a:lnTo>
                <a:lnTo>
                  <a:pt x="14354" y="29337"/>
                </a:lnTo>
                <a:lnTo>
                  <a:pt x="26298" y="29337"/>
                </a:lnTo>
                <a:close/>
              </a:path>
            </a:pathLst>
          </a:custGeom>
          <a:solidFill>
            <a:srgbClr val="E6E6E6"/>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fontAlgn="base"/>
            <a:endParaRPr lang="zh-CN" altLang="en-US" sz="800">
              <a:solidFill>
                <a:srgbClr val="E6E6E6"/>
              </a:solidFill>
            </a:endParaRPr>
          </a:p>
        </p:txBody>
      </p:sp>
      <p:sp>
        <p:nvSpPr>
          <p:cNvPr id="3" name="矩形 2">
            <a:extLst>
              <a:ext uri="{FF2B5EF4-FFF2-40B4-BE49-F238E27FC236}">
                <a16:creationId xmlns:a16="http://schemas.microsoft.com/office/drawing/2014/main" id="{C601F188-D72C-4D4B-9F32-8A9536FA8516}"/>
              </a:ext>
            </a:extLst>
          </p:cNvPr>
          <p:cNvSpPr/>
          <p:nvPr userDrawn="1"/>
        </p:nvSpPr>
        <p:spPr>
          <a:xfrm>
            <a:off x="-15098004" y="6488668"/>
            <a:ext cx="1197764" cy="369332"/>
          </a:xfrm>
          <a:prstGeom prst="rect">
            <a:avLst/>
          </a:prstGeom>
        </p:spPr>
        <p:txBody>
          <a:bodyPr wrap="none">
            <a:normAutofit/>
          </a:bodyPr>
          <a:lstStyle/>
          <a:p>
            <a:r>
              <a:rPr lang="vi-VN" altLang="vi-VN">
                <a:solidFill>
                  <a:srgbClr val="E6E6E6"/>
                </a:solidFill>
                <a:latin typeface="Noto Sans"/>
                <a:ea typeface="Noto Sans"/>
              </a:rPr>
              <a:t>61536760</a:t>
            </a:r>
            <a:endParaRPr lang="zh-CN" altLang="en-US">
              <a:solidFill>
                <a:srgbClr val="E6E6E6"/>
              </a:solidFill>
            </a:endParaRPr>
          </a:p>
        </p:txBody>
      </p:sp>
      <p:sp>
        <p:nvSpPr>
          <p:cNvPr id="13" name="任意多边形: 形状 12">
            <a:extLst>
              <a:ext uri="{FF2B5EF4-FFF2-40B4-BE49-F238E27FC236}">
                <a16:creationId xmlns:a16="http://schemas.microsoft.com/office/drawing/2014/main" id="{43E8D767-D9EE-4395-8251-8143BE208ECA}"/>
              </a:ext>
            </a:extLst>
          </p:cNvPr>
          <p:cNvSpPr>
            <a:spLocks noGrp="1"/>
          </p:cNvSpPr>
          <p:nvPr>
            <p:ph type="pic" sz="quarter" idx="10"/>
          </p:nvPr>
        </p:nvSpPr>
        <p:spPr>
          <a:xfrm>
            <a:off x="1819221" y="2667000"/>
            <a:ext cx="1854200" cy="1854200"/>
          </a:xfrm>
          <a:custGeom>
            <a:avLst/>
            <a:gdLst>
              <a:gd name="connsiteX0" fmla="*/ 927100 w 1854200"/>
              <a:gd name="connsiteY0" fmla="*/ 0 h 1854200"/>
              <a:gd name="connsiteX1" fmla="*/ 1854200 w 1854200"/>
              <a:gd name="connsiteY1" fmla="*/ 927100 h 1854200"/>
              <a:gd name="connsiteX2" fmla="*/ 927100 w 1854200"/>
              <a:gd name="connsiteY2" fmla="*/ 1854200 h 1854200"/>
              <a:gd name="connsiteX3" fmla="*/ 0 w 1854200"/>
              <a:gd name="connsiteY3" fmla="*/ 927100 h 1854200"/>
              <a:gd name="connsiteX4" fmla="*/ 927100 w 1854200"/>
              <a:gd name="connsiteY4" fmla="*/ 0 h 1854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4200" h="1854200">
                <a:moveTo>
                  <a:pt x="927100" y="0"/>
                </a:moveTo>
                <a:cubicBezTo>
                  <a:pt x="1439123" y="0"/>
                  <a:pt x="1854200" y="415077"/>
                  <a:pt x="1854200" y="927100"/>
                </a:cubicBezTo>
                <a:cubicBezTo>
                  <a:pt x="1854200" y="1439123"/>
                  <a:pt x="1439123" y="1854200"/>
                  <a:pt x="927100" y="1854200"/>
                </a:cubicBezTo>
                <a:cubicBezTo>
                  <a:pt x="415077" y="1854200"/>
                  <a:pt x="0" y="1439123"/>
                  <a:pt x="0" y="927100"/>
                </a:cubicBezTo>
                <a:cubicBezTo>
                  <a:pt x="0" y="415077"/>
                  <a:pt x="415077" y="0"/>
                  <a:pt x="927100" y="0"/>
                </a:cubicBezTo>
                <a:close/>
              </a:path>
            </a:pathLst>
          </a:custGeom>
        </p:spPr>
        <p:txBody>
          <a:bodyPr wrap="square">
            <a:noAutofit/>
          </a:bodyPr>
          <a:lstStyle/>
          <a:p>
            <a:endParaRPr lang="zh-CN" altLang="en-US"/>
          </a:p>
        </p:txBody>
      </p:sp>
      <p:sp>
        <p:nvSpPr>
          <p:cNvPr id="14" name="任意多边形: 形状 13">
            <a:extLst>
              <a:ext uri="{FF2B5EF4-FFF2-40B4-BE49-F238E27FC236}">
                <a16:creationId xmlns:a16="http://schemas.microsoft.com/office/drawing/2014/main" id="{F7331330-CFDB-4933-AA63-08D370140C44}"/>
              </a:ext>
            </a:extLst>
          </p:cNvPr>
          <p:cNvSpPr>
            <a:spLocks noGrp="1"/>
          </p:cNvSpPr>
          <p:nvPr>
            <p:ph type="pic" sz="quarter" idx="11"/>
          </p:nvPr>
        </p:nvSpPr>
        <p:spPr>
          <a:xfrm>
            <a:off x="3978221" y="2667000"/>
            <a:ext cx="1854200" cy="1854200"/>
          </a:xfrm>
          <a:custGeom>
            <a:avLst/>
            <a:gdLst>
              <a:gd name="connsiteX0" fmla="*/ 927100 w 1854200"/>
              <a:gd name="connsiteY0" fmla="*/ 0 h 1854200"/>
              <a:gd name="connsiteX1" fmla="*/ 1854200 w 1854200"/>
              <a:gd name="connsiteY1" fmla="*/ 927100 h 1854200"/>
              <a:gd name="connsiteX2" fmla="*/ 927100 w 1854200"/>
              <a:gd name="connsiteY2" fmla="*/ 1854200 h 1854200"/>
              <a:gd name="connsiteX3" fmla="*/ 0 w 1854200"/>
              <a:gd name="connsiteY3" fmla="*/ 927100 h 1854200"/>
              <a:gd name="connsiteX4" fmla="*/ 927100 w 1854200"/>
              <a:gd name="connsiteY4" fmla="*/ 0 h 1854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4200" h="1854200">
                <a:moveTo>
                  <a:pt x="927100" y="0"/>
                </a:moveTo>
                <a:cubicBezTo>
                  <a:pt x="1439123" y="0"/>
                  <a:pt x="1854200" y="415077"/>
                  <a:pt x="1854200" y="927100"/>
                </a:cubicBezTo>
                <a:cubicBezTo>
                  <a:pt x="1854200" y="1439123"/>
                  <a:pt x="1439123" y="1854200"/>
                  <a:pt x="927100" y="1854200"/>
                </a:cubicBezTo>
                <a:cubicBezTo>
                  <a:pt x="415077" y="1854200"/>
                  <a:pt x="0" y="1439123"/>
                  <a:pt x="0" y="927100"/>
                </a:cubicBezTo>
                <a:cubicBezTo>
                  <a:pt x="0" y="415077"/>
                  <a:pt x="415077" y="0"/>
                  <a:pt x="927100" y="0"/>
                </a:cubicBezTo>
                <a:close/>
              </a:path>
            </a:pathLst>
          </a:custGeom>
        </p:spPr>
        <p:txBody>
          <a:bodyPr wrap="square">
            <a:noAutofit/>
          </a:bodyPr>
          <a:lstStyle/>
          <a:p>
            <a:endParaRPr lang="zh-CN" altLang="en-US"/>
          </a:p>
        </p:txBody>
      </p:sp>
      <p:sp>
        <p:nvSpPr>
          <p:cNvPr id="15" name="任意多边形: 形状 14">
            <a:extLst>
              <a:ext uri="{FF2B5EF4-FFF2-40B4-BE49-F238E27FC236}">
                <a16:creationId xmlns:a16="http://schemas.microsoft.com/office/drawing/2014/main" id="{340E4B72-D5E5-4136-AB09-66BD7103AB0E}"/>
              </a:ext>
            </a:extLst>
          </p:cNvPr>
          <p:cNvSpPr>
            <a:spLocks noGrp="1"/>
          </p:cNvSpPr>
          <p:nvPr>
            <p:ph type="pic" sz="quarter" idx="12"/>
          </p:nvPr>
        </p:nvSpPr>
        <p:spPr>
          <a:xfrm>
            <a:off x="6137221" y="2667000"/>
            <a:ext cx="1854200" cy="1854200"/>
          </a:xfrm>
          <a:custGeom>
            <a:avLst/>
            <a:gdLst>
              <a:gd name="connsiteX0" fmla="*/ 927100 w 1854200"/>
              <a:gd name="connsiteY0" fmla="*/ 0 h 1854200"/>
              <a:gd name="connsiteX1" fmla="*/ 1854200 w 1854200"/>
              <a:gd name="connsiteY1" fmla="*/ 927100 h 1854200"/>
              <a:gd name="connsiteX2" fmla="*/ 927100 w 1854200"/>
              <a:gd name="connsiteY2" fmla="*/ 1854200 h 1854200"/>
              <a:gd name="connsiteX3" fmla="*/ 0 w 1854200"/>
              <a:gd name="connsiteY3" fmla="*/ 927100 h 1854200"/>
              <a:gd name="connsiteX4" fmla="*/ 927100 w 1854200"/>
              <a:gd name="connsiteY4" fmla="*/ 0 h 1854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4200" h="1854200">
                <a:moveTo>
                  <a:pt x="927100" y="0"/>
                </a:moveTo>
                <a:cubicBezTo>
                  <a:pt x="1439123" y="0"/>
                  <a:pt x="1854200" y="415077"/>
                  <a:pt x="1854200" y="927100"/>
                </a:cubicBezTo>
                <a:cubicBezTo>
                  <a:pt x="1854200" y="1439123"/>
                  <a:pt x="1439123" y="1854200"/>
                  <a:pt x="927100" y="1854200"/>
                </a:cubicBezTo>
                <a:cubicBezTo>
                  <a:pt x="415077" y="1854200"/>
                  <a:pt x="0" y="1439123"/>
                  <a:pt x="0" y="927100"/>
                </a:cubicBezTo>
                <a:cubicBezTo>
                  <a:pt x="0" y="415077"/>
                  <a:pt x="415077" y="0"/>
                  <a:pt x="927100" y="0"/>
                </a:cubicBezTo>
                <a:close/>
              </a:path>
            </a:pathLst>
          </a:custGeom>
        </p:spPr>
        <p:txBody>
          <a:bodyPr wrap="square">
            <a:noAutofit/>
          </a:bodyPr>
          <a:lstStyle/>
          <a:p>
            <a:endParaRPr lang="zh-CN" altLang="en-US"/>
          </a:p>
        </p:txBody>
      </p:sp>
      <p:sp>
        <p:nvSpPr>
          <p:cNvPr id="16" name="任意多边形: 形状 15">
            <a:extLst>
              <a:ext uri="{FF2B5EF4-FFF2-40B4-BE49-F238E27FC236}">
                <a16:creationId xmlns:a16="http://schemas.microsoft.com/office/drawing/2014/main" id="{ED5506FE-0D06-4247-ACE2-E049A9763922}"/>
              </a:ext>
            </a:extLst>
          </p:cNvPr>
          <p:cNvSpPr>
            <a:spLocks noGrp="1"/>
          </p:cNvSpPr>
          <p:nvPr>
            <p:ph type="pic" sz="quarter" idx="13"/>
          </p:nvPr>
        </p:nvSpPr>
        <p:spPr>
          <a:xfrm>
            <a:off x="8296221" y="2667000"/>
            <a:ext cx="1854200" cy="1854200"/>
          </a:xfrm>
          <a:custGeom>
            <a:avLst/>
            <a:gdLst>
              <a:gd name="connsiteX0" fmla="*/ 927100 w 1854200"/>
              <a:gd name="connsiteY0" fmla="*/ 0 h 1854200"/>
              <a:gd name="connsiteX1" fmla="*/ 1854200 w 1854200"/>
              <a:gd name="connsiteY1" fmla="*/ 927100 h 1854200"/>
              <a:gd name="connsiteX2" fmla="*/ 927100 w 1854200"/>
              <a:gd name="connsiteY2" fmla="*/ 1854200 h 1854200"/>
              <a:gd name="connsiteX3" fmla="*/ 0 w 1854200"/>
              <a:gd name="connsiteY3" fmla="*/ 927100 h 1854200"/>
              <a:gd name="connsiteX4" fmla="*/ 927100 w 1854200"/>
              <a:gd name="connsiteY4" fmla="*/ 0 h 1854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4200" h="1854200">
                <a:moveTo>
                  <a:pt x="927100" y="0"/>
                </a:moveTo>
                <a:cubicBezTo>
                  <a:pt x="1439123" y="0"/>
                  <a:pt x="1854200" y="415077"/>
                  <a:pt x="1854200" y="927100"/>
                </a:cubicBezTo>
                <a:cubicBezTo>
                  <a:pt x="1854200" y="1439123"/>
                  <a:pt x="1439123" y="1854200"/>
                  <a:pt x="927100" y="1854200"/>
                </a:cubicBezTo>
                <a:cubicBezTo>
                  <a:pt x="415077" y="1854200"/>
                  <a:pt x="0" y="1439123"/>
                  <a:pt x="0" y="927100"/>
                </a:cubicBezTo>
                <a:cubicBezTo>
                  <a:pt x="0" y="415077"/>
                  <a:pt x="415077" y="0"/>
                  <a:pt x="927100" y="0"/>
                </a:cubicBezTo>
                <a:close/>
              </a:path>
            </a:pathLst>
          </a:custGeom>
        </p:spPr>
        <p:txBody>
          <a:bodyPr wrap="square">
            <a:noAutofit/>
          </a:bodyPr>
          <a:lstStyle/>
          <a:p>
            <a:endParaRPr lang="zh-CN" altLang="en-US"/>
          </a:p>
        </p:txBody>
      </p:sp>
    </p:spTree>
    <p:extLst>
      <p:ext uri="{BB962C8B-B14F-4D97-AF65-F5344CB8AC3E}">
        <p14:creationId xmlns:p14="http://schemas.microsoft.com/office/powerpoint/2010/main" val="111577384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par>
                          <p:cTn id="8" fill="hold" nodeType="afterGroup">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down)">
                                      <p:cBhvr>
                                        <p:cTn id="11" dur="500"/>
                                        <p:tgtEl>
                                          <p:spTgt spid="14"/>
                                        </p:tgtEl>
                                      </p:cBhvr>
                                    </p:animEffect>
                                  </p:childTnLst>
                                </p:cTn>
                              </p:par>
                            </p:childTnLst>
                          </p:cTn>
                        </p:par>
                        <p:par>
                          <p:cTn id="12" fill="hold" nodeType="afterGroup">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down)">
                                      <p:cBhvr>
                                        <p:cTn id="15" dur="500"/>
                                        <p:tgtEl>
                                          <p:spTgt spid="15"/>
                                        </p:tgtEl>
                                      </p:cBhvr>
                                    </p:animEffect>
                                  </p:childTnLst>
                                </p:cTn>
                              </p:par>
                            </p:childTnLst>
                          </p:cTn>
                        </p:par>
                        <p:par>
                          <p:cTn id="16" fill="hold" nodeType="afterGroup">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down)">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6_空白">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40ECCD6-BC05-4722-B6B6-C3135ABE5BE2}"/>
              </a:ext>
            </a:extLst>
          </p:cNvPr>
          <p:cNvSpPr txBox="1"/>
          <p:nvPr userDrawn="1"/>
        </p:nvSpPr>
        <p:spPr>
          <a:xfrm>
            <a:off x="-32063823" y="5259227"/>
            <a:ext cx="1965874" cy="113995"/>
          </a:xfrm>
          <a:custGeom>
            <a:avLst/>
            <a:gdLst/>
            <a:ahLst/>
            <a:cxnLst/>
            <a:rect l="l" t="t" r="r" b="b"/>
            <a:pathLst>
              <a:path w="1965874" h="113994">
                <a:moveTo>
                  <a:pt x="891806" y="87487"/>
                </a:moveTo>
                <a:cubicBezTo>
                  <a:pt x="887684" y="90420"/>
                  <a:pt x="885624" y="93808"/>
                  <a:pt x="885624" y="97650"/>
                </a:cubicBezTo>
                <a:cubicBezTo>
                  <a:pt x="885624" y="100793"/>
                  <a:pt x="887126" y="103308"/>
                  <a:pt x="890130" y="105194"/>
                </a:cubicBezTo>
                <a:cubicBezTo>
                  <a:pt x="893134" y="107080"/>
                  <a:pt x="897290" y="108023"/>
                  <a:pt x="902598" y="108023"/>
                </a:cubicBezTo>
                <a:cubicBezTo>
                  <a:pt x="908046" y="108023"/>
                  <a:pt x="912586" y="106765"/>
                  <a:pt x="916218" y="104251"/>
                </a:cubicBezTo>
                <a:cubicBezTo>
                  <a:pt x="919572" y="101876"/>
                  <a:pt x="921248" y="99082"/>
                  <a:pt x="921248" y="95869"/>
                </a:cubicBezTo>
                <a:cubicBezTo>
                  <a:pt x="921248" y="90909"/>
                  <a:pt x="917302" y="88430"/>
                  <a:pt x="909408" y="88430"/>
                </a:cubicBezTo>
                <a:lnTo>
                  <a:pt x="899036" y="88430"/>
                </a:lnTo>
                <a:cubicBezTo>
                  <a:pt x="896870" y="88430"/>
                  <a:pt x="894460" y="88115"/>
                  <a:pt x="891806" y="87487"/>
                </a:cubicBezTo>
                <a:close/>
                <a:moveTo>
                  <a:pt x="429472" y="75438"/>
                </a:moveTo>
                <a:cubicBezTo>
                  <a:pt x="431288" y="75438"/>
                  <a:pt x="432824" y="76066"/>
                  <a:pt x="434082" y="77324"/>
                </a:cubicBezTo>
                <a:cubicBezTo>
                  <a:pt x="435340" y="78651"/>
                  <a:pt x="435968" y="80327"/>
                  <a:pt x="435968" y="82353"/>
                </a:cubicBezTo>
                <a:cubicBezTo>
                  <a:pt x="435968" y="84309"/>
                  <a:pt x="435340" y="85915"/>
                  <a:pt x="434082" y="87172"/>
                </a:cubicBezTo>
                <a:cubicBezTo>
                  <a:pt x="432824" y="88430"/>
                  <a:pt x="431288" y="89058"/>
                  <a:pt x="429472" y="89058"/>
                </a:cubicBezTo>
                <a:cubicBezTo>
                  <a:pt x="427726" y="89058"/>
                  <a:pt x="426224" y="88430"/>
                  <a:pt x="424966" y="87172"/>
                </a:cubicBezTo>
                <a:cubicBezTo>
                  <a:pt x="423710" y="85915"/>
                  <a:pt x="423080" y="84309"/>
                  <a:pt x="423080" y="82353"/>
                </a:cubicBezTo>
                <a:cubicBezTo>
                  <a:pt x="423080" y="80327"/>
                  <a:pt x="423710" y="78651"/>
                  <a:pt x="424966" y="77324"/>
                </a:cubicBezTo>
                <a:cubicBezTo>
                  <a:pt x="426224" y="76066"/>
                  <a:pt x="427726" y="75438"/>
                  <a:pt x="429472" y="75438"/>
                </a:cubicBezTo>
                <a:close/>
                <a:moveTo>
                  <a:pt x="335384" y="66846"/>
                </a:moveTo>
                <a:lnTo>
                  <a:pt x="335384" y="83191"/>
                </a:lnTo>
                <a:lnTo>
                  <a:pt x="392172" y="83191"/>
                </a:lnTo>
                <a:lnTo>
                  <a:pt x="392172" y="66846"/>
                </a:lnTo>
                <a:close/>
                <a:moveTo>
                  <a:pt x="856868" y="57731"/>
                </a:moveTo>
                <a:cubicBezTo>
                  <a:pt x="847158" y="58848"/>
                  <a:pt x="840174" y="60629"/>
                  <a:pt x="835914" y="63074"/>
                </a:cubicBezTo>
                <a:cubicBezTo>
                  <a:pt x="832002" y="65449"/>
                  <a:pt x="830046" y="68627"/>
                  <a:pt x="830046" y="72609"/>
                </a:cubicBezTo>
                <a:cubicBezTo>
                  <a:pt x="830046" y="78965"/>
                  <a:pt x="833538" y="82143"/>
                  <a:pt x="840524" y="82143"/>
                </a:cubicBezTo>
                <a:cubicBezTo>
                  <a:pt x="845552" y="82143"/>
                  <a:pt x="851000" y="79524"/>
                  <a:pt x="856868" y="74285"/>
                </a:cubicBezTo>
                <a:close/>
                <a:moveTo>
                  <a:pt x="482440" y="50606"/>
                </a:moveTo>
                <a:lnTo>
                  <a:pt x="482440" y="80781"/>
                </a:lnTo>
                <a:lnTo>
                  <a:pt x="496270" y="80781"/>
                </a:lnTo>
                <a:cubicBezTo>
                  <a:pt x="510870" y="80781"/>
                  <a:pt x="518168" y="75507"/>
                  <a:pt x="518168" y="64960"/>
                </a:cubicBezTo>
                <a:cubicBezTo>
                  <a:pt x="518168" y="55391"/>
                  <a:pt x="510870" y="50606"/>
                  <a:pt x="496270" y="50606"/>
                </a:cubicBezTo>
                <a:close/>
                <a:moveTo>
                  <a:pt x="1220056" y="49977"/>
                </a:moveTo>
                <a:cubicBezTo>
                  <a:pt x="1212652" y="54657"/>
                  <a:pt x="1208950" y="60664"/>
                  <a:pt x="1208950" y="67999"/>
                </a:cubicBezTo>
                <a:cubicBezTo>
                  <a:pt x="1208950" y="72190"/>
                  <a:pt x="1210522" y="75682"/>
                  <a:pt x="1213666" y="78476"/>
                </a:cubicBezTo>
                <a:cubicBezTo>
                  <a:pt x="1216878" y="81270"/>
                  <a:pt x="1220860" y="82667"/>
                  <a:pt x="1225610" y="82667"/>
                </a:cubicBezTo>
                <a:cubicBezTo>
                  <a:pt x="1230150" y="82667"/>
                  <a:pt x="1233886" y="81375"/>
                  <a:pt x="1236820" y="78790"/>
                </a:cubicBezTo>
                <a:cubicBezTo>
                  <a:pt x="1239614" y="76276"/>
                  <a:pt x="1241012" y="73063"/>
                  <a:pt x="1241012" y="69151"/>
                </a:cubicBezTo>
                <a:cubicBezTo>
                  <a:pt x="1241012" y="64401"/>
                  <a:pt x="1238916" y="60420"/>
                  <a:pt x="1234724" y="57207"/>
                </a:cubicBezTo>
                <a:cubicBezTo>
                  <a:pt x="1232140" y="55321"/>
                  <a:pt x="1227250" y="52911"/>
                  <a:pt x="1220056" y="49977"/>
                </a:cubicBezTo>
                <a:close/>
                <a:moveTo>
                  <a:pt x="335384" y="44215"/>
                </a:moveTo>
                <a:lnTo>
                  <a:pt x="335384" y="60350"/>
                </a:lnTo>
                <a:lnTo>
                  <a:pt x="392172" y="60350"/>
                </a:lnTo>
                <a:lnTo>
                  <a:pt x="392172" y="44215"/>
                </a:lnTo>
                <a:close/>
                <a:moveTo>
                  <a:pt x="62130" y="37299"/>
                </a:moveTo>
                <a:cubicBezTo>
                  <a:pt x="64786" y="49942"/>
                  <a:pt x="68662" y="60490"/>
                  <a:pt x="73760" y="68942"/>
                </a:cubicBezTo>
                <a:cubicBezTo>
                  <a:pt x="79558" y="60071"/>
                  <a:pt x="83644" y="49523"/>
                  <a:pt x="86020" y="37299"/>
                </a:cubicBezTo>
                <a:close/>
                <a:moveTo>
                  <a:pt x="961320" y="36880"/>
                </a:moveTo>
                <a:cubicBezTo>
                  <a:pt x="956220" y="36880"/>
                  <a:pt x="952100" y="38976"/>
                  <a:pt x="948956" y="43167"/>
                </a:cubicBezTo>
                <a:cubicBezTo>
                  <a:pt x="945742" y="47288"/>
                  <a:pt x="944136" y="52736"/>
                  <a:pt x="944136" y="59512"/>
                </a:cubicBezTo>
                <a:cubicBezTo>
                  <a:pt x="944136" y="66217"/>
                  <a:pt x="945742" y="71631"/>
                  <a:pt x="948956" y="75752"/>
                </a:cubicBezTo>
                <a:cubicBezTo>
                  <a:pt x="952100" y="79873"/>
                  <a:pt x="956220" y="81934"/>
                  <a:pt x="961320" y="81934"/>
                </a:cubicBezTo>
                <a:cubicBezTo>
                  <a:pt x="966418" y="81934"/>
                  <a:pt x="970574" y="79873"/>
                  <a:pt x="973788" y="75752"/>
                </a:cubicBezTo>
                <a:cubicBezTo>
                  <a:pt x="977000" y="71631"/>
                  <a:pt x="978608" y="66217"/>
                  <a:pt x="978608" y="59512"/>
                </a:cubicBezTo>
                <a:cubicBezTo>
                  <a:pt x="978608" y="52806"/>
                  <a:pt x="977000" y="47358"/>
                  <a:pt x="973788" y="43167"/>
                </a:cubicBezTo>
                <a:cubicBezTo>
                  <a:pt x="970574" y="38976"/>
                  <a:pt x="966418" y="36880"/>
                  <a:pt x="961320" y="36880"/>
                </a:cubicBezTo>
                <a:close/>
                <a:moveTo>
                  <a:pt x="655890" y="36566"/>
                </a:moveTo>
                <a:cubicBezTo>
                  <a:pt x="651560" y="36566"/>
                  <a:pt x="647822" y="38173"/>
                  <a:pt x="644680" y="41386"/>
                </a:cubicBezTo>
                <a:cubicBezTo>
                  <a:pt x="641396" y="44808"/>
                  <a:pt x="639476" y="49384"/>
                  <a:pt x="638918" y="55111"/>
                </a:cubicBezTo>
                <a:lnTo>
                  <a:pt x="670560" y="55111"/>
                </a:lnTo>
                <a:cubicBezTo>
                  <a:pt x="670560" y="42748"/>
                  <a:pt x="665670" y="36566"/>
                  <a:pt x="655890" y="36566"/>
                </a:cubicBezTo>
                <a:close/>
                <a:moveTo>
                  <a:pt x="901236" y="36042"/>
                </a:moveTo>
                <a:cubicBezTo>
                  <a:pt x="897604" y="36042"/>
                  <a:pt x="894600" y="37265"/>
                  <a:pt x="892224" y="39709"/>
                </a:cubicBezTo>
                <a:cubicBezTo>
                  <a:pt x="889780" y="42224"/>
                  <a:pt x="888558" y="45612"/>
                  <a:pt x="888558" y="49872"/>
                </a:cubicBezTo>
                <a:cubicBezTo>
                  <a:pt x="888558" y="53994"/>
                  <a:pt x="889816" y="57381"/>
                  <a:pt x="892330" y="60036"/>
                </a:cubicBezTo>
                <a:cubicBezTo>
                  <a:pt x="894774" y="62620"/>
                  <a:pt x="897744" y="63912"/>
                  <a:pt x="901236" y="63912"/>
                </a:cubicBezTo>
                <a:cubicBezTo>
                  <a:pt x="904728" y="63912"/>
                  <a:pt x="907696" y="62620"/>
                  <a:pt x="910142" y="60036"/>
                </a:cubicBezTo>
                <a:cubicBezTo>
                  <a:pt x="912656" y="57381"/>
                  <a:pt x="913914" y="53994"/>
                  <a:pt x="913914" y="49872"/>
                </a:cubicBezTo>
                <a:cubicBezTo>
                  <a:pt x="913914" y="45681"/>
                  <a:pt x="912656" y="42294"/>
                  <a:pt x="910142" y="39709"/>
                </a:cubicBezTo>
                <a:cubicBezTo>
                  <a:pt x="907766" y="37265"/>
                  <a:pt x="904798" y="36042"/>
                  <a:pt x="901236" y="36042"/>
                </a:cubicBezTo>
                <a:close/>
                <a:moveTo>
                  <a:pt x="429472" y="32689"/>
                </a:moveTo>
                <a:cubicBezTo>
                  <a:pt x="431288" y="32689"/>
                  <a:pt x="432824" y="33318"/>
                  <a:pt x="434082" y="34575"/>
                </a:cubicBezTo>
                <a:cubicBezTo>
                  <a:pt x="435340" y="35902"/>
                  <a:pt x="435968" y="37579"/>
                  <a:pt x="435968" y="39605"/>
                </a:cubicBezTo>
                <a:cubicBezTo>
                  <a:pt x="435968" y="41560"/>
                  <a:pt x="435340" y="43167"/>
                  <a:pt x="434082" y="44424"/>
                </a:cubicBezTo>
                <a:cubicBezTo>
                  <a:pt x="432824" y="45681"/>
                  <a:pt x="431288" y="46310"/>
                  <a:pt x="429472" y="46310"/>
                </a:cubicBezTo>
                <a:cubicBezTo>
                  <a:pt x="427726" y="46310"/>
                  <a:pt x="426224" y="45681"/>
                  <a:pt x="424966" y="44424"/>
                </a:cubicBezTo>
                <a:cubicBezTo>
                  <a:pt x="423710" y="43167"/>
                  <a:pt x="423080" y="41560"/>
                  <a:pt x="423080" y="39605"/>
                </a:cubicBezTo>
                <a:cubicBezTo>
                  <a:pt x="423080" y="37579"/>
                  <a:pt x="423710" y="35902"/>
                  <a:pt x="424966" y="34575"/>
                </a:cubicBezTo>
                <a:cubicBezTo>
                  <a:pt x="426224" y="33318"/>
                  <a:pt x="427726" y="32689"/>
                  <a:pt x="429472" y="32689"/>
                </a:cubicBezTo>
                <a:close/>
                <a:moveTo>
                  <a:pt x="1121644" y="31118"/>
                </a:moveTo>
                <a:lnTo>
                  <a:pt x="1130550" y="31118"/>
                </a:lnTo>
                <a:lnTo>
                  <a:pt x="1142600" y="63493"/>
                </a:lnTo>
                <a:lnTo>
                  <a:pt x="1148258" y="79419"/>
                </a:lnTo>
                <a:lnTo>
                  <a:pt x="1148780" y="79419"/>
                </a:lnTo>
                <a:cubicBezTo>
                  <a:pt x="1149130" y="78371"/>
                  <a:pt x="1149934" y="75682"/>
                  <a:pt x="1151190" y="71351"/>
                </a:cubicBezTo>
                <a:cubicBezTo>
                  <a:pt x="1152168" y="67999"/>
                  <a:pt x="1152972" y="65379"/>
                  <a:pt x="1153600" y="63493"/>
                </a:cubicBezTo>
                <a:lnTo>
                  <a:pt x="1164182" y="31118"/>
                </a:lnTo>
                <a:lnTo>
                  <a:pt x="1172564" y="31118"/>
                </a:lnTo>
                <a:lnTo>
                  <a:pt x="1150982" y="92935"/>
                </a:lnTo>
                <a:cubicBezTo>
                  <a:pt x="1146440" y="105927"/>
                  <a:pt x="1139560" y="112423"/>
                  <a:pt x="1130340" y="112423"/>
                </a:cubicBezTo>
                <a:cubicBezTo>
                  <a:pt x="1127896" y="112423"/>
                  <a:pt x="1125730" y="112039"/>
                  <a:pt x="1123844" y="111271"/>
                </a:cubicBezTo>
                <a:lnTo>
                  <a:pt x="1125626" y="104355"/>
                </a:lnTo>
                <a:cubicBezTo>
                  <a:pt x="1127162" y="104914"/>
                  <a:pt x="1128630" y="105194"/>
                  <a:pt x="1130026" y="105194"/>
                </a:cubicBezTo>
                <a:cubicBezTo>
                  <a:pt x="1135894" y="105194"/>
                  <a:pt x="1140294" y="100933"/>
                  <a:pt x="1143228" y="92411"/>
                </a:cubicBezTo>
                <a:lnTo>
                  <a:pt x="1144486" y="88011"/>
                </a:lnTo>
                <a:close/>
                <a:moveTo>
                  <a:pt x="567422" y="31118"/>
                </a:moveTo>
                <a:lnTo>
                  <a:pt x="575910" y="31118"/>
                </a:lnTo>
                <a:lnTo>
                  <a:pt x="575910" y="66008"/>
                </a:lnTo>
                <a:cubicBezTo>
                  <a:pt x="575910" y="71456"/>
                  <a:pt x="576782" y="75403"/>
                  <a:pt x="578528" y="77847"/>
                </a:cubicBezTo>
                <a:cubicBezTo>
                  <a:pt x="580274" y="80362"/>
                  <a:pt x="583138" y="81619"/>
                  <a:pt x="587120" y="81619"/>
                </a:cubicBezTo>
                <a:cubicBezTo>
                  <a:pt x="592290" y="81619"/>
                  <a:pt x="597598" y="78301"/>
                  <a:pt x="603046" y="71666"/>
                </a:cubicBezTo>
                <a:lnTo>
                  <a:pt x="603046" y="31118"/>
                </a:lnTo>
                <a:lnTo>
                  <a:pt x="611532" y="31118"/>
                </a:lnTo>
                <a:lnTo>
                  <a:pt x="611532" y="87696"/>
                </a:lnTo>
                <a:lnTo>
                  <a:pt x="604512" y="87696"/>
                </a:lnTo>
                <a:lnTo>
                  <a:pt x="603780" y="78686"/>
                </a:lnTo>
                <a:lnTo>
                  <a:pt x="603466" y="78686"/>
                </a:lnTo>
                <a:cubicBezTo>
                  <a:pt x="597458" y="85601"/>
                  <a:pt x="591172" y="89058"/>
                  <a:pt x="584606" y="89058"/>
                </a:cubicBezTo>
                <a:cubicBezTo>
                  <a:pt x="573150" y="89058"/>
                  <a:pt x="567422" y="81724"/>
                  <a:pt x="567422" y="67056"/>
                </a:cubicBezTo>
                <a:close/>
                <a:moveTo>
                  <a:pt x="1033548" y="29651"/>
                </a:moveTo>
                <a:cubicBezTo>
                  <a:pt x="1045072" y="29651"/>
                  <a:pt x="1050836" y="37020"/>
                  <a:pt x="1050836" y="51758"/>
                </a:cubicBezTo>
                <a:lnTo>
                  <a:pt x="1050836" y="87696"/>
                </a:lnTo>
                <a:lnTo>
                  <a:pt x="1042244" y="87696"/>
                </a:lnTo>
                <a:lnTo>
                  <a:pt x="1042244" y="52806"/>
                </a:lnTo>
                <a:cubicBezTo>
                  <a:pt x="1042244" y="42329"/>
                  <a:pt x="1038506" y="37090"/>
                  <a:pt x="1031032" y="37090"/>
                </a:cubicBezTo>
                <a:cubicBezTo>
                  <a:pt x="1026214" y="37090"/>
                  <a:pt x="1020834" y="40163"/>
                  <a:pt x="1014898" y="46310"/>
                </a:cubicBezTo>
                <a:lnTo>
                  <a:pt x="1014898" y="87696"/>
                </a:lnTo>
                <a:lnTo>
                  <a:pt x="1006410" y="87696"/>
                </a:lnTo>
                <a:lnTo>
                  <a:pt x="1006410" y="31118"/>
                </a:lnTo>
                <a:lnTo>
                  <a:pt x="1013326" y="31118"/>
                </a:lnTo>
                <a:lnTo>
                  <a:pt x="1014164" y="39395"/>
                </a:lnTo>
                <a:lnTo>
                  <a:pt x="1014478" y="39395"/>
                </a:lnTo>
                <a:cubicBezTo>
                  <a:pt x="1021114" y="32899"/>
                  <a:pt x="1027470" y="29651"/>
                  <a:pt x="1033548" y="29651"/>
                </a:cubicBezTo>
                <a:close/>
                <a:moveTo>
                  <a:pt x="961320" y="29651"/>
                </a:moveTo>
                <a:cubicBezTo>
                  <a:pt x="968584" y="29651"/>
                  <a:pt x="974660" y="32270"/>
                  <a:pt x="979550" y="37509"/>
                </a:cubicBezTo>
                <a:cubicBezTo>
                  <a:pt x="984788" y="43027"/>
                  <a:pt x="987408" y="50361"/>
                  <a:pt x="987408" y="59512"/>
                </a:cubicBezTo>
                <a:cubicBezTo>
                  <a:pt x="987408" y="68522"/>
                  <a:pt x="984788" y="75787"/>
                  <a:pt x="979550" y="81305"/>
                </a:cubicBezTo>
                <a:cubicBezTo>
                  <a:pt x="974660" y="86474"/>
                  <a:pt x="968584" y="89058"/>
                  <a:pt x="961320" y="89058"/>
                </a:cubicBezTo>
                <a:cubicBezTo>
                  <a:pt x="954124" y="89058"/>
                  <a:pt x="948082" y="86474"/>
                  <a:pt x="943194" y="81305"/>
                </a:cubicBezTo>
                <a:cubicBezTo>
                  <a:pt x="937954" y="75787"/>
                  <a:pt x="935334" y="68522"/>
                  <a:pt x="935334" y="59512"/>
                </a:cubicBezTo>
                <a:cubicBezTo>
                  <a:pt x="935334" y="50361"/>
                  <a:pt x="937954" y="43027"/>
                  <a:pt x="943194" y="37509"/>
                </a:cubicBezTo>
                <a:cubicBezTo>
                  <a:pt x="948012" y="32270"/>
                  <a:pt x="954054" y="29651"/>
                  <a:pt x="961320" y="29651"/>
                </a:cubicBezTo>
                <a:close/>
                <a:moveTo>
                  <a:pt x="901236" y="29651"/>
                </a:moveTo>
                <a:cubicBezTo>
                  <a:pt x="903820" y="29651"/>
                  <a:pt x="906440" y="30140"/>
                  <a:pt x="909094" y="31118"/>
                </a:cubicBezTo>
                <a:lnTo>
                  <a:pt x="928686" y="31118"/>
                </a:lnTo>
                <a:lnTo>
                  <a:pt x="928686" y="37719"/>
                </a:lnTo>
                <a:lnTo>
                  <a:pt x="916742" y="37719"/>
                </a:lnTo>
                <a:cubicBezTo>
                  <a:pt x="920026" y="40862"/>
                  <a:pt x="921666" y="44948"/>
                  <a:pt x="921666" y="49977"/>
                </a:cubicBezTo>
                <a:cubicBezTo>
                  <a:pt x="921666" y="55914"/>
                  <a:pt x="919676" y="60734"/>
                  <a:pt x="915694" y="64436"/>
                </a:cubicBezTo>
                <a:cubicBezTo>
                  <a:pt x="911852" y="67999"/>
                  <a:pt x="907034" y="69780"/>
                  <a:pt x="901236" y="69780"/>
                </a:cubicBezTo>
                <a:cubicBezTo>
                  <a:pt x="898092" y="69780"/>
                  <a:pt x="895194" y="69081"/>
                  <a:pt x="892540" y="67684"/>
                </a:cubicBezTo>
                <a:cubicBezTo>
                  <a:pt x="890024" y="69850"/>
                  <a:pt x="888768" y="72224"/>
                  <a:pt x="888768" y="74809"/>
                </a:cubicBezTo>
                <a:cubicBezTo>
                  <a:pt x="888768" y="79070"/>
                  <a:pt x="892120" y="81200"/>
                  <a:pt x="898826" y="81200"/>
                </a:cubicBezTo>
                <a:lnTo>
                  <a:pt x="910142" y="81200"/>
                </a:lnTo>
                <a:cubicBezTo>
                  <a:pt x="923134" y="81200"/>
                  <a:pt x="929630" y="85671"/>
                  <a:pt x="929630" y="94611"/>
                </a:cubicBezTo>
                <a:cubicBezTo>
                  <a:pt x="929630" y="99920"/>
                  <a:pt x="927080" y="104425"/>
                  <a:pt x="921982" y="108127"/>
                </a:cubicBezTo>
                <a:cubicBezTo>
                  <a:pt x="916602" y="112039"/>
                  <a:pt x="909758" y="113995"/>
                  <a:pt x="901446" y="113995"/>
                </a:cubicBezTo>
                <a:cubicBezTo>
                  <a:pt x="894390" y="113995"/>
                  <a:pt x="888768" y="112668"/>
                  <a:pt x="884576" y="110013"/>
                </a:cubicBezTo>
                <a:cubicBezTo>
                  <a:pt x="880246" y="107289"/>
                  <a:pt x="878080" y="103517"/>
                  <a:pt x="878080" y="98698"/>
                </a:cubicBezTo>
                <a:cubicBezTo>
                  <a:pt x="878080" y="93738"/>
                  <a:pt x="880874" y="89408"/>
                  <a:pt x="886462" y="85706"/>
                </a:cubicBezTo>
                <a:lnTo>
                  <a:pt x="886462" y="85286"/>
                </a:lnTo>
                <a:cubicBezTo>
                  <a:pt x="883040" y="83191"/>
                  <a:pt x="881328" y="80083"/>
                  <a:pt x="881328" y="75961"/>
                </a:cubicBezTo>
                <a:cubicBezTo>
                  <a:pt x="881328" y="72050"/>
                  <a:pt x="883424" y="68557"/>
                  <a:pt x="887614" y="65484"/>
                </a:cubicBezTo>
                <a:lnTo>
                  <a:pt x="887614" y="65065"/>
                </a:lnTo>
                <a:cubicBezTo>
                  <a:pt x="882726" y="61153"/>
                  <a:pt x="880280" y="56089"/>
                  <a:pt x="880280" y="49872"/>
                </a:cubicBezTo>
                <a:cubicBezTo>
                  <a:pt x="880280" y="43865"/>
                  <a:pt x="882342" y="38976"/>
                  <a:pt x="886462" y="35204"/>
                </a:cubicBezTo>
                <a:cubicBezTo>
                  <a:pt x="890444" y="31502"/>
                  <a:pt x="895368" y="29651"/>
                  <a:pt x="901236" y="29651"/>
                </a:cubicBezTo>
                <a:close/>
                <a:moveTo>
                  <a:pt x="846182" y="29651"/>
                </a:moveTo>
                <a:cubicBezTo>
                  <a:pt x="858964" y="29651"/>
                  <a:pt x="865354" y="37299"/>
                  <a:pt x="865354" y="52597"/>
                </a:cubicBezTo>
                <a:lnTo>
                  <a:pt x="865354" y="87696"/>
                </a:lnTo>
                <a:lnTo>
                  <a:pt x="858334" y="87696"/>
                </a:lnTo>
                <a:lnTo>
                  <a:pt x="857602" y="80781"/>
                </a:lnTo>
                <a:lnTo>
                  <a:pt x="857288" y="80781"/>
                </a:lnTo>
                <a:cubicBezTo>
                  <a:pt x="850792" y="86299"/>
                  <a:pt x="844434" y="89058"/>
                  <a:pt x="838218" y="89058"/>
                </a:cubicBezTo>
                <a:cubicBezTo>
                  <a:pt x="833398" y="89058"/>
                  <a:pt x="829486" y="87696"/>
                  <a:pt x="826484" y="84972"/>
                </a:cubicBezTo>
                <a:cubicBezTo>
                  <a:pt x="823340" y="82038"/>
                  <a:pt x="821768" y="78092"/>
                  <a:pt x="821768" y="73133"/>
                </a:cubicBezTo>
                <a:cubicBezTo>
                  <a:pt x="821768" y="66986"/>
                  <a:pt x="824598" y="62236"/>
                  <a:pt x="830256" y="58883"/>
                </a:cubicBezTo>
                <a:cubicBezTo>
                  <a:pt x="835704" y="55670"/>
                  <a:pt x="844574" y="53365"/>
                  <a:pt x="856868" y="51968"/>
                </a:cubicBezTo>
                <a:cubicBezTo>
                  <a:pt x="857008" y="41840"/>
                  <a:pt x="852992" y="36776"/>
                  <a:pt x="844818" y="36776"/>
                </a:cubicBezTo>
                <a:cubicBezTo>
                  <a:pt x="839300" y="36776"/>
                  <a:pt x="833574" y="38871"/>
                  <a:pt x="827636" y="43062"/>
                </a:cubicBezTo>
                <a:lnTo>
                  <a:pt x="824178" y="37090"/>
                </a:lnTo>
                <a:cubicBezTo>
                  <a:pt x="831722" y="32131"/>
                  <a:pt x="839056" y="29651"/>
                  <a:pt x="846182" y="29651"/>
                </a:cubicBezTo>
                <a:close/>
                <a:moveTo>
                  <a:pt x="811434" y="29651"/>
                </a:moveTo>
                <a:cubicBezTo>
                  <a:pt x="813738" y="29651"/>
                  <a:pt x="815730" y="30070"/>
                  <a:pt x="817406" y="30908"/>
                </a:cubicBezTo>
                <a:lnTo>
                  <a:pt x="815730" y="38347"/>
                </a:lnTo>
                <a:cubicBezTo>
                  <a:pt x="813844" y="37719"/>
                  <a:pt x="812062" y="37404"/>
                  <a:pt x="810386" y="37404"/>
                </a:cubicBezTo>
                <a:cubicBezTo>
                  <a:pt x="804170" y="37404"/>
                  <a:pt x="799314" y="41875"/>
                  <a:pt x="795822" y="50815"/>
                </a:cubicBezTo>
                <a:lnTo>
                  <a:pt x="795822" y="87696"/>
                </a:lnTo>
                <a:lnTo>
                  <a:pt x="787336" y="87696"/>
                </a:lnTo>
                <a:lnTo>
                  <a:pt x="787336" y="31118"/>
                </a:lnTo>
                <a:lnTo>
                  <a:pt x="794250" y="31118"/>
                </a:lnTo>
                <a:lnTo>
                  <a:pt x="795090" y="41490"/>
                </a:lnTo>
                <a:lnTo>
                  <a:pt x="795404" y="41490"/>
                </a:lnTo>
                <a:cubicBezTo>
                  <a:pt x="799664" y="33597"/>
                  <a:pt x="805008" y="29651"/>
                  <a:pt x="811434" y="29651"/>
                </a:cubicBezTo>
                <a:close/>
                <a:moveTo>
                  <a:pt x="655786" y="29651"/>
                </a:moveTo>
                <a:cubicBezTo>
                  <a:pt x="662840" y="29651"/>
                  <a:pt x="668324" y="32026"/>
                  <a:pt x="672236" y="36776"/>
                </a:cubicBezTo>
                <a:cubicBezTo>
                  <a:pt x="676148" y="41456"/>
                  <a:pt x="678102" y="47917"/>
                  <a:pt x="678102" y="56159"/>
                </a:cubicBezTo>
                <a:cubicBezTo>
                  <a:pt x="678102" y="58394"/>
                  <a:pt x="677964" y="60105"/>
                  <a:pt x="677684" y="61293"/>
                </a:cubicBezTo>
                <a:lnTo>
                  <a:pt x="639022" y="61293"/>
                </a:lnTo>
                <a:cubicBezTo>
                  <a:pt x="639302" y="67579"/>
                  <a:pt x="641188" y="72644"/>
                  <a:pt x="644680" y="76485"/>
                </a:cubicBezTo>
                <a:cubicBezTo>
                  <a:pt x="648172" y="80327"/>
                  <a:pt x="652748" y="82248"/>
                  <a:pt x="658406" y="82248"/>
                </a:cubicBezTo>
                <a:cubicBezTo>
                  <a:pt x="663434" y="82248"/>
                  <a:pt x="668220" y="80711"/>
                  <a:pt x="672760" y="77638"/>
                </a:cubicBezTo>
                <a:lnTo>
                  <a:pt x="675902" y="83296"/>
                </a:lnTo>
                <a:cubicBezTo>
                  <a:pt x="669896" y="87137"/>
                  <a:pt x="663714" y="89058"/>
                  <a:pt x="657358" y="89058"/>
                </a:cubicBezTo>
                <a:cubicBezTo>
                  <a:pt x="649674" y="89058"/>
                  <a:pt x="643352" y="86439"/>
                  <a:pt x="638394" y="81200"/>
                </a:cubicBezTo>
                <a:cubicBezTo>
                  <a:pt x="633154" y="75752"/>
                  <a:pt x="630536" y="68522"/>
                  <a:pt x="630536" y="59512"/>
                </a:cubicBezTo>
                <a:cubicBezTo>
                  <a:pt x="630536" y="50641"/>
                  <a:pt x="633120" y="43341"/>
                  <a:pt x="638288" y="37614"/>
                </a:cubicBezTo>
                <a:cubicBezTo>
                  <a:pt x="643178" y="32305"/>
                  <a:pt x="649010" y="29651"/>
                  <a:pt x="655786" y="29651"/>
                </a:cubicBezTo>
                <a:close/>
                <a:moveTo>
                  <a:pt x="231970" y="22526"/>
                </a:moveTo>
                <a:cubicBezTo>
                  <a:pt x="237140" y="29791"/>
                  <a:pt x="240528" y="36391"/>
                  <a:pt x="242134" y="42329"/>
                </a:cubicBezTo>
                <a:lnTo>
                  <a:pt x="235638" y="44948"/>
                </a:lnTo>
                <a:cubicBezTo>
                  <a:pt x="233892" y="38662"/>
                  <a:pt x="230678" y="31956"/>
                  <a:pt x="225998" y="24831"/>
                </a:cubicBezTo>
                <a:close/>
                <a:moveTo>
                  <a:pt x="285406" y="22002"/>
                </a:moveTo>
                <a:lnTo>
                  <a:pt x="292636" y="24412"/>
                </a:lnTo>
                <a:cubicBezTo>
                  <a:pt x="288026" y="33353"/>
                  <a:pt x="283974" y="40303"/>
                  <a:pt x="280482" y="45262"/>
                </a:cubicBezTo>
                <a:lnTo>
                  <a:pt x="274614" y="43167"/>
                </a:lnTo>
                <a:cubicBezTo>
                  <a:pt x="279084" y="36252"/>
                  <a:pt x="282682" y="29197"/>
                  <a:pt x="285406" y="22002"/>
                </a:cubicBezTo>
                <a:close/>
                <a:moveTo>
                  <a:pt x="335384" y="21164"/>
                </a:moveTo>
                <a:lnTo>
                  <a:pt x="335384" y="37719"/>
                </a:lnTo>
                <a:lnTo>
                  <a:pt x="392172" y="37719"/>
                </a:lnTo>
                <a:lnTo>
                  <a:pt x="392172" y="21164"/>
                </a:lnTo>
                <a:close/>
                <a:moveTo>
                  <a:pt x="1289360" y="20955"/>
                </a:moveTo>
                <a:cubicBezTo>
                  <a:pt x="1287754" y="24098"/>
                  <a:pt x="1285728" y="27800"/>
                  <a:pt x="1283284" y="32061"/>
                </a:cubicBezTo>
                <a:lnTo>
                  <a:pt x="1264738" y="59512"/>
                </a:lnTo>
                <a:lnTo>
                  <a:pt x="1289256" y="59512"/>
                </a:lnTo>
                <a:lnTo>
                  <a:pt x="1289256" y="34575"/>
                </a:lnTo>
                <a:cubicBezTo>
                  <a:pt x="1289256" y="30524"/>
                  <a:pt x="1289466" y="25984"/>
                  <a:pt x="1289884" y="20955"/>
                </a:cubicBezTo>
                <a:close/>
                <a:moveTo>
                  <a:pt x="1625440" y="18126"/>
                </a:moveTo>
                <a:lnTo>
                  <a:pt x="1625440" y="80572"/>
                </a:lnTo>
                <a:lnTo>
                  <a:pt x="1634870" y="80572"/>
                </a:lnTo>
                <a:cubicBezTo>
                  <a:pt x="1644020" y="80572"/>
                  <a:pt x="1650970" y="77778"/>
                  <a:pt x="1655720" y="72190"/>
                </a:cubicBezTo>
                <a:cubicBezTo>
                  <a:pt x="1660260" y="66741"/>
                  <a:pt x="1662530" y="59023"/>
                  <a:pt x="1662530" y="49034"/>
                </a:cubicBezTo>
                <a:cubicBezTo>
                  <a:pt x="1662530" y="28429"/>
                  <a:pt x="1653310" y="18126"/>
                  <a:pt x="1634870" y="18126"/>
                </a:cubicBezTo>
                <a:close/>
                <a:moveTo>
                  <a:pt x="720566" y="18126"/>
                </a:moveTo>
                <a:lnTo>
                  <a:pt x="720566" y="80572"/>
                </a:lnTo>
                <a:lnTo>
                  <a:pt x="729996" y="80572"/>
                </a:lnTo>
                <a:cubicBezTo>
                  <a:pt x="739146" y="80572"/>
                  <a:pt x="746096" y="77778"/>
                  <a:pt x="750846" y="72190"/>
                </a:cubicBezTo>
                <a:cubicBezTo>
                  <a:pt x="755386" y="66741"/>
                  <a:pt x="757656" y="59023"/>
                  <a:pt x="757656" y="49034"/>
                </a:cubicBezTo>
                <a:cubicBezTo>
                  <a:pt x="757656" y="28429"/>
                  <a:pt x="748436" y="18126"/>
                  <a:pt x="729996" y="18126"/>
                </a:cubicBezTo>
                <a:close/>
                <a:moveTo>
                  <a:pt x="482440" y="17916"/>
                </a:moveTo>
                <a:lnTo>
                  <a:pt x="482440" y="43900"/>
                </a:lnTo>
                <a:lnTo>
                  <a:pt x="494176" y="43900"/>
                </a:lnTo>
                <a:cubicBezTo>
                  <a:pt x="507098" y="43900"/>
                  <a:pt x="513558" y="39535"/>
                  <a:pt x="513558" y="30803"/>
                </a:cubicBezTo>
                <a:cubicBezTo>
                  <a:pt x="513558" y="26193"/>
                  <a:pt x="511986" y="22875"/>
                  <a:pt x="508844" y="20850"/>
                </a:cubicBezTo>
                <a:cubicBezTo>
                  <a:pt x="505840" y="18894"/>
                  <a:pt x="501126" y="17916"/>
                  <a:pt x="494700" y="17916"/>
                </a:cubicBezTo>
                <a:close/>
                <a:moveTo>
                  <a:pt x="155694" y="16659"/>
                </a:moveTo>
                <a:cubicBezTo>
                  <a:pt x="159048" y="36077"/>
                  <a:pt x="164636" y="51549"/>
                  <a:pt x="172458" y="63074"/>
                </a:cubicBezTo>
                <a:cubicBezTo>
                  <a:pt x="181540" y="50431"/>
                  <a:pt x="187756" y="34959"/>
                  <a:pt x="191108" y="16659"/>
                </a:cubicBezTo>
                <a:close/>
                <a:moveTo>
                  <a:pt x="1556156" y="16344"/>
                </a:moveTo>
                <a:cubicBezTo>
                  <a:pt x="1552314" y="16344"/>
                  <a:pt x="1549136" y="18021"/>
                  <a:pt x="1546622" y="21374"/>
                </a:cubicBezTo>
                <a:cubicBezTo>
                  <a:pt x="1544036" y="24726"/>
                  <a:pt x="1542744" y="29057"/>
                  <a:pt x="1542744" y="34366"/>
                </a:cubicBezTo>
                <a:cubicBezTo>
                  <a:pt x="1542744" y="39814"/>
                  <a:pt x="1543896" y="44075"/>
                  <a:pt x="1546202" y="47148"/>
                </a:cubicBezTo>
                <a:cubicBezTo>
                  <a:pt x="1548716" y="50431"/>
                  <a:pt x="1552278" y="52073"/>
                  <a:pt x="1556890" y="52073"/>
                </a:cubicBezTo>
                <a:cubicBezTo>
                  <a:pt x="1562896" y="52073"/>
                  <a:pt x="1568414" y="48545"/>
                  <a:pt x="1573444" y="41490"/>
                </a:cubicBezTo>
                <a:cubicBezTo>
                  <a:pt x="1572536" y="24726"/>
                  <a:pt x="1566772" y="16344"/>
                  <a:pt x="1556156" y="16344"/>
                </a:cubicBezTo>
                <a:close/>
                <a:moveTo>
                  <a:pt x="1225504" y="16344"/>
                </a:moveTo>
                <a:cubicBezTo>
                  <a:pt x="1221872" y="16344"/>
                  <a:pt x="1218868" y="17532"/>
                  <a:pt x="1216494" y="19907"/>
                </a:cubicBezTo>
                <a:cubicBezTo>
                  <a:pt x="1214120" y="22352"/>
                  <a:pt x="1212932" y="25460"/>
                  <a:pt x="1212932" y="29232"/>
                </a:cubicBezTo>
                <a:cubicBezTo>
                  <a:pt x="1212932" y="33493"/>
                  <a:pt x="1214748" y="37090"/>
                  <a:pt x="1218380" y="40024"/>
                </a:cubicBezTo>
                <a:cubicBezTo>
                  <a:pt x="1220894" y="42049"/>
                  <a:pt x="1225016" y="44180"/>
                  <a:pt x="1230744" y="46415"/>
                </a:cubicBezTo>
                <a:cubicBezTo>
                  <a:pt x="1236332" y="41665"/>
                  <a:pt x="1239126" y="36356"/>
                  <a:pt x="1239126" y="30489"/>
                </a:cubicBezTo>
                <a:cubicBezTo>
                  <a:pt x="1239126" y="26438"/>
                  <a:pt x="1237938" y="23120"/>
                  <a:pt x="1235564" y="20535"/>
                </a:cubicBezTo>
                <a:cubicBezTo>
                  <a:pt x="1233048" y="17741"/>
                  <a:pt x="1229696" y="16344"/>
                  <a:pt x="1225504" y="16344"/>
                </a:cubicBezTo>
                <a:close/>
                <a:moveTo>
                  <a:pt x="1912018" y="11001"/>
                </a:moveTo>
                <a:lnTo>
                  <a:pt x="1920926" y="11001"/>
                </a:lnTo>
                <a:lnTo>
                  <a:pt x="1949948" y="60664"/>
                </a:lnTo>
                <a:lnTo>
                  <a:pt x="1958226" y="76381"/>
                </a:lnTo>
                <a:lnTo>
                  <a:pt x="1958748" y="76381"/>
                </a:lnTo>
                <a:cubicBezTo>
                  <a:pt x="1957980" y="65135"/>
                  <a:pt x="1957596" y="57172"/>
                  <a:pt x="1957596" y="52492"/>
                </a:cubicBezTo>
                <a:lnTo>
                  <a:pt x="1957596" y="11001"/>
                </a:lnTo>
                <a:lnTo>
                  <a:pt x="1965874" y="11001"/>
                </a:lnTo>
                <a:lnTo>
                  <a:pt x="1965874" y="87696"/>
                </a:lnTo>
                <a:lnTo>
                  <a:pt x="1956862" y="87696"/>
                </a:lnTo>
                <a:lnTo>
                  <a:pt x="1928050" y="38033"/>
                </a:lnTo>
                <a:lnTo>
                  <a:pt x="1919668" y="22317"/>
                </a:lnTo>
                <a:lnTo>
                  <a:pt x="1919144" y="22317"/>
                </a:lnTo>
                <a:cubicBezTo>
                  <a:pt x="1919842" y="35029"/>
                  <a:pt x="1920192" y="42818"/>
                  <a:pt x="1920192" y="45681"/>
                </a:cubicBezTo>
                <a:lnTo>
                  <a:pt x="1920192" y="87696"/>
                </a:lnTo>
                <a:lnTo>
                  <a:pt x="1912018" y="87696"/>
                </a:lnTo>
                <a:close/>
                <a:moveTo>
                  <a:pt x="1807244" y="11001"/>
                </a:moveTo>
                <a:lnTo>
                  <a:pt x="1815940" y="11001"/>
                </a:lnTo>
                <a:lnTo>
                  <a:pt x="1815940" y="87696"/>
                </a:lnTo>
                <a:lnTo>
                  <a:pt x="1807244" y="87696"/>
                </a:lnTo>
                <a:close/>
                <a:moveTo>
                  <a:pt x="1692944" y="11001"/>
                </a:moveTo>
                <a:lnTo>
                  <a:pt x="1736636" y="11001"/>
                </a:lnTo>
                <a:lnTo>
                  <a:pt x="1736636" y="18335"/>
                </a:lnTo>
                <a:lnTo>
                  <a:pt x="1701640" y="18335"/>
                </a:lnTo>
                <a:lnTo>
                  <a:pt x="1701640" y="43586"/>
                </a:lnTo>
                <a:lnTo>
                  <a:pt x="1731082" y="43586"/>
                </a:lnTo>
                <a:lnTo>
                  <a:pt x="1731082" y="50920"/>
                </a:lnTo>
                <a:lnTo>
                  <a:pt x="1701640" y="50920"/>
                </a:lnTo>
                <a:lnTo>
                  <a:pt x="1701640" y="80362"/>
                </a:lnTo>
                <a:lnTo>
                  <a:pt x="1737788" y="80362"/>
                </a:lnTo>
                <a:lnTo>
                  <a:pt x="1737788" y="87696"/>
                </a:lnTo>
                <a:lnTo>
                  <a:pt x="1692944" y="87696"/>
                </a:lnTo>
                <a:close/>
                <a:moveTo>
                  <a:pt x="1616744" y="11001"/>
                </a:moveTo>
                <a:lnTo>
                  <a:pt x="1635604" y="11001"/>
                </a:lnTo>
                <a:cubicBezTo>
                  <a:pt x="1647268" y="11001"/>
                  <a:pt x="1656174" y="14319"/>
                  <a:pt x="1662322" y="20955"/>
                </a:cubicBezTo>
                <a:cubicBezTo>
                  <a:pt x="1668398" y="27520"/>
                  <a:pt x="1671436" y="36880"/>
                  <a:pt x="1671436" y="49034"/>
                </a:cubicBezTo>
                <a:cubicBezTo>
                  <a:pt x="1671436" y="61258"/>
                  <a:pt x="1668434" y="70723"/>
                  <a:pt x="1662426" y="77428"/>
                </a:cubicBezTo>
                <a:cubicBezTo>
                  <a:pt x="1656280" y="84274"/>
                  <a:pt x="1647442" y="87696"/>
                  <a:pt x="1635918" y="87696"/>
                </a:cubicBezTo>
                <a:lnTo>
                  <a:pt x="1616744" y="87696"/>
                </a:lnTo>
                <a:close/>
                <a:moveTo>
                  <a:pt x="1484232" y="11001"/>
                </a:moveTo>
                <a:lnTo>
                  <a:pt x="1520904" y="11001"/>
                </a:lnTo>
                <a:lnTo>
                  <a:pt x="1520904" y="18335"/>
                </a:lnTo>
                <a:lnTo>
                  <a:pt x="1491776" y="18335"/>
                </a:lnTo>
                <a:lnTo>
                  <a:pt x="1489680" y="41595"/>
                </a:lnTo>
                <a:cubicBezTo>
                  <a:pt x="1493522" y="39430"/>
                  <a:pt x="1497504" y="38347"/>
                  <a:pt x="1501624" y="38347"/>
                </a:cubicBezTo>
                <a:cubicBezTo>
                  <a:pt x="1508400" y="38347"/>
                  <a:pt x="1513814" y="40303"/>
                  <a:pt x="1517866" y="44215"/>
                </a:cubicBezTo>
                <a:cubicBezTo>
                  <a:pt x="1522336" y="48545"/>
                  <a:pt x="1524570" y="54762"/>
                  <a:pt x="1524570" y="62865"/>
                </a:cubicBezTo>
                <a:cubicBezTo>
                  <a:pt x="1524570" y="70827"/>
                  <a:pt x="1522022" y="77289"/>
                  <a:pt x="1516922" y="82248"/>
                </a:cubicBezTo>
                <a:cubicBezTo>
                  <a:pt x="1512242" y="86788"/>
                  <a:pt x="1506550" y="89058"/>
                  <a:pt x="1499844" y="89058"/>
                </a:cubicBezTo>
                <a:cubicBezTo>
                  <a:pt x="1490484" y="89058"/>
                  <a:pt x="1482416" y="85671"/>
                  <a:pt x="1475640" y="78895"/>
                </a:cubicBezTo>
                <a:lnTo>
                  <a:pt x="1479936" y="73237"/>
                </a:lnTo>
                <a:cubicBezTo>
                  <a:pt x="1485594" y="79035"/>
                  <a:pt x="1491986" y="81934"/>
                  <a:pt x="1499110" y="81934"/>
                </a:cubicBezTo>
                <a:cubicBezTo>
                  <a:pt x="1503860" y="81934"/>
                  <a:pt x="1507842" y="80222"/>
                  <a:pt x="1511054" y="76800"/>
                </a:cubicBezTo>
                <a:cubicBezTo>
                  <a:pt x="1514338" y="73307"/>
                  <a:pt x="1515980" y="68732"/>
                  <a:pt x="1515980" y="63074"/>
                </a:cubicBezTo>
                <a:cubicBezTo>
                  <a:pt x="1515980" y="57486"/>
                  <a:pt x="1514478" y="53051"/>
                  <a:pt x="1511474" y="49768"/>
                </a:cubicBezTo>
                <a:cubicBezTo>
                  <a:pt x="1508540" y="46555"/>
                  <a:pt x="1504558" y="44948"/>
                  <a:pt x="1499530" y="44948"/>
                </a:cubicBezTo>
                <a:cubicBezTo>
                  <a:pt x="1495478" y="44948"/>
                  <a:pt x="1491148" y="46485"/>
                  <a:pt x="1486538" y="49558"/>
                </a:cubicBezTo>
                <a:lnTo>
                  <a:pt x="1481822" y="46624"/>
                </a:lnTo>
                <a:close/>
                <a:moveTo>
                  <a:pt x="1430216" y="11001"/>
                </a:moveTo>
                <a:lnTo>
                  <a:pt x="1477678" y="11001"/>
                </a:lnTo>
                <a:lnTo>
                  <a:pt x="1477678" y="16135"/>
                </a:lnTo>
                <a:cubicBezTo>
                  <a:pt x="1469158" y="27171"/>
                  <a:pt x="1463254" y="38277"/>
                  <a:pt x="1459972" y="49453"/>
                </a:cubicBezTo>
                <a:cubicBezTo>
                  <a:pt x="1457318" y="58674"/>
                  <a:pt x="1455642" y="71421"/>
                  <a:pt x="1454942" y="87696"/>
                </a:cubicBezTo>
                <a:lnTo>
                  <a:pt x="1446038" y="87696"/>
                </a:lnTo>
                <a:cubicBezTo>
                  <a:pt x="1447224" y="59966"/>
                  <a:pt x="1454488" y="36845"/>
                  <a:pt x="1467830" y="18335"/>
                </a:cubicBezTo>
                <a:lnTo>
                  <a:pt x="1430216" y="18335"/>
                </a:lnTo>
                <a:close/>
                <a:moveTo>
                  <a:pt x="1379458" y="11001"/>
                </a:moveTo>
                <a:lnTo>
                  <a:pt x="1416128" y="11001"/>
                </a:lnTo>
                <a:lnTo>
                  <a:pt x="1416128" y="18335"/>
                </a:lnTo>
                <a:lnTo>
                  <a:pt x="1387002" y="18335"/>
                </a:lnTo>
                <a:lnTo>
                  <a:pt x="1384906" y="41595"/>
                </a:lnTo>
                <a:cubicBezTo>
                  <a:pt x="1388748" y="39430"/>
                  <a:pt x="1392728" y="38347"/>
                  <a:pt x="1396850" y="38347"/>
                </a:cubicBezTo>
                <a:cubicBezTo>
                  <a:pt x="1403626" y="38347"/>
                  <a:pt x="1409038" y="40303"/>
                  <a:pt x="1413090" y="44215"/>
                </a:cubicBezTo>
                <a:cubicBezTo>
                  <a:pt x="1417560" y="48545"/>
                  <a:pt x="1419796" y="54762"/>
                  <a:pt x="1419796" y="62865"/>
                </a:cubicBezTo>
                <a:cubicBezTo>
                  <a:pt x="1419796" y="70827"/>
                  <a:pt x="1417246" y="77289"/>
                  <a:pt x="1412148" y="82248"/>
                </a:cubicBezTo>
                <a:cubicBezTo>
                  <a:pt x="1407468" y="86788"/>
                  <a:pt x="1401774" y="89058"/>
                  <a:pt x="1395068" y="89058"/>
                </a:cubicBezTo>
                <a:cubicBezTo>
                  <a:pt x="1385708" y="89058"/>
                  <a:pt x="1377642" y="85671"/>
                  <a:pt x="1370866" y="78895"/>
                </a:cubicBezTo>
                <a:lnTo>
                  <a:pt x="1375162" y="73237"/>
                </a:lnTo>
                <a:cubicBezTo>
                  <a:pt x="1380820" y="79035"/>
                  <a:pt x="1387210" y="81934"/>
                  <a:pt x="1394336" y="81934"/>
                </a:cubicBezTo>
                <a:cubicBezTo>
                  <a:pt x="1399086" y="81934"/>
                  <a:pt x="1403066" y="80222"/>
                  <a:pt x="1406280" y="76800"/>
                </a:cubicBezTo>
                <a:cubicBezTo>
                  <a:pt x="1409562" y="73307"/>
                  <a:pt x="1411204" y="68732"/>
                  <a:pt x="1411204" y="63074"/>
                </a:cubicBezTo>
                <a:cubicBezTo>
                  <a:pt x="1411204" y="57486"/>
                  <a:pt x="1409702" y="53051"/>
                  <a:pt x="1406698" y="49768"/>
                </a:cubicBezTo>
                <a:cubicBezTo>
                  <a:pt x="1403766" y="46555"/>
                  <a:pt x="1399784" y="44948"/>
                  <a:pt x="1394754" y="44948"/>
                </a:cubicBezTo>
                <a:cubicBezTo>
                  <a:pt x="1390704" y="44948"/>
                  <a:pt x="1386372" y="46485"/>
                  <a:pt x="1381762" y="49558"/>
                </a:cubicBezTo>
                <a:lnTo>
                  <a:pt x="1377048" y="46624"/>
                </a:lnTo>
                <a:close/>
                <a:moveTo>
                  <a:pt x="1288208" y="11001"/>
                </a:moveTo>
                <a:lnTo>
                  <a:pt x="1297324" y="11001"/>
                </a:lnTo>
                <a:lnTo>
                  <a:pt x="1297324" y="59512"/>
                </a:lnTo>
                <a:lnTo>
                  <a:pt x="1307800" y="59512"/>
                </a:lnTo>
                <a:lnTo>
                  <a:pt x="1307800" y="66322"/>
                </a:lnTo>
                <a:lnTo>
                  <a:pt x="1297324" y="66322"/>
                </a:lnTo>
                <a:lnTo>
                  <a:pt x="1297324" y="87696"/>
                </a:lnTo>
                <a:lnTo>
                  <a:pt x="1289256" y="87696"/>
                </a:lnTo>
                <a:lnTo>
                  <a:pt x="1289256" y="66322"/>
                </a:lnTo>
                <a:lnTo>
                  <a:pt x="1255622" y="66322"/>
                </a:lnTo>
                <a:lnTo>
                  <a:pt x="1255622" y="60769"/>
                </a:lnTo>
                <a:close/>
                <a:moveTo>
                  <a:pt x="711870" y="11001"/>
                </a:moveTo>
                <a:lnTo>
                  <a:pt x="730728" y="11001"/>
                </a:lnTo>
                <a:cubicBezTo>
                  <a:pt x="742394" y="11001"/>
                  <a:pt x="751300" y="14319"/>
                  <a:pt x="757446" y="20955"/>
                </a:cubicBezTo>
                <a:cubicBezTo>
                  <a:pt x="763524" y="27520"/>
                  <a:pt x="766562" y="36880"/>
                  <a:pt x="766562" y="49034"/>
                </a:cubicBezTo>
                <a:cubicBezTo>
                  <a:pt x="766562" y="61258"/>
                  <a:pt x="763558" y="70723"/>
                  <a:pt x="757550" y="77428"/>
                </a:cubicBezTo>
                <a:cubicBezTo>
                  <a:pt x="751404" y="84274"/>
                  <a:pt x="742568" y="87696"/>
                  <a:pt x="731042" y="87696"/>
                </a:cubicBezTo>
                <a:lnTo>
                  <a:pt x="711870" y="87696"/>
                </a:lnTo>
                <a:close/>
                <a:moveTo>
                  <a:pt x="473744" y="11001"/>
                </a:moveTo>
                <a:lnTo>
                  <a:pt x="495956" y="11001"/>
                </a:lnTo>
                <a:cubicBezTo>
                  <a:pt x="513418" y="11001"/>
                  <a:pt x="522150" y="17253"/>
                  <a:pt x="522150" y="29756"/>
                </a:cubicBezTo>
                <a:cubicBezTo>
                  <a:pt x="522150" y="38347"/>
                  <a:pt x="518344" y="43900"/>
                  <a:pt x="510730" y="46415"/>
                </a:cubicBezTo>
                <a:lnTo>
                  <a:pt x="510730" y="46834"/>
                </a:lnTo>
                <a:cubicBezTo>
                  <a:pt x="521346" y="48860"/>
                  <a:pt x="526656" y="55006"/>
                  <a:pt x="526656" y="65274"/>
                </a:cubicBezTo>
                <a:cubicBezTo>
                  <a:pt x="526656" y="72539"/>
                  <a:pt x="523966" y="78162"/>
                  <a:pt x="518588" y="82143"/>
                </a:cubicBezTo>
                <a:cubicBezTo>
                  <a:pt x="513488" y="85845"/>
                  <a:pt x="506504" y="87696"/>
                  <a:pt x="497632" y="87696"/>
                </a:cubicBezTo>
                <a:lnTo>
                  <a:pt x="473744" y="87696"/>
                </a:lnTo>
                <a:close/>
                <a:moveTo>
                  <a:pt x="1225714" y="9848"/>
                </a:moveTo>
                <a:cubicBezTo>
                  <a:pt x="1232140" y="9848"/>
                  <a:pt x="1237240" y="11734"/>
                  <a:pt x="1241012" y="15506"/>
                </a:cubicBezTo>
                <a:cubicBezTo>
                  <a:pt x="1244714" y="19208"/>
                  <a:pt x="1246564" y="24063"/>
                  <a:pt x="1246564" y="30070"/>
                </a:cubicBezTo>
                <a:cubicBezTo>
                  <a:pt x="1246564" y="37055"/>
                  <a:pt x="1243106" y="43272"/>
                  <a:pt x="1236192" y="48720"/>
                </a:cubicBezTo>
                <a:lnTo>
                  <a:pt x="1236192" y="49244"/>
                </a:lnTo>
                <a:cubicBezTo>
                  <a:pt x="1244854" y="54273"/>
                  <a:pt x="1249184" y="60979"/>
                  <a:pt x="1249184" y="69361"/>
                </a:cubicBezTo>
                <a:cubicBezTo>
                  <a:pt x="1249184" y="74949"/>
                  <a:pt x="1247018" y="79594"/>
                  <a:pt x="1242688" y="83296"/>
                </a:cubicBezTo>
                <a:cubicBezTo>
                  <a:pt x="1238218" y="87137"/>
                  <a:pt x="1232490" y="89058"/>
                  <a:pt x="1225504" y="89058"/>
                </a:cubicBezTo>
                <a:cubicBezTo>
                  <a:pt x="1218450" y="89058"/>
                  <a:pt x="1212652" y="87137"/>
                  <a:pt x="1208112" y="83296"/>
                </a:cubicBezTo>
                <a:cubicBezTo>
                  <a:pt x="1203502" y="79454"/>
                  <a:pt x="1201196" y="74564"/>
                  <a:pt x="1201196" y="68627"/>
                </a:cubicBezTo>
                <a:cubicBezTo>
                  <a:pt x="1201196" y="59617"/>
                  <a:pt x="1205946" y="52492"/>
                  <a:pt x="1215446" y="47253"/>
                </a:cubicBezTo>
                <a:lnTo>
                  <a:pt x="1215446" y="46834"/>
                </a:lnTo>
                <a:cubicBezTo>
                  <a:pt x="1208532" y="42154"/>
                  <a:pt x="1205074" y="36287"/>
                  <a:pt x="1205074" y="29232"/>
                </a:cubicBezTo>
                <a:cubicBezTo>
                  <a:pt x="1205074" y="23504"/>
                  <a:pt x="1207064" y="18824"/>
                  <a:pt x="1211046" y="15192"/>
                </a:cubicBezTo>
                <a:cubicBezTo>
                  <a:pt x="1214888" y="11630"/>
                  <a:pt x="1219778" y="9848"/>
                  <a:pt x="1225714" y="9848"/>
                </a:cubicBezTo>
                <a:close/>
                <a:moveTo>
                  <a:pt x="1866098" y="9639"/>
                </a:moveTo>
                <a:cubicBezTo>
                  <a:pt x="1874620" y="9639"/>
                  <a:pt x="1881920" y="12747"/>
                  <a:pt x="1887998" y="18964"/>
                </a:cubicBezTo>
                <a:lnTo>
                  <a:pt x="1883178" y="24622"/>
                </a:lnTo>
                <a:cubicBezTo>
                  <a:pt x="1878568" y="19732"/>
                  <a:pt x="1872944" y="17287"/>
                  <a:pt x="1866308" y="17287"/>
                </a:cubicBezTo>
                <a:cubicBezTo>
                  <a:pt x="1858346" y="17287"/>
                  <a:pt x="1852024" y="20116"/>
                  <a:pt x="1847344" y="25774"/>
                </a:cubicBezTo>
                <a:cubicBezTo>
                  <a:pt x="1842594" y="31502"/>
                  <a:pt x="1840220" y="39290"/>
                  <a:pt x="1840220" y="49139"/>
                </a:cubicBezTo>
                <a:cubicBezTo>
                  <a:pt x="1840220" y="59128"/>
                  <a:pt x="1842490" y="66986"/>
                  <a:pt x="1847030" y="72713"/>
                </a:cubicBezTo>
                <a:cubicBezTo>
                  <a:pt x="1851640" y="78511"/>
                  <a:pt x="1858066" y="81410"/>
                  <a:pt x="1866308" y="81410"/>
                </a:cubicBezTo>
                <a:cubicBezTo>
                  <a:pt x="1872664" y="81410"/>
                  <a:pt x="1877520" y="79803"/>
                  <a:pt x="1880872" y="76590"/>
                </a:cubicBezTo>
                <a:lnTo>
                  <a:pt x="1880872" y="55635"/>
                </a:lnTo>
                <a:lnTo>
                  <a:pt x="1864214" y="55635"/>
                </a:lnTo>
                <a:lnTo>
                  <a:pt x="1864214" y="48406"/>
                </a:lnTo>
                <a:lnTo>
                  <a:pt x="1888940" y="48406"/>
                </a:lnTo>
                <a:lnTo>
                  <a:pt x="1888940" y="80257"/>
                </a:lnTo>
                <a:cubicBezTo>
                  <a:pt x="1883282" y="86125"/>
                  <a:pt x="1875458" y="89058"/>
                  <a:pt x="1865470" y="89058"/>
                </a:cubicBezTo>
                <a:cubicBezTo>
                  <a:pt x="1855272" y="89058"/>
                  <a:pt x="1847066" y="85531"/>
                  <a:pt x="1840848" y="78476"/>
                </a:cubicBezTo>
                <a:cubicBezTo>
                  <a:pt x="1834492" y="71281"/>
                  <a:pt x="1831314" y="61572"/>
                  <a:pt x="1831314" y="49349"/>
                </a:cubicBezTo>
                <a:cubicBezTo>
                  <a:pt x="1831314" y="37195"/>
                  <a:pt x="1834596" y="27486"/>
                  <a:pt x="1841162" y="20221"/>
                </a:cubicBezTo>
                <a:cubicBezTo>
                  <a:pt x="1847518" y="13166"/>
                  <a:pt x="1855830" y="9639"/>
                  <a:pt x="1866098" y="9639"/>
                </a:cubicBezTo>
                <a:close/>
                <a:moveTo>
                  <a:pt x="1771888" y="9639"/>
                </a:moveTo>
                <a:cubicBezTo>
                  <a:pt x="1780828" y="9639"/>
                  <a:pt x="1788266" y="12782"/>
                  <a:pt x="1794204" y="19069"/>
                </a:cubicBezTo>
                <a:lnTo>
                  <a:pt x="1789594" y="24622"/>
                </a:lnTo>
                <a:cubicBezTo>
                  <a:pt x="1784496" y="19732"/>
                  <a:pt x="1778592" y="17287"/>
                  <a:pt x="1771888" y="17287"/>
                </a:cubicBezTo>
                <a:cubicBezTo>
                  <a:pt x="1767416" y="17287"/>
                  <a:pt x="1763820" y="18335"/>
                  <a:pt x="1761096" y="20431"/>
                </a:cubicBezTo>
                <a:cubicBezTo>
                  <a:pt x="1758372" y="22596"/>
                  <a:pt x="1757010" y="25460"/>
                  <a:pt x="1757010" y="29022"/>
                </a:cubicBezTo>
                <a:cubicBezTo>
                  <a:pt x="1757010" y="32515"/>
                  <a:pt x="1758406" y="35414"/>
                  <a:pt x="1761200" y="37719"/>
                </a:cubicBezTo>
                <a:cubicBezTo>
                  <a:pt x="1762806" y="39046"/>
                  <a:pt x="1765670" y="40582"/>
                  <a:pt x="1769792" y="42329"/>
                </a:cubicBezTo>
                <a:lnTo>
                  <a:pt x="1780898" y="47044"/>
                </a:lnTo>
                <a:cubicBezTo>
                  <a:pt x="1791516" y="51723"/>
                  <a:pt x="1796824" y="58569"/>
                  <a:pt x="1796824" y="67579"/>
                </a:cubicBezTo>
                <a:cubicBezTo>
                  <a:pt x="1796824" y="73726"/>
                  <a:pt x="1794518" y="78825"/>
                  <a:pt x="1789908" y="82877"/>
                </a:cubicBezTo>
                <a:cubicBezTo>
                  <a:pt x="1785088" y="86998"/>
                  <a:pt x="1778802" y="89058"/>
                  <a:pt x="1771050" y="89058"/>
                </a:cubicBezTo>
                <a:cubicBezTo>
                  <a:pt x="1760432" y="89058"/>
                  <a:pt x="1751562" y="85251"/>
                  <a:pt x="1744436" y="77638"/>
                </a:cubicBezTo>
                <a:lnTo>
                  <a:pt x="1749674" y="71666"/>
                </a:lnTo>
                <a:cubicBezTo>
                  <a:pt x="1755682" y="78162"/>
                  <a:pt x="1762842" y="81410"/>
                  <a:pt x="1771154" y="81410"/>
                </a:cubicBezTo>
                <a:cubicBezTo>
                  <a:pt x="1776322" y="81410"/>
                  <a:pt x="1780444" y="80187"/>
                  <a:pt x="1783518" y="77743"/>
                </a:cubicBezTo>
                <a:cubicBezTo>
                  <a:pt x="1786520" y="75368"/>
                  <a:pt x="1788022" y="72190"/>
                  <a:pt x="1788022" y="68208"/>
                </a:cubicBezTo>
                <a:cubicBezTo>
                  <a:pt x="1788022" y="64506"/>
                  <a:pt x="1786766" y="61502"/>
                  <a:pt x="1784250" y="59197"/>
                </a:cubicBezTo>
                <a:cubicBezTo>
                  <a:pt x="1782644" y="57800"/>
                  <a:pt x="1779536" y="56089"/>
                  <a:pt x="1774926" y="54063"/>
                </a:cubicBezTo>
                <a:lnTo>
                  <a:pt x="1763820" y="49139"/>
                </a:lnTo>
                <a:cubicBezTo>
                  <a:pt x="1753412" y="44669"/>
                  <a:pt x="1748208" y="38173"/>
                  <a:pt x="1748208" y="29651"/>
                </a:cubicBezTo>
                <a:cubicBezTo>
                  <a:pt x="1748208" y="23853"/>
                  <a:pt x="1750444" y="19069"/>
                  <a:pt x="1754914" y="15297"/>
                </a:cubicBezTo>
                <a:cubicBezTo>
                  <a:pt x="1759384" y="11525"/>
                  <a:pt x="1765042" y="9639"/>
                  <a:pt x="1771888" y="9639"/>
                </a:cubicBezTo>
                <a:close/>
                <a:moveTo>
                  <a:pt x="1556156" y="9639"/>
                </a:moveTo>
                <a:cubicBezTo>
                  <a:pt x="1563838" y="9639"/>
                  <a:pt x="1569916" y="12677"/>
                  <a:pt x="1574386" y="18754"/>
                </a:cubicBezTo>
                <a:cubicBezTo>
                  <a:pt x="1579206" y="25111"/>
                  <a:pt x="1581616" y="34121"/>
                  <a:pt x="1581616" y="45786"/>
                </a:cubicBezTo>
                <a:cubicBezTo>
                  <a:pt x="1581616" y="60455"/>
                  <a:pt x="1578822" y="71596"/>
                  <a:pt x="1573234" y="79209"/>
                </a:cubicBezTo>
                <a:cubicBezTo>
                  <a:pt x="1568344" y="85775"/>
                  <a:pt x="1561954" y="89058"/>
                  <a:pt x="1554060" y="89058"/>
                </a:cubicBezTo>
                <a:cubicBezTo>
                  <a:pt x="1546936" y="89058"/>
                  <a:pt x="1540928" y="86509"/>
                  <a:pt x="1536038" y="81410"/>
                </a:cubicBezTo>
                <a:lnTo>
                  <a:pt x="1540754" y="76066"/>
                </a:lnTo>
                <a:cubicBezTo>
                  <a:pt x="1544316" y="79978"/>
                  <a:pt x="1548682" y="81934"/>
                  <a:pt x="1553850" y="81934"/>
                </a:cubicBezTo>
                <a:cubicBezTo>
                  <a:pt x="1559368" y="81934"/>
                  <a:pt x="1563804" y="79489"/>
                  <a:pt x="1567158" y="74599"/>
                </a:cubicBezTo>
                <a:cubicBezTo>
                  <a:pt x="1571068" y="68942"/>
                  <a:pt x="1573198" y="60315"/>
                  <a:pt x="1573548" y="48720"/>
                </a:cubicBezTo>
                <a:cubicBezTo>
                  <a:pt x="1568240" y="55216"/>
                  <a:pt x="1562232" y="58464"/>
                  <a:pt x="1555526" y="58464"/>
                </a:cubicBezTo>
                <a:cubicBezTo>
                  <a:pt x="1549030" y="58464"/>
                  <a:pt x="1543932" y="56438"/>
                  <a:pt x="1540230" y="52387"/>
                </a:cubicBezTo>
                <a:cubicBezTo>
                  <a:pt x="1536458" y="48126"/>
                  <a:pt x="1534572" y="42119"/>
                  <a:pt x="1534572" y="34366"/>
                </a:cubicBezTo>
                <a:cubicBezTo>
                  <a:pt x="1534572" y="27171"/>
                  <a:pt x="1536702" y="21199"/>
                  <a:pt x="1540964" y="16449"/>
                </a:cubicBezTo>
                <a:cubicBezTo>
                  <a:pt x="1545084" y="11909"/>
                  <a:pt x="1550148" y="9639"/>
                  <a:pt x="1556156" y="9639"/>
                </a:cubicBezTo>
                <a:close/>
                <a:moveTo>
                  <a:pt x="194356" y="9639"/>
                </a:moveTo>
                <a:lnTo>
                  <a:pt x="198652" y="11001"/>
                </a:lnTo>
                <a:cubicBezTo>
                  <a:pt x="195160" y="34680"/>
                  <a:pt x="187826" y="53959"/>
                  <a:pt x="176650" y="68837"/>
                </a:cubicBezTo>
                <a:cubicBezTo>
                  <a:pt x="182866" y="76660"/>
                  <a:pt x="191354" y="83889"/>
                  <a:pt x="202110" y="90525"/>
                </a:cubicBezTo>
                <a:cubicBezTo>
                  <a:pt x="199944" y="92132"/>
                  <a:pt x="198304" y="94018"/>
                  <a:pt x="197186" y="96183"/>
                </a:cubicBezTo>
                <a:cubicBezTo>
                  <a:pt x="186638" y="89338"/>
                  <a:pt x="178292" y="82108"/>
                  <a:pt x="172144" y="74495"/>
                </a:cubicBezTo>
                <a:cubicBezTo>
                  <a:pt x="164112" y="83645"/>
                  <a:pt x="154682" y="90665"/>
                  <a:pt x="143856" y="95554"/>
                </a:cubicBezTo>
                <a:cubicBezTo>
                  <a:pt x="142668" y="93179"/>
                  <a:pt x="141236" y="91259"/>
                  <a:pt x="139560" y="89792"/>
                </a:cubicBezTo>
                <a:cubicBezTo>
                  <a:pt x="150246" y="85391"/>
                  <a:pt x="159712" y="78406"/>
                  <a:pt x="167954" y="68837"/>
                </a:cubicBezTo>
                <a:cubicBezTo>
                  <a:pt x="159362" y="56264"/>
                  <a:pt x="153146" y="38871"/>
                  <a:pt x="149304" y="16659"/>
                </a:cubicBezTo>
                <a:lnTo>
                  <a:pt x="145322" y="16659"/>
                </a:lnTo>
                <a:lnTo>
                  <a:pt x="145322" y="9953"/>
                </a:lnTo>
                <a:lnTo>
                  <a:pt x="193100" y="9953"/>
                </a:lnTo>
                <a:close/>
                <a:moveTo>
                  <a:pt x="1337918" y="9534"/>
                </a:moveTo>
                <a:cubicBezTo>
                  <a:pt x="1344414" y="9604"/>
                  <a:pt x="1349618" y="11280"/>
                  <a:pt x="1353530" y="14563"/>
                </a:cubicBezTo>
                <a:cubicBezTo>
                  <a:pt x="1357652" y="17986"/>
                  <a:pt x="1359712" y="22666"/>
                  <a:pt x="1359712" y="28603"/>
                </a:cubicBezTo>
                <a:cubicBezTo>
                  <a:pt x="1359712" y="37753"/>
                  <a:pt x="1355136" y="43970"/>
                  <a:pt x="1345986" y="47253"/>
                </a:cubicBezTo>
                <a:lnTo>
                  <a:pt x="1345986" y="47672"/>
                </a:lnTo>
                <a:cubicBezTo>
                  <a:pt x="1350736" y="48790"/>
                  <a:pt x="1354578" y="50990"/>
                  <a:pt x="1357512" y="54273"/>
                </a:cubicBezTo>
                <a:cubicBezTo>
                  <a:pt x="1360724" y="57835"/>
                  <a:pt x="1362332" y="62166"/>
                  <a:pt x="1362332" y="67265"/>
                </a:cubicBezTo>
                <a:cubicBezTo>
                  <a:pt x="1362332" y="73901"/>
                  <a:pt x="1359992" y="79244"/>
                  <a:pt x="1355312" y="83296"/>
                </a:cubicBezTo>
                <a:cubicBezTo>
                  <a:pt x="1350842" y="87137"/>
                  <a:pt x="1345148" y="89058"/>
                  <a:pt x="1338234" y="89058"/>
                </a:cubicBezTo>
                <a:cubicBezTo>
                  <a:pt x="1328454" y="89058"/>
                  <a:pt x="1320352" y="85566"/>
                  <a:pt x="1313926" y="78581"/>
                </a:cubicBezTo>
                <a:lnTo>
                  <a:pt x="1318326" y="73028"/>
                </a:lnTo>
                <a:cubicBezTo>
                  <a:pt x="1324124" y="78965"/>
                  <a:pt x="1330584" y="81934"/>
                  <a:pt x="1337710" y="81934"/>
                </a:cubicBezTo>
                <a:cubicBezTo>
                  <a:pt x="1342458" y="81934"/>
                  <a:pt x="1346300" y="80606"/>
                  <a:pt x="1349234" y="77952"/>
                </a:cubicBezTo>
                <a:cubicBezTo>
                  <a:pt x="1352238" y="75158"/>
                  <a:pt x="1353740" y="71526"/>
                  <a:pt x="1353740" y="67056"/>
                </a:cubicBezTo>
                <a:cubicBezTo>
                  <a:pt x="1353740" y="56438"/>
                  <a:pt x="1345638" y="51130"/>
                  <a:pt x="1329432" y="51130"/>
                </a:cubicBezTo>
                <a:lnTo>
                  <a:pt x="1329432" y="44424"/>
                </a:lnTo>
                <a:cubicBezTo>
                  <a:pt x="1343822" y="44424"/>
                  <a:pt x="1351016" y="39360"/>
                  <a:pt x="1351016" y="29232"/>
                </a:cubicBezTo>
                <a:cubicBezTo>
                  <a:pt x="1351016" y="25390"/>
                  <a:pt x="1349828" y="22317"/>
                  <a:pt x="1347454" y="20012"/>
                </a:cubicBezTo>
                <a:cubicBezTo>
                  <a:pt x="1345008" y="17707"/>
                  <a:pt x="1341726" y="16519"/>
                  <a:pt x="1337604" y="16449"/>
                </a:cubicBezTo>
                <a:cubicBezTo>
                  <a:pt x="1331806" y="16519"/>
                  <a:pt x="1326428" y="19104"/>
                  <a:pt x="1321470" y="24203"/>
                </a:cubicBezTo>
                <a:lnTo>
                  <a:pt x="1316754" y="18650"/>
                </a:lnTo>
                <a:cubicBezTo>
                  <a:pt x="1323320" y="12642"/>
                  <a:pt x="1330374" y="9604"/>
                  <a:pt x="1337918" y="9534"/>
                </a:cubicBezTo>
                <a:close/>
                <a:moveTo>
                  <a:pt x="1101660" y="4295"/>
                </a:moveTo>
                <a:lnTo>
                  <a:pt x="1110148" y="4295"/>
                </a:lnTo>
                <a:lnTo>
                  <a:pt x="1110148" y="77952"/>
                </a:lnTo>
                <a:cubicBezTo>
                  <a:pt x="1110148" y="80606"/>
                  <a:pt x="1111020" y="81934"/>
                  <a:pt x="1112766" y="81934"/>
                </a:cubicBezTo>
                <a:cubicBezTo>
                  <a:pt x="1113396" y="81934"/>
                  <a:pt x="1114058" y="81864"/>
                  <a:pt x="1114758" y="81724"/>
                </a:cubicBezTo>
                <a:lnTo>
                  <a:pt x="1116014" y="88325"/>
                </a:lnTo>
                <a:cubicBezTo>
                  <a:pt x="1114408" y="88814"/>
                  <a:pt x="1112696" y="89058"/>
                  <a:pt x="1110880" y="89058"/>
                </a:cubicBezTo>
                <a:cubicBezTo>
                  <a:pt x="1104734" y="89058"/>
                  <a:pt x="1101660" y="85147"/>
                  <a:pt x="1101660" y="77324"/>
                </a:cubicBezTo>
                <a:close/>
                <a:moveTo>
                  <a:pt x="539686" y="4295"/>
                </a:moveTo>
                <a:lnTo>
                  <a:pt x="548172" y="4295"/>
                </a:lnTo>
                <a:lnTo>
                  <a:pt x="548172" y="77952"/>
                </a:lnTo>
                <a:cubicBezTo>
                  <a:pt x="548172" y="80606"/>
                  <a:pt x="549046" y="81934"/>
                  <a:pt x="550792" y="81934"/>
                </a:cubicBezTo>
                <a:cubicBezTo>
                  <a:pt x="551420" y="81934"/>
                  <a:pt x="552084" y="81864"/>
                  <a:pt x="552782" y="81724"/>
                </a:cubicBezTo>
                <a:lnTo>
                  <a:pt x="554040" y="88325"/>
                </a:lnTo>
                <a:cubicBezTo>
                  <a:pt x="552434" y="88814"/>
                  <a:pt x="550722" y="89058"/>
                  <a:pt x="548906" y="89058"/>
                </a:cubicBezTo>
                <a:cubicBezTo>
                  <a:pt x="542758" y="89058"/>
                  <a:pt x="539686" y="85147"/>
                  <a:pt x="539686" y="77324"/>
                </a:cubicBezTo>
                <a:close/>
                <a:moveTo>
                  <a:pt x="1090374" y="2933"/>
                </a:moveTo>
                <a:cubicBezTo>
                  <a:pt x="1093586" y="2933"/>
                  <a:pt x="1096626" y="3562"/>
                  <a:pt x="1099488" y="4819"/>
                </a:cubicBezTo>
                <a:lnTo>
                  <a:pt x="1097602" y="11420"/>
                </a:lnTo>
                <a:cubicBezTo>
                  <a:pt x="1095438" y="10372"/>
                  <a:pt x="1093272" y="9848"/>
                  <a:pt x="1091106" y="9848"/>
                </a:cubicBezTo>
                <a:cubicBezTo>
                  <a:pt x="1085658" y="9848"/>
                  <a:pt x="1082934" y="13690"/>
                  <a:pt x="1082934" y="21374"/>
                </a:cubicBezTo>
                <a:lnTo>
                  <a:pt x="1082934" y="31118"/>
                </a:lnTo>
                <a:lnTo>
                  <a:pt x="1095088" y="31118"/>
                </a:lnTo>
                <a:lnTo>
                  <a:pt x="1095088" y="38138"/>
                </a:lnTo>
                <a:lnTo>
                  <a:pt x="1082934" y="38138"/>
                </a:lnTo>
                <a:lnTo>
                  <a:pt x="1082934" y="87696"/>
                </a:lnTo>
                <a:lnTo>
                  <a:pt x="1074342" y="87696"/>
                </a:lnTo>
                <a:lnTo>
                  <a:pt x="1074342" y="38138"/>
                </a:lnTo>
                <a:lnTo>
                  <a:pt x="1066590" y="38138"/>
                </a:lnTo>
                <a:lnTo>
                  <a:pt x="1066590" y="31642"/>
                </a:lnTo>
                <a:lnTo>
                  <a:pt x="1074342" y="31118"/>
                </a:lnTo>
                <a:lnTo>
                  <a:pt x="1074342" y="21269"/>
                </a:lnTo>
                <a:cubicBezTo>
                  <a:pt x="1074342" y="9045"/>
                  <a:pt x="1079686" y="2933"/>
                  <a:pt x="1090374" y="2933"/>
                </a:cubicBezTo>
                <a:close/>
                <a:moveTo>
                  <a:pt x="90524" y="1047"/>
                </a:moveTo>
                <a:lnTo>
                  <a:pt x="95134" y="7019"/>
                </a:lnTo>
                <a:cubicBezTo>
                  <a:pt x="83750" y="9674"/>
                  <a:pt x="69954" y="11665"/>
                  <a:pt x="53748" y="12992"/>
                </a:cubicBezTo>
                <a:lnTo>
                  <a:pt x="53748" y="30908"/>
                </a:lnTo>
                <a:lnTo>
                  <a:pt x="88010" y="30908"/>
                </a:lnTo>
                <a:lnTo>
                  <a:pt x="89268" y="30594"/>
                </a:lnTo>
                <a:lnTo>
                  <a:pt x="93354" y="31851"/>
                </a:lnTo>
                <a:cubicBezTo>
                  <a:pt x="90840" y="49244"/>
                  <a:pt x="85670" y="63598"/>
                  <a:pt x="77846" y="74914"/>
                </a:cubicBezTo>
                <a:cubicBezTo>
                  <a:pt x="83016" y="81829"/>
                  <a:pt x="89302" y="86928"/>
                  <a:pt x="96706" y="90211"/>
                </a:cubicBezTo>
                <a:cubicBezTo>
                  <a:pt x="94680" y="91957"/>
                  <a:pt x="93110" y="93843"/>
                  <a:pt x="91992" y="95869"/>
                </a:cubicBezTo>
                <a:cubicBezTo>
                  <a:pt x="84798" y="92097"/>
                  <a:pt x="78720" y="86893"/>
                  <a:pt x="73760" y="80257"/>
                </a:cubicBezTo>
                <a:cubicBezTo>
                  <a:pt x="68172" y="86893"/>
                  <a:pt x="61642" y="92097"/>
                  <a:pt x="54168" y="95869"/>
                </a:cubicBezTo>
                <a:cubicBezTo>
                  <a:pt x="53050" y="93773"/>
                  <a:pt x="51654" y="91887"/>
                  <a:pt x="49976" y="90211"/>
                </a:cubicBezTo>
                <a:cubicBezTo>
                  <a:pt x="57520" y="86858"/>
                  <a:pt x="64122" y="81619"/>
                  <a:pt x="69780" y="74495"/>
                </a:cubicBezTo>
                <a:cubicBezTo>
                  <a:pt x="63982" y="64785"/>
                  <a:pt x="59512" y="52387"/>
                  <a:pt x="56368" y="37299"/>
                </a:cubicBezTo>
                <a:lnTo>
                  <a:pt x="53748" y="37299"/>
                </a:lnTo>
                <a:lnTo>
                  <a:pt x="53748" y="43586"/>
                </a:lnTo>
                <a:cubicBezTo>
                  <a:pt x="53748" y="67335"/>
                  <a:pt x="50360" y="84832"/>
                  <a:pt x="43586" y="96078"/>
                </a:cubicBezTo>
                <a:cubicBezTo>
                  <a:pt x="41978" y="94472"/>
                  <a:pt x="40128" y="93179"/>
                  <a:pt x="38032" y="92202"/>
                </a:cubicBezTo>
                <a:cubicBezTo>
                  <a:pt x="44110" y="81724"/>
                  <a:pt x="47148" y="65519"/>
                  <a:pt x="47148" y="43586"/>
                </a:cubicBezTo>
                <a:lnTo>
                  <a:pt x="47148" y="7543"/>
                </a:lnTo>
                <a:cubicBezTo>
                  <a:pt x="66148" y="5867"/>
                  <a:pt x="80606" y="3702"/>
                  <a:pt x="90524" y="1047"/>
                </a:cubicBezTo>
                <a:close/>
                <a:moveTo>
                  <a:pt x="254602" y="209"/>
                </a:moveTo>
                <a:lnTo>
                  <a:pt x="261832" y="209"/>
                </a:lnTo>
                <a:lnTo>
                  <a:pt x="261832" y="12992"/>
                </a:lnTo>
                <a:lnTo>
                  <a:pt x="300284" y="12992"/>
                </a:lnTo>
                <a:lnTo>
                  <a:pt x="300284" y="19697"/>
                </a:lnTo>
                <a:lnTo>
                  <a:pt x="261832" y="19697"/>
                </a:lnTo>
                <a:lnTo>
                  <a:pt x="261832" y="46520"/>
                </a:lnTo>
                <a:lnTo>
                  <a:pt x="304580" y="46520"/>
                </a:lnTo>
                <a:lnTo>
                  <a:pt x="304580" y="53120"/>
                </a:lnTo>
                <a:lnTo>
                  <a:pt x="266862" y="53120"/>
                </a:lnTo>
                <a:cubicBezTo>
                  <a:pt x="277828" y="67859"/>
                  <a:pt x="291134" y="78651"/>
                  <a:pt x="306780" y="85496"/>
                </a:cubicBezTo>
                <a:cubicBezTo>
                  <a:pt x="305174" y="86893"/>
                  <a:pt x="303568" y="88814"/>
                  <a:pt x="301960" y="91259"/>
                </a:cubicBezTo>
                <a:cubicBezTo>
                  <a:pt x="286244" y="83505"/>
                  <a:pt x="272868" y="71910"/>
                  <a:pt x="261832" y="56473"/>
                </a:cubicBezTo>
                <a:lnTo>
                  <a:pt x="261832" y="95554"/>
                </a:lnTo>
                <a:lnTo>
                  <a:pt x="254602" y="95554"/>
                </a:lnTo>
                <a:lnTo>
                  <a:pt x="254602" y="56788"/>
                </a:lnTo>
                <a:cubicBezTo>
                  <a:pt x="243916" y="71666"/>
                  <a:pt x="230714" y="83051"/>
                  <a:pt x="214998" y="90944"/>
                </a:cubicBezTo>
                <a:cubicBezTo>
                  <a:pt x="213530" y="88709"/>
                  <a:pt x="211890" y="86788"/>
                  <a:pt x="210074" y="85182"/>
                </a:cubicBezTo>
                <a:cubicBezTo>
                  <a:pt x="225860" y="78406"/>
                  <a:pt x="239060" y="67719"/>
                  <a:pt x="249678" y="53120"/>
                </a:cubicBezTo>
                <a:lnTo>
                  <a:pt x="212168" y="53120"/>
                </a:lnTo>
                <a:lnTo>
                  <a:pt x="212168" y="46520"/>
                </a:lnTo>
                <a:lnTo>
                  <a:pt x="254602" y="46520"/>
                </a:lnTo>
                <a:lnTo>
                  <a:pt x="254602" y="19697"/>
                </a:lnTo>
                <a:lnTo>
                  <a:pt x="217198" y="19697"/>
                </a:lnTo>
                <a:lnTo>
                  <a:pt x="217198" y="12992"/>
                </a:lnTo>
                <a:lnTo>
                  <a:pt x="254602" y="12992"/>
                </a:lnTo>
                <a:close/>
                <a:moveTo>
                  <a:pt x="124052" y="104"/>
                </a:moveTo>
                <a:lnTo>
                  <a:pt x="130864" y="104"/>
                </a:lnTo>
                <a:lnTo>
                  <a:pt x="130864" y="22526"/>
                </a:lnTo>
                <a:lnTo>
                  <a:pt x="145112" y="22526"/>
                </a:lnTo>
                <a:lnTo>
                  <a:pt x="145112" y="29127"/>
                </a:lnTo>
                <a:lnTo>
                  <a:pt x="130864" y="29127"/>
                </a:lnTo>
                <a:lnTo>
                  <a:pt x="130864" y="33318"/>
                </a:lnTo>
                <a:cubicBezTo>
                  <a:pt x="134216" y="36671"/>
                  <a:pt x="140084" y="43411"/>
                  <a:pt x="148466" y="53540"/>
                </a:cubicBezTo>
                <a:lnTo>
                  <a:pt x="144064" y="59721"/>
                </a:lnTo>
                <a:cubicBezTo>
                  <a:pt x="141132" y="54972"/>
                  <a:pt x="136730" y="48860"/>
                  <a:pt x="130864" y="41386"/>
                </a:cubicBezTo>
                <a:lnTo>
                  <a:pt x="130864" y="95450"/>
                </a:lnTo>
                <a:lnTo>
                  <a:pt x="124052" y="95450"/>
                </a:lnTo>
                <a:lnTo>
                  <a:pt x="124052" y="41281"/>
                </a:lnTo>
                <a:cubicBezTo>
                  <a:pt x="119302" y="56508"/>
                  <a:pt x="113854" y="68173"/>
                  <a:pt x="107708" y="76276"/>
                </a:cubicBezTo>
                <a:cubicBezTo>
                  <a:pt x="106660" y="73831"/>
                  <a:pt x="105264" y="71596"/>
                  <a:pt x="103516" y="69570"/>
                </a:cubicBezTo>
                <a:cubicBezTo>
                  <a:pt x="111550" y="60071"/>
                  <a:pt x="117732" y="46590"/>
                  <a:pt x="122062" y="29127"/>
                </a:cubicBezTo>
                <a:lnTo>
                  <a:pt x="106346" y="29127"/>
                </a:lnTo>
                <a:lnTo>
                  <a:pt x="106346" y="22526"/>
                </a:lnTo>
                <a:lnTo>
                  <a:pt x="124052" y="22526"/>
                </a:lnTo>
                <a:close/>
                <a:moveTo>
                  <a:pt x="358958" y="0"/>
                </a:moveTo>
                <a:lnTo>
                  <a:pt x="366816" y="1152"/>
                </a:lnTo>
                <a:cubicBezTo>
                  <a:pt x="364930" y="6461"/>
                  <a:pt x="363184" y="10896"/>
                  <a:pt x="361578" y="14459"/>
                </a:cubicBezTo>
                <a:lnTo>
                  <a:pt x="399402" y="14459"/>
                </a:lnTo>
                <a:lnTo>
                  <a:pt x="399402" y="95240"/>
                </a:lnTo>
                <a:lnTo>
                  <a:pt x="392172" y="95240"/>
                </a:lnTo>
                <a:lnTo>
                  <a:pt x="392172" y="89792"/>
                </a:lnTo>
                <a:lnTo>
                  <a:pt x="335384" y="89792"/>
                </a:lnTo>
                <a:lnTo>
                  <a:pt x="335384" y="95764"/>
                </a:lnTo>
                <a:lnTo>
                  <a:pt x="328364" y="95764"/>
                </a:lnTo>
                <a:lnTo>
                  <a:pt x="328364" y="14459"/>
                </a:lnTo>
                <a:lnTo>
                  <a:pt x="354558" y="14459"/>
                </a:lnTo>
                <a:cubicBezTo>
                  <a:pt x="356304" y="9988"/>
                  <a:pt x="357770" y="5168"/>
                  <a:pt x="358958" y="0"/>
                </a:cubicBezTo>
                <a:close/>
                <a:moveTo>
                  <a:pt x="26298" y="0"/>
                </a:moveTo>
                <a:lnTo>
                  <a:pt x="32688" y="0"/>
                </a:lnTo>
                <a:lnTo>
                  <a:pt x="32688" y="29337"/>
                </a:lnTo>
                <a:lnTo>
                  <a:pt x="42224" y="29337"/>
                </a:lnTo>
                <a:lnTo>
                  <a:pt x="42224" y="35623"/>
                </a:lnTo>
                <a:lnTo>
                  <a:pt x="14354" y="35623"/>
                </a:lnTo>
                <a:lnTo>
                  <a:pt x="14354" y="43796"/>
                </a:lnTo>
                <a:cubicBezTo>
                  <a:pt x="14354" y="47078"/>
                  <a:pt x="14318" y="49558"/>
                  <a:pt x="14248" y="51235"/>
                </a:cubicBezTo>
                <a:lnTo>
                  <a:pt x="35728" y="51235"/>
                </a:lnTo>
                <a:lnTo>
                  <a:pt x="35728" y="95554"/>
                </a:lnTo>
                <a:lnTo>
                  <a:pt x="29336" y="95554"/>
                </a:lnTo>
                <a:lnTo>
                  <a:pt x="29336" y="57521"/>
                </a:lnTo>
                <a:lnTo>
                  <a:pt x="14038" y="57521"/>
                </a:lnTo>
                <a:cubicBezTo>
                  <a:pt x="13130" y="74006"/>
                  <a:pt x="10128" y="86788"/>
                  <a:pt x="5028" y="95869"/>
                </a:cubicBezTo>
                <a:cubicBezTo>
                  <a:pt x="3632" y="94332"/>
                  <a:pt x="1954" y="92935"/>
                  <a:pt x="0" y="91678"/>
                </a:cubicBezTo>
                <a:cubicBezTo>
                  <a:pt x="5238" y="81549"/>
                  <a:pt x="7858" y="65589"/>
                  <a:pt x="7858" y="43796"/>
                </a:cubicBezTo>
                <a:lnTo>
                  <a:pt x="7858" y="2305"/>
                </a:lnTo>
                <a:lnTo>
                  <a:pt x="14354" y="2305"/>
                </a:lnTo>
                <a:lnTo>
                  <a:pt x="14354" y="29337"/>
                </a:lnTo>
                <a:lnTo>
                  <a:pt x="26298" y="29337"/>
                </a:lnTo>
                <a:close/>
              </a:path>
            </a:pathLst>
          </a:custGeom>
          <a:solidFill>
            <a:srgbClr val="E6E6E6"/>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fontAlgn="base"/>
            <a:endParaRPr lang="zh-CN" altLang="en-US" sz="800">
              <a:solidFill>
                <a:srgbClr val="E6E6E6"/>
              </a:solidFill>
            </a:endParaRPr>
          </a:p>
        </p:txBody>
      </p:sp>
      <p:sp>
        <p:nvSpPr>
          <p:cNvPr id="3" name="矩形 2">
            <a:extLst>
              <a:ext uri="{FF2B5EF4-FFF2-40B4-BE49-F238E27FC236}">
                <a16:creationId xmlns:a16="http://schemas.microsoft.com/office/drawing/2014/main" id="{C601F188-D72C-4D4B-9F32-8A9536FA8516}"/>
              </a:ext>
            </a:extLst>
          </p:cNvPr>
          <p:cNvSpPr/>
          <p:nvPr userDrawn="1"/>
        </p:nvSpPr>
        <p:spPr>
          <a:xfrm>
            <a:off x="-15098004" y="6488668"/>
            <a:ext cx="1197764" cy="369332"/>
          </a:xfrm>
          <a:prstGeom prst="rect">
            <a:avLst/>
          </a:prstGeom>
        </p:spPr>
        <p:txBody>
          <a:bodyPr wrap="none">
            <a:normAutofit/>
          </a:bodyPr>
          <a:lstStyle/>
          <a:p>
            <a:r>
              <a:rPr lang="vi-VN" altLang="vi-VN">
                <a:solidFill>
                  <a:srgbClr val="E6E6E6"/>
                </a:solidFill>
                <a:latin typeface="Noto Sans"/>
                <a:ea typeface="Noto Sans"/>
              </a:rPr>
              <a:t>61536760</a:t>
            </a:r>
            <a:endParaRPr lang="zh-CN" altLang="en-US">
              <a:solidFill>
                <a:srgbClr val="E6E6E6"/>
              </a:solidFill>
            </a:endParaRPr>
          </a:p>
        </p:txBody>
      </p:sp>
      <p:sp>
        <p:nvSpPr>
          <p:cNvPr id="7" name="图片占位符 6">
            <a:extLst>
              <a:ext uri="{FF2B5EF4-FFF2-40B4-BE49-F238E27FC236}">
                <a16:creationId xmlns:a16="http://schemas.microsoft.com/office/drawing/2014/main" id="{EB94B529-3EF2-4D1E-B223-C0FAB1EB972D}"/>
              </a:ext>
            </a:extLst>
          </p:cNvPr>
          <p:cNvSpPr>
            <a:spLocks noGrp="1"/>
          </p:cNvSpPr>
          <p:nvPr>
            <p:ph type="pic" sz="quarter" idx="10"/>
          </p:nvPr>
        </p:nvSpPr>
        <p:spPr>
          <a:xfrm>
            <a:off x="1652983" y="1628800"/>
            <a:ext cx="5255140" cy="2736304"/>
          </a:xfrm>
          <a:custGeom>
            <a:avLst/>
            <a:gdLst>
              <a:gd name="connsiteX0" fmla="*/ 0 w 5255140"/>
              <a:gd name="connsiteY0" fmla="*/ 0 h 2736304"/>
              <a:gd name="connsiteX1" fmla="*/ 5255140 w 5255140"/>
              <a:gd name="connsiteY1" fmla="*/ 0 h 2736304"/>
              <a:gd name="connsiteX2" fmla="*/ 5255140 w 5255140"/>
              <a:gd name="connsiteY2" fmla="*/ 2736304 h 2736304"/>
              <a:gd name="connsiteX3" fmla="*/ 0 w 5255140"/>
              <a:gd name="connsiteY3" fmla="*/ 2736304 h 2736304"/>
            </a:gdLst>
            <a:ahLst/>
            <a:cxnLst>
              <a:cxn ang="0">
                <a:pos x="connsiteX0" y="connsiteY0"/>
              </a:cxn>
              <a:cxn ang="0">
                <a:pos x="connsiteX1" y="connsiteY1"/>
              </a:cxn>
              <a:cxn ang="0">
                <a:pos x="connsiteX2" y="connsiteY2"/>
              </a:cxn>
              <a:cxn ang="0">
                <a:pos x="connsiteX3" y="connsiteY3"/>
              </a:cxn>
            </a:cxnLst>
            <a:rect l="l" t="t" r="r" b="b"/>
            <a:pathLst>
              <a:path w="5255140" h="2736304">
                <a:moveTo>
                  <a:pt x="0" y="0"/>
                </a:moveTo>
                <a:lnTo>
                  <a:pt x="5255140" y="0"/>
                </a:lnTo>
                <a:lnTo>
                  <a:pt x="5255140" y="2736304"/>
                </a:lnTo>
                <a:lnTo>
                  <a:pt x="0" y="2736304"/>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12542166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3" name="Template from Qian t u 8 4 3 5 7 5 9">
            <a:extLst>
              <a:ext uri="{FF2B5EF4-FFF2-40B4-BE49-F238E27FC236}">
                <a16:creationId xmlns:a16="http://schemas.microsoft.com/office/drawing/2014/main" id="{17E90A3C-F8B0-4BEB-A9C7-2B3EBEA69E44}"/>
              </a:ext>
            </a:extLst>
          </p:cNvPr>
          <p:cNvSpPr txBox="1"/>
          <p:nvPr userDrawn="1"/>
        </p:nvSpPr>
        <p:spPr>
          <a:xfrm>
            <a:off x="-32063823" y="5259227"/>
            <a:ext cx="1965874" cy="113995"/>
          </a:xfrm>
          <a:custGeom>
            <a:avLst/>
            <a:gdLst/>
            <a:ahLst/>
            <a:cxnLst/>
            <a:rect l="l" t="t" r="r" b="b"/>
            <a:pathLst>
              <a:path w="1965874" h="113994">
                <a:moveTo>
                  <a:pt x="891806" y="87487"/>
                </a:moveTo>
                <a:cubicBezTo>
                  <a:pt x="887684" y="90420"/>
                  <a:pt x="885624" y="93808"/>
                  <a:pt x="885624" y="97650"/>
                </a:cubicBezTo>
                <a:cubicBezTo>
                  <a:pt x="885624" y="100793"/>
                  <a:pt x="887126" y="103308"/>
                  <a:pt x="890130" y="105194"/>
                </a:cubicBezTo>
                <a:cubicBezTo>
                  <a:pt x="893134" y="107080"/>
                  <a:pt x="897290" y="108023"/>
                  <a:pt x="902598" y="108023"/>
                </a:cubicBezTo>
                <a:cubicBezTo>
                  <a:pt x="908046" y="108023"/>
                  <a:pt x="912586" y="106765"/>
                  <a:pt x="916218" y="104251"/>
                </a:cubicBezTo>
                <a:cubicBezTo>
                  <a:pt x="919572" y="101876"/>
                  <a:pt x="921248" y="99082"/>
                  <a:pt x="921248" y="95869"/>
                </a:cubicBezTo>
                <a:cubicBezTo>
                  <a:pt x="921248" y="90909"/>
                  <a:pt x="917302" y="88430"/>
                  <a:pt x="909408" y="88430"/>
                </a:cubicBezTo>
                <a:lnTo>
                  <a:pt x="899036" y="88430"/>
                </a:lnTo>
                <a:cubicBezTo>
                  <a:pt x="896870" y="88430"/>
                  <a:pt x="894460" y="88115"/>
                  <a:pt x="891806" y="87487"/>
                </a:cubicBezTo>
                <a:close/>
                <a:moveTo>
                  <a:pt x="429472" y="75438"/>
                </a:moveTo>
                <a:cubicBezTo>
                  <a:pt x="431288" y="75438"/>
                  <a:pt x="432824" y="76066"/>
                  <a:pt x="434082" y="77324"/>
                </a:cubicBezTo>
                <a:cubicBezTo>
                  <a:pt x="435340" y="78651"/>
                  <a:pt x="435968" y="80327"/>
                  <a:pt x="435968" y="82353"/>
                </a:cubicBezTo>
                <a:cubicBezTo>
                  <a:pt x="435968" y="84309"/>
                  <a:pt x="435340" y="85915"/>
                  <a:pt x="434082" y="87172"/>
                </a:cubicBezTo>
                <a:cubicBezTo>
                  <a:pt x="432824" y="88430"/>
                  <a:pt x="431288" y="89058"/>
                  <a:pt x="429472" y="89058"/>
                </a:cubicBezTo>
                <a:cubicBezTo>
                  <a:pt x="427726" y="89058"/>
                  <a:pt x="426224" y="88430"/>
                  <a:pt x="424966" y="87172"/>
                </a:cubicBezTo>
                <a:cubicBezTo>
                  <a:pt x="423710" y="85915"/>
                  <a:pt x="423080" y="84309"/>
                  <a:pt x="423080" y="82353"/>
                </a:cubicBezTo>
                <a:cubicBezTo>
                  <a:pt x="423080" y="80327"/>
                  <a:pt x="423710" y="78651"/>
                  <a:pt x="424966" y="77324"/>
                </a:cubicBezTo>
                <a:cubicBezTo>
                  <a:pt x="426224" y="76066"/>
                  <a:pt x="427726" y="75438"/>
                  <a:pt x="429472" y="75438"/>
                </a:cubicBezTo>
                <a:close/>
                <a:moveTo>
                  <a:pt x="335384" y="66846"/>
                </a:moveTo>
                <a:lnTo>
                  <a:pt x="335384" y="83191"/>
                </a:lnTo>
                <a:lnTo>
                  <a:pt x="392172" y="83191"/>
                </a:lnTo>
                <a:lnTo>
                  <a:pt x="392172" y="66846"/>
                </a:lnTo>
                <a:close/>
                <a:moveTo>
                  <a:pt x="856868" y="57731"/>
                </a:moveTo>
                <a:cubicBezTo>
                  <a:pt x="847158" y="58848"/>
                  <a:pt x="840174" y="60629"/>
                  <a:pt x="835914" y="63074"/>
                </a:cubicBezTo>
                <a:cubicBezTo>
                  <a:pt x="832002" y="65449"/>
                  <a:pt x="830046" y="68627"/>
                  <a:pt x="830046" y="72609"/>
                </a:cubicBezTo>
                <a:cubicBezTo>
                  <a:pt x="830046" y="78965"/>
                  <a:pt x="833538" y="82143"/>
                  <a:pt x="840524" y="82143"/>
                </a:cubicBezTo>
                <a:cubicBezTo>
                  <a:pt x="845552" y="82143"/>
                  <a:pt x="851000" y="79524"/>
                  <a:pt x="856868" y="74285"/>
                </a:cubicBezTo>
                <a:close/>
                <a:moveTo>
                  <a:pt x="482440" y="50606"/>
                </a:moveTo>
                <a:lnTo>
                  <a:pt x="482440" y="80781"/>
                </a:lnTo>
                <a:lnTo>
                  <a:pt x="496270" y="80781"/>
                </a:lnTo>
                <a:cubicBezTo>
                  <a:pt x="510870" y="80781"/>
                  <a:pt x="518168" y="75507"/>
                  <a:pt x="518168" y="64960"/>
                </a:cubicBezTo>
                <a:cubicBezTo>
                  <a:pt x="518168" y="55391"/>
                  <a:pt x="510870" y="50606"/>
                  <a:pt x="496270" y="50606"/>
                </a:cubicBezTo>
                <a:close/>
                <a:moveTo>
                  <a:pt x="1220056" y="49977"/>
                </a:moveTo>
                <a:cubicBezTo>
                  <a:pt x="1212652" y="54657"/>
                  <a:pt x="1208950" y="60664"/>
                  <a:pt x="1208950" y="67999"/>
                </a:cubicBezTo>
                <a:cubicBezTo>
                  <a:pt x="1208950" y="72190"/>
                  <a:pt x="1210522" y="75682"/>
                  <a:pt x="1213666" y="78476"/>
                </a:cubicBezTo>
                <a:cubicBezTo>
                  <a:pt x="1216878" y="81270"/>
                  <a:pt x="1220860" y="82667"/>
                  <a:pt x="1225610" y="82667"/>
                </a:cubicBezTo>
                <a:cubicBezTo>
                  <a:pt x="1230150" y="82667"/>
                  <a:pt x="1233886" y="81375"/>
                  <a:pt x="1236820" y="78790"/>
                </a:cubicBezTo>
                <a:cubicBezTo>
                  <a:pt x="1239614" y="76276"/>
                  <a:pt x="1241012" y="73063"/>
                  <a:pt x="1241012" y="69151"/>
                </a:cubicBezTo>
                <a:cubicBezTo>
                  <a:pt x="1241012" y="64401"/>
                  <a:pt x="1238916" y="60420"/>
                  <a:pt x="1234724" y="57207"/>
                </a:cubicBezTo>
                <a:cubicBezTo>
                  <a:pt x="1232140" y="55321"/>
                  <a:pt x="1227250" y="52911"/>
                  <a:pt x="1220056" y="49977"/>
                </a:cubicBezTo>
                <a:close/>
                <a:moveTo>
                  <a:pt x="335384" y="44215"/>
                </a:moveTo>
                <a:lnTo>
                  <a:pt x="335384" y="60350"/>
                </a:lnTo>
                <a:lnTo>
                  <a:pt x="392172" y="60350"/>
                </a:lnTo>
                <a:lnTo>
                  <a:pt x="392172" y="44215"/>
                </a:lnTo>
                <a:close/>
                <a:moveTo>
                  <a:pt x="62130" y="37299"/>
                </a:moveTo>
                <a:cubicBezTo>
                  <a:pt x="64786" y="49942"/>
                  <a:pt x="68662" y="60490"/>
                  <a:pt x="73760" y="68942"/>
                </a:cubicBezTo>
                <a:cubicBezTo>
                  <a:pt x="79558" y="60071"/>
                  <a:pt x="83644" y="49523"/>
                  <a:pt x="86020" y="37299"/>
                </a:cubicBezTo>
                <a:close/>
                <a:moveTo>
                  <a:pt x="961320" y="36880"/>
                </a:moveTo>
                <a:cubicBezTo>
                  <a:pt x="956220" y="36880"/>
                  <a:pt x="952100" y="38976"/>
                  <a:pt x="948956" y="43167"/>
                </a:cubicBezTo>
                <a:cubicBezTo>
                  <a:pt x="945742" y="47288"/>
                  <a:pt x="944136" y="52736"/>
                  <a:pt x="944136" y="59512"/>
                </a:cubicBezTo>
                <a:cubicBezTo>
                  <a:pt x="944136" y="66217"/>
                  <a:pt x="945742" y="71631"/>
                  <a:pt x="948956" y="75752"/>
                </a:cubicBezTo>
                <a:cubicBezTo>
                  <a:pt x="952100" y="79873"/>
                  <a:pt x="956220" y="81934"/>
                  <a:pt x="961320" y="81934"/>
                </a:cubicBezTo>
                <a:cubicBezTo>
                  <a:pt x="966418" y="81934"/>
                  <a:pt x="970574" y="79873"/>
                  <a:pt x="973788" y="75752"/>
                </a:cubicBezTo>
                <a:cubicBezTo>
                  <a:pt x="977000" y="71631"/>
                  <a:pt x="978608" y="66217"/>
                  <a:pt x="978608" y="59512"/>
                </a:cubicBezTo>
                <a:cubicBezTo>
                  <a:pt x="978608" y="52806"/>
                  <a:pt x="977000" y="47358"/>
                  <a:pt x="973788" y="43167"/>
                </a:cubicBezTo>
                <a:cubicBezTo>
                  <a:pt x="970574" y="38976"/>
                  <a:pt x="966418" y="36880"/>
                  <a:pt x="961320" y="36880"/>
                </a:cubicBezTo>
                <a:close/>
                <a:moveTo>
                  <a:pt x="655890" y="36566"/>
                </a:moveTo>
                <a:cubicBezTo>
                  <a:pt x="651560" y="36566"/>
                  <a:pt x="647822" y="38173"/>
                  <a:pt x="644680" y="41386"/>
                </a:cubicBezTo>
                <a:cubicBezTo>
                  <a:pt x="641396" y="44808"/>
                  <a:pt x="639476" y="49384"/>
                  <a:pt x="638918" y="55111"/>
                </a:cubicBezTo>
                <a:lnTo>
                  <a:pt x="670560" y="55111"/>
                </a:lnTo>
                <a:cubicBezTo>
                  <a:pt x="670560" y="42748"/>
                  <a:pt x="665670" y="36566"/>
                  <a:pt x="655890" y="36566"/>
                </a:cubicBezTo>
                <a:close/>
                <a:moveTo>
                  <a:pt x="901236" y="36042"/>
                </a:moveTo>
                <a:cubicBezTo>
                  <a:pt x="897604" y="36042"/>
                  <a:pt x="894600" y="37265"/>
                  <a:pt x="892224" y="39709"/>
                </a:cubicBezTo>
                <a:cubicBezTo>
                  <a:pt x="889780" y="42224"/>
                  <a:pt x="888558" y="45612"/>
                  <a:pt x="888558" y="49872"/>
                </a:cubicBezTo>
                <a:cubicBezTo>
                  <a:pt x="888558" y="53994"/>
                  <a:pt x="889816" y="57381"/>
                  <a:pt x="892330" y="60036"/>
                </a:cubicBezTo>
                <a:cubicBezTo>
                  <a:pt x="894774" y="62620"/>
                  <a:pt x="897744" y="63912"/>
                  <a:pt x="901236" y="63912"/>
                </a:cubicBezTo>
                <a:cubicBezTo>
                  <a:pt x="904728" y="63912"/>
                  <a:pt x="907696" y="62620"/>
                  <a:pt x="910142" y="60036"/>
                </a:cubicBezTo>
                <a:cubicBezTo>
                  <a:pt x="912656" y="57381"/>
                  <a:pt x="913914" y="53994"/>
                  <a:pt x="913914" y="49872"/>
                </a:cubicBezTo>
                <a:cubicBezTo>
                  <a:pt x="913914" y="45681"/>
                  <a:pt x="912656" y="42294"/>
                  <a:pt x="910142" y="39709"/>
                </a:cubicBezTo>
                <a:cubicBezTo>
                  <a:pt x="907766" y="37265"/>
                  <a:pt x="904798" y="36042"/>
                  <a:pt x="901236" y="36042"/>
                </a:cubicBezTo>
                <a:close/>
                <a:moveTo>
                  <a:pt x="429472" y="32689"/>
                </a:moveTo>
                <a:cubicBezTo>
                  <a:pt x="431288" y="32689"/>
                  <a:pt x="432824" y="33318"/>
                  <a:pt x="434082" y="34575"/>
                </a:cubicBezTo>
                <a:cubicBezTo>
                  <a:pt x="435340" y="35902"/>
                  <a:pt x="435968" y="37579"/>
                  <a:pt x="435968" y="39605"/>
                </a:cubicBezTo>
                <a:cubicBezTo>
                  <a:pt x="435968" y="41560"/>
                  <a:pt x="435340" y="43167"/>
                  <a:pt x="434082" y="44424"/>
                </a:cubicBezTo>
                <a:cubicBezTo>
                  <a:pt x="432824" y="45681"/>
                  <a:pt x="431288" y="46310"/>
                  <a:pt x="429472" y="46310"/>
                </a:cubicBezTo>
                <a:cubicBezTo>
                  <a:pt x="427726" y="46310"/>
                  <a:pt x="426224" y="45681"/>
                  <a:pt x="424966" y="44424"/>
                </a:cubicBezTo>
                <a:cubicBezTo>
                  <a:pt x="423710" y="43167"/>
                  <a:pt x="423080" y="41560"/>
                  <a:pt x="423080" y="39605"/>
                </a:cubicBezTo>
                <a:cubicBezTo>
                  <a:pt x="423080" y="37579"/>
                  <a:pt x="423710" y="35902"/>
                  <a:pt x="424966" y="34575"/>
                </a:cubicBezTo>
                <a:cubicBezTo>
                  <a:pt x="426224" y="33318"/>
                  <a:pt x="427726" y="32689"/>
                  <a:pt x="429472" y="32689"/>
                </a:cubicBezTo>
                <a:close/>
                <a:moveTo>
                  <a:pt x="1121644" y="31118"/>
                </a:moveTo>
                <a:lnTo>
                  <a:pt x="1130550" y="31118"/>
                </a:lnTo>
                <a:lnTo>
                  <a:pt x="1142600" y="63493"/>
                </a:lnTo>
                <a:lnTo>
                  <a:pt x="1148258" y="79419"/>
                </a:lnTo>
                <a:lnTo>
                  <a:pt x="1148780" y="79419"/>
                </a:lnTo>
                <a:cubicBezTo>
                  <a:pt x="1149130" y="78371"/>
                  <a:pt x="1149934" y="75682"/>
                  <a:pt x="1151190" y="71351"/>
                </a:cubicBezTo>
                <a:cubicBezTo>
                  <a:pt x="1152168" y="67999"/>
                  <a:pt x="1152972" y="65379"/>
                  <a:pt x="1153600" y="63493"/>
                </a:cubicBezTo>
                <a:lnTo>
                  <a:pt x="1164182" y="31118"/>
                </a:lnTo>
                <a:lnTo>
                  <a:pt x="1172564" y="31118"/>
                </a:lnTo>
                <a:lnTo>
                  <a:pt x="1150982" y="92935"/>
                </a:lnTo>
                <a:cubicBezTo>
                  <a:pt x="1146440" y="105927"/>
                  <a:pt x="1139560" y="112423"/>
                  <a:pt x="1130340" y="112423"/>
                </a:cubicBezTo>
                <a:cubicBezTo>
                  <a:pt x="1127896" y="112423"/>
                  <a:pt x="1125730" y="112039"/>
                  <a:pt x="1123844" y="111271"/>
                </a:cubicBezTo>
                <a:lnTo>
                  <a:pt x="1125626" y="104355"/>
                </a:lnTo>
                <a:cubicBezTo>
                  <a:pt x="1127162" y="104914"/>
                  <a:pt x="1128630" y="105194"/>
                  <a:pt x="1130026" y="105194"/>
                </a:cubicBezTo>
                <a:cubicBezTo>
                  <a:pt x="1135894" y="105194"/>
                  <a:pt x="1140294" y="100933"/>
                  <a:pt x="1143228" y="92411"/>
                </a:cubicBezTo>
                <a:lnTo>
                  <a:pt x="1144486" y="88011"/>
                </a:lnTo>
                <a:close/>
                <a:moveTo>
                  <a:pt x="567422" y="31118"/>
                </a:moveTo>
                <a:lnTo>
                  <a:pt x="575910" y="31118"/>
                </a:lnTo>
                <a:lnTo>
                  <a:pt x="575910" y="66008"/>
                </a:lnTo>
                <a:cubicBezTo>
                  <a:pt x="575910" y="71456"/>
                  <a:pt x="576782" y="75403"/>
                  <a:pt x="578528" y="77847"/>
                </a:cubicBezTo>
                <a:cubicBezTo>
                  <a:pt x="580274" y="80362"/>
                  <a:pt x="583138" y="81619"/>
                  <a:pt x="587120" y="81619"/>
                </a:cubicBezTo>
                <a:cubicBezTo>
                  <a:pt x="592290" y="81619"/>
                  <a:pt x="597598" y="78301"/>
                  <a:pt x="603046" y="71666"/>
                </a:cubicBezTo>
                <a:lnTo>
                  <a:pt x="603046" y="31118"/>
                </a:lnTo>
                <a:lnTo>
                  <a:pt x="611532" y="31118"/>
                </a:lnTo>
                <a:lnTo>
                  <a:pt x="611532" y="87696"/>
                </a:lnTo>
                <a:lnTo>
                  <a:pt x="604512" y="87696"/>
                </a:lnTo>
                <a:lnTo>
                  <a:pt x="603780" y="78686"/>
                </a:lnTo>
                <a:lnTo>
                  <a:pt x="603466" y="78686"/>
                </a:lnTo>
                <a:cubicBezTo>
                  <a:pt x="597458" y="85601"/>
                  <a:pt x="591172" y="89058"/>
                  <a:pt x="584606" y="89058"/>
                </a:cubicBezTo>
                <a:cubicBezTo>
                  <a:pt x="573150" y="89058"/>
                  <a:pt x="567422" y="81724"/>
                  <a:pt x="567422" y="67056"/>
                </a:cubicBezTo>
                <a:close/>
                <a:moveTo>
                  <a:pt x="1033548" y="29651"/>
                </a:moveTo>
                <a:cubicBezTo>
                  <a:pt x="1045072" y="29651"/>
                  <a:pt x="1050836" y="37020"/>
                  <a:pt x="1050836" y="51758"/>
                </a:cubicBezTo>
                <a:lnTo>
                  <a:pt x="1050836" y="87696"/>
                </a:lnTo>
                <a:lnTo>
                  <a:pt x="1042244" y="87696"/>
                </a:lnTo>
                <a:lnTo>
                  <a:pt x="1042244" y="52806"/>
                </a:lnTo>
                <a:cubicBezTo>
                  <a:pt x="1042244" y="42329"/>
                  <a:pt x="1038506" y="37090"/>
                  <a:pt x="1031032" y="37090"/>
                </a:cubicBezTo>
                <a:cubicBezTo>
                  <a:pt x="1026214" y="37090"/>
                  <a:pt x="1020834" y="40163"/>
                  <a:pt x="1014898" y="46310"/>
                </a:cubicBezTo>
                <a:lnTo>
                  <a:pt x="1014898" y="87696"/>
                </a:lnTo>
                <a:lnTo>
                  <a:pt x="1006410" y="87696"/>
                </a:lnTo>
                <a:lnTo>
                  <a:pt x="1006410" y="31118"/>
                </a:lnTo>
                <a:lnTo>
                  <a:pt x="1013326" y="31118"/>
                </a:lnTo>
                <a:lnTo>
                  <a:pt x="1014164" y="39395"/>
                </a:lnTo>
                <a:lnTo>
                  <a:pt x="1014478" y="39395"/>
                </a:lnTo>
                <a:cubicBezTo>
                  <a:pt x="1021114" y="32899"/>
                  <a:pt x="1027470" y="29651"/>
                  <a:pt x="1033548" y="29651"/>
                </a:cubicBezTo>
                <a:close/>
                <a:moveTo>
                  <a:pt x="961320" y="29651"/>
                </a:moveTo>
                <a:cubicBezTo>
                  <a:pt x="968584" y="29651"/>
                  <a:pt x="974660" y="32270"/>
                  <a:pt x="979550" y="37509"/>
                </a:cubicBezTo>
                <a:cubicBezTo>
                  <a:pt x="984788" y="43027"/>
                  <a:pt x="987408" y="50361"/>
                  <a:pt x="987408" y="59512"/>
                </a:cubicBezTo>
                <a:cubicBezTo>
                  <a:pt x="987408" y="68522"/>
                  <a:pt x="984788" y="75787"/>
                  <a:pt x="979550" y="81305"/>
                </a:cubicBezTo>
                <a:cubicBezTo>
                  <a:pt x="974660" y="86474"/>
                  <a:pt x="968584" y="89058"/>
                  <a:pt x="961320" y="89058"/>
                </a:cubicBezTo>
                <a:cubicBezTo>
                  <a:pt x="954124" y="89058"/>
                  <a:pt x="948082" y="86474"/>
                  <a:pt x="943194" y="81305"/>
                </a:cubicBezTo>
                <a:cubicBezTo>
                  <a:pt x="937954" y="75787"/>
                  <a:pt x="935334" y="68522"/>
                  <a:pt x="935334" y="59512"/>
                </a:cubicBezTo>
                <a:cubicBezTo>
                  <a:pt x="935334" y="50361"/>
                  <a:pt x="937954" y="43027"/>
                  <a:pt x="943194" y="37509"/>
                </a:cubicBezTo>
                <a:cubicBezTo>
                  <a:pt x="948012" y="32270"/>
                  <a:pt x="954054" y="29651"/>
                  <a:pt x="961320" y="29651"/>
                </a:cubicBezTo>
                <a:close/>
                <a:moveTo>
                  <a:pt x="901236" y="29651"/>
                </a:moveTo>
                <a:cubicBezTo>
                  <a:pt x="903820" y="29651"/>
                  <a:pt x="906440" y="30140"/>
                  <a:pt x="909094" y="31118"/>
                </a:cubicBezTo>
                <a:lnTo>
                  <a:pt x="928686" y="31118"/>
                </a:lnTo>
                <a:lnTo>
                  <a:pt x="928686" y="37719"/>
                </a:lnTo>
                <a:lnTo>
                  <a:pt x="916742" y="37719"/>
                </a:lnTo>
                <a:cubicBezTo>
                  <a:pt x="920026" y="40862"/>
                  <a:pt x="921666" y="44948"/>
                  <a:pt x="921666" y="49977"/>
                </a:cubicBezTo>
                <a:cubicBezTo>
                  <a:pt x="921666" y="55914"/>
                  <a:pt x="919676" y="60734"/>
                  <a:pt x="915694" y="64436"/>
                </a:cubicBezTo>
                <a:cubicBezTo>
                  <a:pt x="911852" y="67999"/>
                  <a:pt x="907034" y="69780"/>
                  <a:pt x="901236" y="69780"/>
                </a:cubicBezTo>
                <a:cubicBezTo>
                  <a:pt x="898092" y="69780"/>
                  <a:pt x="895194" y="69081"/>
                  <a:pt x="892540" y="67684"/>
                </a:cubicBezTo>
                <a:cubicBezTo>
                  <a:pt x="890024" y="69850"/>
                  <a:pt x="888768" y="72224"/>
                  <a:pt x="888768" y="74809"/>
                </a:cubicBezTo>
                <a:cubicBezTo>
                  <a:pt x="888768" y="79070"/>
                  <a:pt x="892120" y="81200"/>
                  <a:pt x="898826" y="81200"/>
                </a:cubicBezTo>
                <a:lnTo>
                  <a:pt x="910142" y="81200"/>
                </a:lnTo>
                <a:cubicBezTo>
                  <a:pt x="923134" y="81200"/>
                  <a:pt x="929630" y="85671"/>
                  <a:pt x="929630" y="94611"/>
                </a:cubicBezTo>
                <a:cubicBezTo>
                  <a:pt x="929630" y="99920"/>
                  <a:pt x="927080" y="104425"/>
                  <a:pt x="921982" y="108127"/>
                </a:cubicBezTo>
                <a:cubicBezTo>
                  <a:pt x="916602" y="112039"/>
                  <a:pt x="909758" y="113995"/>
                  <a:pt x="901446" y="113995"/>
                </a:cubicBezTo>
                <a:cubicBezTo>
                  <a:pt x="894390" y="113995"/>
                  <a:pt x="888768" y="112668"/>
                  <a:pt x="884576" y="110013"/>
                </a:cubicBezTo>
                <a:cubicBezTo>
                  <a:pt x="880246" y="107289"/>
                  <a:pt x="878080" y="103517"/>
                  <a:pt x="878080" y="98698"/>
                </a:cubicBezTo>
                <a:cubicBezTo>
                  <a:pt x="878080" y="93738"/>
                  <a:pt x="880874" y="89408"/>
                  <a:pt x="886462" y="85706"/>
                </a:cubicBezTo>
                <a:lnTo>
                  <a:pt x="886462" y="85286"/>
                </a:lnTo>
                <a:cubicBezTo>
                  <a:pt x="883040" y="83191"/>
                  <a:pt x="881328" y="80083"/>
                  <a:pt x="881328" y="75961"/>
                </a:cubicBezTo>
                <a:cubicBezTo>
                  <a:pt x="881328" y="72050"/>
                  <a:pt x="883424" y="68557"/>
                  <a:pt x="887614" y="65484"/>
                </a:cubicBezTo>
                <a:lnTo>
                  <a:pt x="887614" y="65065"/>
                </a:lnTo>
                <a:cubicBezTo>
                  <a:pt x="882726" y="61153"/>
                  <a:pt x="880280" y="56089"/>
                  <a:pt x="880280" y="49872"/>
                </a:cubicBezTo>
                <a:cubicBezTo>
                  <a:pt x="880280" y="43865"/>
                  <a:pt x="882342" y="38976"/>
                  <a:pt x="886462" y="35204"/>
                </a:cubicBezTo>
                <a:cubicBezTo>
                  <a:pt x="890444" y="31502"/>
                  <a:pt x="895368" y="29651"/>
                  <a:pt x="901236" y="29651"/>
                </a:cubicBezTo>
                <a:close/>
                <a:moveTo>
                  <a:pt x="846182" y="29651"/>
                </a:moveTo>
                <a:cubicBezTo>
                  <a:pt x="858964" y="29651"/>
                  <a:pt x="865354" y="37299"/>
                  <a:pt x="865354" y="52597"/>
                </a:cubicBezTo>
                <a:lnTo>
                  <a:pt x="865354" y="87696"/>
                </a:lnTo>
                <a:lnTo>
                  <a:pt x="858334" y="87696"/>
                </a:lnTo>
                <a:lnTo>
                  <a:pt x="857602" y="80781"/>
                </a:lnTo>
                <a:lnTo>
                  <a:pt x="857288" y="80781"/>
                </a:lnTo>
                <a:cubicBezTo>
                  <a:pt x="850792" y="86299"/>
                  <a:pt x="844434" y="89058"/>
                  <a:pt x="838218" y="89058"/>
                </a:cubicBezTo>
                <a:cubicBezTo>
                  <a:pt x="833398" y="89058"/>
                  <a:pt x="829486" y="87696"/>
                  <a:pt x="826484" y="84972"/>
                </a:cubicBezTo>
                <a:cubicBezTo>
                  <a:pt x="823340" y="82038"/>
                  <a:pt x="821768" y="78092"/>
                  <a:pt x="821768" y="73133"/>
                </a:cubicBezTo>
                <a:cubicBezTo>
                  <a:pt x="821768" y="66986"/>
                  <a:pt x="824598" y="62236"/>
                  <a:pt x="830256" y="58883"/>
                </a:cubicBezTo>
                <a:cubicBezTo>
                  <a:pt x="835704" y="55670"/>
                  <a:pt x="844574" y="53365"/>
                  <a:pt x="856868" y="51968"/>
                </a:cubicBezTo>
                <a:cubicBezTo>
                  <a:pt x="857008" y="41840"/>
                  <a:pt x="852992" y="36776"/>
                  <a:pt x="844818" y="36776"/>
                </a:cubicBezTo>
                <a:cubicBezTo>
                  <a:pt x="839300" y="36776"/>
                  <a:pt x="833574" y="38871"/>
                  <a:pt x="827636" y="43062"/>
                </a:cubicBezTo>
                <a:lnTo>
                  <a:pt x="824178" y="37090"/>
                </a:lnTo>
                <a:cubicBezTo>
                  <a:pt x="831722" y="32131"/>
                  <a:pt x="839056" y="29651"/>
                  <a:pt x="846182" y="29651"/>
                </a:cubicBezTo>
                <a:close/>
                <a:moveTo>
                  <a:pt x="811434" y="29651"/>
                </a:moveTo>
                <a:cubicBezTo>
                  <a:pt x="813738" y="29651"/>
                  <a:pt x="815730" y="30070"/>
                  <a:pt x="817406" y="30908"/>
                </a:cubicBezTo>
                <a:lnTo>
                  <a:pt x="815730" y="38347"/>
                </a:lnTo>
                <a:cubicBezTo>
                  <a:pt x="813844" y="37719"/>
                  <a:pt x="812062" y="37404"/>
                  <a:pt x="810386" y="37404"/>
                </a:cubicBezTo>
                <a:cubicBezTo>
                  <a:pt x="804170" y="37404"/>
                  <a:pt x="799314" y="41875"/>
                  <a:pt x="795822" y="50815"/>
                </a:cubicBezTo>
                <a:lnTo>
                  <a:pt x="795822" y="87696"/>
                </a:lnTo>
                <a:lnTo>
                  <a:pt x="787336" y="87696"/>
                </a:lnTo>
                <a:lnTo>
                  <a:pt x="787336" y="31118"/>
                </a:lnTo>
                <a:lnTo>
                  <a:pt x="794250" y="31118"/>
                </a:lnTo>
                <a:lnTo>
                  <a:pt x="795090" y="41490"/>
                </a:lnTo>
                <a:lnTo>
                  <a:pt x="795404" y="41490"/>
                </a:lnTo>
                <a:cubicBezTo>
                  <a:pt x="799664" y="33597"/>
                  <a:pt x="805008" y="29651"/>
                  <a:pt x="811434" y="29651"/>
                </a:cubicBezTo>
                <a:close/>
                <a:moveTo>
                  <a:pt x="655786" y="29651"/>
                </a:moveTo>
                <a:cubicBezTo>
                  <a:pt x="662840" y="29651"/>
                  <a:pt x="668324" y="32026"/>
                  <a:pt x="672236" y="36776"/>
                </a:cubicBezTo>
                <a:cubicBezTo>
                  <a:pt x="676148" y="41456"/>
                  <a:pt x="678102" y="47917"/>
                  <a:pt x="678102" y="56159"/>
                </a:cubicBezTo>
                <a:cubicBezTo>
                  <a:pt x="678102" y="58394"/>
                  <a:pt x="677964" y="60105"/>
                  <a:pt x="677684" y="61293"/>
                </a:cubicBezTo>
                <a:lnTo>
                  <a:pt x="639022" y="61293"/>
                </a:lnTo>
                <a:cubicBezTo>
                  <a:pt x="639302" y="67579"/>
                  <a:pt x="641188" y="72644"/>
                  <a:pt x="644680" y="76485"/>
                </a:cubicBezTo>
                <a:cubicBezTo>
                  <a:pt x="648172" y="80327"/>
                  <a:pt x="652748" y="82248"/>
                  <a:pt x="658406" y="82248"/>
                </a:cubicBezTo>
                <a:cubicBezTo>
                  <a:pt x="663434" y="82248"/>
                  <a:pt x="668220" y="80711"/>
                  <a:pt x="672760" y="77638"/>
                </a:cubicBezTo>
                <a:lnTo>
                  <a:pt x="675902" y="83296"/>
                </a:lnTo>
                <a:cubicBezTo>
                  <a:pt x="669896" y="87137"/>
                  <a:pt x="663714" y="89058"/>
                  <a:pt x="657358" y="89058"/>
                </a:cubicBezTo>
                <a:cubicBezTo>
                  <a:pt x="649674" y="89058"/>
                  <a:pt x="643352" y="86439"/>
                  <a:pt x="638394" y="81200"/>
                </a:cubicBezTo>
                <a:cubicBezTo>
                  <a:pt x="633154" y="75752"/>
                  <a:pt x="630536" y="68522"/>
                  <a:pt x="630536" y="59512"/>
                </a:cubicBezTo>
                <a:cubicBezTo>
                  <a:pt x="630536" y="50641"/>
                  <a:pt x="633120" y="43341"/>
                  <a:pt x="638288" y="37614"/>
                </a:cubicBezTo>
                <a:cubicBezTo>
                  <a:pt x="643178" y="32305"/>
                  <a:pt x="649010" y="29651"/>
                  <a:pt x="655786" y="29651"/>
                </a:cubicBezTo>
                <a:close/>
                <a:moveTo>
                  <a:pt x="231970" y="22526"/>
                </a:moveTo>
                <a:cubicBezTo>
                  <a:pt x="237140" y="29791"/>
                  <a:pt x="240528" y="36391"/>
                  <a:pt x="242134" y="42329"/>
                </a:cubicBezTo>
                <a:lnTo>
                  <a:pt x="235638" y="44948"/>
                </a:lnTo>
                <a:cubicBezTo>
                  <a:pt x="233892" y="38662"/>
                  <a:pt x="230678" y="31956"/>
                  <a:pt x="225998" y="24831"/>
                </a:cubicBezTo>
                <a:close/>
                <a:moveTo>
                  <a:pt x="285406" y="22002"/>
                </a:moveTo>
                <a:lnTo>
                  <a:pt x="292636" y="24412"/>
                </a:lnTo>
                <a:cubicBezTo>
                  <a:pt x="288026" y="33353"/>
                  <a:pt x="283974" y="40303"/>
                  <a:pt x="280482" y="45262"/>
                </a:cubicBezTo>
                <a:lnTo>
                  <a:pt x="274614" y="43167"/>
                </a:lnTo>
                <a:cubicBezTo>
                  <a:pt x="279084" y="36252"/>
                  <a:pt x="282682" y="29197"/>
                  <a:pt x="285406" y="22002"/>
                </a:cubicBezTo>
                <a:close/>
                <a:moveTo>
                  <a:pt x="335384" y="21164"/>
                </a:moveTo>
                <a:lnTo>
                  <a:pt x="335384" y="37719"/>
                </a:lnTo>
                <a:lnTo>
                  <a:pt x="392172" y="37719"/>
                </a:lnTo>
                <a:lnTo>
                  <a:pt x="392172" y="21164"/>
                </a:lnTo>
                <a:close/>
                <a:moveTo>
                  <a:pt x="1289360" y="20955"/>
                </a:moveTo>
                <a:cubicBezTo>
                  <a:pt x="1287754" y="24098"/>
                  <a:pt x="1285728" y="27800"/>
                  <a:pt x="1283284" y="32061"/>
                </a:cubicBezTo>
                <a:lnTo>
                  <a:pt x="1264738" y="59512"/>
                </a:lnTo>
                <a:lnTo>
                  <a:pt x="1289256" y="59512"/>
                </a:lnTo>
                <a:lnTo>
                  <a:pt x="1289256" y="34575"/>
                </a:lnTo>
                <a:cubicBezTo>
                  <a:pt x="1289256" y="30524"/>
                  <a:pt x="1289466" y="25984"/>
                  <a:pt x="1289884" y="20955"/>
                </a:cubicBezTo>
                <a:close/>
                <a:moveTo>
                  <a:pt x="1625440" y="18126"/>
                </a:moveTo>
                <a:lnTo>
                  <a:pt x="1625440" y="80572"/>
                </a:lnTo>
                <a:lnTo>
                  <a:pt x="1634870" y="80572"/>
                </a:lnTo>
                <a:cubicBezTo>
                  <a:pt x="1644020" y="80572"/>
                  <a:pt x="1650970" y="77778"/>
                  <a:pt x="1655720" y="72190"/>
                </a:cubicBezTo>
                <a:cubicBezTo>
                  <a:pt x="1660260" y="66741"/>
                  <a:pt x="1662530" y="59023"/>
                  <a:pt x="1662530" y="49034"/>
                </a:cubicBezTo>
                <a:cubicBezTo>
                  <a:pt x="1662530" y="28429"/>
                  <a:pt x="1653310" y="18126"/>
                  <a:pt x="1634870" y="18126"/>
                </a:cubicBezTo>
                <a:close/>
                <a:moveTo>
                  <a:pt x="720566" y="18126"/>
                </a:moveTo>
                <a:lnTo>
                  <a:pt x="720566" y="80572"/>
                </a:lnTo>
                <a:lnTo>
                  <a:pt x="729996" y="80572"/>
                </a:lnTo>
                <a:cubicBezTo>
                  <a:pt x="739146" y="80572"/>
                  <a:pt x="746096" y="77778"/>
                  <a:pt x="750846" y="72190"/>
                </a:cubicBezTo>
                <a:cubicBezTo>
                  <a:pt x="755386" y="66741"/>
                  <a:pt x="757656" y="59023"/>
                  <a:pt x="757656" y="49034"/>
                </a:cubicBezTo>
                <a:cubicBezTo>
                  <a:pt x="757656" y="28429"/>
                  <a:pt x="748436" y="18126"/>
                  <a:pt x="729996" y="18126"/>
                </a:cubicBezTo>
                <a:close/>
                <a:moveTo>
                  <a:pt x="482440" y="17916"/>
                </a:moveTo>
                <a:lnTo>
                  <a:pt x="482440" y="43900"/>
                </a:lnTo>
                <a:lnTo>
                  <a:pt x="494176" y="43900"/>
                </a:lnTo>
                <a:cubicBezTo>
                  <a:pt x="507098" y="43900"/>
                  <a:pt x="513558" y="39535"/>
                  <a:pt x="513558" y="30803"/>
                </a:cubicBezTo>
                <a:cubicBezTo>
                  <a:pt x="513558" y="26193"/>
                  <a:pt x="511986" y="22875"/>
                  <a:pt x="508844" y="20850"/>
                </a:cubicBezTo>
                <a:cubicBezTo>
                  <a:pt x="505840" y="18894"/>
                  <a:pt x="501126" y="17916"/>
                  <a:pt x="494700" y="17916"/>
                </a:cubicBezTo>
                <a:close/>
                <a:moveTo>
                  <a:pt x="155694" y="16659"/>
                </a:moveTo>
                <a:cubicBezTo>
                  <a:pt x="159048" y="36077"/>
                  <a:pt x="164636" y="51549"/>
                  <a:pt x="172458" y="63074"/>
                </a:cubicBezTo>
                <a:cubicBezTo>
                  <a:pt x="181540" y="50431"/>
                  <a:pt x="187756" y="34959"/>
                  <a:pt x="191108" y="16659"/>
                </a:cubicBezTo>
                <a:close/>
                <a:moveTo>
                  <a:pt x="1556156" y="16344"/>
                </a:moveTo>
                <a:cubicBezTo>
                  <a:pt x="1552314" y="16344"/>
                  <a:pt x="1549136" y="18021"/>
                  <a:pt x="1546622" y="21374"/>
                </a:cubicBezTo>
                <a:cubicBezTo>
                  <a:pt x="1544036" y="24726"/>
                  <a:pt x="1542744" y="29057"/>
                  <a:pt x="1542744" y="34366"/>
                </a:cubicBezTo>
                <a:cubicBezTo>
                  <a:pt x="1542744" y="39814"/>
                  <a:pt x="1543896" y="44075"/>
                  <a:pt x="1546202" y="47148"/>
                </a:cubicBezTo>
                <a:cubicBezTo>
                  <a:pt x="1548716" y="50431"/>
                  <a:pt x="1552278" y="52073"/>
                  <a:pt x="1556890" y="52073"/>
                </a:cubicBezTo>
                <a:cubicBezTo>
                  <a:pt x="1562896" y="52073"/>
                  <a:pt x="1568414" y="48545"/>
                  <a:pt x="1573444" y="41490"/>
                </a:cubicBezTo>
                <a:cubicBezTo>
                  <a:pt x="1572536" y="24726"/>
                  <a:pt x="1566772" y="16344"/>
                  <a:pt x="1556156" y="16344"/>
                </a:cubicBezTo>
                <a:close/>
                <a:moveTo>
                  <a:pt x="1225504" y="16344"/>
                </a:moveTo>
                <a:cubicBezTo>
                  <a:pt x="1221872" y="16344"/>
                  <a:pt x="1218868" y="17532"/>
                  <a:pt x="1216494" y="19907"/>
                </a:cubicBezTo>
                <a:cubicBezTo>
                  <a:pt x="1214120" y="22352"/>
                  <a:pt x="1212932" y="25460"/>
                  <a:pt x="1212932" y="29232"/>
                </a:cubicBezTo>
                <a:cubicBezTo>
                  <a:pt x="1212932" y="33493"/>
                  <a:pt x="1214748" y="37090"/>
                  <a:pt x="1218380" y="40024"/>
                </a:cubicBezTo>
                <a:cubicBezTo>
                  <a:pt x="1220894" y="42049"/>
                  <a:pt x="1225016" y="44180"/>
                  <a:pt x="1230744" y="46415"/>
                </a:cubicBezTo>
                <a:cubicBezTo>
                  <a:pt x="1236332" y="41665"/>
                  <a:pt x="1239126" y="36356"/>
                  <a:pt x="1239126" y="30489"/>
                </a:cubicBezTo>
                <a:cubicBezTo>
                  <a:pt x="1239126" y="26438"/>
                  <a:pt x="1237938" y="23120"/>
                  <a:pt x="1235564" y="20535"/>
                </a:cubicBezTo>
                <a:cubicBezTo>
                  <a:pt x="1233048" y="17741"/>
                  <a:pt x="1229696" y="16344"/>
                  <a:pt x="1225504" y="16344"/>
                </a:cubicBezTo>
                <a:close/>
                <a:moveTo>
                  <a:pt x="1912018" y="11001"/>
                </a:moveTo>
                <a:lnTo>
                  <a:pt x="1920926" y="11001"/>
                </a:lnTo>
                <a:lnTo>
                  <a:pt x="1949948" y="60664"/>
                </a:lnTo>
                <a:lnTo>
                  <a:pt x="1958226" y="76381"/>
                </a:lnTo>
                <a:lnTo>
                  <a:pt x="1958748" y="76381"/>
                </a:lnTo>
                <a:cubicBezTo>
                  <a:pt x="1957980" y="65135"/>
                  <a:pt x="1957596" y="57172"/>
                  <a:pt x="1957596" y="52492"/>
                </a:cubicBezTo>
                <a:lnTo>
                  <a:pt x="1957596" y="11001"/>
                </a:lnTo>
                <a:lnTo>
                  <a:pt x="1965874" y="11001"/>
                </a:lnTo>
                <a:lnTo>
                  <a:pt x="1965874" y="87696"/>
                </a:lnTo>
                <a:lnTo>
                  <a:pt x="1956862" y="87696"/>
                </a:lnTo>
                <a:lnTo>
                  <a:pt x="1928050" y="38033"/>
                </a:lnTo>
                <a:lnTo>
                  <a:pt x="1919668" y="22317"/>
                </a:lnTo>
                <a:lnTo>
                  <a:pt x="1919144" y="22317"/>
                </a:lnTo>
                <a:cubicBezTo>
                  <a:pt x="1919842" y="35029"/>
                  <a:pt x="1920192" y="42818"/>
                  <a:pt x="1920192" y="45681"/>
                </a:cubicBezTo>
                <a:lnTo>
                  <a:pt x="1920192" y="87696"/>
                </a:lnTo>
                <a:lnTo>
                  <a:pt x="1912018" y="87696"/>
                </a:lnTo>
                <a:close/>
                <a:moveTo>
                  <a:pt x="1807244" y="11001"/>
                </a:moveTo>
                <a:lnTo>
                  <a:pt x="1815940" y="11001"/>
                </a:lnTo>
                <a:lnTo>
                  <a:pt x="1815940" y="87696"/>
                </a:lnTo>
                <a:lnTo>
                  <a:pt x="1807244" y="87696"/>
                </a:lnTo>
                <a:close/>
                <a:moveTo>
                  <a:pt x="1692944" y="11001"/>
                </a:moveTo>
                <a:lnTo>
                  <a:pt x="1736636" y="11001"/>
                </a:lnTo>
                <a:lnTo>
                  <a:pt x="1736636" y="18335"/>
                </a:lnTo>
                <a:lnTo>
                  <a:pt x="1701640" y="18335"/>
                </a:lnTo>
                <a:lnTo>
                  <a:pt x="1701640" y="43586"/>
                </a:lnTo>
                <a:lnTo>
                  <a:pt x="1731082" y="43586"/>
                </a:lnTo>
                <a:lnTo>
                  <a:pt x="1731082" y="50920"/>
                </a:lnTo>
                <a:lnTo>
                  <a:pt x="1701640" y="50920"/>
                </a:lnTo>
                <a:lnTo>
                  <a:pt x="1701640" y="80362"/>
                </a:lnTo>
                <a:lnTo>
                  <a:pt x="1737788" y="80362"/>
                </a:lnTo>
                <a:lnTo>
                  <a:pt x="1737788" y="87696"/>
                </a:lnTo>
                <a:lnTo>
                  <a:pt x="1692944" y="87696"/>
                </a:lnTo>
                <a:close/>
                <a:moveTo>
                  <a:pt x="1616744" y="11001"/>
                </a:moveTo>
                <a:lnTo>
                  <a:pt x="1635604" y="11001"/>
                </a:lnTo>
                <a:cubicBezTo>
                  <a:pt x="1647268" y="11001"/>
                  <a:pt x="1656174" y="14319"/>
                  <a:pt x="1662322" y="20955"/>
                </a:cubicBezTo>
                <a:cubicBezTo>
                  <a:pt x="1668398" y="27520"/>
                  <a:pt x="1671436" y="36880"/>
                  <a:pt x="1671436" y="49034"/>
                </a:cubicBezTo>
                <a:cubicBezTo>
                  <a:pt x="1671436" y="61258"/>
                  <a:pt x="1668434" y="70723"/>
                  <a:pt x="1662426" y="77428"/>
                </a:cubicBezTo>
                <a:cubicBezTo>
                  <a:pt x="1656280" y="84274"/>
                  <a:pt x="1647442" y="87696"/>
                  <a:pt x="1635918" y="87696"/>
                </a:cubicBezTo>
                <a:lnTo>
                  <a:pt x="1616744" y="87696"/>
                </a:lnTo>
                <a:close/>
                <a:moveTo>
                  <a:pt x="1484232" y="11001"/>
                </a:moveTo>
                <a:lnTo>
                  <a:pt x="1520904" y="11001"/>
                </a:lnTo>
                <a:lnTo>
                  <a:pt x="1520904" y="18335"/>
                </a:lnTo>
                <a:lnTo>
                  <a:pt x="1491776" y="18335"/>
                </a:lnTo>
                <a:lnTo>
                  <a:pt x="1489680" y="41595"/>
                </a:lnTo>
                <a:cubicBezTo>
                  <a:pt x="1493522" y="39430"/>
                  <a:pt x="1497504" y="38347"/>
                  <a:pt x="1501624" y="38347"/>
                </a:cubicBezTo>
                <a:cubicBezTo>
                  <a:pt x="1508400" y="38347"/>
                  <a:pt x="1513814" y="40303"/>
                  <a:pt x="1517866" y="44215"/>
                </a:cubicBezTo>
                <a:cubicBezTo>
                  <a:pt x="1522336" y="48545"/>
                  <a:pt x="1524570" y="54762"/>
                  <a:pt x="1524570" y="62865"/>
                </a:cubicBezTo>
                <a:cubicBezTo>
                  <a:pt x="1524570" y="70827"/>
                  <a:pt x="1522022" y="77289"/>
                  <a:pt x="1516922" y="82248"/>
                </a:cubicBezTo>
                <a:cubicBezTo>
                  <a:pt x="1512242" y="86788"/>
                  <a:pt x="1506550" y="89058"/>
                  <a:pt x="1499844" y="89058"/>
                </a:cubicBezTo>
                <a:cubicBezTo>
                  <a:pt x="1490484" y="89058"/>
                  <a:pt x="1482416" y="85671"/>
                  <a:pt x="1475640" y="78895"/>
                </a:cubicBezTo>
                <a:lnTo>
                  <a:pt x="1479936" y="73237"/>
                </a:lnTo>
                <a:cubicBezTo>
                  <a:pt x="1485594" y="79035"/>
                  <a:pt x="1491986" y="81934"/>
                  <a:pt x="1499110" y="81934"/>
                </a:cubicBezTo>
                <a:cubicBezTo>
                  <a:pt x="1503860" y="81934"/>
                  <a:pt x="1507842" y="80222"/>
                  <a:pt x="1511054" y="76800"/>
                </a:cubicBezTo>
                <a:cubicBezTo>
                  <a:pt x="1514338" y="73307"/>
                  <a:pt x="1515980" y="68732"/>
                  <a:pt x="1515980" y="63074"/>
                </a:cubicBezTo>
                <a:cubicBezTo>
                  <a:pt x="1515980" y="57486"/>
                  <a:pt x="1514478" y="53051"/>
                  <a:pt x="1511474" y="49768"/>
                </a:cubicBezTo>
                <a:cubicBezTo>
                  <a:pt x="1508540" y="46555"/>
                  <a:pt x="1504558" y="44948"/>
                  <a:pt x="1499530" y="44948"/>
                </a:cubicBezTo>
                <a:cubicBezTo>
                  <a:pt x="1495478" y="44948"/>
                  <a:pt x="1491148" y="46485"/>
                  <a:pt x="1486538" y="49558"/>
                </a:cubicBezTo>
                <a:lnTo>
                  <a:pt x="1481822" y="46624"/>
                </a:lnTo>
                <a:close/>
                <a:moveTo>
                  <a:pt x="1430216" y="11001"/>
                </a:moveTo>
                <a:lnTo>
                  <a:pt x="1477678" y="11001"/>
                </a:lnTo>
                <a:lnTo>
                  <a:pt x="1477678" y="16135"/>
                </a:lnTo>
                <a:cubicBezTo>
                  <a:pt x="1469158" y="27171"/>
                  <a:pt x="1463254" y="38277"/>
                  <a:pt x="1459972" y="49453"/>
                </a:cubicBezTo>
                <a:cubicBezTo>
                  <a:pt x="1457318" y="58674"/>
                  <a:pt x="1455642" y="71421"/>
                  <a:pt x="1454942" y="87696"/>
                </a:cubicBezTo>
                <a:lnTo>
                  <a:pt x="1446038" y="87696"/>
                </a:lnTo>
                <a:cubicBezTo>
                  <a:pt x="1447224" y="59966"/>
                  <a:pt x="1454488" y="36845"/>
                  <a:pt x="1467830" y="18335"/>
                </a:cubicBezTo>
                <a:lnTo>
                  <a:pt x="1430216" y="18335"/>
                </a:lnTo>
                <a:close/>
                <a:moveTo>
                  <a:pt x="1379458" y="11001"/>
                </a:moveTo>
                <a:lnTo>
                  <a:pt x="1416128" y="11001"/>
                </a:lnTo>
                <a:lnTo>
                  <a:pt x="1416128" y="18335"/>
                </a:lnTo>
                <a:lnTo>
                  <a:pt x="1387002" y="18335"/>
                </a:lnTo>
                <a:lnTo>
                  <a:pt x="1384906" y="41595"/>
                </a:lnTo>
                <a:cubicBezTo>
                  <a:pt x="1388748" y="39430"/>
                  <a:pt x="1392728" y="38347"/>
                  <a:pt x="1396850" y="38347"/>
                </a:cubicBezTo>
                <a:cubicBezTo>
                  <a:pt x="1403626" y="38347"/>
                  <a:pt x="1409038" y="40303"/>
                  <a:pt x="1413090" y="44215"/>
                </a:cubicBezTo>
                <a:cubicBezTo>
                  <a:pt x="1417560" y="48545"/>
                  <a:pt x="1419796" y="54762"/>
                  <a:pt x="1419796" y="62865"/>
                </a:cubicBezTo>
                <a:cubicBezTo>
                  <a:pt x="1419796" y="70827"/>
                  <a:pt x="1417246" y="77289"/>
                  <a:pt x="1412148" y="82248"/>
                </a:cubicBezTo>
                <a:cubicBezTo>
                  <a:pt x="1407468" y="86788"/>
                  <a:pt x="1401774" y="89058"/>
                  <a:pt x="1395068" y="89058"/>
                </a:cubicBezTo>
                <a:cubicBezTo>
                  <a:pt x="1385708" y="89058"/>
                  <a:pt x="1377642" y="85671"/>
                  <a:pt x="1370866" y="78895"/>
                </a:cubicBezTo>
                <a:lnTo>
                  <a:pt x="1375162" y="73237"/>
                </a:lnTo>
                <a:cubicBezTo>
                  <a:pt x="1380820" y="79035"/>
                  <a:pt x="1387210" y="81934"/>
                  <a:pt x="1394336" y="81934"/>
                </a:cubicBezTo>
                <a:cubicBezTo>
                  <a:pt x="1399086" y="81934"/>
                  <a:pt x="1403066" y="80222"/>
                  <a:pt x="1406280" y="76800"/>
                </a:cubicBezTo>
                <a:cubicBezTo>
                  <a:pt x="1409562" y="73307"/>
                  <a:pt x="1411204" y="68732"/>
                  <a:pt x="1411204" y="63074"/>
                </a:cubicBezTo>
                <a:cubicBezTo>
                  <a:pt x="1411204" y="57486"/>
                  <a:pt x="1409702" y="53051"/>
                  <a:pt x="1406698" y="49768"/>
                </a:cubicBezTo>
                <a:cubicBezTo>
                  <a:pt x="1403766" y="46555"/>
                  <a:pt x="1399784" y="44948"/>
                  <a:pt x="1394754" y="44948"/>
                </a:cubicBezTo>
                <a:cubicBezTo>
                  <a:pt x="1390704" y="44948"/>
                  <a:pt x="1386372" y="46485"/>
                  <a:pt x="1381762" y="49558"/>
                </a:cubicBezTo>
                <a:lnTo>
                  <a:pt x="1377048" y="46624"/>
                </a:lnTo>
                <a:close/>
                <a:moveTo>
                  <a:pt x="1288208" y="11001"/>
                </a:moveTo>
                <a:lnTo>
                  <a:pt x="1297324" y="11001"/>
                </a:lnTo>
                <a:lnTo>
                  <a:pt x="1297324" y="59512"/>
                </a:lnTo>
                <a:lnTo>
                  <a:pt x="1307800" y="59512"/>
                </a:lnTo>
                <a:lnTo>
                  <a:pt x="1307800" y="66322"/>
                </a:lnTo>
                <a:lnTo>
                  <a:pt x="1297324" y="66322"/>
                </a:lnTo>
                <a:lnTo>
                  <a:pt x="1297324" y="87696"/>
                </a:lnTo>
                <a:lnTo>
                  <a:pt x="1289256" y="87696"/>
                </a:lnTo>
                <a:lnTo>
                  <a:pt x="1289256" y="66322"/>
                </a:lnTo>
                <a:lnTo>
                  <a:pt x="1255622" y="66322"/>
                </a:lnTo>
                <a:lnTo>
                  <a:pt x="1255622" y="60769"/>
                </a:lnTo>
                <a:close/>
                <a:moveTo>
                  <a:pt x="711870" y="11001"/>
                </a:moveTo>
                <a:lnTo>
                  <a:pt x="730728" y="11001"/>
                </a:lnTo>
                <a:cubicBezTo>
                  <a:pt x="742394" y="11001"/>
                  <a:pt x="751300" y="14319"/>
                  <a:pt x="757446" y="20955"/>
                </a:cubicBezTo>
                <a:cubicBezTo>
                  <a:pt x="763524" y="27520"/>
                  <a:pt x="766562" y="36880"/>
                  <a:pt x="766562" y="49034"/>
                </a:cubicBezTo>
                <a:cubicBezTo>
                  <a:pt x="766562" y="61258"/>
                  <a:pt x="763558" y="70723"/>
                  <a:pt x="757550" y="77428"/>
                </a:cubicBezTo>
                <a:cubicBezTo>
                  <a:pt x="751404" y="84274"/>
                  <a:pt x="742568" y="87696"/>
                  <a:pt x="731042" y="87696"/>
                </a:cubicBezTo>
                <a:lnTo>
                  <a:pt x="711870" y="87696"/>
                </a:lnTo>
                <a:close/>
                <a:moveTo>
                  <a:pt x="473744" y="11001"/>
                </a:moveTo>
                <a:lnTo>
                  <a:pt x="495956" y="11001"/>
                </a:lnTo>
                <a:cubicBezTo>
                  <a:pt x="513418" y="11001"/>
                  <a:pt x="522150" y="17253"/>
                  <a:pt x="522150" y="29756"/>
                </a:cubicBezTo>
                <a:cubicBezTo>
                  <a:pt x="522150" y="38347"/>
                  <a:pt x="518344" y="43900"/>
                  <a:pt x="510730" y="46415"/>
                </a:cubicBezTo>
                <a:lnTo>
                  <a:pt x="510730" y="46834"/>
                </a:lnTo>
                <a:cubicBezTo>
                  <a:pt x="521346" y="48860"/>
                  <a:pt x="526656" y="55006"/>
                  <a:pt x="526656" y="65274"/>
                </a:cubicBezTo>
                <a:cubicBezTo>
                  <a:pt x="526656" y="72539"/>
                  <a:pt x="523966" y="78162"/>
                  <a:pt x="518588" y="82143"/>
                </a:cubicBezTo>
                <a:cubicBezTo>
                  <a:pt x="513488" y="85845"/>
                  <a:pt x="506504" y="87696"/>
                  <a:pt x="497632" y="87696"/>
                </a:cubicBezTo>
                <a:lnTo>
                  <a:pt x="473744" y="87696"/>
                </a:lnTo>
                <a:close/>
                <a:moveTo>
                  <a:pt x="1225714" y="9848"/>
                </a:moveTo>
                <a:cubicBezTo>
                  <a:pt x="1232140" y="9848"/>
                  <a:pt x="1237240" y="11734"/>
                  <a:pt x="1241012" y="15506"/>
                </a:cubicBezTo>
                <a:cubicBezTo>
                  <a:pt x="1244714" y="19208"/>
                  <a:pt x="1246564" y="24063"/>
                  <a:pt x="1246564" y="30070"/>
                </a:cubicBezTo>
                <a:cubicBezTo>
                  <a:pt x="1246564" y="37055"/>
                  <a:pt x="1243106" y="43272"/>
                  <a:pt x="1236192" y="48720"/>
                </a:cubicBezTo>
                <a:lnTo>
                  <a:pt x="1236192" y="49244"/>
                </a:lnTo>
                <a:cubicBezTo>
                  <a:pt x="1244854" y="54273"/>
                  <a:pt x="1249184" y="60979"/>
                  <a:pt x="1249184" y="69361"/>
                </a:cubicBezTo>
                <a:cubicBezTo>
                  <a:pt x="1249184" y="74949"/>
                  <a:pt x="1247018" y="79594"/>
                  <a:pt x="1242688" y="83296"/>
                </a:cubicBezTo>
                <a:cubicBezTo>
                  <a:pt x="1238218" y="87137"/>
                  <a:pt x="1232490" y="89058"/>
                  <a:pt x="1225504" y="89058"/>
                </a:cubicBezTo>
                <a:cubicBezTo>
                  <a:pt x="1218450" y="89058"/>
                  <a:pt x="1212652" y="87137"/>
                  <a:pt x="1208112" y="83296"/>
                </a:cubicBezTo>
                <a:cubicBezTo>
                  <a:pt x="1203502" y="79454"/>
                  <a:pt x="1201196" y="74564"/>
                  <a:pt x="1201196" y="68627"/>
                </a:cubicBezTo>
                <a:cubicBezTo>
                  <a:pt x="1201196" y="59617"/>
                  <a:pt x="1205946" y="52492"/>
                  <a:pt x="1215446" y="47253"/>
                </a:cubicBezTo>
                <a:lnTo>
                  <a:pt x="1215446" y="46834"/>
                </a:lnTo>
                <a:cubicBezTo>
                  <a:pt x="1208532" y="42154"/>
                  <a:pt x="1205074" y="36287"/>
                  <a:pt x="1205074" y="29232"/>
                </a:cubicBezTo>
                <a:cubicBezTo>
                  <a:pt x="1205074" y="23504"/>
                  <a:pt x="1207064" y="18824"/>
                  <a:pt x="1211046" y="15192"/>
                </a:cubicBezTo>
                <a:cubicBezTo>
                  <a:pt x="1214888" y="11630"/>
                  <a:pt x="1219778" y="9848"/>
                  <a:pt x="1225714" y="9848"/>
                </a:cubicBezTo>
                <a:close/>
                <a:moveTo>
                  <a:pt x="1866098" y="9639"/>
                </a:moveTo>
                <a:cubicBezTo>
                  <a:pt x="1874620" y="9639"/>
                  <a:pt x="1881920" y="12747"/>
                  <a:pt x="1887998" y="18964"/>
                </a:cubicBezTo>
                <a:lnTo>
                  <a:pt x="1883178" y="24622"/>
                </a:lnTo>
                <a:cubicBezTo>
                  <a:pt x="1878568" y="19732"/>
                  <a:pt x="1872944" y="17287"/>
                  <a:pt x="1866308" y="17287"/>
                </a:cubicBezTo>
                <a:cubicBezTo>
                  <a:pt x="1858346" y="17287"/>
                  <a:pt x="1852024" y="20116"/>
                  <a:pt x="1847344" y="25774"/>
                </a:cubicBezTo>
                <a:cubicBezTo>
                  <a:pt x="1842594" y="31502"/>
                  <a:pt x="1840220" y="39290"/>
                  <a:pt x="1840220" y="49139"/>
                </a:cubicBezTo>
                <a:cubicBezTo>
                  <a:pt x="1840220" y="59128"/>
                  <a:pt x="1842490" y="66986"/>
                  <a:pt x="1847030" y="72713"/>
                </a:cubicBezTo>
                <a:cubicBezTo>
                  <a:pt x="1851640" y="78511"/>
                  <a:pt x="1858066" y="81410"/>
                  <a:pt x="1866308" y="81410"/>
                </a:cubicBezTo>
                <a:cubicBezTo>
                  <a:pt x="1872664" y="81410"/>
                  <a:pt x="1877520" y="79803"/>
                  <a:pt x="1880872" y="76590"/>
                </a:cubicBezTo>
                <a:lnTo>
                  <a:pt x="1880872" y="55635"/>
                </a:lnTo>
                <a:lnTo>
                  <a:pt x="1864214" y="55635"/>
                </a:lnTo>
                <a:lnTo>
                  <a:pt x="1864214" y="48406"/>
                </a:lnTo>
                <a:lnTo>
                  <a:pt x="1888940" y="48406"/>
                </a:lnTo>
                <a:lnTo>
                  <a:pt x="1888940" y="80257"/>
                </a:lnTo>
                <a:cubicBezTo>
                  <a:pt x="1883282" y="86125"/>
                  <a:pt x="1875458" y="89058"/>
                  <a:pt x="1865470" y="89058"/>
                </a:cubicBezTo>
                <a:cubicBezTo>
                  <a:pt x="1855272" y="89058"/>
                  <a:pt x="1847066" y="85531"/>
                  <a:pt x="1840848" y="78476"/>
                </a:cubicBezTo>
                <a:cubicBezTo>
                  <a:pt x="1834492" y="71281"/>
                  <a:pt x="1831314" y="61572"/>
                  <a:pt x="1831314" y="49349"/>
                </a:cubicBezTo>
                <a:cubicBezTo>
                  <a:pt x="1831314" y="37195"/>
                  <a:pt x="1834596" y="27486"/>
                  <a:pt x="1841162" y="20221"/>
                </a:cubicBezTo>
                <a:cubicBezTo>
                  <a:pt x="1847518" y="13166"/>
                  <a:pt x="1855830" y="9639"/>
                  <a:pt x="1866098" y="9639"/>
                </a:cubicBezTo>
                <a:close/>
                <a:moveTo>
                  <a:pt x="1771888" y="9639"/>
                </a:moveTo>
                <a:cubicBezTo>
                  <a:pt x="1780828" y="9639"/>
                  <a:pt x="1788266" y="12782"/>
                  <a:pt x="1794204" y="19069"/>
                </a:cubicBezTo>
                <a:lnTo>
                  <a:pt x="1789594" y="24622"/>
                </a:lnTo>
                <a:cubicBezTo>
                  <a:pt x="1784496" y="19732"/>
                  <a:pt x="1778592" y="17287"/>
                  <a:pt x="1771888" y="17287"/>
                </a:cubicBezTo>
                <a:cubicBezTo>
                  <a:pt x="1767416" y="17287"/>
                  <a:pt x="1763820" y="18335"/>
                  <a:pt x="1761096" y="20431"/>
                </a:cubicBezTo>
                <a:cubicBezTo>
                  <a:pt x="1758372" y="22596"/>
                  <a:pt x="1757010" y="25460"/>
                  <a:pt x="1757010" y="29022"/>
                </a:cubicBezTo>
                <a:cubicBezTo>
                  <a:pt x="1757010" y="32515"/>
                  <a:pt x="1758406" y="35414"/>
                  <a:pt x="1761200" y="37719"/>
                </a:cubicBezTo>
                <a:cubicBezTo>
                  <a:pt x="1762806" y="39046"/>
                  <a:pt x="1765670" y="40582"/>
                  <a:pt x="1769792" y="42329"/>
                </a:cubicBezTo>
                <a:lnTo>
                  <a:pt x="1780898" y="47044"/>
                </a:lnTo>
                <a:cubicBezTo>
                  <a:pt x="1791516" y="51723"/>
                  <a:pt x="1796824" y="58569"/>
                  <a:pt x="1796824" y="67579"/>
                </a:cubicBezTo>
                <a:cubicBezTo>
                  <a:pt x="1796824" y="73726"/>
                  <a:pt x="1794518" y="78825"/>
                  <a:pt x="1789908" y="82877"/>
                </a:cubicBezTo>
                <a:cubicBezTo>
                  <a:pt x="1785088" y="86998"/>
                  <a:pt x="1778802" y="89058"/>
                  <a:pt x="1771050" y="89058"/>
                </a:cubicBezTo>
                <a:cubicBezTo>
                  <a:pt x="1760432" y="89058"/>
                  <a:pt x="1751562" y="85251"/>
                  <a:pt x="1744436" y="77638"/>
                </a:cubicBezTo>
                <a:lnTo>
                  <a:pt x="1749674" y="71666"/>
                </a:lnTo>
                <a:cubicBezTo>
                  <a:pt x="1755682" y="78162"/>
                  <a:pt x="1762842" y="81410"/>
                  <a:pt x="1771154" y="81410"/>
                </a:cubicBezTo>
                <a:cubicBezTo>
                  <a:pt x="1776322" y="81410"/>
                  <a:pt x="1780444" y="80187"/>
                  <a:pt x="1783518" y="77743"/>
                </a:cubicBezTo>
                <a:cubicBezTo>
                  <a:pt x="1786520" y="75368"/>
                  <a:pt x="1788022" y="72190"/>
                  <a:pt x="1788022" y="68208"/>
                </a:cubicBezTo>
                <a:cubicBezTo>
                  <a:pt x="1788022" y="64506"/>
                  <a:pt x="1786766" y="61502"/>
                  <a:pt x="1784250" y="59197"/>
                </a:cubicBezTo>
                <a:cubicBezTo>
                  <a:pt x="1782644" y="57800"/>
                  <a:pt x="1779536" y="56089"/>
                  <a:pt x="1774926" y="54063"/>
                </a:cubicBezTo>
                <a:lnTo>
                  <a:pt x="1763820" y="49139"/>
                </a:lnTo>
                <a:cubicBezTo>
                  <a:pt x="1753412" y="44669"/>
                  <a:pt x="1748208" y="38173"/>
                  <a:pt x="1748208" y="29651"/>
                </a:cubicBezTo>
                <a:cubicBezTo>
                  <a:pt x="1748208" y="23853"/>
                  <a:pt x="1750444" y="19069"/>
                  <a:pt x="1754914" y="15297"/>
                </a:cubicBezTo>
                <a:cubicBezTo>
                  <a:pt x="1759384" y="11525"/>
                  <a:pt x="1765042" y="9639"/>
                  <a:pt x="1771888" y="9639"/>
                </a:cubicBezTo>
                <a:close/>
                <a:moveTo>
                  <a:pt x="1556156" y="9639"/>
                </a:moveTo>
                <a:cubicBezTo>
                  <a:pt x="1563838" y="9639"/>
                  <a:pt x="1569916" y="12677"/>
                  <a:pt x="1574386" y="18754"/>
                </a:cubicBezTo>
                <a:cubicBezTo>
                  <a:pt x="1579206" y="25111"/>
                  <a:pt x="1581616" y="34121"/>
                  <a:pt x="1581616" y="45786"/>
                </a:cubicBezTo>
                <a:cubicBezTo>
                  <a:pt x="1581616" y="60455"/>
                  <a:pt x="1578822" y="71596"/>
                  <a:pt x="1573234" y="79209"/>
                </a:cubicBezTo>
                <a:cubicBezTo>
                  <a:pt x="1568344" y="85775"/>
                  <a:pt x="1561954" y="89058"/>
                  <a:pt x="1554060" y="89058"/>
                </a:cubicBezTo>
                <a:cubicBezTo>
                  <a:pt x="1546936" y="89058"/>
                  <a:pt x="1540928" y="86509"/>
                  <a:pt x="1536038" y="81410"/>
                </a:cubicBezTo>
                <a:lnTo>
                  <a:pt x="1540754" y="76066"/>
                </a:lnTo>
                <a:cubicBezTo>
                  <a:pt x="1544316" y="79978"/>
                  <a:pt x="1548682" y="81934"/>
                  <a:pt x="1553850" y="81934"/>
                </a:cubicBezTo>
                <a:cubicBezTo>
                  <a:pt x="1559368" y="81934"/>
                  <a:pt x="1563804" y="79489"/>
                  <a:pt x="1567158" y="74599"/>
                </a:cubicBezTo>
                <a:cubicBezTo>
                  <a:pt x="1571068" y="68942"/>
                  <a:pt x="1573198" y="60315"/>
                  <a:pt x="1573548" y="48720"/>
                </a:cubicBezTo>
                <a:cubicBezTo>
                  <a:pt x="1568240" y="55216"/>
                  <a:pt x="1562232" y="58464"/>
                  <a:pt x="1555526" y="58464"/>
                </a:cubicBezTo>
                <a:cubicBezTo>
                  <a:pt x="1549030" y="58464"/>
                  <a:pt x="1543932" y="56438"/>
                  <a:pt x="1540230" y="52387"/>
                </a:cubicBezTo>
                <a:cubicBezTo>
                  <a:pt x="1536458" y="48126"/>
                  <a:pt x="1534572" y="42119"/>
                  <a:pt x="1534572" y="34366"/>
                </a:cubicBezTo>
                <a:cubicBezTo>
                  <a:pt x="1534572" y="27171"/>
                  <a:pt x="1536702" y="21199"/>
                  <a:pt x="1540964" y="16449"/>
                </a:cubicBezTo>
                <a:cubicBezTo>
                  <a:pt x="1545084" y="11909"/>
                  <a:pt x="1550148" y="9639"/>
                  <a:pt x="1556156" y="9639"/>
                </a:cubicBezTo>
                <a:close/>
                <a:moveTo>
                  <a:pt x="194356" y="9639"/>
                </a:moveTo>
                <a:lnTo>
                  <a:pt x="198652" y="11001"/>
                </a:lnTo>
                <a:cubicBezTo>
                  <a:pt x="195160" y="34680"/>
                  <a:pt x="187826" y="53959"/>
                  <a:pt x="176650" y="68837"/>
                </a:cubicBezTo>
                <a:cubicBezTo>
                  <a:pt x="182866" y="76660"/>
                  <a:pt x="191354" y="83889"/>
                  <a:pt x="202110" y="90525"/>
                </a:cubicBezTo>
                <a:cubicBezTo>
                  <a:pt x="199944" y="92132"/>
                  <a:pt x="198304" y="94018"/>
                  <a:pt x="197186" y="96183"/>
                </a:cubicBezTo>
                <a:cubicBezTo>
                  <a:pt x="186638" y="89338"/>
                  <a:pt x="178292" y="82108"/>
                  <a:pt x="172144" y="74495"/>
                </a:cubicBezTo>
                <a:cubicBezTo>
                  <a:pt x="164112" y="83645"/>
                  <a:pt x="154682" y="90665"/>
                  <a:pt x="143856" y="95554"/>
                </a:cubicBezTo>
                <a:cubicBezTo>
                  <a:pt x="142668" y="93179"/>
                  <a:pt x="141236" y="91259"/>
                  <a:pt x="139560" y="89792"/>
                </a:cubicBezTo>
                <a:cubicBezTo>
                  <a:pt x="150246" y="85391"/>
                  <a:pt x="159712" y="78406"/>
                  <a:pt x="167954" y="68837"/>
                </a:cubicBezTo>
                <a:cubicBezTo>
                  <a:pt x="159362" y="56264"/>
                  <a:pt x="153146" y="38871"/>
                  <a:pt x="149304" y="16659"/>
                </a:cubicBezTo>
                <a:lnTo>
                  <a:pt x="145322" y="16659"/>
                </a:lnTo>
                <a:lnTo>
                  <a:pt x="145322" y="9953"/>
                </a:lnTo>
                <a:lnTo>
                  <a:pt x="193100" y="9953"/>
                </a:lnTo>
                <a:close/>
                <a:moveTo>
                  <a:pt x="1337918" y="9534"/>
                </a:moveTo>
                <a:cubicBezTo>
                  <a:pt x="1344414" y="9604"/>
                  <a:pt x="1349618" y="11280"/>
                  <a:pt x="1353530" y="14563"/>
                </a:cubicBezTo>
                <a:cubicBezTo>
                  <a:pt x="1357652" y="17986"/>
                  <a:pt x="1359712" y="22666"/>
                  <a:pt x="1359712" y="28603"/>
                </a:cubicBezTo>
                <a:cubicBezTo>
                  <a:pt x="1359712" y="37753"/>
                  <a:pt x="1355136" y="43970"/>
                  <a:pt x="1345986" y="47253"/>
                </a:cubicBezTo>
                <a:lnTo>
                  <a:pt x="1345986" y="47672"/>
                </a:lnTo>
                <a:cubicBezTo>
                  <a:pt x="1350736" y="48790"/>
                  <a:pt x="1354578" y="50990"/>
                  <a:pt x="1357512" y="54273"/>
                </a:cubicBezTo>
                <a:cubicBezTo>
                  <a:pt x="1360724" y="57835"/>
                  <a:pt x="1362332" y="62166"/>
                  <a:pt x="1362332" y="67265"/>
                </a:cubicBezTo>
                <a:cubicBezTo>
                  <a:pt x="1362332" y="73901"/>
                  <a:pt x="1359992" y="79244"/>
                  <a:pt x="1355312" y="83296"/>
                </a:cubicBezTo>
                <a:cubicBezTo>
                  <a:pt x="1350842" y="87137"/>
                  <a:pt x="1345148" y="89058"/>
                  <a:pt x="1338234" y="89058"/>
                </a:cubicBezTo>
                <a:cubicBezTo>
                  <a:pt x="1328454" y="89058"/>
                  <a:pt x="1320352" y="85566"/>
                  <a:pt x="1313926" y="78581"/>
                </a:cubicBezTo>
                <a:lnTo>
                  <a:pt x="1318326" y="73028"/>
                </a:lnTo>
                <a:cubicBezTo>
                  <a:pt x="1324124" y="78965"/>
                  <a:pt x="1330584" y="81934"/>
                  <a:pt x="1337710" y="81934"/>
                </a:cubicBezTo>
                <a:cubicBezTo>
                  <a:pt x="1342458" y="81934"/>
                  <a:pt x="1346300" y="80606"/>
                  <a:pt x="1349234" y="77952"/>
                </a:cubicBezTo>
                <a:cubicBezTo>
                  <a:pt x="1352238" y="75158"/>
                  <a:pt x="1353740" y="71526"/>
                  <a:pt x="1353740" y="67056"/>
                </a:cubicBezTo>
                <a:cubicBezTo>
                  <a:pt x="1353740" y="56438"/>
                  <a:pt x="1345638" y="51130"/>
                  <a:pt x="1329432" y="51130"/>
                </a:cubicBezTo>
                <a:lnTo>
                  <a:pt x="1329432" y="44424"/>
                </a:lnTo>
                <a:cubicBezTo>
                  <a:pt x="1343822" y="44424"/>
                  <a:pt x="1351016" y="39360"/>
                  <a:pt x="1351016" y="29232"/>
                </a:cubicBezTo>
                <a:cubicBezTo>
                  <a:pt x="1351016" y="25390"/>
                  <a:pt x="1349828" y="22317"/>
                  <a:pt x="1347454" y="20012"/>
                </a:cubicBezTo>
                <a:cubicBezTo>
                  <a:pt x="1345008" y="17707"/>
                  <a:pt x="1341726" y="16519"/>
                  <a:pt x="1337604" y="16449"/>
                </a:cubicBezTo>
                <a:cubicBezTo>
                  <a:pt x="1331806" y="16519"/>
                  <a:pt x="1326428" y="19104"/>
                  <a:pt x="1321470" y="24203"/>
                </a:cubicBezTo>
                <a:lnTo>
                  <a:pt x="1316754" y="18650"/>
                </a:lnTo>
                <a:cubicBezTo>
                  <a:pt x="1323320" y="12642"/>
                  <a:pt x="1330374" y="9604"/>
                  <a:pt x="1337918" y="9534"/>
                </a:cubicBezTo>
                <a:close/>
                <a:moveTo>
                  <a:pt x="1101660" y="4295"/>
                </a:moveTo>
                <a:lnTo>
                  <a:pt x="1110148" y="4295"/>
                </a:lnTo>
                <a:lnTo>
                  <a:pt x="1110148" y="77952"/>
                </a:lnTo>
                <a:cubicBezTo>
                  <a:pt x="1110148" y="80606"/>
                  <a:pt x="1111020" y="81934"/>
                  <a:pt x="1112766" y="81934"/>
                </a:cubicBezTo>
                <a:cubicBezTo>
                  <a:pt x="1113396" y="81934"/>
                  <a:pt x="1114058" y="81864"/>
                  <a:pt x="1114758" y="81724"/>
                </a:cubicBezTo>
                <a:lnTo>
                  <a:pt x="1116014" y="88325"/>
                </a:lnTo>
                <a:cubicBezTo>
                  <a:pt x="1114408" y="88814"/>
                  <a:pt x="1112696" y="89058"/>
                  <a:pt x="1110880" y="89058"/>
                </a:cubicBezTo>
                <a:cubicBezTo>
                  <a:pt x="1104734" y="89058"/>
                  <a:pt x="1101660" y="85147"/>
                  <a:pt x="1101660" y="77324"/>
                </a:cubicBezTo>
                <a:close/>
                <a:moveTo>
                  <a:pt x="539686" y="4295"/>
                </a:moveTo>
                <a:lnTo>
                  <a:pt x="548172" y="4295"/>
                </a:lnTo>
                <a:lnTo>
                  <a:pt x="548172" y="77952"/>
                </a:lnTo>
                <a:cubicBezTo>
                  <a:pt x="548172" y="80606"/>
                  <a:pt x="549046" y="81934"/>
                  <a:pt x="550792" y="81934"/>
                </a:cubicBezTo>
                <a:cubicBezTo>
                  <a:pt x="551420" y="81934"/>
                  <a:pt x="552084" y="81864"/>
                  <a:pt x="552782" y="81724"/>
                </a:cubicBezTo>
                <a:lnTo>
                  <a:pt x="554040" y="88325"/>
                </a:lnTo>
                <a:cubicBezTo>
                  <a:pt x="552434" y="88814"/>
                  <a:pt x="550722" y="89058"/>
                  <a:pt x="548906" y="89058"/>
                </a:cubicBezTo>
                <a:cubicBezTo>
                  <a:pt x="542758" y="89058"/>
                  <a:pt x="539686" y="85147"/>
                  <a:pt x="539686" y="77324"/>
                </a:cubicBezTo>
                <a:close/>
                <a:moveTo>
                  <a:pt x="1090374" y="2933"/>
                </a:moveTo>
                <a:cubicBezTo>
                  <a:pt x="1093586" y="2933"/>
                  <a:pt x="1096626" y="3562"/>
                  <a:pt x="1099488" y="4819"/>
                </a:cubicBezTo>
                <a:lnTo>
                  <a:pt x="1097602" y="11420"/>
                </a:lnTo>
                <a:cubicBezTo>
                  <a:pt x="1095438" y="10372"/>
                  <a:pt x="1093272" y="9848"/>
                  <a:pt x="1091106" y="9848"/>
                </a:cubicBezTo>
                <a:cubicBezTo>
                  <a:pt x="1085658" y="9848"/>
                  <a:pt x="1082934" y="13690"/>
                  <a:pt x="1082934" y="21374"/>
                </a:cubicBezTo>
                <a:lnTo>
                  <a:pt x="1082934" y="31118"/>
                </a:lnTo>
                <a:lnTo>
                  <a:pt x="1095088" y="31118"/>
                </a:lnTo>
                <a:lnTo>
                  <a:pt x="1095088" y="38138"/>
                </a:lnTo>
                <a:lnTo>
                  <a:pt x="1082934" y="38138"/>
                </a:lnTo>
                <a:lnTo>
                  <a:pt x="1082934" y="87696"/>
                </a:lnTo>
                <a:lnTo>
                  <a:pt x="1074342" y="87696"/>
                </a:lnTo>
                <a:lnTo>
                  <a:pt x="1074342" y="38138"/>
                </a:lnTo>
                <a:lnTo>
                  <a:pt x="1066590" y="38138"/>
                </a:lnTo>
                <a:lnTo>
                  <a:pt x="1066590" y="31642"/>
                </a:lnTo>
                <a:lnTo>
                  <a:pt x="1074342" y="31118"/>
                </a:lnTo>
                <a:lnTo>
                  <a:pt x="1074342" y="21269"/>
                </a:lnTo>
                <a:cubicBezTo>
                  <a:pt x="1074342" y="9045"/>
                  <a:pt x="1079686" y="2933"/>
                  <a:pt x="1090374" y="2933"/>
                </a:cubicBezTo>
                <a:close/>
                <a:moveTo>
                  <a:pt x="90524" y="1047"/>
                </a:moveTo>
                <a:lnTo>
                  <a:pt x="95134" y="7019"/>
                </a:lnTo>
                <a:cubicBezTo>
                  <a:pt x="83750" y="9674"/>
                  <a:pt x="69954" y="11665"/>
                  <a:pt x="53748" y="12992"/>
                </a:cubicBezTo>
                <a:lnTo>
                  <a:pt x="53748" y="30908"/>
                </a:lnTo>
                <a:lnTo>
                  <a:pt x="88010" y="30908"/>
                </a:lnTo>
                <a:lnTo>
                  <a:pt x="89268" y="30594"/>
                </a:lnTo>
                <a:lnTo>
                  <a:pt x="93354" y="31851"/>
                </a:lnTo>
                <a:cubicBezTo>
                  <a:pt x="90840" y="49244"/>
                  <a:pt x="85670" y="63598"/>
                  <a:pt x="77846" y="74914"/>
                </a:cubicBezTo>
                <a:cubicBezTo>
                  <a:pt x="83016" y="81829"/>
                  <a:pt x="89302" y="86928"/>
                  <a:pt x="96706" y="90211"/>
                </a:cubicBezTo>
                <a:cubicBezTo>
                  <a:pt x="94680" y="91957"/>
                  <a:pt x="93110" y="93843"/>
                  <a:pt x="91992" y="95869"/>
                </a:cubicBezTo>
                <a:cubicBezTo>
                  <a:pt x="84798" y="92097"/>
                  <a:pt x="78720" y="86893"/>
                  <a:pt x="73760" y="80257"/>
                </a:cubicBezTo>
                <a:cubicBezTo>
                  <a:pt x="68172" y="86893"/>
                  <a:pt x="61642" y="92097"/>
                  <a:pt x="54168" y="95869"/>
                </a:cubicBezTo>
                <a:cubicBezTo>
                  <a:pt x="53050" y="93773"/>
                  <a:pt x="51654" y="91887"/>
                  <a:pt x="49976" y="90211"/>
                </a:cubicBezTo>
                <a:cubicBezTo>
                  <a:pt x="57520" y="86858"/>
                  <a:pt x="64122" y="81619"/>
                  <a:pt x="69780" y="74495"/>
                </a:cubicBezTo>
                <a:cubicBezTo>
                  <a:pt x="63982" y="64785"/>
                  <a:pt x="59512" y="52387"/>
                  <a:pt x="56368" y="37299"/>
                </a:cubicBezTo>
                <a:lnTo>
                  <a:pt x="53748" y="37299"/>
                </a:lnTo>
                <a:lnTo>
                  <a:pt x="53748" y="43586"/>
                </a:lnTo>
                <a:cubicBezTo>
                  <a:pt x="53748" y="67335"/>
                  <a:pt x="50360" y="84832"/>
                  <a:pt x="43586" y="96078"/>
                </a:cubicBezTo>
                <a:cubicBezTo>
                  <a:pt x="41978" y="94472"/>
                  <a:pt x="40128" y="93179"/>
                  <a:pt x="38032" y="92202"/>
                </a:cubicBezTo>
                <a:cubicBezTo>
                  <a:pt x="44110" y="81724"/>
                  <a:pt x="47148" y="65519"/>
                  <a:pt x="47148" y="43586"/>
                </a:cubicBezTo>
                <a:lnTo>
                  <a:pt x="47148" y="7543"/>
                </a:lnTo>
                <a:cubicBezTo>
                  <a:pt x="66148" y="5867"/>
                  <a:pt x="80606" y="3702"/>
                  <a:pt x="90524" y="1047"/>
                </a:cubicBezTo>
                <a:close/>
                <a:moveTo>
                  <a:pt x="254602" y="209"/>
                </a:moveTo>
                <a:lnTo>
                  <a:pt x="261832" y="209"/>
                </a:lnTo>
                <a:lnTo>
                  <a:pt x="261832" y="12992"/>
                </a:lnTo>
                <a:lnTo>
                  <a:pt x="300284" y="12992"/>
                </a:lnTo>
                <a:lnTo>
                  <a:pt x="300284" y="19697"/>
                </a:lnTo>
                <a:lnTo>
                  <a:pt x="261832" y="19697"/>
                </a:lnTo>
                <a:lnTo>
                  <a:pt x="261832" y="46520"/>
                </a:lnTo>
                <a:lnTo>
                  <a:pt x="304580" y="46520"/>
                </a:lnTo>
                <a:lnTo>
                  <a:pt x="304580" y="53120"/>
                </a:lnTo>
                <a:lnTo>
                  <a:pt x="266862" y="53120"/>
                </a:lnTo>
                <a:cubicBezTo>
                  <a:pt x="277828" y="67859"/>
                  <a:pt x="291134" y="78651"/>
                  <a:pt x="306780" y="85496"/>
                </a:cubicBezTo>
                <a:cubicBezTo>
                  <a:pt x="305174" y="86893"/>
                  <a:pt x="303568" y="88814"/>
                  <a:pt x="301960" y="91259"/>
                </a:cubicBezTo>
                <a:cubicBezTo>
                  <a:pt x="286244" y="83505"/>
                  <a:pt x="272868" y="71910"/>
                  <a:pt x="261832" y="56473"/>
                </a:cubicBezTo>
                <a:lnTo>
                  <a:pt x="261832" y="95554"/>
                </a:lnTo>
                <a:lnTo>
                  <a:pt x="254602" y="95554"/>
                </a:lnTo>
                <a:lnTo>
                  <a:pt x="254602" y="56788"/>
                </a:lnTo>
                <a:cubicBezTo>
                  <a:pt x="243916" y="71666"/>
                  <a:pt x="230714" y="83051"/>
                  <a:pt x="214998" y="90944"/>
                </a:cubicBezTo>
                <a:cubicBezTo>
                  <a:pt x="213530" y="88709"/>
                  <a:pt x="211890" y="86788"/>
                  <a:pt x="210074" y="85182"/>
                </a:cubicBezTo>
                <a:cubicBezTo>
                  <a:pt x="225860" y="78406"/>
                  <a:pt x="239060" y="67719"/>
                  <a:pt x="249678" y="53120"/>
                </a:cubicBezTo>
                <a:lnTo>
                  <a:pt x="212168" y="53120"/>
                </a:lnTo>
                <a:lnTo>
                  <a:pt x="212168" y="46520"/>
                </a:lnTo>
                <a:lnTo>
                  <a:pt x="254602" y="46520"/>
                </a:lnTo>
                <a:lnTo>
                  <a:pt x="254602" y="19697"/>
                </a:lnTo>
                <a:lnTo>
                  <a:pt x="217198" y="19697"/>
                </a:lnTo>
                <a:lnTo>
                  <a:pt x="217198" y="12992"/>
                </a:lnTo>
                <a:lnTo>
                  <a:pt x="254602" y="12992"/>
                </a:lnTo>
                <a:close/>
                <a:moveTo>
                  <a:pt x="124052" y="104"/>
                </a:moveTo>
                <a:lnTo>
                  <a:pt x="130864" y="104"/>
                </a:lnTo>
                <a:lnTo>
                  <a:pt x="130864" y="22526"/>
                </a:lnTo>
                <a:lnTo>
                  <a:pt x="145112" y="22526"/>
                </a:lnTo>
                <a:lnTo>
                  <a:pt x="145112" y="29127"/>
                </a:lnTo>
                <a:lnTo>
                  <a:pt x="130864" y="29127"/>
                </a:lnTo>
                <a:lnTo>
                  <a:pt x="130864" y="33318"/>
                </a:lnTo>
                <a:cubicBezTo>
                  <a:pt x="134216" y="36671"/>
                  <a:pt x="140084" y="43411"/>
                  <a:pt x="148466" y="53540"/>
                </a:cubicBezTo>
                <a:lnTo>
                  <a:pt x="144064" y="59721"/>
                </a:lnTo>
                <a:cubicBezTo>
                  <a:pt x="141132" y="54972"/>
                  <a:pt x="136730" y="48860"/>
                  <a:pt x="130864" y="41386"/>
                </a:cubicBezTo>
                <a:lnTo>
                  <a:pt x="130864" y="95450"/>
                </a:lnTo>
                <a:lnTo>
                  <a:pt x="124052" y="95450"/>
                </a:lnTo>
                <a:lnTo>
                  <a:pt x="124052" y="41281"/>
                </a:lnTo>
                <a:cubicBezTo>
                  <a:pt x="119302" y="56508"/>
                  <a:pt x="113854" y="68173"/>
                  <a:pt x="107708" y="76276"/>
                </a:cubicBezTo>
                <a:cubicBezTo>
                  <a:pt x="106660" y="73831"/>
                  <a:pt x="105264" y="71596"/>
                  <a:pt x="103516" y="69570"/>
                </a:cubicBezTo>
                <a:cubicBezTo>
                  <a:pt x="111550" y="60071"/>
                  <a:pt x="117732" y="46590"/>
                  <a:pt x="122062" y="29127"/>
                </a:cubicBezTo>
                <a:lnTo>
                  <a:pt x="106346" y="29127"/>
                </a:lnTo>
                <a:lnTo>
                  <a:pt x="106346" y="22526"/>
                </a:lnTo>
                <a:lnTo>
                  <a:pt x="124052" y="22526"/>
                </a:lnTo>
                <a:close/>
                <a:moveTo>
                  <a:pt x="358958" y="0"/>
                </a:moveTo>
                <a:lnTo>
                  <a:pt x="366816" y="1152"/>
                </a:lnTo>
                <a:cubicBezTo>
                  <a:pt x="364930" y="6461"/>
                  <a:pt x="363184" y="10896"/>
                  <a:pt x="361578" y="14459"/>
                </a:cubicBezTo>
                <a:lnTo>
                  <a:pt x="399402" y="14459"/>
                </a:lnTo>
                <a:lnTo>
                  <a:pt x="399402" y="95240"/>
                </a:lnTo>
                <a:lnTo>
                  <a:pt x="392172" y="95240"/>
                </a:lnTo>
                <a:lnTo>
                  <a:pt x="392172" y="89792"/>
                </a:lnTo>
                <a:lnTo>
                  <a:pt x="335384" y="89792"/>
                </a:lnTo>
                <a:lnTo>
                  <a:pt x="335384" y="95764"/>
                </a:lnTo>
                <a:lnTo>
                  <a:pt x="328364" y="95764"/>
                </a:lnTo>
                <a:lnTo>
                  <a:pt x="328364" y="14459"/>
                </a:lnTo>
                <a:lnTo>
                  <a:pt x="354558" y="14459"/>
                </a:lnTo>
                <a:cubicBezTo>
                  <a:pt x="356304" y="9988"/>
                  <a:pt x="357770" y="5168"/>
                  <a:pt x="358958" y="0"/>
                </a:cubicBezTo>
                <a:close/>
                <a:moveTo>
                  <a:pt x="26298" y="0"/>
                </a:moveTo>
                <a:lnTo>
                  <a:pt x="32688" y="0"/>
                </a:lnTo>
                <a:lnTo>
                  <a:pt x="32688" y="29337"/>
                </a:lnTo>
                <a:lnTo>
                  <a:pt x="42224" y="29337"/>
                </a:lnTo>
                <a:lnTo>
                  <a:pt x="42224" y="35623"/>
                </a:lnTo>
                <a:lnTo>
                  <a:pt x="14354" y="35623"/>
                </a:lnTo>
                <a:lnTo>
                  <a:pt x="14354" y="43796"/>
                </a:lnTo>
                <a:cubicBezTo>
                  <a:pt x="14354" y="47078"/>
                  <a:pt x="14318" y="49558"/>
                  <a:pt x="14248" y="51235"/>
                </a:cubicBezTo>
                <a:lnTo>
                  <a:pt x="35728" y="51235"/>
                </a:lnTo>
                <a:lnTo>
                  <a:pt x="35728" y="95554"/>
                </a:lnTo>
                <a:lnTo>
                  <a:pt x="29336" y="95554"/>
                </a:lnTo>
                <a:lnTo>
                  <a:pt x="29336" y="57521"/>
                </a:lnTo>
                <a:lnTo>
                  <a:pt x="14038" y="57521"/>
                </a:lnTo>
                <a:cubicBezTo>
                  <a:pt x="13130" y="74006"/>
                  <a:pt x="10128" y="86788"/>
                  <a:pt x="5028" y="95869"/>
                </a:cubicBezTo>
                <a:cubicBezTo>
                  <a:pt x="3632" y="94332"/>
                  <a:pt x="1954" y="92935"/>
                  <a:pt x="0" y="91678"/>
                </a:cubicBezTo>
                <a:cubicBezTo>
                  <a:pt x="5238" y="81549"/>
                  <a:pt x="7858" y="65589"/>
                  <a:pt x="7858" y="43796"/>
                </a:cubicBezTo>
                <a:lnTo>
                  <a:pt x="7858" y="2305"/>
                </a:lnTo>
                <a:lnTo>
                  <a:pt x="14354" y="2305"/>
                </a:lnTo>
                <a:lnTo>
                  <a:pt x="14354" y="29337"/>
                </a:lnTo>
                <a:lnTo>
                  <a:pt x="26298" y="29337"/>
                </a:lnTo>
                <a:close/>
              </a:path>
            </a:pathLst>
          </a:custGeom>
          <a:solidFill>
            <a:srgbClr val="E6E6E6"/>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fontAlgn="base"/>
            <a:endParaRPr lang="zh-CN" altLang="en-US" sz="800">
              <a:solidFill>
                <a:srgbClr val="E6E6E6"/>
              </a:solidFill>
            </a:endParaRPr>
          </a:p>
        </p:txBody>
      </p:sp>
      <p:sp>
        <p:nvSpPr>
          <p:cNvPr id="4" name="Template from Qian t u 8 4 3 5 7 5 9">
            <a:extLst>
              <a:ext uri="{FF2B5EF4-FFF2-40B4-BE49-F238E27FC236}">
                <a16:creationId xmlns:a16="http://schemas.microsoft.com/office/drawing/2014/main" id="{8E8929C5-08AE-4C1A-B1A1-FDFE45F42A68}"/>
              </a:ext>
            </a:extLst>
          </p:cNvPr>
          <p:cNvSpPr txBox="1"/>
          <p:nvPr userDrawn="1"/>
        </p:nvSpPr>
        <p:spPr>
          <a:xfrm>
            <a:off x="-34029697" y="0"/>
            <a:ext cx="1965874" cy="113995"/>
          </a:xfrm>
          <a:custGeom>
            <a:avLst/>
            <a:gdLst/>
            <a:ahLst/>
            <a:cxnLst/>
            <a:rect l="l" t="t" r="r" b="b"/>
            <a:pathLst>
              <a:path w="1965874" h="113994">
                <a:moveTo>
                  <a:pt x="891806" y="87487"/>
                </a:moveTo>
                <a:cubicBezTo>
                  <a:pt x="887684" y="90420"/>
                  <a:pt x="885624" y="93808"/>
                  <a:pt x="885624" y="97650"/>
                </a:cubicBezTo>
                <a:cubicBezTo>
                  <a:pt x="885624" y="100793"/>
                  <a:pt x="887126" y="103308"/>
                  <a:pt x="890130" y="105194"/>
                </a:cubicBezTo>
                <a:cubicBezTo>
                  <a:pt x="893134" y="107080"/>
                  <a:pt x="897290" y="108023"/>
                  <a:pt x="902598" y="108023"/>
                </a:cubicBezTo>
                <a:cubicBezTo>
                  <a:pt x="908046" y="108023"/>
                  <a:pt x="912586" y="106765"/>
                  <a:pt x="916218" y="104251"/>
                </a:cubicBezTo>
                <a:cubicBezTo>
                  <a:pt x="919572" y="101876"/>
                  <a:pt x="921248" y="99082"/>
                  <a:pt x="921248" y="95869"/>
                </a:cubicBezTo>
                <a:cubicBezTo>
                  <a:pt x="921248" y="90909"/>
                  <a:pt x="917302" y="88430"/>
                  <a:pt x="909408" y="88430"/>
                </a:cubicBezTo>
                <a:lnTo>
                  <a:pt x="899036" y="88430"/>
                </a:lnTo>
                <a:cubicBezTo>
                  <a:pt x="896870" y="88430"/>
                  <a:pt x="894460" y="88115"/>
                  <a:pt x="891806" y="87487"/>
                </a:cubicBezTo>
                <a:close/>
                <a:moveTo>
                  <a:pt x="429472" y="75438"/>
                </a:moveTo>
                <a:cubicBezTo>
                  <a:pt x="431288" y="75438"/>
                  <a:pt x="432824" y="76066"/>
                  <a:pt x="434082" y="77324"/>
                </a:cubicBezTo>
                <a:cubicBezTo>
                  <a:pt x="435340" y="78651"/>
                  <a:pt x="435968" y="80327"/>
                  <a:pt x="435968" y="82353"/>
                </a:cubicBezTo>
                <a:cubicBezTo>
                  <a:pt x="435968" y="84309"/>
                  <a:pt x="435340" y="85915"/>
                  <a:pt x="434082" y="87172"/>
                </a:cubicBezTo>
                <a:cubicBezTo>
                  <a:pt x="432824" y="88430"/>
                  <a:pt x="431288" y="89058"/>
                  <a:pt x="429472" y="89058"/>
                </a:cubicBezTo>
                <a:cubicBezTo>
                  <a:pt x="427726" y="89058"/>
                  <a:pt x="426224" y="88430"/>
                  <a:pt x="424966" y="87172"/>
                </a:cubicBezTo>
                <a:cubicBezTo>
                  <a:pt x="423710" y="85915"/>
                  <a:pt x="423080" y="84309"/>
                  <a:pt x="423080" y="82353"/>
                </a:cubicBezTo>
                <a:cubicBezTo>
                  <a:pt x="423080" y="80327"/>
                  <a:pt x="423710" y="78651"/>
                  <a:pt x="424966" y="77324"/>
                </a:cubicBezTo>
                <a:cubicBezTo>
                  <a:pt x="426224" y="76066"/>
                  <a:pt x="427726" y="75438"/>
                  <a:pt x="429472" y="75438"/>
                </a:cubicBezTo>
                <a:close/>
                <a:moveTo>
                  <a:pt x="335384" y="66846"/>
                </a:moveTo>
                <a:lnTo>
                  <a:pt x="335384" y="83191"/>
                </a:lnTo>
                <a:lnTo>
                  <a:pt x="392172" y="83191"/>
                </a:lnTo>
                <a:lnTo>
                  <a:pt x="392172" y="66846"/>
                </a:lnTo>
                <a:close/>
                <a:moveTo>
                  <a:pt x="856868" y="57731"/>
                </a:moveTo>
                <a:cubicBezTo>
                  <a:pt x="847158" y="58848"/>
                  <a:pt x="840174" y="60629"/>
                  <a:pt x="835914" y="63074"/>
                </a:cubicBezTo>
                <a:cubicBezTo>
                  <a:pt x="832002" y="65449"/>
                  <a:pt x="830046" y="68627"/>
                  <a:pt x="830046" y="72609"/>
                </a:cubicBezTo>
                <a:cubicBezTo>
                  <a:pt x="830046" y="78965"/>
                  <a:pt x="833538" y="82143"/>
                  <a:pt x="840524" y="82143"/>
                </a:cubicBezTo>
                <a:cubicBezTo>
                  <a:pt x="845552" y="82143"/>
                  <a:pt x="851000" y="79524"/>
                  <a:pt x="856868" y="74285"/>
                </a:cubicBezTo>
                <a:close/>
                <a:moveTo>
                  <a:pt x="482440" y="50606"/>
                </a:moveTo>
                <a:lnTo>
                  <a:pt x="482440" y="80781"/>
                </a:lnTo>
                <a:lnTo>
                  <a:pt x="496270" y="80781"/>
                </a:lnTo>
                <a:cubicBezTo>
                  <a:pt x="510870" y="80781"/>
                  <a:pt x="518168" y="75507"/>
                  <a:pt x="518168" y="64960"/>
                </a:cubicBezTo>
                <a:cubicBezTo>
                  <a:pt x="518168" y="55391"/>
                  <a:pt x="510870" y="50606"/>
                  <a:pt x="496270" y="50606"/>
                </a:cubicBezTo>
                <a:close/>
                <a:moveTo>
                  <a:pt x="1220056" y="49977"/>
                </a:moveTo>
                <a:cubicBezTo>
                  <a:pt x="1212652" y="54657"/>
                  <a:pt x="1208950" y="60664"/>
                  <a:pt x="1208950" y="67999"/>
                </a:cubicBezTo>
                <a:cubicBezTo>
                  <a:pt x="1208950" y="72190"/>
                  <a:pt x="1210522" y="75682"/>
                  <a:pt x="1213666" y="78476"/>
                </a:cubicBezTo>
                <a:cubicBezTo>
                  <a:pt x="1216878" y="81270"/>
                  <a:pt x="1220860" y="82667"/>
                  <a:pt x="1225610" y="82667"/>
                </a:cubicBezTo>
                <a:cubicBezTo>
                  <a:pt x="1230150" y="82667"/>
                  <a:pt x="1233886" y="81375"/>
                  <a:pt x="1236820" y="78790"/>
                </a:cubicBezTo>
                <a:cubicBezTo>
                  <a:pt x="1239614" y="76276"/>
                  <a:pt x="1241012" y="73063"/>
                  <a:pt x="1241012" y="69151"/>
                </a:cubicBezTo>
                <a:cubicBezTo>
                  <a:pt x="1241012" y="64401"/>
                  <a:pt x="1238916" y="60420"/>
                  <a:pt x="1234724" y="57207"/>
                </a:cubicBezTo>
                <a:cubicBezTo>
                  <a:pt x="1232140" y="55321"/>
                  <a:pt x="1227250" y="52911"/>
                  <a:pt x="1220056" y="49977"/>
                </a:cubicBezTo>
                <a:close/>
                <a:moveTo>
                  <a:pt x="335384" y="44215"/>
                </a:moveTo>
                <a:lnTo>
                  <a:pt x="335384" y="60350"/>
                </a:lnTo>
                <a:lnTo>
                  <a:pt x="392172" y="60350"/>
                </a:lnTo>
                <a:lnTo>
                  <a:pt x="392172" y="44215"/>
                </a:lnTo>
                <a:close/>
                <a:moveTo>
                  <a:pt x="62130" y="37299"/>
                </a:moveTo>
                <a:cubicBezTo>
                  <a:pt x="64786" y="49942"/>
                  <a:pt x="68662" y="60490"/>
                  <a:pt x="73760" y="68942"/>
                </a:cubicBezTo>
                <a:cubicBezTo>
                  <a:pt x="79558" y="60071"/>
                  <a:pt x="83644" y="49523"/>
                  <a:pt x="86020" y="37299"/>
                </a:cubicBezTo>
                <a:close/>
                <a:moveTo>
                  <a:pt x="961320" y="36880"/>
                </a:moveTo>
                <a:cubicBezTo>
                  <a:pt x="956220" y="36880"/>
                  <a:pt x="952100" y="38976"/>
                  <a:pt x="948956" y="43167"/>
                </a:cubicBezTo>
                <a:cubicBezTo>
                  <a:pt x="945742" y="47288"/>
                  <a:pt x="944136" y="52736"/>
                  <a:pt x="944136" y="59512"/>
                </a:cubicBezTo>
                <a:cubicBezTo>
                  <a:pt x="944136" y="66217"/>
                  <a:pt x="945742" y="71631"/>
                  <a:pt x="948956" y="75752"/>
                </a:cubicBezTo>
                <a:cubicBezTo>
                  <a:pt x="952100" y="79873"/>
                  <a:pt x="956220" y="81934"/>
                  <a:pt x="961320" y="81934"/>
                </a:cubicBezTo>
                <a:cubicBezTo>
                  <a:pt x="966418" y="81934"/>
                  <a:pt x="970574" y="79873"/>
                  <a:pt x="973788" y="75752"/>
                </a:cubicBezTo>
                <a:cubicBezTo>
                  <a:pt x="977000" y="71631"/>
                  <a:pt x="978608" y="66217"/>
                  <a:pt x="978608" y="59512"/>
                </a:cubicBezTo>
                <a:cubicBezTo>
                  <a:pt x="978608" y="52806"/>
                  <a:pt x="977000" y="47358"/>
                  <a:pt x="973788" y="43167"/>
                </a:cubicBezTo>
                <a:cubicBezTo>
                  <a:pt x="970574" y="38976"/>
                  <a:pt x="966418" y="36880"/>
                  <a:pt x="961320" y="36880"/>
                </a:cubicBezTo>
                <a:close/>
                <a:moveTo>
                  <a:pt x="655890" y="36566"/>
                </a:moveTo>
                <a:cubicBezTo>
                  <a:pt x="651560" y="36566"/>
                  <a:pt x="647822" y="38173"/>
                  <a:pt x="644680" y="41386"/>
                </a:cubicBezTo>
                <a:cubicBezTo>
                  <a:pt x="641396" y="44808"/>
                  <a:pt x="639476" y="49384"/>
                  <a:pt x="638918" y="55111"/>
                </a:cubicBezTo>
                <a:lnTo>
                  <a:pt x="670560" y="55111"/>
                </a:lnTo>
                <a:cubicBezTo>
                  <a:pt x="670560" y="42748"/>
                  <a:pt x="665670" y="36566"/>
                  <a:pt x="655890" y="36566"/>
                </a:cubicBezTo>
                <a:close/>
                <a:moveTo>
                  <a:pt x="901236" y="36042"/>
                </a:moveTo>
                <a:cubicBezTo>
                  <a:pt x="897604" y="36042"/>
                  <a:pt x="894600" y="37265"/>
                  <a:pt x="892224" y="39709"/>
                </a:cubicBezTo>
                <a:cubicBezTo>
                  <a:pt x="889780" y="42224"/>
                  <a:pt x="888558" y="45612"/>
                  <a:pt x="888558" y="49872"/>
                </a:cubicBezTo>
                <a:cubicBezTo>
                  <a:pt x="888558" y="53994"/>
                  <a:pt x="889816" y="57381"/>
                  <a:pt x="892330" y="60036"/>
                </a:cubicBezTo>
                <a:cubicBezTo>
                  <a:pt x="894774" y="62620"/>
                  <a:pt x="897744" y="63912"/>
                  <a:pt x="901236" y="63912"/>
                </a:cubicBezTo>
                <a:cubicBezTo>
                  <a:pt x="904728" y="63912"/>
                  <a:pt x="907696" y="62620"/>
                  <a:pt x="910142" y="60036"/>
                </a:cubicBezTo>
                <a:cubicBezTo>
                  <a:pt x="912656" y="57381"/>
                  <a:pt x="913914" y="53994"/>
                  <a:pt x="913914" y="49872"/>
                </a:cubicBezTo>
                <a:cubicBezTo>
                  <a:pt x="913914" y="45681"/>
                  <a:pt x="912656" y="42294"/>
                  <a:pt x="910142" y="39709"/>
                </a:cubicBezTo>
                <a:cubicBezTo>
                  <a:pt x="907766" y="37265"/>
                  <a:pt x="904798" y="36042"/>
                  <a:pt x="901236" y="36042"/>
                </a:cubicBezTo>
                <a:close/>
                <a:moveTo>
                  <a:pt x="429472" y="32689"/>
                </a:moveTo>
                <a:cubicBezTo>
                  <a:pt x="431288" y="32689"/>
                  <a:pt x="432824" y="33318"/>
                  <a:pt x="434082" y="34575"/>
                </a:cubicBezTo>
                <a:cubicBezTo>
                  <a:pt x="435340" y="35902"/>
                  <a:pt x="435968" y="37579"/>
                  <a:pt x="435968" y="39605"/>
                </a:cubicBezTo>
                <a:cubicBezTo>
                  <a:pt x="435968" y="41560"/>
                  <a:pt x="435340" y="43167"/>
                  <a:pt x="434082" y="44424"/>
                </a:cubicBezTo>
                <a:cubicBezTo>
                  <a:pt x="432824" y="45681"/>
                  <a:pt x="431288" y="46310"/>
                  <a:pt x="429472" y="46310"/>
                </a:cubicBezTo>
                <a:cubicBezTo>
                  <a:pt x="427726" y="46310"/>
                  <a:pt x="426224" y="45681"/>
                  <a:pt x="424966" y="44424"/>
                </a:cubicBezTo>
                <a:cubicBezTo>
                  <a:pt x="423710" y="43167"/>
                  <a:pt x="423080" y="41560"/>
                  <a:pt x="423080" y="39605"/>
                </a:cubicBezTo>
                <a:cubicBezTo>
                  <a:pt x="423080" y="37579"/>
                  <a:pt x="423710" y="35902"/>
                  <a:pt x="424966" y="34575"/>
                </a:cubicBezTo>
                <a:cubicBezTo>
                  <a:pt x="426224" y="33318"/>
                  <a:pt x="427726" y="32689"/>
                  <a:pt x="429472" y="32689"/>
                </a:cubicBezTo>
                <a:close/>
                <a:moveTo>
                  <a:pt x="1121644" y="31118"/>
                </a:moveTo>
                <a:lnTo>
                  <a:pt x="1130550" y="31118"/>
                </a:lnTo>
                <a:lnTo>
                  <a:pt x="1142600" y="63493"/>
                </a:lnTo>
                <a:lnTo>
                  <a:pt x="1148258" y="79419"/>
                </a:lnTo>
                <a:lnTo>
                  <a:pt x="1148780" y="79419"/>
                </a:lnTo>
                <a:cubicBezTo>
                  <a:pt x="1149130" y="78371"/>
                  <a:pt x="1149934" y="75682"/>
                  <a:pt x="1151190" y="71351"/>
                </a:cubicBezTo>
                <a:cubicBezTo>
                  <a:pt x="1152168" y="67999"/>
                  <a:pt x="1152972" y="65379"/>
                  <a:pt x="1153600" y="63493"/>
                </a:cubicBezTo>
                <a:lnTo>
                  <a:pt x="1164182" y="31118"/>
                </a:lnTo>
                <a:lnTo>
                  <a:pt x="1172564" y="31118"/>
                </a:lnTo>
                <a:lnTo>
                  <a:pt x="1150982" y="92935"/>
                </a:lnTo>
                <a:cubicBezTo>
                  <a:pt x="1146440" y="105927"/>
                  <a:pt x="1139560" y="112423"/>
                  <a:pt x="1130340" y="112423"/>
                </a:cubicBezTo>
                <a:cubicBezTo>
                  <a:pt x="1127896" y="112423"/>
                  <a:pt x="1125730" y="112039"/>
                  <a:pt x="1123844" y="111271"/>
                </a:cubicBezTo>
                <a:lnTo>
                  <a:pt x="1125626" y="104355"/>
                </a:lnTo>
                <a:cubicBezTo>
                  <a:pt x="1127162" y="104914"/>
                  <a:pt x="1128630" y="105194"/>
                  <a:pt x="1130026" y="105194"/>
                </a:cubicBezTo>
                <a:cubicBezTo>
                  <a:pt x="1135894" y="105194"/>
                  <a:pt x="1140294" y="100933"/>
                  <a:pt x="1143228" y="92411"/>
                </a:cubicBezTo>
                <a:lnTo>
                  <a:pt x="1144486" y="88011"/>
                </a:lnTo>
                <a:close/>
                <a:moveTo>
                  <a:pt x="567422" y="31118"/>
                </a:moveTo>
                <a:lnTo>
                  <a:pt x="575910" y="31118"/>
                </a:lnTo>
                <a:lnTo>
                  <a:pt x="575910" y="66008"/>
                </a:lnTo>
                <a:cubicBezTo>
                  <a:pt x="575910" y="71456"/>
                  <a:pt x="576782" y="75403"/>
                  <a:pt x="578528" y="77847"/>
                </a:cubicBezTo>
                <a:cubicBezTo>
                  <a:pt x="580274" y="80362"/>
                  <a:pt x="583138" y="81619"/>
                  <a:pt x="587120" y="81619"/>
                </a:cubicBezTo>
                <a:cubicBezTo>
                  <a:pt x="592290" y="81619"/>
                  <a:pt x="597598" y="78301"/>
                  <a:pt x="603046" y="71666"/>
                </a:cubicBezTo>
                <a:lnTo>
                  <a:pt x="603046" y="31118"/>
                </a:lnTo>
                <a:lnTo>
                  <a:pt x="611532" y="31118"/>
                </a:lnTo>
                <a:lnTo>
                  <a:pt x="611532" y="87696"/>
                </a:lnTo>
                <a:lnTo>
                  <a:pt x="604512" y="87696"/>
                </a:lnTo>
                <a:lnTo>
                  <a:pt x="603780" y="78686"/>
                </a:lnTo>
                <a:lnTo>
                  <a:pt x="603466" y="78686"/>
                </a:lnTo>
                <a:cubicBezTo>
                  <a:pt x="597458" y="85601"/>
                  <a:pt x="591172" y="89058"/>
                  <a:pt x="584606" y="89058"/>
                </a:cubicBezTo>
                <a:cubicBezTo>
                  <a:pt x="573150" y="89058"/>
                  <a:pt x="567422" y="81724"/>
                  <a:pt x="567422" y="67056"/>
                </a:cubicBezTo>
                <a:close/>
                <a:moveTo>
                  <a:pt x="1033548" y="29651"/>
                </a:moveTo>
                <a:cubicBezTo>
                  <a:pt x="1045072" y="29651"/>
                  <a:pt x="1050836" y="37020"/>
                  <a:pt x="1050836" y="51758"/>
                </a:cubicBezTo>
                <a:lnTo>
                  <a:pt x="1050836" y="87696"/>
                </a:lnTo>
                <a:lnTo>
                  <a:pt x="1042244" y="87696"/>
                </a:lnTo>
                <a:lnTo>
                  <a:pt x="1042244" y="52806"/>
                </a:lnTo>
                <a:cubicBezTo>
                  <a:pt x="1042244" y="42329"/>
                  <a:pt x="1038506" y="37090"/>
                  <a:pt x="1031032" y="37090"/>
                </a:cubicBezTo>
                <a:cubicBezTo>
                  <a:pt x="1026214" y="37090"/>
                  <a:pt x="1020834" y="40163"/>
                  <a:pt x="1014898" y="46310"/>
                </a:cubicBezTo>
                <a:lnTo>
                  <a:pt x="1014898" y="87696"/>
                </a:lnTo>
                <a:lnTo>
                  <a:pt x="1006410" y="87696"/>
                </a:lnTo>
                <a:lnTo>
                  <a:pt x="1006410" y="31118"/>
                </a:lnTo>
                <a:lnTo>
                  <a:pt x="1013326" y="31118"/>
                </a:lnTo>
                <a:lnTo>
                  <a:pt x="1014164" y="39395"/>
                </a:lnTo>
                <a:lnTo>
                  <a:pt x="1014478" y="39395"/>
                </a:lnTo>
                <a:cubicBezTo>
                  <a:pt x="1021114" y="32899"/>
                  <a:pt x="1027470" y="29651"/>
                  <a:pt x="1033548" y="29651"/>
                </a:cubicBezTo>
                <a:close/>
                <a:moveTo>
                  <a:pt x="961320" y="29651"/>
                </a:moveTo>
                <a:cubicBezTo>
                  <a:pt x="968584" y="29651"/>
                  <a:pt x="974660" y="32270"/>
                  <a:pt x="979550" y="37509"/>
                </a:cubicBezTo>
                <a:cubicBezTo>
                  <a:pt x="984788" y="43027"/>
                  <a:pt x="987408" y="50361"/>
                  <a:pt x="987408" y="59512"/>
                </a:cubicBezTo>
                <a:cubicBezTo>
                  <a:pt x="987408" y="68522"/>
                  <a:pt x="984788" y="75787"/>
                  <a:pt x="979550" y="81305"/>
                </a:cubicBezTo>
                <a:cubicBezTo>
                  <a:pt x="974660" y="86474"/>
                  <a:pt x="968584" y="89058"/>
                  <a:pt x="961320" y="89058"/>
                </a:cubicBezTo>
                <a:cubicBezTo>
                  <a:pt x="954124" y="89058"/>
                  <a:pt x="948082" y="86474"/>
                  <a:pt x="943194" y="81305"/>
                </a:cubicBezTo>
                <a:cubicBezTo>
                  <a:pt x="937954" y="75787"/>
                  <a:pt x="935334" y="68522"/>
                  <a:pt x="935334" y="59512"/>
                </a:cubicBezTo>
                <a:cubicBezTo>
                  <a:pt x="935334" y="50361"/>
                  <a:pt x="937954" y="43027"/>
                  <a:pt x="943194" y="37509"/>
                </a:cubicBezTo>
                <a:cubicBezTo>
                  <a:pt x="948012" y="32270"/>
                  <a:pt x="954054" y="29651"/>
                  <a:pt x="961320" y="29651"/>
                </a:cubicBezTo>
                <a:close/>
                <a:moveTo>
                  <a:pt x="901236" y="29651"/>
                </a:moveTo>
                <a:cubicBezTo>
                  <a:pt x="903820" y="29651"/>
                  <a:pt x="906440" y="30140"/>
                  <a:pt x="909094" y="31118"/>
                </a:cubicBezTo>
                <a:lnTo>
                  <a:pt x="928686" y="31118"/>
                </a:lnTo>
                <a:lnTo>
                  <a:pt x="928686" y="37719"/>
                </a:lnTo>
                <a:lnTo>
                  <a:pt x="916742" y="37719"/>
                </a:lnTo>
                <a:cubicBezTo>
                  <a:pt x="920026" y="40862"/>
                  <a:pt x="921666" y="44948"/>
                  <a:pt x="921666" y="49977"/>
                </a:cubicBezTo>
                <a:cubicBezTo>
                  <a:pt x="921666" y="55914"/>
                  <a:pt x="919676" y="60734"/>
                  <a:pt x="915694" y="64436"/>
                </a:cubicBezTo>
                <a:cubicBezTo>
                  <a:pt x="911852" y="67999"/>
                  <a:pt x="907034" y="69780"/>
                  <a:pt x="901236" y="69780"/>
                </a:cubicBezTo>
                <a:cubicBezTo>
                  <a:pt x="898092" y="69780"/>
                  <a:pt x="895194" y="69081"/>
                  <a:pt x="892540" y="67684"/>
                </a:cubicBezTo>
                <a:cubicBezTo>
                  <a:pt x="890024" y="69850"/>
                  <a:pt x="888768" y="72224"/>
                  <a:pt x="888768" y="74809"/>
                </a:cubicBezTo>
                <a:cubicBezTo>
                  <a:pt x="888768" y="79070"/>
                  <a:pt x="892120" y="81200"/>
                  <a:pt x="898826" y="81200"/>
                </a:cubicBezTo>
                <a:lnTo>
                  <a:pt x="910142" y="81200"/>
                </a:lnTo>
                <a:cubicBezTo>
                  <a:pt x="923134" y="81200"/>
                  <a:pt x="929630" y="85671"/>
                  <a:pt x="929630" y="94611"/>
                </a:cubicBezTo>
                <a:cubicBezTo>
                  <a:pt x="929630" y="99920"/>
                  <a:pt x="927080" y="104425"/>
                  <a:pt x="921982" y="108127"/>
                </a:cubicBezTo>
                <a:cubicBezTo>
                  <a:pt x="916602" y="112039"/>
                  <a:pt x="909758" y="113995"/>
                  <a:pt x="901446" y="113995"/>
                </a:cubicBezTo>
                <a:cubicBezTo>
                  <a:pt x="894390" y="113995"/>
                  <a:pt x="888768" y="112668"/>
                  <a:pt x="884576" y="110013"/>
                </a:cubicBezTo>
                <a:cubicBezTo>
                  <a:pt x="880246" y="107289"/>
                  <a:pt x="878080" y="103517"/>
                  <a:pt x="878080" y="98698"/>
                </a:cubicBezTo>
                <a:cubicBezTo>
                  <a:pt x="878080" y="93738"/>
                  <a:pt x="880874" y="89408"/>
                  <a:pt x="886462" y="85706"/>
                </a:cubicBezTo>
                <a:lnTo>
                  <a:pt x="886462" y="85286"/>
                </a:lnTo>
                <a:cubicBezTo>
                  <a:pt x="883040" y="83191"/>
                  <a:pt x="881328" y="80083"/>
                  <a:pt x="881328" y="75961"/>
                </a:cubicBezTo>
                <a:cubicBezTo>
                  <a:pt x="881328" y="72050"/>
                  <a:pt x="883424" y="68557"/>
                  <a:pt x="887614" y="65484"/>
                </a:cubicBezTo>
                <a:lnTo>
                  <a:pt x="887614" y="65065"/>
                </a:lnTo>
                <a:cubicBezTo>
                  <a:pt x="882726" y="61153"/>
                  <a:pt x="880280" y="56089"/>
                  <a:pt x="880280" y="49872"/>
                </a:cubicBezTo>
                <a:cubicBezTo>
                  <a:pt x="880280" y="43865"/>
                  <a:pt x="882342" y="38976"/>
                  <a:pt x="886462" y="35204"/>
                </a:cubicBezTo>
                <a:cubicBezTo>
                  <a:pt x="890444" y="31502"/>
                  <a:pt x="895368" y="29651"/>
                  <a:pt x="901236" y="29651"/>
                </a:cubicBezTo>
                <a:close/>
                <a:moveTo>
                  <a:pt x="846182" y="29651"/>
                </a:moveTo>
                <a:cubicBezTo>
                  <a:pt x="858964" y="29651"/>
                  <a:pt x="865354" y="37299"/>
                  <a:pt x="865354" y="52597"/>
                </a:cubicBezTo>
                <a:lnTo>
                  <a:pt x="865354" y="87696"/>
                </a:lnTo>
                <a:lnTo>
                  <a:pt x="858334" y="87696"/>
                </a:lnTo>
                <a:lnTo>
                  <a:pt x="857602" y="80781"/>
                </a:lnTo>
                <a:lnTo>
                  <a:pt x="857288" y="80781"/>
                </a:lnTo>
                <a:cubicBezTo>
                  <a:pt x="850792" y="86299"/>
                  <a:pt x="844434" y="89058"/>
                  <a:pt x="838218" y="89058"/>
                </a:cubicBezTo>
                <a:cubicBezTo>
                  <a:pt x="833398" y="89058"/>
                  <a:pt x="829486" y="87696"/>
                  <a:pt x="826484" y="84972"/>
                </a:cubicBezTo>
                <a:cubicBezTo>
                  <a:pt x="823340" y="82038"/>
                  <a:pt x="821768" y="78092"/>
                  <a:pt x="821768" y="73133"/>
                </a:cubicBezTo>
                <a:cubicBezTo>
                  <a:pt x="821768" y="66986"/>
                  <a:pt x="824598" y="62236"/>
                  <a:pt x="830256" y="58883"/>
                </a:cubicBezTo>
                <a:cubicBezTo>
                  <a:pt x="835704" y="55670"/>
                  <a:pt x="844574" y="53365"/>
                  <a:pt x="856868" y="51968"/>
                </a:cubicBezTo>
                <a:cubicBezTo>
                  <a:pt x="857008" y="41840"/>
                  <a:pt x="852992" y="36776"/>
                  <a:pt x="844818" y="36776"/>
                </a:cubicBezTo>
                <a:cubicBezTo>
                  <a:pt x="839300" y="36776"/>
                  <a:pt x="833574" y="38871"/>
                  <a:pt x="827636" y="43062"/>
                </a:cubicBezTo>
                <a:lnTo>
                  <a:pt x="824178" y="37090"/>
                </a:lnTo>
                <a:cubicBezTo>
                  <a:pt x="831722" y="32131"/>
                  <a:pt x="839056" y="29651"/>
                  <a:pt x="846182" y="29651"/>
                </a:cubicBezTo>
                <a:close/>
                <a:moveTo>
                  <a:pt x="811434" y="29651"/>
                </a:moveTo>
                <a:cubicBezTo>
                  <a:pt x="813738" y="29651"/>
                  <a:pt x="815730" y="30070"/>
                  <a:pt x="817406" y="30908"/>
                </a:cubicBezTo>
                <a:lnTo>
                  <a:pt x="815730" y="38347"/>
                </a:lnTo>
                <a:cubicBezTo>
                  <a:pt x="813844" y="37719"/>
                  <a:pt x="812062" y="37404"/>
                  <a:pt x="810386" y="37404"/>
                </a:cubicBezTo>
                <a:cubicBezTo>
                  <a:pt x="804170" y="37404"/>
                  <a:pt x="799314" y="41875"/>
                  <a:pt x="795822" y="50815"/>
                </a:cubicBezTo>
                <a:lnTo>
                  <a:pt x="795822" y="87696"/>
                </a:lnTo>
                <a:lnTo>
                  <a:pt x="787336" y="87696"/>
                </a:lnTo>
                <a:lnTo>
                  <a:pt x="787336" y="31118"/>
                </a:lnTo>
                <a:lnTo>
                  <a:pt x="794250" y="31118"/>
                </a:lnTo>
                <a:lnTo>
                  <a:pt x="795090" y="41490"/>
                </a:lnTo>
                <a:lnTo>
                  <a:pt x="795404" y="41490"/>
                </a:lnTo>
                <a:cubicBezTo>
                  <a:pt x="799664" y="33597"/>
                  <a:pt x="805008" y="29651"/>
                  <a:pt x="811434" y="29651"/>
                </a:cubicBezTo>
                <a:close/>
                <a:moveTo>
                  <a:pt x="655786" y="29651"/>
                </a:moveTo>
                <a:cubicBezTo>
                  <a:pt x="662840" y="29651"/>
                  <a:pt x="668324" y="32026"/>
                  <a:pt x="672236" y="36776"/>
                </a:cubicBezTo>
                <a:cubicBezTo>
                  <a:pt x="676148" y="41456"/>
                  <a:pt x="678102" y="47917"/>
                  <a:pt x="678102" y="56159"/>
                </a:cubicBezTo>
                <a:cubicBezTo>
                  <a:pt x="678102" y="58394"/>
                  <a:pt x="677964" y="60105"/>
                  <a:pt x="677684" y="61293"/>
                </a:cubicBezTo>
                <a:lnTo>
                  <a:pt x="639022" y="61293"/>
                </a:lnTo>
                <a:cubicBezTo>
                  <a:pt x="639302" y="67579"/>
                  <a:pt x="641188" y="72644"/>
                  <a:pt x="644680" y="76485"/>
                </a:cubicBezTo>
                <a:cubicBezTo>
                  <a:pt x="648172" y="80327"/>
                  <a:pt x="652748" y="82248"/>
                  <a:pt x="658406" y="82248"/>
                </a:cubicBezTo>
                <a:cubicBezTo>
                  <a:pt x="663434" y="82248"/>
                  <a:pt x="668220" y="80711"/>
                  <a:pt x="672760" y="77638"/>
                </a:cubicBezTo>
                <a:lnTo>
                  <a:pt x="675902" y="83296"/>
                </a:lnTo>
                <a:cubicBezTo>
                  <a:pt x="669896" y="87137"/>
                  <a:pt x="663714" y="89058"/>
                  <a:pt x="657358" y="89058"/>
                </a:cubicBezTo>
                <a:cubicBezTo>
                  <a:pt x="649674" y="89058"/>
                  <a:pt x="643352" y="86439"/>
                  <a:pt x="638394" y="81200"/>
                </a:cubicBezTo>
                <a:cubicBezTo>
                  <a:pt x="633154" y="75752"/>
                  <a:pt x="630536" y="68522"/>
                  <a:pt x="630536" y="59512"/>
                </a:cubicBezTo>
                <a:cubicBezTo>
                  <a:pt x="630536" y="50641"/>
                  <a:pt x="633120" y="43341"/>
                  <a:pt x="638288" y="37614"/>
                </a:cubicBezTo>
                <a:cubicBezTo>
                  <a:pt x="643178" y="32305"/>
                  <a:pt x="649010" y="29651"/>
                  <a:pt x="655786" y="29651"/>
                </a:cubicBezTo>
                <a:close/>
                <a:moveTo>
                  <a:pt x="231970" y="22526"/>
                </a:moveTo>
                <a:cubicBezTo>
                  <a:pt x="237140" y="29791"/>
                  <a:pt x="240528" y="36391"/>
                  <a:pt x="242134" y="42329"/>
                </a:cubicBezTo>
                <a:lnTo>
                  <a:pt x="235638" y="44948"/>
                </a:lnTo>
                <a:cubicBezTo>
                  <a:pt x="233892" y="38662"/>
                  <a:pt x="230678" y="31956"/>
                  <a:pt x="225998" y="24831"/>
                </a:cubicBezTo>
                <a:close/>
                <a:moveTo>
                  <a:pt x="285406" y="22002"/>
                </a:moveTo>
                <a:lnTo>
                  <a:pt x="292636" y="24412"/>
                </a:lnTo>
                <a:cubicBezTo>
                  <a:pt x="288026" y="33353"/>
                  <a:pt x="283974" y="40303"/>
                  <a:pt x="280482" y="45262"/>
                </a:cubicBezTo>
                <a:lnTo>
                  <a:pt x="274614" y="43167"/>
                </a:lnTo>
                <a:cubicBezTo>
                  <a:pt x="279084" y="36252"/>
                  <a:pt x="282682" y="29197"/>
                  <a:pt x="285406" y="22002"/>
                </a:cubicBezTo>
                <a:close/>
                <a:moveTo>
                  <a:pt x="335384" y="21164"/>
                </a:moveTo>
                <a:lnTo>
                  <a:pt x="335384" y="37719"/>
                </a:lnTo>
                <a:lnTo>
                  <a:pt x="392172" y="37719"/>
                </a:lnTo>
                <a:lnTo>
                  <a:pt x="392172" y="21164"/>
                </a:lnTo>
                <a:close/>
                <a:moveTo>
                  <a:pt x="1289360" y="20955"/>
                </a:moveTo>
                <a:cubicBezTo>
                  <a:pt x="1287754" y="24098"/>
                  <a:pt x="1285728" y="27800"/>
                  <a:pt x="1283284" y="32061"/>
                </a:cubicBezTo>
                <a:lnTo>
                  <a:pt x="1264738" y="59512"/>
                </a:lnTo>
                <a:lnTo>
                  <a:pt x="1289256" y="59512"/>
                </a:lnTo>
                <a:lnTo>
                  <a:pt x="1289256" y="34575"/>
                </a:lnTo>
                <a:cubicBezTo>
                  <a:pt x="1289256" y="30524"/>
                  <a:pt x="1289466" y="25984"/>
                  <a:pt x="1289884" y="20955"/>
                </a:cubicBezTo>
                <a:close/>
                <a:moveTo>
                  <a:pt x="1625440" y="18126"/>
                </a:moveTo>
                <a:lnTo>
                  <a:pt x="1625440" y="80572"/>
                </a:lnTo>
                <a:lnTo>
                  <a:pt x="1634870" y="80572"/>
                </a:lnTo>
                <a:cubicBezTo>
                  <a:pt x="1644020" y="80572"/>
                  <a:pt x="1650970" y="77778"/>
                  <a:pt x="1655720" y="72190"/>
                </a:cubicBezTo>
                <a:cubicBezTo>
                  <a:pt x="1660260" y="66741"/>
                  <a:pt x="1662530" y="59023"/>
                  <a:pt x="1662530" y="49034"/>
                </a:cubicBezTo>
                <a:cubicBezTo>
                  <a:pt x="1662530" y="28429"/>
                  <a:pt x="1653310" y="18126"/>
                  <a:pt x="1634870" y="18126"/>
                </a:cubicBezTo>
                <a:close/>
                <a:moveTo>
                  <a:pt x="720566" y="18126"/>
                </a:moveTo>
                <a:lnTo>
                  <a:pt x="720566" y="80572"/>
                </a:lnTo>
                <a:lnTo>
                  <a:pt x="729996" y="80572"/>
                </a:lnTo>
                <a:cubicBezTo>
                  <a:pt x="739146" y="80572"/>
                  <a:pt x="746096" y="77778"/>
                  <a:pt x="750846" y="72190"/>
                </a:cubicBezTo>
                <a:cubicBezTo>
                  <a:pt x="755386" y="66741"/>
                  <a:pt x="757656" y="59023"/>
                  <a:pt x="757656" y="49034"/>
                </a:cubicBezTo>
                <a:cubicBezTo>
                  <a:pt x="757656" y="28429"/>
                  <a:pt x="748436" y="18126"/>
                  <a:pt x="729996" y="18126"/>
                </a:cubicBezTo>
                <a:close/>
                <a:moveTo>
                  <a:pt x="482440" y="17916"/>
                </a:moveTo>
                <a:lnTo>
                  <a:pt x="482440" y="43900"/>
                </a:lnTo>
                <a:lnTo>
                  <a:pt x="494176" y="43900"/>
                </a:lnTo>
                <a:cubicBezTo>
                  <a:pt x="507098" y="43900"/>
                  <a:pt x="513558" y="39535"/>
                  <a:pt x="513558" y="30803"/>
                </a:cubicBezTo>
                <a:cubicBezTo>
                  <a:pt x="513558" y="26193"/>
                  <a:pt x="511986" y="22875"/>
                  <a:pt x="508844" y="20850"/>
                </a:cubicBezTo>
                <a:cubicBezTo>
                  <a:pt x="505840" y="18894"/>
                  <a:pt x="501126" y="17916"/>
                  <a:pt x="494700" y="17916"/>
                </a:cubicBezTo>
                <a:close/>
                <a:moveTo>
                  <a:pt x="155694" y="16659"/>
                </a:moveTo>
                <a:cubicBezTo>
                  <a:pt x="159048" y="36077"/>
                  <a:pt x="164636" y="51549"/>
                  <a:pt x="172458" y="63074"/>
                </a:cubicBezTo>
                <a:cubicBezTo>
                  <a:pt x="181540" y="50431"/>
                  <a:pt x="187756" y="34959"/>
                  <a:pt x="191108" y="16659"/>
                </a:cubicBezTo>
                <a:close/>
                <a:moveTo>
                  <a:pt x="1556156" y="16344"/>
                </a:moveTo>
                <a:cubicBezTo>
                  <a:pt x="1552314" y="16344"/>
                  <a:pt x="1549136" y="18021"/>
                  <a:pt x="1546622" y="21374"/>
                </a:cubicBezTo>
                <a:cubicBezTo>
                  <a:pt x="1544036" y="24726"/>
                  <a:pt x="1542744" y="29057"/>
                  <a:pt x="1542744" y="34366"/>
                </a:cubicBezTo>
                <a:cubicBezTo>
                  <a:pt x="1542744" y="39814"/>
                  <a:pt x="1543896" y="44075"/>
                  <a:pt x="1546202" y="47148"/>
                </a:cubicBezTo>
                <a:cubicBezTo>
                  <a:pt x="1548716" y="50431"/>
                  <a:pt x="1552278" y="52073"/>
                  <a:pt x="1556890" y="52073"/>
                </a:cubicBezTo>
                <a:cubicBezTo>
                  <a:pt x="1562896" y="52073"/>
                  <a:pt x="1568414" y="48545"/>
                  <a:pt x="1573444" y="41490"/>
                </a:cubicBezTo>
                <a:cubicBezTo>
                  <a:pt x="1572536" y="24726"/>
                  <a:pt x="1566772" y="16344"/>
                  <a:pt x="1556156" y="16344"/>
                </a:cubicBezTo>
                <a:close/>
                <a:moveTo>
                  <a:pt x="1225504" y="16344"/>
                </a:moveTo>
                <a:cubicBezTo>
                  <a:pt x="1221872" y="16344"/>
                  <a:pt x="1218868" y="17532"/>
                  <a:pt x="1216494" y="19907"/>
                </a:cubicBezTo>
                <a:cubicBezTo>
                  <a:pt x="1214120" y="22352"/>
                  <a:pt x="1212932" y="25460"/>
                  <a:pt x="1212932" y="29232"/>
                </a:cubicBezTo>
                <a:cubicBezTo>
                  <a:pt x="1212932" y="33493"/>
                  <a:pt x="1214748" y="37090"/>
                  <a:pt x="1218380" y="40024"/>
                </a:cubicBezTo>
                <a:cubicBezTo>
                  <a:pt x="1220894" y="42049"/>
                  <a:pt x="1225016" y="44180"/>
                  <a:pt x="1230744" y="46415"/>
                </a:cubicBezTo>
                <a:cubicBezTo>
                  <a:pt x="1236332" y="41665"/>
                  <a:pt x="1239126" y="36356"/>
                  <a:pt x="1239126" y="30489"/>
                </a:cubicBezTo>
                <a:cubicBezTo>
                  <a:pt x="1239126" y="26438"/>
                  <a:pt x="1237938" y="23120"/>
                  <a:pt x="1235564" y="20535"/>
                </a:cubicBezTo>
                <a:cubicBezTo>
                  <a:pt x="1233048" y="17741"/>
                  <a:pt x="1229696" y="16344"/>
                  <a:pt x="1225504" y="16344"/>
                </a:cubicBezTo>
                <a:close/>
                <a:moveTo>
                  <a:pt x="1912018" y="11001"/>
                </a:moveTo>
                <a:lnTo>
                  <a:pt x="1920926" y="11001"/>
                </a:lnTo>
                <a:lnTo>
                  <a:pt x="1949948" y="60664"/>
                </a:lnTo>
                <a:lnTo>
                  <a:pt x="1958226" y="76381"/>
                </a:lnTo>
                <a:lnTo>
                  <a:pt x="1958748" y="76381"/>
                </a:lnTo>
                <a:cubicBezTo>
                  <a:pt x="1957980" y="65135"/>
                  <a:pt x="1957596" y="57172"/>
                  <a:pt x="1957596" y="52492"/>
                </a:cubicBezTo>
                <a:lnTo>
                  <a:pt x="1957596" y="11001"/>
                </a:lnTo>
                <a:lnTo>
                  <a:pt x="1965874" y="11001"/>
                </a:lnTo>
                <a:lnTo>
                  <a:pt x="1965874" y="87696"/>
                </a:lnTo>
                <a:lnTo>
                  <a:pt x="1956862" y="87696"/>
                </a:lnTo>
                <a:lnTo>
                  <a:pt x="1928050" y="38033"/>
                </a:lnTo>
                <a:lnTo>
                  <a:pt x="1919668" y="22317"/>
                </a:lnTo>
                <a:lnTo>
                  <a:pt x="1919144" y="22317"/>
                </a:lnTo>
                <a:cubicBezTo>
                  <a:pt x="1919842" y="35029"/>
                  <a:pt x="1920192" y="42818"/>
                  <a:pt x="1920192" y="45681"/>
                </a:cubicBezTo>
                <a:lnTo>
                  <a:pt x="1920192" y="87696"/>
                </a:lnTo>
                <a:lnTo>
                  <a:pt x="1912018" y="87696"/>
                </a:lnTo>
                <a:close/>
                <a:moveTo>
                  <a:pt x="1807244" y="11001"/>
                </a:moveTo>
                <a:lnTo>
                  <a:pt x="1815940" y="11001"/>
                </a:lnTo>
                <a:lnTo>
                  <a:pt x="1815940" y="87696"/>
                </a:lnTo>
                <a:lnTo>
                  <a:pt x="1807244" y="87696"/>
                </a:lnTo>
                <a:close/>
                <a:moveTo>
                  <a:pt x="1692944" y="11001"/>
                </a:moveTo>
                <a:lnTo>
                  <a:pt x="1736636" y="11001"/>
                </a:lnTo>
                <a:lnTo>
                  <a:pt x="1736636" y="18335"/>
                </a:lnTo>
                <a:lnTo>
                  <a:pt x="1701640" y="18335"/>
                </a:lnTo>
                <a:lnTo>
                  <a:pt x="1701640" y="43586"/>
                </a:lnTo>
                <a:lnTo>
                  <a:pt x="1731082" y="43586"/>
                </a:lnTo>
                <a:lnTo>
                  <a:pt x="1731082" y="50920"/>
                </a:lnTo>
                <a:lnTo>
                  <a:pt x="1701640" y="50920"/>
                </a:lnTo>
                <a:lnTo>
                  <a:pt x="1701640" y="80362"/>
                </a:lnTo>
                <a:lnTo>
                  <a:pt x="1737788" y="80362"/>
                </a:lnTo>
                <a:lnTo>
                  <a:pt x="1737788" y="87696"/>
                </a:lnTo>
                <a:lnTo>
                  <a:pt x="1692944" y="87696"/>
                </a:lnTo>
                <a:close/>
                <a:moveTo>
                  <a:pt x="1616744" y="11001"/>
                </a:moveTo>
                <a:lnTo>
                  <a:pt x="1635604" y="11001"/>
                </a:lnTo>
                <a:cubicBezTo>
                  <a:pt x="1647268" y="11001"/>
                  <a:pt x="1656174" y="14319"/>
                  <a:pt x="1662322" y="20955"/>
                </a:cubicBezTo>
                <a:cubicBezTo>
                  <a:pt x="1668398" y="27520"/>
                  <a:pt x="1671436" y="36880"/>
                  <a:pt x="1671436" y="49034"/>
                </a:cubicBezTo>
                <a:cubicBezTo>
                  <a:pt x="1671436" y="61258"/>
                  <a:pt x="1668434" y="70723"/>
                  <a:pt x="1662426" y="77428"/>
                </a:cubicBezTo>
                <a:cubicBezTo>
                  <a:pt x="1656280" y="84274"/>
                  <a:pt x="1647442" y="87696"/>
                  <a:pt x="1635918" y="87696"/>
                </a:cubicBezTo>
                <a:lnTo>
                  <a:pt x="1616744" y="87696"/>
                </a:lnTo>
                <a:close/>
                <a:moveTo>
                  <a:pt x="1484232" y="11001"/>
                </a:moveTo>
                <a:lnTo>
                  <a:pt x="1520904" y="11001"/>
                </a:lnTo>
                <a:lnTo>
                  <a:pt x="1520904" y="18335"/>
                </a:lnTo>
                <a:lnTo>
                  <a:pt x="1491776" y="18335"/>
                </a:lnTo>
                <a:lnTo>
                  <a:pt x="1489680" y="41595"/>
                </a:lnTo>
                <a:cubicBezTo>
                  <a:pt x="1493522" y="39430"/>
                  <a:pt x="1497504" y="38347"/>
                  <a:pt x="1501624" y="38347"/>
                </a:cubicBezTo>
                <a:cubicBezTo>
                  <a:pt x="1508400" y="38347"/>
                  <a:pt x="1513814" y="40303"/>
                  <a:pt x="1517866" y="44215"/>
                </a:cubicBezTo>
                <a:cubicBezTo>
                  <a:pt x="1522336" y="48545"/>
                  <a:pt x="1524570" y="54762"/>
                  <a:pt x="1524570" y="62865"/>
                </a:cubicBezTo>
                <a:cubicBezTo>
                  <a:pt x="1524570" y="70827"/>
                  <a:pt x="1522022" y="77289"/>
                  <a:pt x="1516922" y="82248"/>
                </a:cubicBezTo>
                <a:cubicBezTo>
                  <a:pt x="1512242" y="86788"/>
                  <a:pt x="1506550" y="89058"/>
                  <a:pt x="1499844" y="89058"/>
                </a:cubicBezTo>
                <a:cubicBezTo>
                  <a:pt x="1490484" y="89058"/>
                  <a:pt x="1482416" y="85671"/>
                  <a:pt x="1475640" y="78895"/>
                </a:cubicBezTo>
                <a:lnTo>
                  <a:pt x="1479936" y="73237"/>
                </a:lnTo>
                <a:cubicBezTo>
                  <a:pt x="1485594" y="79035"/>
                  <a:pt x="1491986" y="81934"/>
                  <a:pt x="1499110" y="81934"/>
                </a:cubicBezTo>
                <a:cubicBezTo>
                  <a:pt x="1503860" y="81934"/>
                  <a:pt x="1507842" y="80222"/>
                  <a:pt x="1511054" y="76800"/>
                </a:cubicBezTo>
                <a:cubicBezTo>
                  <a:pt x="1514338" y="73307"/>
                  <a:pt x="1515980" y="68732"/>
                  <a:pt x="1515980" y="63074"/>
                </a:cubicBezTo>
                <a:cubicBezTo>
                  <a:pt x="1515980" y="57486"/>
                  <a:pt x="1514478" y="53051"/>
                  <a:pt x="1511474" y="49768"/>
                </a:cubicBezTo>
                <a:cubicBezTo>
                  <a:pt x="1508540" y="46555"/>
                  <a:pt x="1504558" y="44948"/>
                  <a:pt x="1499530" y="44948"/>
                </a:cubicBezTo>
                <a:cubicBezTo>
                  <a:pt x="1495478" y="44948"/>
                  <a:pt x="1491148" y="46485"/>
                  <a:pt x="1486538" y="49558"/>
                </a:cubicBezTo>
                <a:lnTo>
                  <a:pt x="1481822" y="46624"/>
                </a:lnTo>
                <a:close/>
                <a:moveTo>
                  <a:pt x="1430216" y="11001"/>
                </a:moveTo>
                <a:lnTo>
                  <a:pt x="1477678" y="11001"/>
                </a:lnTo>
                <a:lnTo>
                  <a:pt x="1477678" y="16135"/>
                </a:lnTo>
                <a:cubicBezTo>
                  <a:pt x="1469158" y="27171"/>
                  <a:pt x="1463254" y="38277"/>
                  <a:pt x="1459972" y="49453"/>
                </a:cubicBezTo>
                <a:cubicBezTo>
                  <a:pt x="1457318" y="58674"/>
                  <a:pt x="1455642" y="71421"/>
                  <a:pt x="1454942" y="87696"/>
                </a:cubicBezTo>
                <a:lnTo>
                  <a:pt x="1446038" y="87696"/>
                </a:lnTo>
                <a:cubicBezTo>
                  <a:pt x="1447224" y="59966"/>
                  <a:pt x="1454488" y="36845"/>
                  <a:pt x="1467830" y="18335"/>
                </a:cubicBezTo>
                <a:lnTo>
                  <a:pt x="1430216" y="18335"/>
                </a:lnTo>
                <a:close/>
                <a:moveTo>
                  <a:pt x="1379458" y="11001"/>
                </a:moveTo>
                <a:lnTo>
                  <a:pt x="1416128" y="11001"/>
                </a:lnTo>
                <a:lnTo>
                  <a:pt x="1416128" y="18335"/>
                </a:lnTo>
                <a:lnTo>
                  <a:pt x="1387002" y="18335"/>
                </a:lnTo>
                <a:lnTo>
                  <a:pt x="1384906" y="41595"/>
                </a:lnTo>
                <a:cubicBezTo>
                  <a:pt x="1388748" y="39430"/>
                  <a:pt x="1392728" y="38347"/>
                  <a:pt x="1396850" y="38347"/>
                </a:cubicBezTo>
                <a:cubicBezTo>
                  <a:pt x="1403626" y="38347"/>
                  <a:pt x="1409038" y="40303"/>
                  <a:pt x="1413090" y="44215"/>
                </a:cubicBezTo>
                <a:cubicBezTo>
                  <a:pt x="1417560" y="48545"/>
                  <a:pt x="1419796" y="54762"/>
                  <a:pt x="1419796" y="62865"/>
                </a:cubicBezTo>
                <a:cubicBezTo>
                  <a:pt x="1419796" y="70827"/>
                  <a:pt x="1417246" y="77289"/>
                  <a:pt x="1412148" y="82248"/>
                </a:cubicBezTo>
                <a:cubicBezTo>
                  <a:pt x="1407468" y="86788"/>
                  <a:pt x="1401774" y="89058"/>
                  <a:pt x="1395068" y="89058"/>
                </a:cubicBezTo>
                <a:cubicBezTo>
                  <a:pt x="1385708" y="89058"/>
                  <a:pt x="1377642" y="85671"/>
                  <a:pt x="1370866" y="78895"/>
                </a:cubicBezTo>
                <a:lnTo>
                  <a:pt x="1375162" y="73237"/>
                </a:lnTo>
                <a:cubicBezTo>
                  <a:pt x="1380820" y="79035"/>
                  <a:pt x="1387210" y="81934"/>
                  <a:pt x="1394336" y="81934"/>
                </a:cubicBezTo>
                <a:cubicBezTo>
                  <a:pt x="1399086" y="81934"/>
                  <a:pt x="1403066" y="80222"/>
                  <a:pt x="1406280" y="76800"/>
                </a:cubicBezTo>
                <a:cubicBezTo>
                  <a:pt x="1409562" y="73307"/>
                  <a:pt x="1411204" y="68732"/>
                  <a:pt x="1411204" y="63074"/>
                </a:cubicBezTo>
                <a:cubicBezTo>
                  <a:pt x="1411204" y="57486"/>
                  <a:pt x="1409702" y="53051"/>
                  <a:pt x="1406698" y="49768"/>
                </a:cubicBezTo>
                <a:cubicBezTo>
                  <a:pt x="1403766" y="46555"/>
                  <a:pt x="1399784" y="44948"/>
                  <a:pt x="1394754" y="44948"/>
                </a:cubicBezTo>
                <a:cubicBezTo>
                  <a:pt x="1390704" y="44948"/>
                  <a:pt x="1386372" y="46485"/>
                  <a:pt x="1381762" y="49558"/>
                </a:cubicBezTo>
                <a:lnTo>
                  <a:pt x="1377048" y="46624"/>
                </a:lnTo>
                <a:close/>
                <a:moveTo>
                  <a:pt x="1288208" y="11001"/>
                </a:moveTo>
                <a:lnTo>
                  <a:pt x="1297324" y="11001"/>
                </a:lnTo>
                <a:lnTo>
                  <a:pt x="1297324" y="59512"/>
                </a:lnTo>
                <a:lnTo>
                  <a:pt x="1307800" y="59512"/>
                </a:lnTo>
                <a:lnTo>
                  <a:pt x="1307800" y="66322"/>
                </a:lnTo>
                <a:lnTo>
                  <a:pt x="1297324" y="66322"/>
                </a:lnTo>
                <a:lnTo>
                  <a:pt x="1297324" y="87696"/>
                </a:lnTo>
                <a:lnTo>
                  <a:pt x="1289256" y="87696"/>
                </a:lnTo>
                <a:lnTo>
                  <a:pt x="1289256" y="66322"/>
                </a:lnTo>
                <a:lnTo>
                  <a:pt x="1255622" y="66322"/>
                </a:lnTo>
                <a:lnTo>
                  <a:pt x="1255622" y="60769"/>
                </a:lnTo>
                <a:close/>
                <a:moveTo>
                  <a:pt x="711870" y="11001"/>
                </a:moveTo>
                <a:lnTo>
                  <a:pt x="730728" y="11001"/>
                </a:lnTo>
                <a:cubicBezTo>
                  <a:pt x="742394" y="11001"/>
                  <a:pt x="751300" y="14319"/>
                  <a:pt x="757446" y="20955"/>
                </a:cubicBezTo>
                <a:cubicBezTo>
                  <a:pt x="763524" y="27520"/>
                  <a:pt x="766562" y="36880"/>
                  <a:pt x="766562" y="49034"/>
                </a:cubicBezTo>
                <a:cubicBezTo>
                  <a:pt x="766562" y="61258"/>
                  <a:pt x="763558" y="70723"/>
                  <a:pt x="757550" y="77428"/>
                </a:cubicBezTo>
                <a:cubicBezTo>
                  <a:pt x="751404" y="84274"/>
                  <a:pt x="742568" y="87696"/>
                  <a:pt x="731042" y="87696"/>
                </a:cubicBezTo>
                <a:lnTo>
                  <a:pt x="711870" y="87696"/>
                </a:lnTo>
                <a:close/>
                <a:moveTo>
                  <a:pt x="473744" y="11001"/>
                </a:moveTo>
                <a:lnTo>
                  <a:pt x="495956" y="11001"/>
                </a:lnTo>
                <a:cubicBezTo>
                  <a:pt x="513418" y="11001"/>
                  <a:pt x="522150" y="17253"/>
                  <a:pt x="522150" y="29756"/>
                </a:cubicBezTo>
                <a:cubicBezTo>
                  <a:pt x="522150" y="38347"/>
                  <a:pt x="518344" y="43900"/>
                  <a:pt x="510730" y="46415"/>
                </a:cubicBezTo>
                <a:lnTo>
                  <a:pt x="510730" y="46834"/>
                </a:lnTo>
                <a:cubicBezTo>
                  <a:pt x="521346" y="48860"/>
                  <a:pt x="526656" y="55006"/>
                  <a:pt x="526656" y="65274"/>
                </a:cubicBezTo>
                <a:cubicBezTo>
                  <a:pt x="526656" y="72539"/>
                  <a:pt x="523966" y="78162"/>
                  <a:pt x="518588" y="82143"/>
                </a:cubicBezTo>
                <a:cubicBezTo>
                  <a:pt x="513488" y="85845"/>
                  <a:pt x="506504" y="87696"/>
                  <a:pt x="497632" y="87696"/>
                </a:cubicBezTo>
                <a:lnTo>
                  <a:pt x="473744" y="87696"/>
                </a:lnTo>
                <a:close/>
                <a:moveTo>
                  <a:pt x="1225714" y="9848"/>
                </a:moveTo>
                <a:cubicBezTo>
                  <a:pt x="1232140" y="9848"/>
                  <a:pt x="1237240" y="11734"/>
                  <a:pt x="1241012" y="15506"/>
                </a:cubicBezTo>
                <a:cubicBezTo>
                  <a:pt x="1244714" y="19208"/>
                  <a:pt x="1246564" y="24063"/>
                  <a:pt x="1246564" y="30070"/>
                </a:cubicBezTo>
                <a:cubicBezTo>
                  <a:pt x="1246564" y="37055"/>
                  <a:pt x="1243106" y="43272"/>
                  <a:pt x="1236192" y="48720"/>
                </a:cubicBezTo>
                <a:lnTo>
                  <a:pt x="1236192" y="49244"/>
                </a:lnTo>
                <a:cubicBezTo>
                  <a:pt x="1244854" y="54273"/>
                  <a:pt x="1249184" y="60979"/>
                  <a:pt x="1249184" y="69361"/>
                </a:cubicBezTo>
                <a:cubicBezTo>
                  <a:pt x="1249184" y="74949"/>
                  <a:pt x="1247018" y="79594"/>
                  <a:pt x="1242688" y="83296"/>
                </a:cubicBezTo>
                <a:cubicBezTo>
                  <a:pt x="1238218" y="87137"/>
                  <a:pt x="1232490" y="89058"/>
                  <a:pt x="1225504" y="89058"/>
                </a:cubicBezTo>
                <a:cubicBezTo>
                  <a:pt x="1218450" y="89058"/>
                  <a:pt x="1212652" y="87137"/>
                  <a:pt x="1208112" y="83296"/>
                </a:cubicBezTo>
                <a:cubicBezTo>
                  <a:pt x="1203502" y="79454"/>
                  <a:pt x="1201196" y="74564"/>
                  <a:pt x="1201196" y="68627"/>
                </a:cubicBezTo>
                <a:cubicBezTo>
                  <a:pt x="1201196" y="59617"/>
                  <a:pt x="1205946" y="52492"/>
                  <a:pt x="1215446" y="47253"/>
                </a:cubicBezTo>
                <a:lnTo>
                  <a:pt x="1215446" y="46834"/>
                </a:lnTo>
                <a:cubicBezTo>
                  <a:pt x="1208532" y="42154"/>
                  <a:pt x="1205074" y="36287"/>
                  <a:pt x="1205074" y="29232"/>
                </a:cubicBezTo>
                <a:cubicBezTo>
                  <a:pt x="1205074" y="23504"/>
                  <a:pt x="1207064" y="18824"/>
                  <a:pt x="1211046" y="15192"/>
                </a:cubicBezTo>
                <a:cubicBezTo>
                  <a:pt x="1214888" y="11630"/>
                  <a:pt x="1219778" y="9848"/>
                  <a:pt x="1225714" y="9848"/>
                </a:cubicBezTo>
                <a:close/>
                <a:moveTo>
                  <a:pt x="1866098" y="9639"/>
                </a:moveTo>
                <a:cubicBezTo>
                  <a:pt x="1874620" y="9639"/>
                  <a:pt x="1881920" y="12747"/>
                  <a:pt x="1887998" y="18964"/>
                </a:cubicBezTo>
                <a:lnTo>
                  <a:pt x="1883178" y="24622"/>
                </a:lnTo>
                <a:cubicBezTo>
                  <a:pt x="1878568" y="19732"/>
                  <a:pt x="1872944" y="17287"/>
                  <a:pt x="1866308" y="17287"/>
                </a:cubicBezTo>
                <a:cubicBezTo>
                  <a:pt x="1858346" y="17287"/>
                  <a:pt x="1852024" y="20116"/>
                  <a:pt x="1847344" y="25774"/>
                </a:cubicBezTo>
                <a:cubicBezTo>
                  <a:pt x="1842594" y="31502"/>
                  <a:pt x="1840220" y="39290"/>
                  <a:pt x="1840220" y="49139"/>
                </a:cubicBezTo>
                <a:cubicBezTo>
                  <a:pt x="1840220" y="59128"/>
                  <a:pt x="1842490" y="66986"/>
                  <a:pt x="1847030" y="72713"/>
                </a:cubicBezTo>
                <a:cubicBezTo>
                  <a:pt x="1851640" y="78511"/>
                  <a:pt x="1858066" y="81410"/>
                  <a:pt x="1866308" y="81410"/>
                </a:cubicBezTo>
                <a:cubicBezTo>
                  <a:pt x="1872664" y="81410"/>
                  <a:pt x="1877520" y="79803"/>
                  <a:pt x="1880872" y="76590"/>
                </a:cubicBezTo>
                <a:lnTo>
                  <a:pt x="1880872" y="55635"/>
                </a:lnTo>
                <a:lnTo>
                  <a:pt x="1864214" y="55635"/>
                </a:lnTo>
                <a:lnTo>
                  <a:pt x="1864214" y="48406"/>
                </a:lnTo>
                <a:lnTo>
                  <a:pt x="1888940" y="48406"/>
                </a:lnTo>
                <a:lnTo>
                  <a:pt x="1888940" y="80257"/>
                </a:lnTo>
                <a:cubicBezTo>
                  <a:pt x="1883282" y="86125"/>
                  <a:pt x="1875458" y="89058"/>
                  <a:pt x="1865470" y="89058"/>
                </a:cubicBezTo>
                <a:cubicBezTo>
                  <a:pt x="1855272" y="89058"/>
                  <a:pt x="1847066" y="85531"/>
                  <a:pt x="1840848" y="78476"/>
                </a:cubicBezTo>
                <a:cubicBezTo>
                  <a:pt x="1834492" y="71281"/>
                  <a:pt x="1831314" y="61572"/>
                  <a:pt x="1831314" y="49349"/>
                </a:cubicBezTo>
                <a:cubicBezTo>
                  <a:pt x="1831314" y="37195"/>
                  <a:pt x="1834596" y="27486"/>
                  <a:pt x="1841162" y="20221"/>
                </a:cubicBezTo>
                <a:cubicBezTo>
                  <a:pt x="1847518" y="13166"/>
                  <a:pt x="1855830" y="9639"/>
                  <a:pt x="1866098" y="9639"/>
                </a:cubicBezTo>
                <a:close/>
                <a:moveTo>
                  <a:pt x="1771888" y="9639"/>
                </a:moveTo>
                <a:cubicBezTo>
                  <a:pt x="1780828" y="9639"/>
                  <a:pt x="1788266" y="12782"/>
                  <a:pt x="1794204" y="19069"/>
                </a:cubicBezTo>
                <a:lnTo>
                  <a:pt x="1789594" y="24622"/>
                </a:lnTo>
                <a:cubicBezTo>
                  <a:pt x="1784496" y="19732"/>
                  <a:pt x="1778592" y="17287"/>
                  <a:pt x="1771888" y="17287"/>
                </a:cubicBezTo>
                <a:cubicBezTo>
                  <a:pt x="1767416" y="17287"/>
                  <a:pt x="1763820" y="18335"/>
                  <a:pt x="1761096" y="20431"/>
                </a:cubicBezTo>
                <a:cubicBezTo>
                  <a:pt x="1758372" y="22596"/>
                  <a:pt x="1757010" y="25460"/>
                  <a:pt x="1757010" y="29022"/>
                </a:cubicBezTo>
                <a:cubicBezTo>
                  <a:pt x="1757010" y="32515"/>
                  <a:pt x="1758406" y="35414"/>
                  <a:pt x="1761200" y="37719"/>
                </a:cubicBezTo>
                <a:cubicBezTo>
                  <a:pt x="1762806" y="39046"/>
                  <a:pt x="1765670" y="40582"/>
                  <a:pt x="1769792" y="42329"/>
                </a:cubicBezTo>
                <a:lnTo>
                  <a:pt x="1780898" y="47044"/>
                </a:lnTo>
                <a:cubicBezTo>
                  <a:pt x="1791516" y="51723"/>
                  <a:pt x="1796824" y="58569"/>
                  <a:pt x="1796824" y="67579"/>
                </a:cubicBezTo>
                <a:cubicBezTo>
                  <a:pt x="1796824" y="73726"/>
                  <a:pt x="1794518" y="78825"/>
                  <a:pt x="1789908" y="82877"/>
                </a:cubicBezTo>
                <a:cubicBezTo>
                  <a:pt x="1785088" y="86998"/>
                  <a:pt x="1778802" y="89058"/>
                  <a:pt x="1771050" y="89058"/>
                </a:cubicBezTo>
                <a:cubicBezTo>
                  <a:pt x="1760432" y="89058"/>
                  <a:pt x="1751562" y="85251"/>
                  <a:pt x="1744436" y="77638"/>
                </a:cubicBezTo>
                <a:lnTo>
                  <a:pt x="1749674" y="71666"/>
                </a:lnTo>
                <a:cubicBezTo>
                  <a:pt x="1755682" y="78162"/>
                  <a:pt x="1762842" y="81410"/>
                  <a:pt x="1771154" y="81410"/>
                </a:cubicBezTo>
                <a:cubicBezTo>
                  <a:pt x="1776322" y="81410"/>
                  <a:pt x="1780444" y="80187"/>
                  <a:pt x="1783518" y="77743"/>
                </a:cubicBezTo>
                <a:cubicBezTo>
                  <a:pt x="1786520" y="75368"/>
                  <a:pt x="1788022" y="72190"/>
                  <a:pt x="1788022" y="68208"/>
                </a:cubicBezTo>
                <a:cubicBezTo>
                  <a:pt x="1788022" y="64506"/>
                  <a:pt x="1786766" y="61502"/>
                  <a:pt x="1784250" y="59197"/>
                </a:cubicBezTo>
                <a:cubicBezTo>
                  <a:pt x="1782644" y="57800"/>
                  <a:pt x="1779536" y="56089"/>
                  <a:pt x="1774926" y="54063"/>
                </a:cubicBezTo>
                <a:lnTo>
                  <a:pt x="1763820" y="49139"/>
                </a:lnTo>
                <a:cubicBezTo>
                  <a:pt x="1753412" y="44669"/>
                  <a:pt x="1748208" y="38173"/>
                  <a:pt x="1748208" y="29651"/>
                </a:cubicBezTo>
                <a:cubicBezTo>
                  <a:pt x="1748208" y="23853"/>
                  <a:pt x="1750444" y="19069"/>
                  <a:pt x="1754914" y="15297"/>
                </a:cubicBezTo>
                <a:cubicBezTo>
                  <a:pt x="1759384" y="11525"/>
                  <a:pt x="1765042" y="9639"/>
                  <a:pt x="1771888" y="9639"/>
                </a:cubicBezTo>
                <a:close/>
                <a:moveTo>
                  <a:pt x="1556156" y="9639"/>
                </a:moveTo>
                <a:cubicBezTo>
                  <a:pt x="1563838" y="9639"/>
                  <a:pt x="1569916" y="12677"/>
                  <a:pt x="1574386" y="18754"/>
                </a:cubicBezTo>
                <a:cubicBezTo>
                  <a:pt x="1579206" y="25111"/>
                  <a:pt x="1581616" y="34121"/>
                  <a:pt x="1581616" y="45786"/>
                </a:cubicBezTo>
                <a:cubicBezTo>
                  <a:pt x="1581616" y="60455"/>
                  <a:pt x="1578822" y="71596"/>
                  <a:pt x="1573234" y="79209"/>
                </a:cubicBezTo>
                <a:cubicBezTo>
                  <a:pt x="1568344" y="85775"/>
                  <a:pt x="1561954" y="89058"/>
                  <a:pt x="1554060" y="89058"/>
                </a:cubicBezTo>
                <a:cubicBezTo>
                  <a:pt x="1546936" y="89058"/>
                  <a:pt x="1540928" y="86509"/>
                  <a:pt x="1536038" y="81410"/>
                </a:cubicBezTo>
                <a:lnTo>
                  <a:pt x="1540754" y="76066"/>
                </a:lnTo>
                <a:cubicBezTo>
                  <a:pt x="1544316" y="79978"/>
                  <a:pt x="1548682" y="81934"/>
                  <a:pt x="1553850" y="81934"/>
                </a:cubicBezTo>
                <a:cubicBezTo>
                  <a:pt x="1559368" y="81934"/>
                  <a:pt x="1563804" y="79489"/>
                  <a:pt x="1567158" y="74599"/>
                </a:cubicBezTo>
                <a:cubicBezTo>
                  <a:pt x="1571068" y="68942"/>
                  <a:pt x="1573198" y="60315"/>
                  <a:pt x="1573548" y="48720"/>
                </a:cubicBezTo>
                <a:cubicBezTo>
                  <a:pt x="1568240" y="55216"/>
                  <a:pt x="1562232" y="58464"/>
                  <a:pt x="1555526" y="58464"/>
                </a:cubicBezTo>
                <a:cubicBezTo>
                  <a:pt x="1549030" y="58464"/>
                  <a:pt x="1543932" y="56438"/>
                  <a:pt x="1540230" y="52387"/>
                </a:cubicBezTo>
                <a:cubicBezTo>
                  <a:pt x="1536458" y="48126"/>
                  <a:pt x="1534572" y="42119"/>
                  <a:pt x="1534572" y="34366"/>
                </a:cubicBezTo>
                <a:cubicBezTo>
                  <a:pt x="1534572" y="27171"/>
                  <a:pt x="1536702" y="21199"/>
                  <a:pt x="1540964" y="16449"/>
                </a:cubicBezTo>
                <a:cubicBezTo>
                  <a:pt x="1545084" y="11909"/>
                  <a:pt x="1550148" y="9639"/>
                  <a:pt x="1556156" y="9639"/>
                </a:cubicBezTo>
                <a:close/>
                <a:moveTo>
                  <a:pt x="194356" y="9639"/>
                </a:moveTo>
                <a:lnTo>
                  <a:pt x="198652" y="11001"/>
                </a:lnTo>
                <a:cubicBezTo>
                  <a:pt x="195160" y="34680"/>
                  <a:pt x="187826" y="53959"/>
                  <a:pt x="176650" y="68837"/>
                </a:cubicBezTo>
                <a:cubicBezTo>
                  <a:pt x="182866" y="76660"/>
                  <a:pt x="191354" y="83889"/>
                  <a:pt x="202110" y="90525"/>
                </a:cubicBezTo>
                <a:cubicBezTo>
                  <a:pt x="199944" y="92132"/>
                  <a:pt x="198304" y="94018"/>
                  <a:pt x="197186" y="96183"/>
                </a:cubicBezTo>
                <a:cubicBezTo>
                  <a:pt x="186638" y="89338"/>
                  <a:pt x="178292" y="82108"/>
                  <a:pt x="172144" y="74495"/>
                </a:cubicBezTo>
                <a:cubicBezTo>
                  <a:pt x="164112" y="83645"/>
                  <a:pt x="154682" y="90665"/>
                  <a:pt x="143856" y="95554"/>
                </a:cubicBezTo>
                <a:cubicBezTo>
                  <a:pt x="142668" y="93179"/>
                  <a:pt x="141236" y="91259"/>
                  <a:pt x="139560" y="89792"/>
                </a:cubicBezTo>
                <a:cubicBezTo>
                  <a:pt x="150246" y="85391"/>
                  <a:pt x="159712" y="78406"/>
                  <a:pt x="167954" y="68837"/>
                </a:cubicBezTo>
                <a:cubicBezTo>
                  <a:pt x="159362" y="56264"/>
                  <a:pt x="153146" y="38871"/>
                  <a:pt x="149304" y="16659"/>
                </a:cubicBezTo>
                <a:lnTo>
                  <a:pt x="145322" y="16659"/>
                </a:lnTo>
                <a:lnTo>
                  <a:pt x="145322" y="9953"/>
                </a:lnTo>
                <a:lnTo>
                  <a:pt x="193100" y="9953"/>
                </a:lnTo>
                <a:close/>
                <a:moveTo>
                  <a:pt x="1337918" y="9534"/>
                </a:moveTo>
                <a:cubicBezTo>
                  <a:pt x="1344414" y="9604"/>
                  <a:pt x="1349618" y="11280"/>
                  <a:pt x="1353530" y="14563"/>
                </a:cubicBezTo>
                <a:cubicBezTo>
                  <a:pt x="1357652" y="17986"/>
                  <a:pt x="1359712" y="22666"/>
                  <a:pt x="1359712" y="28603"/>
                </a:cubicBezTo>
                <a:cubicBezTo>
                  <a:pt x="1359712" y="37753"/>
                  <a:pt x="1355136" y="43970"/>
                  <a:pt x="1345986" y="47253"/>
                </a:cubicBezTo>
                <a:lnTo>
                  <a:pt x="1345986" y="47672"/>
                </a:lnTo>
                <a:cubicBezTo>
                  <a:pt x="1350736" y="48790"/>
                  <a:pt x="1354578" y="50990"/>
                  <a:pt x="1357512" y="54273"/>
                </a:cubicBezTo>
                <a:cubicBezTo>
                  <a:pt x="1360724" y="57835"/>
                  <a:pt x="1362332" y="62166"/>
                  <a:pt x="1362332" y="67265"/>
                </a:cubicBezTo>
                <a:cubicBezTo>
                  <a:pt x="1362332" y="73901"/>
                  <a:pt x="1359992" y="79244"/>
                  <a:pt x="1355312" y="83296"/>
                </a:cubicBezTo>
                <a:cubicBezTo>
                  <a:pt x="1350842" y="87137"/>
                  <a:pt x="1345148" y="89058"/>
                  <a:pt x="1338234" y="89058"/>
                </a:cubicBezTo>
                <a:cubicBezTo>
                  <a:pt x="1328454" y="89058"/>
                  <a:pt x="1320352" y="85566"/>
                  <a:pt x="1313926" y="78581"/>
                </a:cubicBezTo>
                <a:lnTo>
                  <a:pt x="1318326" y="73028"/>
                </a:lnTo>
                <a:cubicBezTo>
                  <a:pt x="1324124" y="78965"/>
                  <a:pt x="1330584" y="81934"/>
                  <a:pt x="1337710" y="81934"/>
                </a:cubicBezTo>
                <a:cubicBezTo>
                  <a:pt x="1342458" y="81934"/>
                  <a:pt x="1346300" y="80606"/>
                  <a:pt x="1349234" y="77952"/>
                </a:cubicBezTo>
                <a:cubicBezTo>
                  <a:pt x="1352238" y="75158"/>
                  <a:pt x="1353740" y="71526"/>
                  <a:pt x="1353740" y="67056"/>
                </a:cubicBezTo>
                <a:cubicBezTo>
                  <a:pt x="1353740" y="56438"/>
                  <a:pt x="1345638" y="51130"/>
                  <a:pt x="1329432" y="51130"/>
                </a:cubicBezTo>
                <a:lnTo>
                  <a:pt x="1329432" y="44424"/>
                </a:lnTo>
                <a:cubicBezTo>
                  <a:pt x="1343822" y="44424"/>
                  <a:pt x="1351016" y="39360"/>
                  <a:pt x="1351016" y="29232"/>
                </a:cubicBezTo>
                <a:cubicBezTo>
                  <a:pt x="1351016" y="25390"/>
                  <a:pt x="1349828" y="22317"/>
                  <a:pt x="1347454" y="20012"/>
                </a:cubicBezTo>
                <a:cubicBezTo>
                  <a:pt x="1345008" y="17707"/>
                  <a:pt x="1341726" y="16519"/>
                  <a:pt x="1337604" y="16449"/>
                </a:cubicBezTo>
                <a:cubicBezTo>
                  <a:pt x="1331806" y="16519"/>
                  <a:pt x="1326428" y="19104"/>
                  <a:pt x="1321470" y="24203"/>
                </a:cubicBezTo>
                <a:lnTo>
                  <a:pt x="1316754" y="18650"/>
                </a:lnTo>
                <a:cubicBezTo>
                  <a:pt x="1323320" y="12642"/>
                  <a:pt x="1330374" y="9604"/>
                  <a:pt x="1337918" y="9534"/>
                </a:cubicBezTo>
                <a:close/>
                <a:moveTo>
                  <a:pt x="1101660" y="4295"/>
                </a:moveTo>
                <a:lnTo>
                  <a:pt x="1110148" y="4295"/>
                </a:lnTo>
                <a:lnTo>
                  <a:pt x="1110148" y="77952"/>
                </a:lnTo>
                <a:cubicBezTo>
                  <a:pt x="1110148" y="80606"/>
                  <a:pt x="1111020" y="81934"/>
                  <a:pt x="1112766" y="81934"/>
                </a:cubicBezTo>
                <a:cubicBezTo>
                  <a:pt x="1113396" y="81934"/>
                  <a:pt x="1114058" y="81864"/>
                  <a:pt x="1114758" y="81724"/>
                </a:cubicBezTo>
                <a:lnTo>
                  <a:pt x="1116014" y="88325"/>
                </a:lnTo>
                <a:cubicBezTo>
                  <a:pt x="1114408" y="88814"/>
                  <a:pt x="1112696" y="89058"/>
                  <a:pt x="1110880" y="89058"/>
                </a:cubicBezTo>
                <a:cubicBezTo>
                  <a:pt x="1104734" y="89058"/>
                  <a:pt x="1101660" y="85147"/>
                  <a:pt x="1101660" y="77324"/>
                </a:cubicBezTo>
                <a:close/>
                <a:moveTo>
                  <a:pt x="539686" y="4295"/>
                </a:moveTo>
                <a:lnTo>
                  <a:pt x="548172" y="4295"/>
                </a:lnTo>
                <a:lnTo>
                  <a:pt x="548172" y="77952"/>
                </a:lnTo>
                <a:cubicBezTo>
                  <a:pt x="548172" y="80606"/>
                  <a:pt x="549046" y="81934"/>
                  <a:pt x="550792" y="81934"/>
                </a:cubicBezTo>
                <a:cubicBezTo>
                  <a:pt x="551420" y="81934"/>
                  <a:pt x="552084" y="81864"/>
                  <a:pt x="552782" y="81724"/>
                </a:cubicBezTo>
                <a:lnTo>
                  <a:pt x="554040" y="88325"/>
                </a:lnTo>
                <a:cubicBezTo>
                  <a:pt x="552434" y="88814"/>
                  <a:pt x="550722" y="89058"/>
                  <a:pt x="548906" y="89058"/>
                </a:cubicBezTo>
                <a:cubicBezTo>
                  <a:pt x="542758" y="89058"/>
                  <a:pt x="539686" y="85147"/>
                  <a:pt x="539686" y="77324"/>
                </a:cubicBezTo>
                <a:close/>
                <a:moveTo>
                  <a:pt x="1090374" y="2933"/>
                </a:moveTo>
                <a:cubicBezTo>
                  <a:pt x="1093586" y="2933"/>
                  <a:pt x="1096626" y="3562"/>
                  <a:pt x="1099488" y="4819"/>
                </a:cubicBezTo>
                <a:lnTo>
                  <a:pt x="1097602" y="11420"/>
                </a:lnTo>
                <a:cubicBezTo>
                  <a:pt x="1095438" y="10372"/>
                  <a:pt x="1093272" y="9848"/>
                  <a:pt x="1091106" y="9848"/>
                </a:cubicBezTo>
                <a:cubicBezTo>
                  <a:pt x="1085658" y="9848"/>
                  <a:pt x="1082934" y="13690"/>
                  <a:pt x="1082934" y="21374"/>
                </a:cubicBezTo>
                <a:lnTo>
                  <a:pt x="1082934" y="31118"/>
                </a:lnTo>
                <a:lnTo>
                  <a:pt x="1095088" y="31118"/>
                </a:lnTo>
                <a:lnTo>
                  <a:pt x="1095088" y="38138"/>
                </a:lnTo>
                <a:lnTo>
                  <a:pt x="1082934" y="38138"/>
                </a:lnTo>
                <a:lnTo>
                  <a:pt x="1082934" y="87696"/>
                </a:lnTo>
                <a:lnTo>
                  <a:pt x="1074342" y="87696"/>
                </a:lnTo>
                <a:lnTo>
                  <a:pt x="1074342" y="38138"/>
                </a:lnTo>
                <a:lnTo>
                  <a:pt x="1066590" y="38138"/>
                </a:lnTo>
                <a:lnTo>
                  <a:pt x="1066590" y="31642"/>
                </a:lnTo>
                <a:lnTo>
                  <a:pt x="1074342" y="31118"/>
                </a:lnTo>
                <a:lnTo>
                  <a:pt x="1074342" y="21269"/>
                </a:lnTo>
                <a:cubicBezTo>
                  <a:pt x="1074342" y="9045"/>
                  <a:pt x="1079686" y="2933"/>
                  <a:pt x="1090374" y="2933"/>
                </a:cubicBezTo>
                <a:close/>
                <a:moveTo>
                  <a:pt x="90524" y="1047"/>
                </a:moveTo>
                <a:lnTo>
                  <a:pt x="95134" y="7019"/>
                </a:lnTo>
                <a:cubicBezTo>
                  <a:pt x="83750" y="9674"/>
                  <a:pt x="69954" y="11665"/>
                  <a:pt x="53748" y="12992"/>
                </a:cubicBezTo>
                <a:lnTo>
                  <a:pt x="53748" y="30908"/>
                </a:lnTo>
                <a:lnTo>
                  <a:pt x="88010" y="30908"/>
                </a:lnTo>
                <a:lnTo>
                  <a:pt x="89268" y="30594"/>
                </a:lnTo>
                <a:lnTo>
                  <a:pt x="93354" y="31851"/>
                </a:lnTo>
                <a:cubicBezTo>
                  <a:pt x="90840" y="49244"/>
                  <a:pt x="85670" y="63598"/>
                  <a:pt x="77846" y="74914"/>
                </a:cubicBezTo>
                <a:cubicBezTo>
                  <a:pt x="83016" y="81829"/>
                  <a:pt x="89302" y="86928"/>
                  <a:pt x="96706" y="90211"/>
                </a:cubicBezTo>
                <a:cubicBezTo>
                  <a:pt x="94680" y="91957"/>
                  <a:pt x="93110" y="93843"/>
                  <a:pt x="91992" y="95869"/>
                </a:cubicBezTo>
                <a:cubicBezTo>
                  <a:pt x="84798" y="92097"/>
                  <a:pt x="78720" y="86893"/>
                  <a:pt x="73760" y="80257"/>
                </a:cubicBezTo>
                <a:cubicBezTo>
                  <a:pt x="68172" y="86893"/>
                  <a:pt x="61642" y="92097"/>
                  <a:pt x="54168" y="95869"/>
                </a:cubicBezTo>
                <a:cubicBezTo>
                  <a:pt x="53050" y="93773"/>
                  <a:pt x="51654" y="91887"/>
                  <a:pt x="49976" y="90211"/>
                </a:cubicBezTo>
                <a:cubicBezTo>
                  <a:pt x="57520" y="86858"/>
                  <a:pt x="64122" y="81619"/>
                  <a:pt x="69780" y="74495"/>
                </a:cubicBezTo>
                <a:cubicBezTo>
                  <a:pt x="63982" y="64785"/>
                  <a:pt x="59512" y="52387"/>
                  <a:pt x="56368" y="37299"/>
                </a:cubicBezTo>
                <a:lnTo>
                  <a:pt x="53748" y="37299"/>
                </a:lnTo>
                <a:lnTo>
                  <a:pt x="53748" y="43586"/>
                </a:lnTo>
                <a:cubicBezTo>
                  <a:pt x="53748" y="67335"/>
                  <a:pt x="50360" y="84832"/>
                  <a:pt x="43586" y="96078"/>
                </a:cubicBezTo>
                <a:cubicBezTo>
                  <a:pt x="41978" y="94472"/>
                  <a:pt x="40128" y="93179"/>
                  <a:pt x="38032" y="92202"/>
                </a:cubicBezTo>
                <a:cubicBezTo>
                  <a:pt x="44110" y="81724"/>
                  <a:pt x="47148" y="65519"/>
                  <a:pt x="47148" y="43586"/>
                </a:cubicBezTo>
                <a:lnTo>
                  <a:pt x="47148" y="7543"/>
                </a:lnTo>
                <a:cubicBezTo>
                  <a:pt x="66148" y="5867"/>
                  <a:pt x="80606" y="3702"/>
                  <a:pt x="90524" y="1047"/>
                </a:cubicBezTo>
                <a:close/>
                <a:moveTo>
                  <a:pt x="254602" y="209"/>
                </a:moveTo>
                <a:lnTo>
                  <a:pt x="261832" y="209"/>
                </a:lnTo>
                <a:lnTo>
                  <a:pt x="261832" y="12992"/>
                </a:lnTo>
                <a:lnTo>
                  <a:pt x="300284" y="12992"/>
                </a:lnTo>
                <a:lnTo>
                  <a:pt x="300284" y="19697"/>
                </a:lnTo>
                <a:lnTo>
                  <a:pt x="261832" y="19697"/>
                </a:lnTo>
                <a:lnTo>
                  <a:pt x="261832" y="46520"/>
                </a:lnTo>
                <a:lnTo>
                  <a:pt x="304580" y="46520"/>
                </a:lnTo>
                <a:lnTo>
                  <a:pt x="304580" y="53120"/>
                </a:lnTo>
                <a:lnTo>
                  <a:pt x="266862" y="53120"/>
                </a:lnTo>
                <a:cubicBezTo>
                  <a:pt x="277828" y="67859"/>
                  <a:pt x="291134" y="78651"/>
                  <a:pt x="306780" y="85496"/>
                </a:cubicBezTo>
                <a:cubicBezTo>
                  <a:pt x="305174" y="86893"/>
                  <a:pt x="303568" y="88814"/>
                  <a:pt x="301960" y="91259"/>
                </a:cubicBezTo>
                <a:cubicBezTo>
                  <a:pt x="286244" y="83505"/>
                  <a:pt x="272868" y="71910"/>
                  <a:pt x="261832" y="56473"/>
                </a:cubicBezTo>
                <a:lnTo>
                  <a:pt x="261832" y="95554"/>
                </a:lnTo>
                <a:lnTo>
                  <a:pt x="254602" y="95554"/>
                </a:lnTo>
                <a:lnTo>
                  <a:pt x="254602" y="56788"/>
                </a:lnTo>
                <a:cubicBezTo>
                  <a:pt x="243916" y="71666"/>
                  <a:pt x="230714" y="83051"/>
                  <a:pt x="214998" y="90944"/>
                </a:cubicBezTo>
                <a:cubicBezTo>
                  <a:pt x="213530" y="88709"/>
                  <a:pt x="211890" y="86788"/>
                  <a:pt x="210074" y="85182"/>
                </a:cubicBezTo>
                <a:cubicBezTo>
                  <a:pt x="225860" y="78406"/>
                  <a:pt x="239060" y="67719"/>
                  <a:pt x="249678" y="53120"/>
                </a:cubicBezTo>
                <a:lnTo>
                  <a:pt x="212168" y="53120"/>
                </a:lnTo>
                <a:lnTo>
                  <a:pt x="212168" y="46520"/>
                </a:lnTo>
                <a:lnTo>
                  <a:pt x="254602" y="46520"/>
                </a:lnTo>
                <a:lnTo>
                  <a:pt x="254602" y="19697"/>
                </a:lnTo>
                <a:lnTo>
                  <a:pt x="217198" y="19697"/>
                </a:lnTo>
                <a:lnTo>
                  <a:pt x="217198" y="12992"/>
                </a:lnTo>
                <a:lnTo>
                  <a:pt x="254602" y="12992"/>
                </a:lnTo>
                <a:close/>
                <a:moveTo>
                  <a:pt x="124052" y="104"/>
                </a:moveTo>
                <a:lnTo>
                  <a:pt x="130864" y="104"/>
                </a:lnTo>
                <a:lnTo>
                  <a:pt x="130864" y="22526"/>
                </a:lnTo>
                <a:lnTo>
                  <a:pt x="145112" y="22526"/>
                </a:lnTo>
                <a:lnTo>
                  <a:pt x="145112" y="29127"/>
                </a:lnTo>
                <a:lnTo>
                  <a:pt x="130864" y="29127"/>
                </a:lnTo>
                <a:lnTo>
                  <a:pt x="130864" y="33318"/>
                </a:lnTo>
                <a:cubicBezTo>
                  <a:pt x="134216" y="36671"/>
                  <a:pt x="140084" y="43411"/>
                  <a:pt x="148466" y="53540"/>
                </a:cubicBezTo>
                <a:lnTo>
                  <a:pt x="144064" y="59721"/>
                </a:lnTo>
                <a:cubicBezTo>
                  <a:pt x="141132" y="54972"/>
                  <a:pt x="136730" y="48860"/>
                  <a:pt x="130864" y="41386"/>
                </a:cubicBezTo>
                <a:lnTo>
                  <a:pt x="130864" y="95450"/>
                </a:lnTo>
                <a:lnTo>
                  <a:pt x="124052" y="95450"/>
                </a:lnTo>
                <a:lnTo>
                  <a:pt x="124052" y="41281"/>
                </a:lnTo>
                <a:cubicBezTo>
                  <a:pt x="119302" y="56508"/>
                  <a:pt x="113854" y="68173"/>
                  <a:pt x="107708" y="76276"/>
                </a:cubicBezTo>
                <a:cubicBezTo>
                  <a:pt x="106660" y="73831"/>
                  <a:pt x="105264" y="71596"/>
                  <a:pt x="103516" y="69570"/>
                </a:cubicBezTo>
                <a:cubicBezTo>
                  <a:pt x="111550" y="60071"/>
                  <a:pt x="117732" y="46590"/>
                  <a:pt x="122062" y="29127"/>
                </a:cubicBezTo>
                <a:lnTo>
                  <a:pt x="106346" y="29127"/>
                </a:lnTo>
                <a:lnTo>
                  <a:pt x="106346" y="22526"/>
                </a:lnTo>
                <a:lnTo>
                  <a:pt x="124052" y="22526"/>
                </a:lnTo>
                <a:close/>
                <a:moveTo>
                  <a:pt x="358958" y="0"/>
                </a:moveTo>
                <a:lnTo>
                  <a:pt x="366816" y="1152"/>
                </a:lnTo>
                <a:cubicBezTo>
                  <a:pt x="364930" y="6461"/>
                  <a:pt x="363184" y="10896"/>
                  <a:pt x="361578" y="14459"/>
                </a:cubicBezTo>
                <a:lnTo>
                  <a:pt x="399402" y="14459"/>
                </a:lnTo>
                <a:lnTo>
                  <a:pt x="399402" y="95240"/>
                </a:lnTo>
                <a:lnTo>
                  <a:pt x="392172" y="95240"/>
                </a:lnTo>
                <a:lnTo>
                  <a:pt x="392172" y="89792"/>
                </a:lnTo>
                <a:lnTo>
                  <a:pt x="335384" y="89792"/>
                </a:lnTo>
                <a:lnTo>
                  <a:pt x="335384" y="95764"/>
                </a:lnTo>
                <a:lnTo>
                  <a:pt x="328364" y="95764"/>
                </a:lnTo>
                <a:lnTo>
                  <a:pt x="328364" y="14459"/>
                </a:lnTo>
                <a:lnTo>
                  <a:pt x="354558" y="14459"/>
                </a:lnTo>
                <a:cubicBezTo>
                  <a:pt x="356304" y="9988"/>
                  <a:pt x="357770" y="5168"/>
                  <a:pt x="358958" y="0"/>
                </a:cubicBezTo>
                <a:close/>
                <a:moveTo>
                  <a:pt x="26298" y="0"/>
                </a:moveTo>
                <a:lnTo>
                  <a:pt x="32688" y="0"/>
                </a:lnTo>
                <a:lnTo>
                  <a:pt x="32688" y="29337"/>
                </a:lnTo>
                <a:lnTo>
                  <a:pt x="42224" y="29337"/>
                </a:lnTo>
                <a:lnTo>
                  <a:pt x="42224" y="35623"/>
                </a:lnTo>
                <a:lnTo>
                  <a:pt x="14354" y="35623"/>
                </a:lnTo>
                <a:lnTo>
                  <a:pt x="14354" y="43796"/>
                </a:lnTo>
                <a:cubicBezTo>
                  <a:pt x="14354" y="47078"/>
                  <a:pt x="14318" y="49558"/>
                  <a:pt x="14248" y="51235"/>
                </a:cubicBezTo>
                <a:lnTo>
                  <a:pt x="35728" y="51235"/>
                </a:lnTo>
                <a:lnTo>
                  <a:pt x="35728" y="95554"/>
                </a:lnTo>
                <a:lnTo>
                  <a:pt x="29336" y="95554"/>
                </a:lnTo>
                <a:lnTo>
                  <a:pt x="29336" y="57521"/>
                </a:lnTo>
                <a:lnTo>
                  <a:pt x="14038" y="57521"/>
                </a:lnTo>
                <a:cubicBezTo>
                  <a:pt x="13130" y="74006"/>
                  <a:pt x="10128" y="86788"/>
                  <a:pt x="5028" y="95869"/>
                </a:cubicBezTo>
                <a:cubicBezTo>
                  <a:pt x="3632" y="94332"/>
                  <a:pt x="1954" y="92935"/>
                  <a:pt x="0" y="91678"/>
                </a:cubicBezTo>
                <a:cubicBezTo>
                  <a:pt x="5238" y="81549"/>
                  <a:pt x="7858" y="65589"/>
                  <a:pt x="7858" y="43796"/>
                </a:cubicBezTo>
                <a:lnTo>
                  <a:pt x="7858" y="2305"/>
                </a:lnTo>
                <a:lnTo>
                  <a:pt x="14354" y="2305"/>
                </a:lnTo>
                <a:lnTo>
                  <a:pt x="14354" y="29337"/>
                </a:lnTo>
                <a:lnTo>
                  <a:pt x="26298" y="29337"/>
                </a:lnTo>
                <a:close/>
              </a:path>
            </a:pathLst>
          </a:custGeom>
          <a:solidFill>
            <a:srgbClr val="E6E6E6"/>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fontAlgn="base"/>
            <a:endParaRPr lang="zh-CN" altLang="en-US" sz="800">
              <a:solidFill>
                <a:srgbClr val="E6E6E6"/>
              </a:solidFill>
            </a:endParaRPr>
          </a:p>
        </p:txBody>
      </p:sp>
      <p:sp>
        <p:nvSpPr>
          <p:cNvPr id="5" name="文本框 4">
            <a:extLst>
              <a:ext uri="{FF2B5EF4-FFF2-40B4-BE49-F238E27FC236}">
                <a16:creationId xmlns:a16="http://schemas.microsoft.com/office/drawing/2014/main" id="{A4884D17-2E3C-4F6B-AB1E-EFCC73F7439E}"/>
              </a:ext>
            </a:extLst>
          </p:cNvPr>
          <p:cNvSpPr txBox="1"/>
          <p:nvPr userDrawn="1"/>
        </p:nvSpPr>
        <p:spPr>
          <a:xfrm>
            <a:off x="38852977" y="20296026"/>
            <a:ext cx="1965874" cy="113995"/>
          </a:xfrm>
          <a:custGeom>
            <a:avLst/>
            <a:gdLst/>
            <a:ahLst/>
            <a:cxnLst/>
            <a:rect l="l" t="t" r="r" b="b"/>
            <a:pathLst>
              <a:path w="1965874" h="113994">
                <a:moveTo>
                  <a:pt x="891806" y="87487"/>
                </a:moveTo>
                <a:cubicBezTo>
                  <a:pt x="887684" y="90420"/>
                  <a:pt x="885624" y="93808"/>
                  <a:pt x="885624" y="97650"/>
                </a:cubicBezTo>
                <a:cubicBezTo>
                  <a:pt x="885624" y="100793"/>
                  <a:pt x="887126" y="103308"/>
                  <a:pt x="890130" y="105194"/>
                </a:cubicBezTo>
                <a:cubicBezTo>
                  <a:pt x="893134" y="107080"/>
                  <a:pt x="897290" y="108023"/>
                  <a:pt x="902598" y="108023"/>
                </a:cubicBezTo>
                <a:cubicBezTo>
                  <a:pt x="908046" y="108023"/>
                  <a:pt x="912586" y="106765"/>
                  <a:pt x="916218" y="104251"/>
                </a:cubicBezTo>
                <a:cubicBezTo>
                  <a:pt x="919572" y="101876"/>
                  <a:pt x="921248" y="99082"/>
                  <a:pt x="921248" y="95869"/>
                </a:cubicBezTo>
                <a:cubicBezTo>
                  <a:pt x="921248" y="90909"/>
                  <a:pt x="917302" y="88430"/>
                  <a:pt x="909408" y="88430"/>
                </a:cubicBezTo>
                <a:lnTo>
                  <a:pt x="899036" y="88430"/>
                </a:lnTo>
                <a:cubicBezTo>
                  <a:pt x="896870" y="88430"/>
                  <a:pt x="894460" y="88115"/>
                  <a:pt x="891806" y="87487"/>
                </a:cubicBezTo>
                <a:close/>
                <a:moveTo>
                  <a:pt x="429472" y="75438"/>
                </a:moveTo>
                <a:cubicBezTo>
                  <a:pt x="431288" y="75438"/>
                  <a:pt x="432824" y="76066"/>
                  <a:pt x="434082" y="77324"/>
                </a:cubicBezTo>
                <a:cubicBezTo>
                  <a:pt x="435340" y="78651"/>
                  <a:pt x="435968" y="80327"/>
                  <a:pt x="435968" y="82353"/>
                </a:cubicBezTo>
                <a:cubicBezTo>
                  <a:pt x="435968" y="84309"/>
                  <a:pt x="435340" y="85915"/>
                  <a:pt x="434082" y="87172"/>
                </a:cubicBezTo>
                <a:cubicBezTo>
                  <a:pt x="432824" y="88430"/>
                  <a:pt x="431288" y="89058"/>
                  <a:pt x="429472" y="89058"/>
                </a:cubicBezTo>
                <a:cubicBezTo>
                  <a:pt x="427726" y="89058"/>
                  <a:pt x="426224" y="88430"/>
                  <a:pt x="424966" y="87172"/>
                </a:cubicBezTo>
                <a:cubicBezTo>
                  <a:pt x="423710" y="85915"/>
                  <a:pt x="423080" y="84309"/>
                  <a:pt x="423080" y="82353"/>
                </a:cubicBezTo>
                <a:cubicBezTo>
                  <a:pt x="423080" y="80327"/>
                  <a:pt x="423710" y="78651"/>
                  <a:pt x="424966" y="77324"/>
                </a:cubicBezTo>
                <a:cubicBezTo>
                  <a:pt x="426224" y="76066"/>
                  <a:pt x="427726" y="75438"/>
                  <a:pt x="429472" y="75438"/>
                </a:cubicBezTo>
                <a:close/>
                <a:moveTo>
                  <a:pt x="335384" y="66846"/>
                </a:moveTo>
                <a:lnTo>
                  <a:pt x="335384" y="83191"/>
                </a:lnTo>
                <a:lnTo>
                  <a:pt x="392172" y="83191"/>
                </a:lnTo>
                <a:lnTo>
                  <a:pt x="392172" y="66846"/>
                </a:lnTo>
                <a:close/>
                <a:moveTo>
                  <a:pt x="856868" y="57731"/>
                </a:moveTo>
                <a:cubicBezTo>
                  <a:pt x="847158" y="58848"/>
                  <a:pt x="840174" y="60629"/>
                  <a:pt x="835914" y="63074"/>
                </a:cubicBezTo>
                <a:cubicBezTo>
                  <a:pt x="832002" y="65449"/>
                  <a:pt x="830046" y="68627"/>
                  <a:pt x="830046" y="72609"/>
                </a:cubicBezTo>
                <a:cubicBezTo>
                  <a:pt x="830046" y="78965"/>
                  <a:pt x="833538" y="82143"/>
                  <a:pt x="840524" y="82143"/>
                </a:cubicBezTo>
                <a:cubicBezTo>
                  <a:pt x="845552" y="82143"/>
                  <a:pt x="851000" y="79524"/>
                  <a:pt x="856868" y="74285"/>
                </a:cubicBezTo>
                <a:close/>
                <a:moveTo>
                  <a:pt x="482440" y="50606"/>
                </a:moveTo>
                <a:lnTo>
                  <a:pt x="482440" y="80781"/>
                </a:lnTo>
                <a:lnTo>
                  <a:pt x="496270" y="80781"/>
                </a:lnTo>
                <a:cubicBezTo>
                  <a:pt x="510870" y="80781"/>
                  <a:pt x="518168" y="75507"/>
                  <a:pt x="518168" y="64960"/>
                </a:cubicBezTo>
                <a:cubicBezTo>
                  <a:pt x="518168" y="55391"/>
                  <a:pt x="510870" y="50606"/>
                  <a:pt x="496270" y="50606"/>
                </a:cubicBezTo>
                <a:close/>
                <a:moveTo>
                  <a:pt x="1220056" y="49977"/>
                </a:moveTo>
                <a:cubicBezTo>
                  <a:pt x="1212652" y="54657"/>
                  <a:pt x="1208950" y="60664"/>
                  <a:pt x="1208950" y="67999"/>
                </a:cubicBezTo>
                <a:cubicBezTo>
                  <a:pt x="1208950" y="72190"/>
                  <a:pt x="1210522" y="75682"/>
                  <a:pt x="1213666" y="78476"/>
                </a:cubicBezTo>
                <a:cubicBezTo>
                  <a:pt x="1216878" y="81270"/>
                  <a:pt x="1220860" y="82667"/>
                  <a:pt x="1225610" y="82667"/>
                </a:cubicBezTo>
                <a:cubicBezTo>
                  <a:pt x="1230150" y="82667"/>
                  <a:pt x="1233886" y="81375"/>
                  <a:pt x="1236820" y="78790"/>
                </a:cubicBezTo>
                <a:cubicBezTo>
                  <a:pt x="1239614" y="76276"/>
                  <a:pt x="1241012" y="73063"/>
                  <a:pt x="1241012" y="69151"/>
                </a:cubicBezTo>
                <a:cubicBezTo>
                  <a:pt x="1241012" y="64401"/>
                  <a:pt x="1238916" y="60420"/>
                  <a:pt x="1234724" y="57207"/>
                </a:cubicBezTo>
                <a:cubicBezTo>
                  <a:pt x="1232140" y="55321"/>
                  <a:pt x="1227250" y="52911"/>
                  <a:pt x="1220056" y="49977"/>
                </a:cubicBezTo>
                <a:close/>
                <a:moveTo>
                  <a:pt x="335384" y="44215"/>
                </a:moveTo>
                <a:lnTo>
                  <a:pt x="335384" y="60350"/>
                </a:lnTo>
                <a:lnTo>
                  <a:pt x="392172" y="60350"/>
                </a:lnTo>
                <a:lnTo>
                  <a:pt x="392172" y="44215"/>
                </a:lnTo>
                <a:close/>
                <a:moveTo>
                  <a:pt x="62130" y="37299"/>
                </a:moveTo>
                <a:cubicBezTo>
                  <a:pt x="64786" y="49942"/>
                  <a:pt x="68662" y="60490"/>
                  <a:pt x="73760" y="68942"/>
                </a:cubicBezTo>
                <a:cubicBezTo>
                  <a:pt x="79558" y="60071"/>
                  <a:pt x="83644" y="49523"/>
                  <a:pt x="86020" y="37299"/>
                </a:cubicBezTo>
                <a:close/>
                <a:moveTo>
                  <a:pt x="961320" y="36880"/>
                </a:moveTo>
                <a:cubicBezTo>
                  <a:pt x="956220" y="36880"/>
                  <a:pt x="952100" y="38976"/>
                  <a:pt x="948956" y="43167"/>
                </a:cubicBezTo>
                <a:cubicBezTo>
                  <a:pt x="945742" y="47288"/>
                  <a:pt x="944136" y="52736"/>
                  <a:pt x="944136" y="59512"/>
                </a:cubicBezTo>
                <a:cubicBezTo>
                  <a:pt x="944136" y="66217"/>
                  <a:pt x="945742" y="71631"/>
                  <a:pt x="948956" y="75752"/>
                </a:cubicBezTo>
                <a:cubicBezTo>
                  <a:pt x="952100" y="79873"/>
                  <a:pt x="956220" y="81934"/>
                  <a:pt x="961320" y="81934"/>
                </a:cubicBezTo>
                <a:cubicBezTo>
                  <a:pt x="966418" y="81934"/>
                  <a:pt x="970574" y="79873"/>
                  <a:pt x="973788" y="75752"/>
                </a:cubicBezTo>
                <a:cubicBezTo>
                  <a:pt x="977000" y="71631"/>
                  <a:pt x="978608" y="66217"/>
                  <a:pt x="978608" y="59512"/>
                </a:cubicBezTo>
                <a:cubicBezTo>
                  <a:pt x="978608" y="52806"/>
                  <a:pt x="977000" y="47358"/>
                  <a:pt x="973788" y="43167"/>
                </a:cubicBezTo>
                <a:cubicBezTo>
                  <a:pt x="970574" y="38976"/>
                  <a:pt x="966418" y="36880"/>
                  <a:pt x="961320" y="36880"/>
                </a:cubicBezTo>
                <a:close/>
                <a:moveTo>
                  <a:pt x="655890" y="36566"/>
                </a:moveTo>
                <a:cubicBezTo>
                  <a:pt x="651560" y="36566"/>
                  <a:pt x="647822" y="38173"/>
                  <a:pt x="644680" y="41386"/>
                </a:cubicBezTo>
                <a:cubicBezTo>
                  <a:pt x="641396" y="44808"/>
                  <a:pt x="639476" y="49384"/>
                  <a:pt x="638918" y="55111"/>
                </a:cubicBezTo>
                <a:lnTo>
                  <a:pt x="670560" y="55111"/>
                </a:lnTo>
                <a:cubicBezTo>
                  <a:pt x="670560" y="42748"/>
                  <a:pt x="665670" y="36566"/>
                  <a:pt x="655890" y="36566"/>
                </a:cubicBezTo>
                <a:close/>
                <a:moveTo>
                  <a:pt x="901236" y="36042"/>
                </a:moveTo>
                <a:cubicBezTo>
                  <a:pt x="897604" y="36042"/>
                  <a:pt x="894600" y="37265"/>
                  <a:pt x="892224" y="39709"/>
                </a:cubicBezTo>
                <a:cubicBezTo>
                  <a:pt x="889780" y="42224"/>
                  <a:pt x="888558" y="45612"/>
                  <a:pt x="888558" y="49872"/>
                </a:cubicBezTo>
                <a:cubicBezTo>
                  <a:pt x="888558" y="53994"/>
                  <a:pt x="889816" y="57381"/>
                  <a:pt x="892330" y="60036"/>
                </a:cubicBezTo>
                <a:cubicBezTo>
                  <a:pt x="894774" y="62620"/>
                  <a:pt x="897744" y="63912"/>
                  <a:pt x="901236" y="63912"/>
                </a:cubicBezTo>
                <a:cubicBezTo>
                  <a:pt x="904728" y="63912"/>
                  <a:pt x="907696" y="62620"/>
                  <a:pt x="910142" y="60036"/>
                </a:cubicBezTo>
                <a:cubicBezTo>
                  <a:pt x="912656" y="57381"/>
                  <a:pt x="913914" y="53994"/>
                  <a:pt x="913914" y="49872"/>
                </a:cubicBezTo>
                <a:cubicBezTo>
                  <a:pt x="913914" y="45681"/>
                  <a:pt x="912656" y="42294"/>
                  <a:pt x="910142" y="39709"/>
                </a:cubicBezTo>
                <a:cubicBezTo>
                  <a:pt x="907766" y="37265"/>
                  <a:pt x="904798" y="36042"/>
                  <a:pt x="901236" y="36042"/>
                </a:cubicBezTo>
                <a:close/>
                <a:moveTo>
                  <a:pt x="429472" y="32689"/>
                </a:moveTo>
                <a:cubicBezTo>
                  <a:pt x="431288" y="32689"/>
                  <a:pt x="432824" y="33318"/>
                  <a:pt x="434082" y="34575"/>
                </a:cubicBezTo>
                <a:cubicBezTo>
                  <a:pt x="435340" y="35902"/>
                  <a:pt x="435968" y="37579"/>
                  <a:pt x="435968" y="39605"/>
                </a:cubicBezTo>
                <a:cubicBezTo>
                  <a:pt x="435968" y="41560"/>
                  <a:pt x="435340" y="43167"/>
                  <a:pt x="434082" y="44424"/>
                </a:cubicBezTo>
                <a:cubicBezTo>
                  <a:pt x="432824" y="45681"/>
                  <a:pt x="431288" y="46310"/>
                  <a:pt x="429472" y="46310"/>
                </a:cubicBezTo>
                <a:cubicBezTo>
                  <a:pt x="427726" y="46310"/>
                  <a:pt x="426224" y="45681"/>
                  <a:pt x="424966" y="44424"/>
                </a:cubicBezTo>
                <a:cubicBezTo>
                  <a:pt x="423710" y="43167"/>
                  <a:pt x="423080" y="41560"/>
                  <a:pt x="423080" y="39605"/>
                </a:cubicBezTo>
                <a:cubicBezTo>
                  <a:pt x="423080" y="37579"/>
                  <a:pt x="423710" y="35902"/>
                  <a:pt x="424966" y="34575"/>
                </a:cubicBezTo>
                <a:cubicBezTo>
                  <a:pt x="426224" y="33318"/>
                  <a:pt x="427726" y="32689"/>
                  <a:pt x="429472" y="32689"/>
                </a:cubicBezTo>
                <a:close/>
                <a:moveTo>
                  <a:pt x="1121644" y="31118"/>
                </a:moveTo>
                <a:lnTo>
                  <a:pt x="1130550" y="31118"/>
                </a:lnTo>
                <a:lnTo>
                  <a:pt x="1142600" y="63493"/>
                </a:lnTo>
                <a:lnTo>
                  <a:pt x="1148258" y="79419"/>
                </a:lnTo>
                <a:lnTo>
                  <a:pt x="1148780" y="79419"/>
                </a:lnTo>
                <a:cubicBezTo>
                  <a:pt x="1149130" y="78371"/>
                  <a:pt x="1149934" y="75682"/>
                  <a:pt x="1151190" y="71351"/>
                </a:cubicBezTo>
                <a:cubicBezTo>
                  <a:pt x="1152168" y="67999"/>
                  <a:pt x="1152972" y="65379"/>
                  <a:pt x="1153600" y="63493"/>
                </a:cubicBezTo>
                <a:lnTo>
                  <a:pt x="1164182" y="31118"/>
                </a:lnTo>
                <a:lnTo>
                  <a:pt x="1172564" y="31118"/>
                </a:lnTo>
                <a:lnTo>
                  <a:pt x="1150982" y="92935"/>
                </a:lnTo>
                <a:cubicBezTo>
                  <a:pt x="1146440" y="105927"/>
                  <a:pt x="1139560" y="112423"/>
                  <a:pt x="1130340" y="112423"/>
                </a:cubicBezTo>
                <a:cubicBezTo>
                  <a:pt x="1127896" y="112423"/>
                  <a:pt x="1125730" y="112039"/>
                  <a:pt x="1123844" y="111271"/>
                </a:cubicBezTo>
                <a:lnTo>
                  <a:pt x="1125626" y="104355"/>
                </a:lnTo>
                <a:cubicBezTo>
                  <a:pt x="1127162" y="104914"/>
                  <a:pt x="1128630" y="105194"/>
                  <a:pt x="1130026" y="105194"/>
                </a:cubicBezTo>
                <a:cubicBezTo>
                  <a:pt x="1135894" y="105194"/>
                  <a:pt x="1140294" y="100933"/>
                  <a:pt x="1143228" y="92411"/>
                </a:cubicBezTo>
                <a:lnTo>
                  <a:pt x="1144486" y="88011"/>
                </a:lnTo>
                <a:close/>
                <a:moveTo>
                  <a:pt x="567422" y="31118"/>
                </a:moveTo>
                <a:lnTo>
                  <a:pt x="575910" y="31118"/>
                </a:lnTo>
                <a:lnTo>
                  <a:pt x="575910" y="66008"/>
                </a:lnTo>
                <a:cubicBezTo>
                  <a:pt x="575910" y="71456"/>
                  <a:pt x="576782" y="75403"/>
                  <a:pt x="578528" y="77847"/>
                </a:cubicBezTo>
                <a:cubicBezTo>
                  <a:pt x="580274" y="80362"/>
                  <a:pt x="583138" y="81619"/>
                  <a:pt x="587120" y="81619"/>
                </a:cubicBezTo>
                <a:cubicBezTo>
                  <a:pt x="592290" y="81619"/>
                  <a:pt x="597598" y="78301"/>
                  <a:pt x="603046" y="71666"/>
                </a:cubicBezTo>
                <a:lnTo>
                  <a:pt x="603046" y="31118"/>
                </a:lnTo>
                <a:lnTo>
                  <a:pt x="611532" y="31118"/>
                </a:lnTo>
                <a:lnTo>
                  <a:pt x="611532" y="87696"/>
                </a:lnTo>
                <a:lnTo>
                  <a:pt x="604512" y="87696"/>
                </a:lnTo>
                <a:lnTo>
                  <a:pt x="603780" y="78686"/>
                </a:lnTo>
                <a:lnTo>
                  <a:pt x="603466" y="78686"/>
                </a:lnTo>
                <a:cubicBezTo>
                  <a:pt x="597458" y="85601"/>
                  <a:pt x="591172" y="89058"/>
                  <a:pt x="584606" y="89058"/>
                </a:cubicBezTo>
                <a:cubicBezTo>
                  <a:pt x="573150" y="89058"/>
                  <a:pt x="567422" y="81724"/>
                  <a:pt x="567422" y="67056"/>
                </a:cubicBezTo>
                <a:close/>
                <a:moveTo>
                  <a:pt x="1033548" y="29651"/>
                </a:moveTo>
                <a:cubicBezTo>
                  <a:pt x="1045072" y="29651"/>
                  <a:pt x="1050836" y="37020"/>
                  <a:pt x="1050836" y="51758"/>
                </a:cubicBezTo>
                <a:lnTo>
                  <a:pt x="1050836" y="87696"/>
                </a:lnTo>
                <a:lnTo>
                  <a:pt x="1042244" y="87696"/>
                </a:lnTo>
                <a:lnTo>
                  <a:pt x="1042244" y="52806"/>
                </a:lnTo>
                <a:cubicBezTo>
                  <a:pt x="1042244" y="42329"/>
                  <a:pt x="1038506" y="37090"/>
                  <a:pt x="1031032" y="37090"/>
                </a:cubicBezTo>
                <a:cubicBezTo>
                  <a:pt x="1026214" y="37090"/>
                  <a:pt x="1020834" y="40163"/>
                  <a:pt x="1014898" y="46310"/>
                </a:cubicBezTo>
                <a:lnTo>
                  <a:pt x="1014898" y="87696"/>
                </a:lnTo>
                <a:lnTo>
                  <a:pt x="1006410" y="87696"/>
                </a:lnTo>
                <a:lnTo>
                  <a:pt x="1006410" y="31118"/>
                </a:lnTo>
                <a:lnTo>
                  <a:pt x="1013326" y="31118"/>
                </a:lnTo>
                <a:lnTo>
                  <a:pt x="1014164" y="39395"/>
                </a:lnTo>
                <a:lnTo>
                  <a:pt x="1014478" y="39395"/>
                </a:lnTo>
                <a:cubicBezTo>
                  <a:pt x="1021114" y="32899"/>
                  <a:pt x="1027470" y="29651"/>
                  <a:pt x="1033548" y="29651"/>
                </a:cubicBezTo>
                <a:close/>
                <a:moveTo>
                  <a:pt x="961320" y="29651"/>
                </a:moveTo>
                <a:cubicBezTo>
                  <a:pt x="968584" y="29651"/>
                  <a:pt x="974660" y="32270"/>
                  <a:pt x="979550" y="37509"/>
                </a:cubicBezTo>
                <a:cubicBezTo>
                  <a:pt x="984788" y="43027"/>
                  <a:pt x="987408" y="50361"/>
                  <a:pt x="987408" y="59512"/>
                </a:cubicBezTo>
                <a:cubicBezTo>
                  <a:pt x="987408" y="68522"/>
                  <a:pt x="984788" y="75787"/>
                  <a:pt x="979550" y="81305"/>
                </a:cubicBezTo>
                <a:cubicBezTo>
                  <a:pt x="974660" y="86474"/>
                  <a:pt x="968584" y="89058"/>
                  <a:pt x="961320" y="89058"/>
                </a:cubicBezTo>
                <a:cubicBezTo>
                  <a:pt x="954124" y="89058"/>
                  <a:pt x="948082" y="86474"/>
                  <a:pt x="943194" y="81305"/>
                </a:cubicBezTo>
                <a:cubicBezTo>
                  <a:pt x="937954" y="75787"/>
                  <a:pt x="935334" y="68522"/>
                  <a:pt x="935334" y="59512"/>
                </a:cubicBezTo>
                <a:cubicBezTo>
                  <a:pt x="935334" y="50361"/>
                  <a:pt x="937954" y="43027"/>
                  <a:pt x="943194" y="37509"/>
                </a:cubicBezTo>
                <a:cubicBezTo>
                  <a:pt x="948012" y="32270"/>
                  <a:pt x="954054" y="29651"/>
                  <a:pt x="961320" y="29651"/>
                </a:cubicBezTo>
                <a:close/>
                <a:moveTo>
                  <a:pt x="901236" y="29651"/>
                </a:moveTo>
                <a:cubicBezTo>
                  <a:pt x="903820" y="29651"/>
                  <a:pt x="906440" y="30140"/>
                  <a:pt x="909094" y="31118"/>
                </a:cubicBezTo>
                <a:lnTo>
                  <a:pt x="928686" y="31118"/>
                </a:lnTo>
                <a:lnTo>
                  <a:pt x="928686" y="37719"/>
                </a:lnTo>
                <a:lnTo>
                  <a:pt x="916742" y="37719"/>
                </a:lnTo>
                <a:cubicBezTo>
                  <a:pt x="920026" y="40862"/>
                  <a:pt x="921666" y="44948"/>
                  <a:pt x="921666" y="49977"/>
                </a:cubicBezTo>
                <a:cubicBezTo>
                  <a:pt x="921666" y="55914"/>
                  <a:pt x="919676" y="60734"/>
                  <a:pt x="915694" y="64436"/>
                </a:cubicBezTo>
                <a:cubicBezTo>
                  <a:pt x="911852" y="67999"/>
                  <a:pt x="907034" y="69780"/>
                  <a:pt x="901236" y="69780"/>
                </a:cubicBezTo>
                <a:cubicBezTo>
                  <a:pt x="898092" y="69780"/>
                  <a:pt x="895194" y="69081"/>
                  <a:pt x="892540" y="67684"/>
                </a:cubicBezTo>
                <a:cubicBezTo>
                  <a:pt x="890024" y="69850"/>
                  <a:pt x="888768" y="72224"/>
                  <a:pt x="888768" y="74809"/>
                </a:cubicBezTo>
                <a:cubicBezTo>
                  <a:pt x="888768" y="79070"/>
                  <a:pt x="892120" y="81200"/>
                  <a:pt x="898826" y="81200"/>
                </a:cubicBezTo>
                <a:lnTo>
                  <a:pt x="910142" y="81200"/>
                </a:lnTo>
                <a:cubicBezTo>
                  <a:pt x="923134" y="81200"/>
                  <a:pt x="929630" y="85671"/>
                  <a:pt x="929630" y="94611"/>
                </a:cubicBezTo>
                <a:cubicBezTo>
                  <a:pt x="929630" y="99920"/>
                  <a:pt x="927080" y="104425"/>
                  <a:pt x="921982" y="108127"/>
                </a:cubicBezTo>
                <a:cubicBezTo>
                  <a:pt x="916602" y="112039"/>
                  <a:pt x="909758" y="113995"/>
                  <a:pt x="901446" y="113995"/>
                </a:cubicBezTo>
                <a:cubicBezTo>
                  <a:pt x="894390" y="113995"/>
                  <a:pt x="888768" y="112668"/>
                  <a:pt x="884576" y="110013"/>
                </a:cubicBezTo>
                <a:cubicBezTo>
                  <a:pt x="880246" y="107289"/>
                  <a:pt x="878080" y="103517"/>
                  <a:pt x="878080" y="98698"/>
                </a:cubicBezTo>
                <a:cubicBezTo>
                  <a:pt x="878080" y="93738"/>
                  <a:pt x="880874" y="89408"/>
                  <a:pt x="886462" y="85706"/>
                </a:cubicBezTo>
                <a:lnTo>
                  <a:pt x="886462" y="85286"/>
                </a:lnTo>
                <a:cubicBezTo>
                  <a:pt x="883040" y="83191"/>
                  <a:pt x="881328" y="80083"/>
                  <a:pt x="881328" y="75961"/>
                </a:cubicBezTo>
                <a:cubicBezTo>
                  <a:pt x="881328" y="72050"/>
                  <a:pt x="883424" y="68557"/>
                  <a:pt x="887614" y="65484"/>
                </a:cubicBezTo>
                <a:lnTo>
                  <a:pt x="887614" y="65065"/>
                </a:lnTo>
                <a:cubicBezTo>
                  <a:pt x="882726" y="61153"/>
                  <a:pt x="880280" y="56089"/>
                  <a:pt x="880280" y="49872"/>
                </a:cubicBezTo>
                <a:cubicBezTo>
                  <a:pt x="880280" y="43865"/>
                  <a:pt x="882342" y="38976"/>
                  <a:pt x="886462" y="35204"/>
                </a:cubicBezTo>
                <a:cubicBezTo>
                  <a:pt x="890444" y="31502"/>
                  <a:pt x="895368" y="29651"/>
                  <a:pt x="901236" y="29651"/>
                </a:cubicBezTo>
                <a:close/>
                <a:moveTo>
                  <a:pt x="846182" y="29651"/>
                </a:moveTo>
                <a:cubicBezTo>
                  <a:pt x="858964" y="29651"/>
                  <a:pt x="865354" y="37299"/>
                  <a:pt x="865354" y="52597"/>
                </a:cubicBezTo>
                <a:lnTo>
                  <a:pt x="865354" y="87696"/>
                </a:lnTo>
                <a:lnTo>
                  <a:pt x="858334" y="87696"/>
                </a:lnTo>
                <a:lnTo>
                  <a:pt x="857602" y="80781"/>
                </a:lnTo>
                <a:lnTo>
                  <a:pt x="857288" y="80781"/>
                </a:lnTo>
                <a:cubicBezTo>
                  <a:pt x="850792" y="86299"/>
                  <a:pt x="844434" y="89058"/>
                  <a:pt x="838218" y="89058"/>
                </a:cubicBezTo>
                <a:cubicBezTo>
                  <a:pt x="833398" y="89058"/>
                  <a:pt x="829486" y="87696"/>
                  <a:pt x="826484" y="84972"/>
                </a:cubicBezTo>
                <a:cubicBezTo>
                  <a:pt x="823340" y="82038"/>
                  <a:pt x="821768" y="78092"/>
                  <a:pt x="821768" y="73133"/>
                </a:cubicBezTo>
                <a:cubicBezTo>
                  <a:pt x="821768" y="66986"/>
                  <a:pt x="824598" y="62236"/>
                  <a:pt x="830256" y="58883"/>
                </a:cubicBezTo>
                <a:cubicBezTo>
                  <a:pt x="835704" y="55670"/>
                  <a:pt x="844574" y="53365"/>
                  <a:pt x="856868" y="51968"/>
                </a:cubicBezTo>
                <a:cubicBezTo>
                  <a:pt x="857008" y="41840"/>
                  <a:pt x="852992" y="36776"/>
                  <a:pt x="844818" y="36776"/>
                </a:cubicBezTo>
                <a:cubicBezTo>
                  <a:pt x="839300" y="36776"/>
                  <a:pt x="833574" y="38871"/>
                  <a:pt x="827636" y="43062"/>
                </a:cubicBezTo>
                <a:lnTo>
                  <a:pt x="824178" y="37090"/>
                </a:lnTo>
                <a:cubicBezTo>
                  <a:pt x="831722" y="32131"/>
                  <a:pt x="839056" y="29651"/>
                  <a:pt x="846182" y="29651"/>
                </a:cubicBezTo>
                <a:close/>
                <a:moveTo>
                  <a:pt x="811434" y="29651"/>
                </a:moveTo>
                <a:cubicBezTo>
                  <a:pt x="813738" y="29651"/>
                  <a:pt x="815730" y="30070"/>
                  <a:pt x="817406" y="30908"/>
                </a:cubicBezTo>
                <a:lnTo>
                  <a:pt x="815730" y="38347"/>
                </a:lnTo>
                <a:cubicBezTo>
                  <a:pt x="813844" y="37719"/>
                  <a:pt x="812062" y="37404"/>
                  <a:pt x="810386" y="37404"/>
                </a:cubicBezTo>
                <a:cubicBezTo>
                  <a:pt x="804170" y="37404"/>
                  <a:pt x="799314" y="41875"/>
                  <a:pt x="795822" y="50815"/>
                </a:cubicBezTo>
                <a:lnTo>
                  <a:pt x="795822" y="87696"/>
                </a:lnTo>
                <a:lnTo>
                  <a:pt x="787336" y="87696"/>
                </a:lnTo>
                <a:lnTo>
                  <a:pt x="787336" y="31118"/>
                </a:lnTo>
                <a:lnTo>
                  <a:pt x="794250" y="31118"/>
                </a:lnTo>
                <a:lnTo>
                  <a:pt x="795090" y="41490"/>
                </a:lnTo>
                <a:lnTo>
                  <a:pt x="795404" y="41490"/>
                </a:lnTo>
                <a:cubicBezTo>
                  <a:pt x="799664" y="33597"/>
                  <a:pt x="805008" y="29651"/>
                  <a:pt x="811434" y="29651"/>
                </a:cubicBezTo>
                <a:close/>
                <a:moveTo>
                  <a:pt x="655786" y="29651"/>
                </a:moveTo>
                <a:cubicBezTo>
                  <a:pt x="662840" y="29651"/>
                  <a:pt x="668324" y="32026"/>
                  <a:pt x="672236" y="36776"/>
                </a:cubicBezTo>
                <a:cubicBezTo>
                  <a:pt x="676148" y="41456"/>
                  <a:pt x="678102" y="47917"/>
                  <a:pt x="678102" y="56159"/>
                </a:cubicBezTo>
                <a:cubicBezTo>
                  <a:pt x="678102" y="58394"/>
                  <a:pt x="677964" y="60105"/>
                  <a:pt x="677684" y="61293"/>
                </a:cubicBezTo>
                <a:lnTo>
                  <a:pt x="639022" y="61293"/>
                </a:lnTo>
                <a:cubicBezTo>
                  <a:pt x="639302" y="67579"/>
                  <a:pt x="641188" y="72644"/>
                  <a:pt x="644680" y="76485"/>
                </a:cubicBezTo>
                <a:cubicBezTo>
                  <a:pt x="648172" y="80327"/>
                  <a:pt x="652748" y="82248"/>
                  <a:pt x="658406" y="82248"/>
                </a:cubicBezTo>
                <a:cubicBezTo>
                  <a:pt x="663434" y="82248"/>
                  <a:pt x="668220" y="80711"/>
                  <a:pt x="672760" y="77638"/>
                </a:cubicBezTo>
                <a:lnTo>
                  <a:pt x="675902" y="83296"/>
                </a:lnTo>
                <a:cubicBezTo>
                  <a:pt x="669896" y="87137"/>
                  <a:pt x="663714" y="89058"/>
                  <a:pt x="657358" y="89058"/>
                </a:cubicBezTo>
                <a:cubicBezTo>
                  <a:pt x="649674" y="89058"/>
                  <a:pt x="643352" y="86439"/>
                  <a:pt x="638394" y="81200"/>
                </a:cubicBezTo>
                <a:cubicBezTo>
                  <a:pt x="633154" y="75752"/>
                  <a:pt x="630536" y="68522"/>
                  <a:pt x="630536" y="59512"/>
                </a:cubicBezTo>
                <a:cubicBezTo>
                  <a:pt x="630536" y="50641"/>
                  <a:pt x="633120" y="43341"/>
                  <a:pt x="638288" y="37614"/>
                </a:cubicBezTo>
                <a:cubicBezTo>
                  <a:pt x="643178" y="32305"/>
                  <a:pt x="649010" y="29651"/>
                  <a:pt x="655786" y="29651"/>
                </a:cubicBezTo>
                <a:close/>
                <a:moveTo>
                  <a:pt x="231970" y="22526"/>
                </a:moveTo>
                <a:cubicBezTo>
                  <a:pt x="237140" y="29791"/>
                  <a:pt x="240528" y="36391"/>
                  <a:pt x="242134" y="42329"/>
                </a:cubicBezTo>
                <a:lnTo>
                  <a:pt x="235638" y="44948"/>
                </a:lnTo>
                <a:cubicBezTo>
                  <a:pt x="233892" y="38662"/>
                  <a:pt x="230678" y="31956"/>
                  <a:pt x="225998" y="24831"/>
                </a:cubicBezTo>
                <a:close/>
                <a:moveTo>
                  <a:pt x="285406" y="22002"/>
                </a:moveTo>
                <a:lnTo>
                  <a:pt x="292636" y="24412"/>
                </a:lnTo>
                <a:cubicBezTo>
                  <a:pt x="288026" y="33353"/>
                  <a:pt x="283974" y="40303"/>
                  <a:pt x="280482" y="45262"/>
                </a:cubicBezTo>
                <a:lnTo>
                  <a:pt x="274614" y="43167"/>
                </a:lnTo>
                <a:cubicBezTo>
                  <a:pt x="279084" y="36252"/>
                  <a:pt x="282682" y="29197"/>
                  <a:pt x="285406" y="22002"/>
                </a:cubicBezTo>
                <a:close/>
                <a:moveTo>
                  <a:pt x="335384" y="21164"/>
                </a:moveTo>
                <a:lnTo>
                  <a:pt x="335384" y="37719"/>
                </a:lnTo>
                <a:lnTo>
                  <a:pt x="392172" y="37719"/>
                </a:lnTo>
                <a:lnTo>
                  <a:pt x="392172" y="21164"/>
                </a:lnTo>
                <a:close/>
                <a:moveTo>
                  <a:pt x="1289360" y="20955"/>
                </a:moveTo>
                <a:cubicBezTo>
                  <a:pt x="1287754" y="24098"/>
                  <a:pt x="1285728" y="27800"/>
                  <a:pt x="1283284" y="32061"/>
                </a:cubicBezTo>
                <a:lnTo>
                  <a:pt x="1264738" y="59512"/>
                </a:lnTo>
                <a:lnTo>
                  <a:pt x="1289256" y="59512"/>
                </a:lnTo>
                <a:lnTo>
                  <a:pt x="1289256" y="34575"/>
                </a:lnTo>
                <a:cubicBezTo>
                  <a:pt x="1289256" y="30524"/>
                  <a:pt x="1289466" y="25984"/>
                  <a:pt x="1289884" y="20955"/>
                </a:cubicBezTo>
                <a:close/>
                <a:moveTo>
                  <a:pt x="1625440" y="18126"/>
                </a:moveTo>
                <a:lnTo>
                  <a:pt x="1625440" y="80572"/>
                </a:lnTo>
                <a:lnTo>
                  <a:pt x="1634870" y="80572"/>
                </a:lnTo>
                <a:cubicBezTo>
                  <a:pt x="1644020" y="80572"/>
                  <a:pt x="1650970" y="77778"/>
                  <a:pt x="1655720" y="72190"/>
                </a:cubicBezTo>
                <a:cubicBezTo>
                  <a:pt x="1660260" y="66741"/>
                  <a:pt x="1662530" y="59023"/>
                  <a:pt x="1662530" y="49034"/>
                </a:cubicBezTo>
                <a:cubicBezTo>
                  <a:pt x="1662530" y="28429"/>
                  <a:pt x="1653310" y="18126"/>
                  <a:pt x="1634870" y="18126"/>
                </a:cubicBezTo>
                <a:close/>
                <a:moveTo>
                  <a:pt x="720566" y="18126"/>
                </a:moveTo>
                <a:lnTo>
                  <a:pt x="720566" y="80572"/>
                </a:lnTo>
                <a:lnTo>
                  <a:pt x="729996" y="80572"/>
                </a:lnTo>
                <a:cubicBezTo>
                  <a:pt x="739146" y="80572"/>
                  <a:pt x="746096" y="77778"/>
                  <a:pt x="750846" y="72190"/>
                </a:cubicBezTo>
                <a:cubicBezTo>
                  <a:pt x="755386" y="66741"/>
                  <a:pt x="757656" y="59023"/>
                  <a:pt x="757656" y="49034"/>
                </a:cubicBezTo>
                <a:cubicBezTo>
                  <a:pt x="757656" y="28429"/>
                  <a:pt x="748436" y="18126"/>
                  <a:pt x="729996" y="18126"/>
                </a:cubicBezTo>
                <a:close/>
                <a:moveTo>
                  <a:pt x="482440" y="17916"/>
                </a:moveTo>
                <a:lnTo>
                  <a:pt x="482440" y="43900"/>
                </a:lnTo>
                <a:lnTo>
                  <a:pt x="494176" y="43900"/>
                </a:lnTo>
                <a:cubicBezTo>
                  <a:pt x="507098" y="43900"/>
                  <a:pt x="513558" y="39535"/>
                  <a:pt x="513558" y="30803"/>
                </a:cubicBezTo>
                <a:cubicBezTo>
                  <a:pt x="513558" y="26193"/>
                  <a:pt x="511986" y="22875"/>
                  <a:pt x="508844" y="20850"/>
                </a:cubicBezTo>
                <a:cubicBezTo>
                  <a:pt x="505840" y="18894"/>
                  <a:pt x="501126" y="17916"/>
                  <a:pt x="494700" y="17916"/>
                </a:cubicBezTo>
                <a:close/>
                <a:moveTo>
                  <a:pt x="155694" y="16659"/>
                </a:moveTo>
                <a:cubicBezTo>
                  <a:pt x="159048" y="36077"/>
                  <a:pt x="164636" y="51549"/>
                  <a:pt x="172458" y="63074"/>
                </a:cubicBezTo>
                <a:cubicBezTo>
                  <a:pt x="181540" y="50431"/>
                  <a:pt x="187756" y="34959"/>
                  <a:pt x="191108" y="16659"/>
                </a:cubicBezTo>
                <a:close/>
                <a:moveTo>
                  <a:pt x="1556156" y="16344"/>
                </a:moveTo>
                <a:cubicBezTo>
                  <a:pt x="1552314" y="16344"/>
                  <a:pt x="1549136" y="18021"/>
                  <a:pt x="1546622" y="21374"/>
                </a:cubicBezTo>
                <a:cubicBezTo>
                  <a:pt x="1544036" y="24726"/>
                  <a:pt x="1542744" y="29057"/>
                  <a:pt x="1542744" y="34366"/>
                </a:cubicBezTo>
                <a:cubicBezTo>
                  <a:pt x="1542744" y="39814"/>
                  <a:pt x="1543896" y="44075"/>
                  <a:pt x="1546202" y="47148"/>
                </a:cubicBezTo>
                <a:cubicBezTo>
                  <a:pt x="1548716" y="50431"/>
                  <a:pt x="1552278" y="52073"/>
                  <a:pt x="1556890" y="52073"/>
                </a:cubicBezTo>
                <a:cubicBezTo>
                  <a:pt x="1562896" y="52073"/>
                  <a:pt x="1568414" y="48545"/>
                  <a:pt x="1573444" y="41490"/>
                </a:cubicBezTo>
                <a:cubicBezTo>
                  <a:pt x="1572536" y="24726"/>
                  <a:pt x="1566772" y="16344"/>
                  <a:pt x="1556156" y="16344"/>
                </a:cubicBezTo>
                <a:close/>
                <a:moveTo>
                  <a:pt x="1225504" y="16344"/>
                </a:moveTo>
                <a:cubicBezTo>
                  <a:pt x="1221872" y="16344"/>
                  <a:pt x="1218868" y="17532"/>
                  <a:pt x="1216494" y="19907"/>
                </a:cubicBezTo>
                <a:cubicBezTo>
                  <a:pt x="1214120" y="22352"/>
                  <a:pt x="1212932" y="25460"/>
                  <a:pt x="1212932" y="29232"/>
                </a:cubicBezTo>
                <a:cubicBezTo>
                  <a:pt x="1212932" y="33493"/>
                  <a:pt x="1214748" y="37090"/>
                  <a:pt x="1218380" y="40024"/>
                </a:cubicBezTo>
                <a:cubicBezTo>
                  <a:pt x="1220894" y="42049"/>
                  <a:pt x="1225016" y="44180"/>
                  <a:pt x="1230744" y="46415"/>
                </a:cubicBezTo>
                <a:cubicBezTo>
                  <a:pt x="1236332" y="41665"/>
                  <a:pt x="1239126" y="36356"/>
                  <a:pt x="1239126" y="30489"/>
                </a:cubicBezTo>
                <a:cubicBezTo>
                  <a:pt x="1239126" y="26438"/>
                  <a:pt x="1237938" y="23120"/>
                  <a:pt x="1235564" y="20535"/>
                </a:cubicBezTo>
                <a:cubicBezTo>
                  <a:pt x="1233048" y="17741"/>
                  <a:pt x="1229696" y="16344"/>
                  <a:pt x="1225504" y="16344"/>
                </a:cubicBezTo>
                <a:close/>
                <a:moveTo>
                  <a:pt x="1912018" y="11001"/>
                </a:moveTo>
                <a:lnTo>
                  <a:pt x="1920926" y="11001"/>
                </a:lnTo>
                <a:lnTo>
                  <a:pt x="1949948" y="60664"/>
                </a:lnTo>
                <a:lnTo>
                  <a:pt x="1958226" y="76381"/>
                </a:lnTo>
                <a:lnTo>
                  <a:pt x="1958748" y="76381"/>
                </a:lnTo>
                <a:cubicBezTo>
                  <a:pt x="1957980" y="65135"/>
                  <a:pt x="1957596" y="57172"/>
                  <a:pt x="1957596" y="52492"/>
                </a:cubicBezTo>
                <a:lnTo>
                  <a:pt x="1957596" y="11001"/>
                </a:lnTo>
                <a:lnTo>
                  <a:pt x="1965874" y="11001"/>
                </a:lnTo>
                <a:lnTo>
                  <a:pt x="1965874" y="87696"/>
                </a:lnTo>
                <a:lnTo>
                  <a:pt x="1956862" y="87696"/>
                </a:lnTo>
                <a:lnTo>
                  <a:pt x="1928050" y="38033"/>
                </a:lnTo>
                <a:lnTo>
                  <a:pt x="1919668" y="22317"/>
                </a:lnTo>
                <a:lnTo>
                  <a:pt x="1919144" y="22317"/>
                </a:lnTo>
                <a:cubicBezTo>
                  <a:pt x="1919842" y="35029"/>
                  <a:pt x="1920192" y="42818"/>
                  <a:pt x="1920192" y="45681"/>
                </a:cubicBezTo>
                <a:lnTo>
                  <a:pt x="1920192" y="87696"/>
                </a:lnTo>
                <a:lnTo>
                  <a:pt x="1912018" y="87696"/>
                </a:lnTo>
                <a:close/>
                <a:moveTo>
                  <a:pt x="1807244" y="11001"/>
                </a:moveTo>
                <a:lnTo>
                  <a:pt x="1815940" y="11001"/>
                </a:lnTo>
                <a:lnTo>
                  <a:pt x="1815940" y="87696"/>
                </a:lnTo>
                <a:lnTo>
                  <a:pt x="1807244" y="87696"/>
                </a:lnTo>
                <a:close/>
                <a:moveTo>
                  <a:pt x="1692944" y="11001"/>
                </a:moveTo>
                <a:lnTo>
                  <a:pt x="1736636" y="11001"/>
                </a:lnTo>
                <a:lnTo>
                  <a:pt x="1736636" y="18335"/>
                </a:lnTo>
                <a:lnTo>
                  <a:pt x="1701640" y="18335"/>
                </a:lnTo>
                <a:lnTo>
                  <a:pt x="1701640" y="43586"/>
                </a:lnTo>
                <a:lnTo>
                  <a:pt x="1731082" y="43586"/>
                </a:lnTo>
                <a:lnTo>
                  <a:pt x="1731082" y="50920"/>
                </a:lnTo>
                <a:lnTo>
                  <a:pt x="1701640" y="50920"/>
                </a:lnTo>
                <a:lnTo>
                  <a:pt x="1701640" y="80362"/>
                </a:lnTo>
                <a:lnTo>
                  <a:pt x="1737788" y="80362"/>
                </a:lnTo>
                <a:lnTo>
                  <a:pt x="1737788" y="87696"/>
                </a:lnTo>
                <a:lnTo>
                  <a:pt x="1692944" y="87696"/>
                </a:lnTo>
                <a:close/>
                <a:moveTo>
                  <a:pt x="1616744" y="11001"/>
                </a:moveTo>
                <a:lnTo>
                  <a:pt x="1635604" y="11001"/>
                </a:lnTo>
                <a:cubicBezTo>
                  <a:pt x="1647268" y="11001"/>
                  <a:pt x="1656174" y="14319"/>
                  <a:pt x="1662322" y="20955"/>
                </a:cubicBezTo>
                <a:cubicBezTo>
                  <a:pt x="1668398" y="27520"/>
                  <a:pt x="1671436" y="36880"/>
                  <a:pt x="1671436" y="49034"/>
                </a:cubicBezTo>
                <a:cubicBezTo>
                  <a:pt x="1671436" y="61258"/>
                  <a:pt x="1668434" y="70723"/>
                  <a:pt x="1662426" y="77428"/>
                </a:cubicBezTo>
                <a:cubicBezTo>
                  <a:pt x="1656280" y="84274"/>
                  <a:pt x="1647442" y="87696"/>
                  <a:pt x="1635918" y="87696"/>
                </a:cubicBezTo>
                <a:lnTo>
                  <a:pt x="1616744" y="87696"/>
                </a:lnTo>
                <a:close/>
                <a:moveTo>
                  <a:pt x="1484232" y="11001"/>
                </a:moveTo>
                <a:lnTo>
                  <a:pt x="1520904" y="11001"/>
                </a:lnTo>
                <a:lnTo>
                  <a:pt x="1520904" y="18335"/>
                </a:lnTo>
                <a:lnTo>
                  <a:pt x="1491776" y="18335"/>
                </a:lnTo>
                <a:lnTo>
                  <a:pt x="1489680" y="41595"/>
                </a:lnTo>
                <a:cubicBezTo>
                  <a:pt x="1493522" y="39430"/>
                  <a:pt x="1497504" y="38347"/>
                  <a:pt x="1501624" y="38347"/>
                </a:cubicBezTo>
                <a:cubicBezTo>
                  <a:pt x="1508400" y="38347"/>
                  <a:pt x="1513814" y="40303"/>
                  <a:pt x="1517866" y="44215"/>
                </a:cubicBezTo>
                <a:cubicBezTo>
                  <a:pt x="1522336" y="48545"/>
                  <a:pt x="1524570" y="54762"/>
                  <a:pt x="1524570" y="62865"/>
                </a:cubicBezTo>
                <a:cubicBezTo>
                  <a:pt x="1524570" y="70827"/>
                  <a:pt x="1522022" y="77289"/>
                  <a:pt x="1516922" y="82248"/>
                </a:cubicBezTo>
                <a:cubicBezTo>
                  <a:pt x="1512242" y="86788"/>
                  <a:pt x="1506550" y="89058"/>
                  <a:pt x="1499844" y="89058"/>
                </a:cubicBezTo>
                <a:cubicBezTo>
                  <a:pt x="1490484" y="89058"/>
                  <a:pt x="1482416" y="85671"/>
                  <a:pt x="1475640" y="78895"/>
                </a:cubicBezTo>
                <a:lnTo>
                  <a:pt x="1479936" y="73237"/>
                </a:lnTo>
                <a:cubicBezTo>
                  <a:pt x="1485594" y="79035"/>
                  <a:pt x="1491986" y="81934"/>
                  <a:pt x="1499110" y="81934"/>
                </a:cubicBezTo>
                <a:cubicBezTo>
                  <a:pt x="1503860" y="81934"/>
                  <a:pt x="1507842" y="80222"/>
                  <a:pt x="1511054" y="76800"/>
                </a:cubicBezTo>
                <a:cubicBezTo>
                  <a:pt x="1514338" y="73307"/>
                  <a:pt x="1515980" y="68732"/>
                  <a:pt x="1515980" y="63074"/>
                </a:cubicBezTo>
                <a:cubicBezTo>
                  <a:pt x="1515980" y="57486"/>
                  <a:pt x="1514478" y="53051"/>
                  <a:pt x="1511474" y="49768"/>
                </a:cubicBezTo>
                <a:cubicBezTo>
                  <a:pt x="1508540" y="46555"/>
                  <a:pt x="1504558" y="44948"/>
                  <a:pt x="1499530" y="44948"/>
                </a:cubicBezTo>
                <a:cubicBezTo>
                  <a:pt x="1495478" y="44948"/>
                  <a:pt x="1491148" y="46485"/>
                  <a:pt x="1486538" y="49558"/>
                </a:cubicBezTo>
                <a:lnTo>
                  <a:pt x="1481822" y="46624"/>
                </a:lnTo>
                <a:close/>
                <a:moveTo>
                  <a:pt x="1430216" y="11001"/>
                </a:moveTo>
                <a:lnTo>
                  <a:pt x="1477678" y="11001"/>
                </a:lnTo>
                <a:lnTo>
                  <a:pt x="1477678" y="16135"/>
                </a:lnTo>
                <a:cubicBezTo>
                  <a:pt x="1469158" y="27171"/>
                  <a:pt x="1463254" y="38277"/>
                  <a:pt x="1459972" y="49453"/>
                </a:cubicBezTo>
                <a:cubicBezTo>
                  <a:pt x="1457318" y="58674"/>
                  <a:pt x="1455642" y="71421"/>
                  <a:pt x="1454942" y="87696"/>
                </a:cubicBezTo>
                <a:lnTo>
                  <a:pt x="1446038" y="87696"/>
                </a:lnTo>
                <a:cubicBezTo>
                  <a:pt x="1447224" y="59966"/>
                  <a:pt x="1454488" y="36845"/>
                  <a:pt x="1467830" y="18335"/>
                </a:cubicBezTo>
                <a:lnTo>
                  <a:pt x="1430216" y="18335"/>
                </a:lnTo>
                <a:close/>
                <a:moveTo>
                  <a:pt x="1379458" y="11001"/>
                </a:moveTo>
                <a:lnTo>
                  <a:pt x="1416128" y="11001"/>
                </a:lnTo>
                <a:lnTo>
                  <a:pt x="1416128" y="18335"/>
                </a:lnTo>
                <a:lnTo>
                  <a:pt x="1387002" y="18335"/>
                </a:lnTo>
                <a:lnTo>
                  <a:pt x="1384906" y="41595"/>
                </a:lnTo>
                <a:cubicBezTo>
                  <a:pt x="1388748" y="39430"/>
                  <a:pt x="1392728" y="38347"/>
                  <a:pt x="1396850" y="38347"/>
                </a:cubicBezTo>
                <a:cubicBezTo>
                  <a:pt x="1403626" y="38347"/>
                  <a:pt x="1409038" y="40303"/>
                  <a:pt x="1413090" y="44215"/>
                </a:cubicBezTo>
                <a:cubicBezTo>
                  <a:pt x="1417560" y="48545"/>
                  <a:pt x="1419796" y="54762"/>
                  <a:pt x="1419796" y="62865"/>
                </a:cubicBezTo>
                <a:cubicBezTo>
                  <a:pt x="1419796" y="70827"/>
                  <a:pt x="1417246" y="77289"/>
                  <a:pt x="1412148" y="82248"/>
                </a:cubicBezTo>
                <a:cubicBezTo>
                  <a:pt x="1407468" y="86788"/>
                  <a:pt x="1401774" y="89058"/>
                  <a:pt x="1395068" y="89058"/>
                </a:cubicBezTo>
                <a:cubicBezTo>
                  <a:pt x="1385708" y="89058"/>
                  <a:pt x="1377642" y="85671"/>
                  <a:pt x="1370866" y="78895"/>
                </a:cubicBezTo>
                <a:lnTo>
                  <a:pt x="1375162" y="73237"/>
                </a:lnTo>
                <a:cubicBezTo>
                  <a:pt x="1380820" y="79035"/>
                  <a:pt x="1387210" y="81934"/>
                  <a:pt x="1394336" y="81934"/>
                </a:cubicBezTo>
                <a:cubicBezTo>
                  <a:pt x="1399086" y="81934"/>
                  <a:pt x="1403066" y="80222"/>
                  <a:pt x="1406280" y="76800"/>
                </a:cubicBezTo>
                <a:cubicBezTo>
                  <a:pt x="1409562" y="73307"/>
                  <a:pt x="1411204" y="68732"/>
                  <a:pt x="1411204" y="63074"/>
                </a:cubicBezTo>
                <a:cubicBezTo>
                  <a:pt x="1411204" y="57486"/>
                  <a:pt x="1409702" y="53051"/>
                  <a:pt x="1406698" y="49768"/>
                </a:cubicBezTo>
                <a:cubicBezTo>
                  <a:pt x="1403766" y="46555"/>
                  <a:pt x="1399784" y="44948"/>
                  <a:pt x="1394754" y="44948"/>
                </a:cubicBezTo>
                <a:cubicBezTo>
                  <a:pt x="1390704" y="44948"/>
                  <a:pt x="1386372" y="46485"/>
                  <a:pt x="1381762" y="49558"/>
                </a:cubicBezTo>
                <a:lnTo>
                  <a:pt x="1377048" y="46624"/>
                </a:lnTo>
                <a:close/>
                <a:moveTo>
                  <a:pt x="1288208" y="11001"/>
                </a:moveTo>
                <a:lnTo>
                  <a:pt x="1297324" y="11001"/>
                </a:lnTo>
                <a:lnTo>
                  <a:pt x="1297324" y="59512"/>
                </a:lnTo>
                <a:lnTo>
                  <a:pt x="1307800" y="59512"/>
                </a:lnTo>
                <a:lnTo>
                  <a:pt x="1307800" y="66322"/>
                </a:lnTo>
                <a:lnTo>
                  <a:pt x="1297324" y="66322"/>
                </a:lnTo>
                <a:lnTo>
                  <a:pt x="1297324" y="87696"/>
                </a:lnTo>
                <a:lnTo>
                  <a:pt x="1289256" y="87696"/>
                </a:lnTo>
                <a:lnTo>
                  <a:pt x="1289256" y="66322"/>
                </a:lnTo>
                <a:lnTo>
                  <a:pt x="1255622" y="66322"/>
                </a:lnTo>
                <a:lnTo>
                  <a:pt x="1255622" y="60769"/>
                </a:lnTo>
                <a:close/>
                <a:moveTo>
                  <a:pt x="711870" y="11001"/>
                </a:moveTo>
                <a:lnTo>
                  <a:pt x="730728" y="11001"/>
                </a:lnTo>
                <a:cubicBezTo>
                  <a:pt x="742394" y="11001"/>
                  <a:pt x="751300" y="14319"/>
                  <a:pt x="757446" y="20955"/>
                </a:cubicBezTo>
                <a:cubicBezTo>
                  <a:pt x="763524" y="27520"/>
                  <a:pt x="766562" y="36880"/>
                  <a:pt x="766562" y="49034"/>
                </a:cubicBezTo>
                <a:cubicBezTo>
                  <a:pt x="766562" y="61258"/>
                  <a:pt x="763558" y="70723"/>
                  <a:pt x="757550" y="77428"/>
                </a:cubicBezTo>
                <a:cubicBezTo>
                  <a:pt x="751404" y="84274"/>
                  <a:pt x="742568" y="87696"/>
                  <a:pt x="731042" y="87696"/>
                </a:cubicBezTo>
                <a:lnTo>
                  <a:pt x="711870" y="87696"/>
                </a:lnTo>
                <a:close/>
                <a:moveTo>
                  <a:pt x="473744" y="11001"/>
                </a:moveTo>
                <a:lnTo>
                  <a:pt x="495956" y="11001"/>
                </a:lnTo>
                <a:cubicBezTo>
                  <a:pt x="513418" y="11001"/>
                  <a:pt x="522150" y="17253"/>
                  <a:pt x="522150" y="29756"/>
                </a:cubicBezTo>
                <a:cubicBezTo>
                  <a:pt x="522150" y="38347"/>
                  <a:pt x="518344" y="43900"/>
                  <a:pt x="510730" y="46415"/>
                </a:cubicBezTo>
                <a:lnTo>
                  <a:pt x="510730" y="46834"/>
                </a:lnTo>
                <a:cubicBezTo>
                  <a:pt x="521346" y="48860"/>
                  <a:pt x="526656" y="55006"/>
                  <a:pt x="526656" y="65274"/>
                </a:cubicBezTo>
                <a:cubicBezTo>
                  <a:pt x="526656" y="72539"/>
                  <a:pt x="523966" y="78162"/>
                  <a:pt x="518588" y="82143"/>
                </a:cubicBezTo>
                <a:cubicBezTo>
                  <a:pt x="513488" y="85845"/>
                  <a:pt x="506504" y="87696"/>
                  <a:pt x="497632" y="87696"/>
                </a:cubicBezTo>
                <a:lnTo>
                  <a:pt x="473744" y="87696"/>
                </a:lnTo>
                <a:close/>
                <a:moveTo>
                  <a:pt x="1225714" y="9848"/>
                </a:moveTo>
                <a:cubicBezTo>
                  <a:pt x="1232140" y="9848"/>
                  <a:pt x="1237240" y="11734"/>
                  <a:pt x="1241012" y="15506"/>
                </a:cubicBezTo>
                <a:cubicBezTo>
                  <a:pt x="1244714" y="19208"/>
                  <a:pt x="1246564" y="24063"/>
                  <a:pt x="1246564" y="30070"/>
                </a:cubicBezTo>
                <a:cubicBezTo>
                  <a:pt x="1246564" y="37055"/>
                  <a:pt x="1243106" y="43272"/>
                  <a:pt x="1236192" y="48720"/>
                </a:cubicBezTo>
                <a:lnTo>
                  <a:pt x="1236192" y="49244"/>
                </a:lnTo>
                <a:cubicBezTo>
                  <a:pt x="1244854" y="54273"/>
                  <a:pt x="1249184" y="60979"/>
                  <a:pt x="1249184" y="69361"/>
                </a:cubicBezTo>
                <a:cubicBezTo>
                  <a:pt x="1249184" y="74949"/>
                  <a:pt x="1247018" y="79594"/>
                  <a:pt x="1242688" y="83296"/>
                </a:cubicBezTo>
                <a:cubicBezTo>
                  <a:pt x="1238218" y="87137"/>
                  <a:pt x="1232490" y="89058"/>
                  <a:pt x="1225504" y="89058"/>
                </a:cubicBezTo>
                <a:cubicBezTo>
                  <a:pt x="1218450" y="89058"/>
                  <a:pt x="1212652" y="87137"/>
                  <a:pt x="1208112" y="83296"/>
                </a:cubicBezTo>
                <a:cubicBezTo>
                  <a:pt x="1203502" y="79454"/>
                  <a:pt x="1201196" y="74564"/>
                  <a:pt x="1201196" y="68627"/>
                </a:cubicBezTo>
                <a:cubicBezTo>
                  <a:pt x="1201196" y="59617"/>
                  <a:pt x="1205946" y="52492"/>
                  <a:pt x="1215446" y="47253"/>
                </a:cubicBezTo>
                <a:lnTo>
                  <a:pt x="1215446" y="46834"/>
                </a:lnTo>
                <a:cubicBezTo>
                  <a:pt x="1208532" y="42154"/>
                  <a:pt x="1205074" y="36287"/>
                  <a:pt x="1205074" y="29232"/>
                </a:cubicBezTo>
                <a:cubicBezTo>
                  <a:pt x="1205074" y="23504"/>
                  <a:pt x="1207064" y="18824"/>
                  <a:pt x="1211046" y="15192"/>
                </a:cubicBezTo>
                <a:cubicBezTo>
                  <a:pt x="1214888" y="11630"/>
                  <a:pt x="1219778" y="9848"/>
                  <a:pt x="1225714" y="9848"/>
                </a:cubicBezTo>
                <a:close/>
                <a:moveTo>
                  <a:pt x="1866098" y="9639"/>
                </a:moveTo>
                <a:cubicBezTo>
                  <a:pt x="1874620" y="9639"/>
                  <a:pt x="1881920" y="12747"/>
                  <a:pt x="1887998" y="18964"/>
                </a:cubicBezTo>
                <a:lnTo>
                  <a:pt x="1883178" y="24622"/>
                </a:lnTo>
                <a:cubicBezTo>
                  <a:pt x="1878568" y="19732"/>
                  <a:pt x="1872944" y="17287"/>
                  <a:pt x="1866308" y="17287"/>
                </a:cubicBezTo>
                <a:cubicBezTo>
                  <a:pt x="1858346" y="17287"/>
                  <a:pt x="1852024" y="20116"/>
                  <a:pt x="1847344" y="25774"/>
                </a:cubicBezTo>
                <a:cubicBezTo>
                  <a:pt x="1842594" y="31502"/>
                  <a:pt x="1840220" y="39290"/>
                  <a:pt x="1840220" y="49139"/>
                </a:cubicBezTo>
                <a:cubicBezTo>
                  <a:pt x="1840220" y="59128"/>
                  <a:pt x="1842490" y="66986"/>
                  <a:pt x="1847030" y="72713"/>
                </a:cubicBezTo>
                <a:cubicBezTo>
                  <a:pt x="1851640" y="78511"/>
                  <a:pt x="1858066" y="81410"/>
                  <a:pt x="1866308" y="81410"/>
                </a:cubicBezTo>
                <a:cubicBezTo>
                  <a:pt x="1872664" y="81410"/>
                  <a:pt x="1877520" y="79803"/>
                  <a:pt x="1880872" y="76590"/>
                </a:cubicBezTo>
                <a:lnTo>
                  <a:pt x="1880872" y="55635"/>
                </a:lnTo>
                <a:lnTo>
                  <a:pt x="1864214" y="55635"/>
                </a:lnTo>
                <a:lnTo>
                  <a:pt x="1864214" y="48406"/>
                </a:lnTo>
                <a:lnTo>
                  <a:pt x="1888940" y="48406"/>
                </a:lnTo>
                <a:lnTo>
                  <a:pt x="1888940" y="80257"/>
                </a:lnTo>
                <a:cubicBezTo>
                  <a:pt x="1883282" y="86125"/>
                  <a:pt x="1875458" y="89058"/>
                  <a:pt x="1865470" y="89058"/>
                </a:cubicBezTo>
                <a:cubicBezTo>
                  <a:pt x="1855272" y="89058"/>
                  <a:pt x="1847066" y="85531"/>
                  <a:pt x="1840848" y="78476"/>
                </a:cubicBezTo>
                <a:cubicBezTo>
                  <a:pt x="1834492" y="71281"/>
                  <a:pt x="1831314" y="61572"/>
                  <a:pt x="1831314" y="49349"/>
                </a:cubicBezTo>
                <a:cubicBezTo>
                  <a:pt x="1831314" y="37195"/>
                  <a:pt x="1834596" y="27486"/>
                  <a:pt x="1841162" y="20221"/>
                </a:cubicBezTo>
                <a:cubicBezTo>
                  <a:pt x="1847518" y="13166"/>
                  <a:pt x="1855830" y="9639"/>
                  <a:pt x="1866098" y="9639"/>
                </a:cubicBezTo>
                <a:close/>
                <a:moveTo>
                  <a:pt x="1771888" y="9639"/>
                </a:moveTo>
                <a:cubicBezTo>
                  <a:pt x="1780828" y="9639"/>
                  <a:pt x="1788266" y="12782"/>
                  <a:pt x="1794204" y="19069"/>
                </a:cubicBezTo>
                <a:lnTo>
                  <a:pt x="1789594" y="24622"/>
                </a:lnTo>
                <a:cubicBezTo>
                  <a:pt x="1784496" y="19732"/>
                  <a:pt x="1778592" y="17287"/>
                  <a:pt x="1771888" y="17287"/>
                </a:cubicBezTo>
                <a:cubicBezTo>
                  <a:pt x="1767416" y="17287"/>
                  <a:pt x="1763820" y="18335"/>
                  <a:pt x="1761096" y="20431"/>
                </a:cubicBezTo>
                <a:cubicBezTo>
                  <a:pt x="1758372" y="22596"/>
                  <a:pt x="1757010" y="25460"/>
                  <a:pt x="1757010" y="29022"/>
                </a:cubicBezTo>
                <a:cubicBezTo>
                  <a:pt x="1757010" y="32515"/>
                  <a:pt x="1758406" y="35414"/>
                  <a:pt x="1761200" y="37719"/>
                </a:cubicBezTo>
                <a:cubicBezTo>
                  <a:pt x="1762806" y="39046"/>
                  <a:pt x="1765670" y="40582"/>
                  <a:pt x="1769792" y="42329"/>
                </a:cubicBezTo>
                <a:lnTo>
                  <a:pt x="1780898" y="47044"/>
                </a:lnTo>
                <a:cubicBezTo>
                  <a:pt x="1791516" y="51723"/>
                  <a:pt x="1796824" y="58569"/>
                  <a:pt x="1796824" y="67579"/>
                </a:cubicBezTo>
                <a:cubicBezTo>
                  <a:pt x="1796824" y="73726"/>
                  <a:pt x="1794518" y="78825"/>
                  <a:pt x="1789908" y="82877"/>
                </a:cubicBezTo>
                <a:cubicBezTo>
                  <a:pt x="1785088" y="86998"/>
                  <a:pt x="1778802" y="89058"/>
                  <a:pt x="1771050" y="89058"/>
                </a:cubicBezTo>
                <a:cubicBezTo>
                  <a:pt x="1760432" y="89058"/>
                  <a:pt x="1751562" y="85251"/>
                  <a:pt x="1744436" y="77638"/>
                </a:cubicBezTo>
                <a:lnTo>
                  <a:pt x="1749674" y="71666"/>
                </a:lnTo>
                <a:cubicBezTo>
                  <a:pt x="1755682" y="78162"/>
                  <a:pt x="1762842" y="81410"/>
                  <a:pt x="1771154" y="81410"/>
                </a:cubicBezTo>
                <a:cubicBezTo>
                  <a:pt x="1776322" y="81410"/>
                  <a:pt x="1780444" y="80187"/>
                  <a:pt x="1783518" y="77743"/>
                </a:cubicBezTo>
                <a:cubicBezTo>
                  <a:pt x="1786520" y="75368"/>
                  <a:pt x="1788022" y="72190"/>
                  <a:pt x="1788022" y="68208"/>
                </a:cubicBezTo>
                <a:cubicBezTo>
                  <a:pt x="1788022" y="64506"/>
                  <a:pt x="1786766" y="61502"/>
                  <a:pt x="1784250" y="59197"/>
                </a:cubicBezTo>
                <a:cubicBezTo>
                  <a:pt x="1782644" y="57800"/>
                  <a:pt x="1779536" y="56089"/>
                  <a:pt x="1774926" y="54063"/>
                </a:cubicBezTo>
                <a:lnTo>
                  <a:pt x="1763820" y="49139"/>
                </a:lnTo>
                <a:cubicBezTo>
                  <a:pt x="1753412" y="44669"/>
                  <a:pt x="1748208" y="38173"/>
                  <a:pt x="1748208" y="29651"/>
                </a:cubicBezTo>
                <a:cubicBezTo>
                  <a:pt x="1748208" y="23853"/>
                  <a:pt x="1750444" y="19069"/>
                  <a:pt x="1754914" y="15297"/>
                </a:cubicBezTo>
                <a:cubicBezTo>
                  <a:pt x="1759384" y="11525"/>
                  <a:pt x="1765042" y="9639"/>
                  <a:pt x="1771888" y="9639"/>
                </a:cubicBezTo>
                <a:close/>
                <a:moveTo>
                  <a:pt x="1556156" y="9639"/>
                </a:moveTo>
                <a:cubicBezTo>
                  <a:pt x="1563838" y="9639"/>
                  <a:pt x="1569916" y="12677"/>
                  <a:pt x="1574386" y="18754"/>
                </a:cubicBezTo>
                <a:cubicBezTo>
                  <a:pt x="1579206" y="25111"/>
                  <a:pt x="1581616" y="34121"/>
                  <a:pt x="1581616" y="45786"/>
                </a:cubicBezTo>
                <a:cubicBezTo>
                  <a:pt x="1581616" y="60455"/>
                  <a:pt x="1578822" y="71596"/>
                  <a:pt x="1573234" y="79209"/>
                </a:cubicBezTo>
                <a:cubicBezTo>
                  <a:pt x="1568344" y="85775"/>
                  <a:pt x="1561954" y="89058"/>
                  <a:pt x="1554060" y="89058"/>
                </a:cubicBezTo>
                <a:cubicBezTo>
                  <a:pt x="1546936" y="89058"/>
                  <a:pt x="1540928" y="86509"/>
                  <a:pt x="1536038" y="81410"/>
                </a:cubicBezTo>
                <a:lnTo>
                  <a:pt x="1540754" y="76066"/>
                </a:lnTo>
                <a:cubicBezTo>
                  <a:pt x="1544316" y="79978"/>
                  <a:pt x="1548682" y="81934"/>
                  <a:pt x="1553850" y="81934"/>
                </a:cubicBezTo>
                <a:cubicBezTo>
                  <a:pt x="1559368" y="81934"/>
                  <a:pt x="1563804" y="79489"/>
                  <a:pt x="1567158" y="74599"/>
                </a:cubicBezTo>
                <a:cubicBezTo>
                  <a:pt x="1571068" y="68942"/>
                  <a:pt x="1573198" y="60315"/>
                  <a:pt x="1573548" y="48720"/>
                </a:cubicBezTo>
                <a:cubicBezTo>
                  <a:pt x="1568240" y="55216"/>
                  <a:pt x="1562232" y="58464"/>
                  <a:pt x="1555526" y="58464"/>
                </a:cubicBezTo>
                <a:cubicBezTo>
                  <a:pt x="1549030" y="58464"/>
                  <a:pt x="1543932" y="56438"/>
                  <a:pt x="1540230" y="52387"/>
                </a:cubicBezTo>
                <a:cubicBezTo>
                  <a:pt x="1536458" y="48126"/>
                  <a:pt x="1534572" y="42119"/>
                  <a:pt x="1534572" y="34366"/>
                </a:cubicBezTo>
                <a:cubicBezTo>
                  <a:pt x="1534572" y="27171"/>
                  <a:pt x="1536702" y="21199"/>
                  <a:pt x="1540964" y="16449"/>
                </a:cubicBezTo>
                <a:cubicBezTo>
                  <a:pt x="1545084" y="11909"/>
                  <a:pt x="1550148" y="9639"/>
                  <a:pt x="1556156" y="9639"/>
                </a:cubicBezTo>
                <a:close/>
                <a:moveTo>
                  <a:pt x="194356" y="9639"/>
                </a:moveTo>
                <a:lnTo>
                  <a:pt x="198652" y="11001"/>
                </a:lnTo>
                <a:cubicBezTo>
                  <a:pt x="195160" y="34680"/>
                  <a:pt x="187826" y="53959"/>
                  <a:pt x="176650" y="68837"/>
                </a:cubicBezTo>
                <a:cubicBezTo>
                  <a:pt x="182866" y="76660"/>
                  <a:pt x="191354" y="83889"/>
                  <a:pt x="202110" y="90525"/>
                </a:cubicBezTo>
                <a:cubicBezTo>
                  <a:pt x="199944" y="92132"/>
                  <a:pt x="198304" y="94018"/>
                  <a:pt x="197186" y="96183"/>
                </a:cubicBezTo>
                <a:cubicBezTo>
                  <a:pt x="186638" y="89338"/>
                  <a:pt x="178292" y="82108"/>
                  <a:pt x="172144" y="74495"/>
                </a:cubicBezTo>
                <a:cubicBezTo>
                  <a:pt x="164112" y="83645"/>
                  <a:pt x="154682" y="90665"/>
                  <a:pt x="143856" y="95554"/>
                </a:cubicBezTo>
                <a:cubicBezTo>
                  <a:pt x="142668" y="93179"/>
                  <a:pt x="141236" y="91259"/>
                  <a:pt x="139560" y="89792"/>
                </a:cubicBezTo>
                <a:cubicBezTo>
                  <a:pt x="150246" y="85391"/>
                  <a:pt x="159712" y="78406"/>
                  <a:pt x="167954" y="68837"/>
                </a:cubicBezTo>
                <a:cubicBezTo>
                  <a:pt x="159362" y="56264"/>
                  <a:pt x="153146" y="38871"/>
                  <a:pt x="149304" y="16659"/>
                </a:cubicBezTo>
                <a:lnTo>
                  <a:pt x="145322" y="16659"/>
                </a:lnTo>
                <a:lnTo>
                  <a:pt x="145322" y="9953"/>
                </a:lnTo>
                <a:lnTo>
                  <a:pt x="193100" y="9953"/>
                </a:lnTo>
                <a:close/>
                <a:moveTo>
                  <a:pt x="1337918" y="9534"/>
                </a:moveTo>
                <a:cubicBezTo>
                  <a:pt x="1344414" y="9604"/>
                  <a:pt x="1349618" y="11280"/>
                  <a:pt x="1353530" y="14563"/>
                </a:cubicBezTo>
                <a:cubicBezTo>
                  <a:pt x="1357652" y="17986"/>
                  <a:pt x="1359712" y="22666"/>
                  <a:pt x="1359712" y="28603"/>
                </a:cubicBezTo>
                <a:cubicBezTo>
                  <a:pt x="1359712" y="37753"/>
                  <a:pt x="1355136" y="43970"/>
                  <a:pt x="1345986" y="47253"/>
                </a:cubicBezTo>
                <a:lnTo>
                  <a:pt x="1345986" y="47672"/>
                </a:lnTo>
                <a:cubicBezTo>
                  <a:pt x="1350736" y="48790"/>
                  <a:pt x="1354578" y="50990"/>
                  <a:pt x="1357512" y="54273"/>
                </a:cubicBezTo>
                <a:cubicBezTo>
                  <a:pt x="1360724" y="57835"/>
                  <a:pt x="1362332" y="62166"/>
                  <a:pt x="1362332" y="67265"/>
                </a:cubicBezTo>
                <a:cubicBezTo>
                  <a:pt x="1362332" y="73901"/>
                  <a:pt x="1359992" y="79244"/>
                  <a:pt x="1355312" y="83296"/>
                </a:cubicBezTo>
                <a:cubicBezTo>
                  <a:pt x="1350842" y="87137"/>
                  <a:pt x="1345148" y="89058"/>
                  <a:pt x="1338234" y="89058"/>
                </a:cubicBezTo>
                <a:cubicBezTo>
                  <a:pt x="1328454" y="89058"/>
                  <a:pt x="1320352" y="85566"/>
                  <a:pt x="1313926" y="78581"/>
                </a:cubicBezTo>
                <a:lnTo>
                  <a:pt x="1318326" y="73028"/>
                </a:lnTo>
                <a:cubicBezTo>
                  <a:pt x="1324124" y="78965"/>
                  <a:pt x="1330584" y="81934"/>
                  <a:pt x="1337710" y="81934"/>
                </a:cubicBezTo>
                <a:cubicBezTo>
                  <a:pt x="1342458" y="81934"/>
                  <a:pt x="1346300" y="80606"/>
                  <a:pt x="1349234" y="77952"/>
                </a:cubicBezTo>
                <a:cubicBezTo>
                  <a:pt x="1352238" y="75158"/>
                  <a:pt x="1353740" y="71526"/>
                  <a:pt x="1353740" y="67056"/>
                </a:cubicBezTo>
                <a:cubicBezTo>
                  <a:pt x="1353740" y="56438"/>
                  <a:pt x="1345638" y="51130"/>
                  <a:pt x="1329432" y="51130"/>
                </a:cubicBezTo>
                <a:lnTo>
                  <a:pt x="1329432" y="44424"/>
                </a:lnTo>
                <a:cubicBezTo>
                  <a:pt x="1343822" y="44424"/>
                  <a:pt x="1351016" y="39360"/>
                  <a:pt x="1351016" y="29232"/>
                </a:cubicBezTo>
                <a:cubicBezTo>
                  <a:pt x="1351016" y="25390"/>
                  <a:pt x="1349828" y="22317"/>
                  <a:pt x="1347454" y="20012"/>
                </a:cubicBezTo>
                <a:cubicBezTo>
                  <a:pt x="1345008" y="17707"/>
                  <a:pt x="1341726" y="16519"/>
                  <a:pt x="1337604" y="16449"/>
                </a:cubicBezTo>
                <a:cubicBezTo>
                  <a:pt x="1331806" y="16519"/>
                  <a:pt x="1326428" y="19104"/>
                  <a:pt x="1321470" y="24203"/>
                </a:cubicBezTo>
                <a:lnTo>
                  <a:pt x="1316754" y="18650"/>
                </a:lnTo>
                <a:cubicBezTo>
                  <a:pt x="1323320" y="12642"/>
                  <a:pt x="1330374" y="9604"/>
                  <a:pt x="1337918" y="9534"/>
                </a:cubicBezTo>
                <a:close/>
                <a:moveTo>
                  <a:pt x="1101660" y="4295"/>
                </a:moveTo>
                <a:lnTo>
                  <a:pt x="1110148" y="4295"/>
                </a:lnTo>
                <a:lnTo>
                  <a:pt x="1110148" y="77952"/>
                </a:lnTo>
                <a:cubicBezTo>
                  <a:pt x="1110148" y="80606"/>
                  <a:pt x="1111020" y="81934"/>
                  <a:pt x="1112766" y="81934"/>
                </a:cubicBezTo>
                <a:cubicBezTo>
                  <a:pt x="1113396" y="81934"/>
                  <a:pt x="1114058" y="81864"/>
                  <a:pt x="1114758" y="81724"/>
                </a:cubicBezTo>
                <a:lnTo>
                  <a:pt x="1116014" y="88325"/>
                </a:lnTo>
                <a:cubicBezTo>
                  <a:pt x="1114408" y="88814"/>
                  <a:pt x="1112696" y="89058"/>
                  <a:pt x="1110880" y="89058"/>
                </a:cubicBezTo>
                <a:cubicBezTo>
                  <a:pt x="1104734" y="89058"/>
                  <a:pt x="1101660" y="85147"/>
                  <a:pt x="1101660" y="77324"/>
                </a:cubicBezTo>
                <a:close/>
                <a:moveTo>
                  <a:pt x="539686" y="4295"/>
                </a:moveTo>
                <a:lnTo>
                  <a:pt x="548172" y="4295"/>
                </a:lnTo>
                <a:lnTo>
                  <a:pt x="548172" y="77952"/>
                </a:lnTo>
                <a:cubicBezTo>
                  <a:pt x="548172" y="80606"/>
                  <a:pt x="549046" y="81934"/>
                  <a:pt x="550792" y="81934"/>
                </a:cubicBezTo>
                <a:cubicBezTo>
                  <a:pt x="551420" y="81934"/>
                  <a:pt x="552084" y="81864"/>
                  <a:pt x="552782" y="81724"/>
                </a:cubicBezTo>
                <a:lnTo>
                  <a:pt x="554040" y="88325"/>
                </a:lnTo>
                <a:cubicBezTo>
                  <a:pt x="552434" y="88814"/>
                  <a:pt x="550722" y="89058"/>
                  <a:pt x="548906" y="89058"/>
                </a:cubicBezTo>
                <a:cubicBezTo>
                  <a:pt x="542758" y="89058"/>
                  <a:pt x="539686" y="85147"/>
                  <a:pt x="539686" y="77324"/>
                </a:cubicBezTo>
                <a:close/>
                <a:moveTo>
                  <a:pt x="1090374" y="2933"/>
                </a:moveTo>
                <a:cubicBezTo>
                  <a:pt x="1093586" y="2933"/>
                  <a:pt x="1096626" y="3562"/>
                  <a:pt x="1099488" y="4819"/>
                </a:cubicBezTo>
                <a:lnTo>
                  <a:pt x="1097602" y="11420"/>
                </a:lnTo>
                <a:cubicBezTo>
                  <a:pt x="1095438" y="10372"/>
                  <a:pt x="1093272" y="9848"/>
                  <a:pt x="1091106" y="9848"/>
                </a:cubicBezTo>
                <a:cubicBezTo>
                  <a:pt x="1085658" y="9848"/>
                  <a:pt x="1082934" y="13690"/>
                  <a:pt x="1082934" y="21374"/>
                </a:cubicBezTo>
                <a:lnTo>
                  <a:pt x="1082934" y="31118"/>
                </a:lnTo>
                <a:lnTo>
                  <a:pt x="1095088" y="31118"/>
                </a:lnTo>
                <a:lnTo>
                  <a:pt x="1095088" y="38138"/>
                </a:lnTo>
                <a:lnTo>
                  <a:pt x="1082934" y="38138"/>
                </a:lnTo>
                <a:lnTo>
                  <a:pt x="1082934" y="87696"/>
                </a:lnTo>
                <a:lnTo>
                  <a:pt x="1074342" y="87696"/>
                </a:lnTo>
                <a:lnTo>
                  <a:pt x="1074342" y="38138"/>
                </a:lnTo>
                <a:lnTo>
                  <a:pt x="1066590" y="38138"/>
                </a:lnTo>
                <a:lnTo>
                  <a:pt x="1066590" y="31642"/>
                </a:lnTo>
                <a:lnTo>
                  <a:pt x="1074342" y="31118"/>
                </a:lnTo>
                <a:lnTo>
                  <a:pt x="1074342" y="21269"/>
                </a:lnTo>
                <a:cubicBezTo>
                  <a:pt x="1074342" y="9045"/>
                  <a:pt x="1079686" y="2933"/>
                  <a:pt x="1090374" y="2933"/>
                </a:cubicBezTo>
                <a:close/>
                <a:moveTo>
                  <a:pt x="90524" y="1047"/>
                </a:moveTo>
                <a:lnTo>
                  <a:pt x="95134" y="7019"/>
                </a:lnTo>
                <a:cubicBezTo>
                  <a:pt x="83750" y="9674"/>
                  <a:pt x="69954" y="11665"/>
                  <a:pt x="53748" y="12992"/>
                </a:cubicBezTo>
                <a:lnTo>
                  <a:pt x="53748" y="30908"/>
                </a:lnTo>
                <a:lnTo>
                  <a:pt x="88010" y="30908"/>
                </a:lnTo>
                <a:lnTo>
                  <a:pt x="89268" y="30594"/>
                </a:lnTo>
                <a:lnTo>
                  <a:pt x="93354" y="31851"/>
                </a:lnTo>
                <a:cubicBezTo>
                  <a:pt x="90840" y="49244"/>
                  <a:pt x="85670" y="63598"/>
                  <a:pt x="77846" y="74914"/>
                </a:cubicBezTo>
                <a:cubicBezTo>
                  <a:pt x="83016" y="81829"/>
                  <a:pt x="89302" y="86928"/>
                  <a:pt x="96706" y="90211"/>
                </a:cubicBezTo>
                <a:cubicBezTo>
                  <a:pt x="94680" y="91957"/>
                  <a:pt x="93110" y="93843"/>
                  <a:pt x="91992" y="95869"/>
                </a:cubicBezTo>
                <a:cubicBezTo>
                  <a:pt x="84798" y="92097"/>
                  <a:pt x="78720" y="86893"/>
                  <a:pt x="73760" y="80257"/>
                </a:cubicBezTo>
                <a:cubicBezTo>
                  <a:pt x="68172" y="86893"/>
                  <a:pt x="61642" y="92097"/>
                  <a:pt x="54168" y="95869"/>
                </a:cubicBezTo>
                <a:cubicBezTo>
                  <a:pt x="53050" y="93773"/>
                  <a:pt x="51654" y="91887"/>
                  <a:pt x="49976" y="90211"/>
                </a:cubicBezTo>
                <a:cubicBezTo>
                  <a:pt x="57520" y="86858"/>
                  <a:pt x="64122" y="81619"/>
                  <a:pt x="69780" y="74495"/>
                </a:cubicBezTo>
                <a:cubicBezTo>
                  <a:pt x="63982" y="64785"/>
                  <a:pt x="59512" y="52387"/>
                  <a:pt x="56368" y="37299"/>
                </a:cubicBezTo>
                <a:lnTo>
                  <a:pt x="53748" y="37299"/>
                </a:lnTo>
                <a:lnTo>
                  <a:pt x="53748" y="43586"/>
                </a:lnTo>
                <a:cubicBezTo>
                  <a:pt x="53748" y="67335"/>
                  <a:pt x="50360" y="84832"/>
                  <a:pt x="43586" y="96078"/>
                </a:cubicBezTo>
                <a:cubicBezTo>
                  <a:pt x="41978" y="94472"/>
                  <a:pt x="40128" y="93179"/>
                  <a:pt x="38032" y="92202"/>
                </a:cubicBezTo>
                <a:cubicBezTo>
                  <a:pt x="44110" y="81724"/>
                  <a:pt x="47148" y="65519"/>
                  <a:pt x="47148" y="43586"/>
                </a:cubicBezTo>
                <a:lnTo>
                  <a:pt x="47148" y="7543"/>
                </a:lnTo>
                <a:cubicBezTo>
                  <a:pt x="66148" y="5867"/>
                  <a:pt x="80606" y="3702"/>
                  <a:pt x="90524" y="1047"/>
                </a:cubicBezTo>
                <a:close/>
                <a:moveTo>
                  <a:pt x="254602" y="209"/>
                </a:moveTo>
                <a:lnTo>
                  <a:pt x="261832" y="209"/>
                </a:lnTo>
                <a:lnTo>
                  <a:pt x="261832" y="12992"/>
                </a:lnTo>
                <a:lnTo>
                  <a:pt x="300284" y="12992"/>
                </a:lnTo>
                <a:lnTo>
                  <a:pt x="300284" y="19697"/>
                </a:lnTo>
                <a:lnTo>
                  <a:pt x="261832" y="19697"/>
                </a:lnTo>
                <a:lnTo>
                  <a:pt x="261832" y="46520"/>
                </a:lnTo>
                <a:lnTo>
                  <a:pt x="304580" y="46520"/>
                </a:lnTo>
                <a:lnTo>
                  <a:pt x="304580" y="53120"/>
                </a:lnTo>
                <a:lnTo>
                  <a:pt x="266862" y="53120"/>
                </a:lnTo>
                <a:cubicBezTo>
                  <a:pt x="277828" y="67859"/>
                  <a:pt x="291134" y="78651"/>
                  <a:pt x="306780" y="85496"/>
                </a:cubicBezTo>
                <a:cubicBezTo>
                  <a:pt x="305174" y="86893"/>
                  <a:pt x="303568" y="88814"/>
                  <a:pt x="301960" y="91259"/>
                </a:cubicBezTo>
                <a:cubicBezTo>
                  <a:pt x="286244" y="83505"/>
                  <a:pt x="272868" y="71910"/>
                  <a:pt x="261832" y="56473"/>
                </a:cubicBezTo>
                <a:lnTo>
                  <a:pt x="261832" y="95554"/>
                </a:lnTo>
                <a:lnTo>
                  <a:pt x="254602" y="95554"/>
                </a:lnTo>
                <a:lnTo>
                  <a:pt x="254602" y="56788"/>
                </a:lnTo>
                <a:cubicBezTo>
                  <a:pt x="243916" y="71666"/>
                  <a:pt x="230714" y="83051"/>
                  <a:pt x="214998" y="90944"/>
                </a:cubicBezTo>
                <a:cubicBezTo>
                  <a:pt x="213530" y="88709"/>
                  <a:pt x="211890" y="86788"/>
                  <a:pt x="210074" y="85182"/>
                </a:cubicBezTo>
                <a:cubicBezTo>
                  <a:pt x="225860" y="78406"/>
                  <a:pt x="239060" y="67719"/>
                  <a:pt x="249678" y="53120"/>
                </a:cubicBezTo>
                <a:lnTo>
                  <a:pt x="212168" y="53120"/>
                </a:lnTo>
                <a:lnTo>
                  <a:pt x="212168" y="46520"/>
                </a:lnTo>
                <a:lnTo>
                  <a:pt x="254602" y="46520"/>
                </a:lnTo>
                <a:lnTo>
                  <a:pt x="254602" y="19697"/>
                </a:lnTo>
                <a:lnTo>
                  <a:pt x="217198" y="19697"/>
                </a:lnTo>
                <a:lnTo>
                  <a:pt x="217198" y="12992"/>
                </a:lnTo>
                <a:lnTo>
                  <a:pt x="254602" y="12992"/>
                </a:lnTo>
                <a:close/>
                <a:moveTo>
                  <a:pt x="124052" y="104"/>
                </a:moveTo>
                <a:lnTo>
                  <a:pt x="130864" y="104"/>
                </a:lnTo>
                <a:lnTo>
                  <a:pt x="130864" y="22526"/>
                </a:lnTo>
                <a:lnTo>
                  <a:pt x="145112" y="22526"/>
                </a:lnTo>
                <a:lnTo>
                  <a:pt x="145112" y="29127"/>
                </a:lnTo>
                <a:lnTo>
                  <a:pt x="130864" y="29127"/>
                </a:lnTo>
                <a:lnTo>
                  <a:pt x="130864" y="33318"/>
                </a:lnTo>
                <a:cubicBezTo>
                  <a:pt x="134216" y="36671"/>
                  <a:pt x="140084" y="43411"/>
                  <a:pt x="148466" y="53540"/>
                </a:cubicBezTo>
                <a:lnTo>
                  <a:pt x="144064" y="59721"/>
                </a:lnTo>
                <a:cubicBezTo>
                  <a:pt x="141132" y="54972"/>
                  <a:pt x="136730" y="48860"/>
                  <a:pt x="130864" y="41386"/>
                </a:cubicBezTo>
                <a:lnTo>
                  <a:pt x="130864" y="95450"/>
                </a:lnTo>
                <a:lnTo>
                  <a:pt x="124052" y="95450"/>
                </a:lnTo>
                <a:lnTo>
                  <a:pt x="124052" y="41281"/>
                </a:lnTo>
                <a:cubicBezTo>
                  <a:pt x="119302" y="56508"/>
                  <a:pt x="113854" y="68173"/>
                  <a:pt x="107708" y="76276"/>
                </a:cubicBezTo>
                <a:cubicBezTo>
                  <a:pt x="106660" y="73831"/>
                  <a:pt x="105264" y="71596"/>
                  <a:pt x="103516" y="69570"/>
                </a:cubicBezTo>
                <a:cubicBezTo>
                  <a:pt x="111550" y="60071"/>
                  <a:pt x="117732" y="46590"/>
                  <a:pt x="122062" y="29127"/>
                </a:cubicBezTo>
                <a:lnTo>
                  <a:pt x="106346" y="29127"/>
                </a:lnTo>
                <a:lnTo>
                  <a:pt x="106346" y="22526"/>
                </a:lnTo>
                <a:lnTo>
                  <a:pt x="124052" y="22526"/>
                </a:lnTo>
                <a:close/>
                <a:moveTo>
                  <a:pt x="358958" y="0"/>
                </a:moveTo>
                <a:lnTo>
                  <a:pt x="366816" y="1152"/>
                </a:lnTo>
                <a:cubicBezTo>
                  <a:pt x="364930" y="6461"/>
                  <a:pt x="363184" y="10896"/>
                  <a:pt x="361578" y="14459"/>
                </a:cubicBezTo>
                <a:lnTo>
                  <a:pt x="399402" y="14459"/>
                </a:lnTo>
                <a:lnTo>
                  <a:pt x="399402" y="95240"/>
                </a:lnTo>
                <a:lnTo>
                  <a:pt x="392172" y="95240"/>
                </a:lnTo>
                <a:lnTo>
                  <a:pt x="392172" y="89792"/>
                </a:lnTo>
                <a:lnTo>
                  <a:pt x="335384" y="89792"/>
                </a:lnTo>
                <a:lnTo>
                  <a:pt x="335384" y="95764"/>
                </a:lnTo>
                <a:lnTo>
                  <a:pt x="328364" y="95764"/>
                </a:lnTo>
                <a:lnTo>
                  <a:pt x="328364" y="14459"/>
                </a:lnTo>
                <a:lnTo>
                  <a:pt x="354558" y="14459"/>
                </a:lnTo>
                <a:cubicBezTo>
                  <a:pt x="356304" y="9988"/>
                  <a:pt x="357770" y="5168"/>
                  <a:pt x="358958" y="0"/>
                </a:cubicBezTo>
                <a:close/>
                <a:moveTo>
                  <a:pt x="26298" y="0"/>
                </a:moveTo>
                <a:lnTo>
                  <a:pt x="32688" y="0"/>
                </a:lnTo>
                <a:lnTo>
                  <a:pt x="32688" y="29337"/>
                </a:lnTo>
                <a:lnTo>
                  <a:pt x="42224" y="29337"/>
                </a:lnTo>
                <a:lnTo>
                  <a:pt x="42224" y="35623"/>
                </a:lnTo>
                <a:lnTo>
                  <a:pt x="14354" y="35623"/>
                </a:lnTo>
                <a:lnTo>
                  <a:pt x="14354" y="43796"/>
                </a:lnTo>
                <a:cubicBezTo>
                  <a:pt x="14354" y="47078"/>
                  <a:pt x="14318" y="49558"/>
                  <a:pt x="14248" y="51235"/>
                </a:cubicBezTo>
                <a:lnTo>
                  <a:pt x="35728" y="51235"/>
                </a:lnTo>
                <a:lnTo>
                  <a:pt x="35728" y="95554"/>
                </a:lnTo>
                <a:lnTo>
                  <a:pt x="29336" y="95554"/>
                </a:lnTo>
                <a:lnTo>
                  <a:pt x="29336" y="57521"/>
                </a:lnTo>
                <a:lnTo>
                  <a:pt x="14038" y="57521"/>
                </a:lnTo>
                <a:cubicBezTo>
                  <a:pt x="13130" y="74006"/>
                  <a:pt x="10128" y="86788"/>
                  <a:pt x="5028" y="95869"/>
                </a:cubicBezTo>
                <a:cubicBezTo>
                  <a:pt x="3632" y="94332"/>
                  <a:pt x="1954" y="92935"/>
                  <a:pt x="0" y="91678"/>
                </a:cubicBezTo>
                <a:cubicBezTo>
                  <a:pt x="5238" y="81549"/>
                  <a:pt x="7858" y="65589"/>
                  <a:pt x="7858" y="43796"/>
                </a:cubicBezTo>
                <a:lnTo>
                  <a:pt x="7858" y="2305"/>
                </a:lnTo>
                <a:lnTo>
                  <a:pt x="14354" y="2305"/>
                </a:lnTo>
                <a:lnTo>
                  <a:pt x="14354" y="29337"/>
                </a:lnTo>
                <a:lnTo>
                  <a:pt x="26298" y="29337"/>
                </a:lnTo>
                <a:close/>
              </a:path>
            </a:pathLst>
          </a:custGeom>
          <a:solidFill>
            <a:srgbClr val="E6E6E6"/>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fontAlgn="base"/>
            <a:endParaRPr lang="zh-CN" altLang="en-US" sz="800">
              <a:solidFill>
                <a:srgbClr val="E6E6E6"/>
              </a:solidFill>
            </a:endParaRPr>
          </a:p>
        </p:txBody>
      </p:sp>
      <p:sp>
        <p:nvSpPr>
          <p:cNvPr id="6" name="文本框 5">
            <a:extLst>
              <a:ext uri="{FF2B5EF4-FFF2-40B4-BE49-F238E27FC236}">
                <a16:creationId xmlns:a16="http://schemas.microsoft.com/office/drawing/2014/main" id="{441F0FE0-FE81-4426-91B6-6B3A8200C3CF}"/>
              </a:ext>
            </a:extLst>
          </p:cNvPr>
          <p:cNvSpPr txBox="1"/>
          <p:nvPr userDrawn="1"/>
        </p:nvSpPr>
        <p:spPr>
          <a:xfrm>
            <a:off x="-16011023" y="-21258374"/>
            <a:ext cx="1965874" cy="113995"/>
          </a:xfrm>
          <a:custGeom>
            <a:avLst/>
            <a:gdLst/>
            <a:ahLst/>
            <a:cxnLst/>
            <a:rect l="l" t="t" r="r" b="b"/>
            <a:pathLst>
              <a:path w="1965874" h="113994">
                <a:moveTo>
                  <a:pt x="891806" y="87487"/>
                </a:moveTo>
                <a:cubicBezTo>
                  <a:pt x="887684" y="90420"/>
                  <a:pt x="885624" y="93808"/>
                  <a:pt x="885624" y="97650"/>
                </a:cubicBezTo>
                <a:cubicBezTo>
                  <a:pt x="885624" y="100793"/>
                  <a:pt x="887126" y="103308"/>
                  <a:pt x="890130" y="105194"/>
                </a:cubicBezTo>
                <a:cubicBezTo>
                  <a:pt x="893134" y="107080"/>
                  <a:pt x="897290" y="108023"/>
                  <a:pt x="902598" y="108023"/>
                </a:cubicBezTo>
                <a:cubicBezTo>
                  <a:pt x="908046" y="108023"/>
                  <a:pt x="912586" y="106765"/>
                  <a:pt x="916218" y="104251"/>
                </a:cubicBezTo>
                <a:cubicBezTo>
                  <a:pt x="919572" y="101876"/>
                  <a:pt x="921248" y="99082"/>
                  <a:pt x="921248" y="95869"/>
                </a:cubicBezTo>
                <a:cubicBezTo>
                  <a:pt x="921248" y="90909"/>
                  <a:pt x="917302" y="88430"/>
                  <a:pt x="909408" y="88430"/>
                </a:cubicBezTo>
                <a:lnTo>
                  <a:pt x="899036" y="88430"/>
                </a:lnTo>
                <a:cubicBezTo>
                  <a:pt x="896870" y="88430"/>
                  <a:pt x="894460" y="88115"/>
                  <a:pt x="891806" y="87487"/>
                </a:cubicBezTo>
                <a:close/>
                <a:moveTo>
                  <a:pt x="429472" y="75438"/>
                </a:moveTo>
                <a:cubicBezTo>
                  <a:pt x="431288" y="75438"/>
                  <a:pt x="432824" y="76066"/>
                  <a:pt x="434082" y="77324"/>
                </a:cubicBezTo>
                <a:cubicBezTo>
                  <a:pt x="435340" y="78651"/>
                  <a:pt x="435968" y="80327"/>
                  <a:pt x="435968" y="82353"/>
                </a:cubicBezTo>
                <a:cubicBezTo>
                  <a:pt x="435968" y="84309"/>
                  <a:pt x="435340" y="85915"/>
                  <a:pt x="434082" y="87172"/>
                </a:cubicBezTo>
                <a:cubicBezTo>
                  <a:pt x="432824" y="88430"/>
                  <a:pt x="431288" y="89058"/>
                  <a:pt x="429472" y="89058"/>
                </a:cubicBezTo>
                <a:cubicBezTo>
                  <a:pt x="427726" y="89058"/>
                  <a:pt x="426224" y="88430"/>
                  <a:pt x="424966" y="87172"/>
                </a:cubicBezTo>
                <a:cubicBezTo>
                  <a:pt x="423710" y="85915"/>
                  <a:pt x="423080" y="84309"/>
                  <a:pt x="423080" y="82353"/>
                </a:cubicBezTo>
                <a:cubicBezTo>
                  <a:pt x="423080" y="80327"/>
                  <a:pt x="423710" y="78651"/>
                  <a:pt x="424966" y="77324"/>
                </a:cubicBezTo>
                <a:cubicBezTo>
                  <a:pt x="426224" y="76066"/>
                  <a:pt x="427726" y="75438"/>
                  <a:pt x="429472" y="75438"/>
                </a:cubicBezTo>
                <a:close/>
                <a:moveTo>
                  <a:pt x="335384" y="66846"/>
                </a:moveTo>
                <a:lnTo>
                  <a:pt x="335384" y="83191"/>
                </a:lnTo>
                <a:lnTo>
                  <a:pt x="392172" y="83191"/>
                </a:lnTo>
                <a:lnTo>
                  <a:pt x="392172" y="66846"/>
                </a:lnTo>
                <a:close/>
                <a:moveTo>
                  <a:pt x="856868" y="57731"/>
                </a:moveTo>
                <a:cubicBezTo>
                  <a:pt x="847158" y="58848"/>
                  <a:pt x="840174" y="60629"/>
                  <a:pt x="835914" y="63074"/>
                </a:cubicBezTo>
                <a:cubicBezTo>
                  <a:pt x="832002" y="65449"/>
                  <a:pt x="830046" y="68627"/>
                  <a:pt x="830046" y="72609"/>
                </a:cubicBezTo>
                <a:cubicBezTo>
                  <a:pt x="830046" y="78965"/>
                  <a:pt x="833538" y="82143"/>
                  <a:pt x="840524" y="82143"/>
                </a:cubicBezTo>
                <a:cubicBezTo>
                  <a:pt x="845552" y="82143"/>
                  <a:pt x="851000" y="79524"/>
                  <a:pt x="856868" y="74285"/>
                </a:cubicBezTo>
                <a:close/>
                <a:moveTo>
                  <a:pt x="482440" y="50606"/>
                </a:moveTo>
                <a:lnTo>
                  <a:pt x="482440" y="80781"/>
                </a:lnTo>
                <a:lnTo>
                  <a:pt x="496270" y="80781"/>
                </a:lnTo>
                <a:cubicBezTo>
                  <a:pt x="510870" y="80781"/>
                  <a:pt x="518168" y="75507"/>
                  <a:pt x="518168" y="64960"/>
                </a:cubicBezTo>
                <a:cubicBezTo>
                  <a:pt x="518168" y="55391"/>
                  <a:pt x="510870" y="50606"/>
                  <a:pt x="496270" y="50606"/>
                </a:cubicBezTo>
                <a:close/>
                <a:moveTo>
                  <a:pt x="1220056" y="49977"/>
                </a:moveTo>
                <a:cubicBezTo>
                  <a:pt x="1212652" y="54657"/>
                  <a:pt x="1208950" y="60664"/>
                  <a:pt x="1208950" y="67999"/>
                </a:cubicBezTo>
                <a:cubicBezTo>
                  <a:pt x="1208950" y="72190"/>
                  <a:pt x="1210522" y="75682"/>
                  <a:pt x="1213666" y="78476"/>
                </a:cubicBezTo>
                <a:cubicBezTo>
                  <a:pt x="1216878" y="81270"/>
                  <a:pt x="1220860" y="82667"/>
                  <a:pt x="1225610" y="82667"/>
                </a:cubicBezTo>
                <a:cubicBezTo>
                  <a:pt x="1230150" y="82667"/>
                  <a:pt x="1233886" y="81375"/>
                  <a:pt x="1236820" y="78790"/>
                </a:cubicBezTo>
                <a:cubicBezTo>
                  <a:pt x="1239614" y="76276"/>
                  <a:pt x="1241012" y="73063"/>
                  <a:pt x="1241012" y="69151"/>
                </a:cubicBezTo>
                <a:cubicBezTo>
                  <a:pt x="1241012" y="64401"/>
                  <a:pt x="1238916" y="60420"/>
                  <a:pt x="1234724" y="57207"/>
                </a:cubicBezTo>
                <a:cubicBezTo>
                  <a:pt x="1232140" y="55321"/>
                  <a:pt x="1227250" y="52911"/>
                  <a:pt x="1220056" y="49977"/>
                </a:cubicBezTo>
                <a:close/>
                <a:moveTo>
                  <a:pt x="335384" y="44215"/>
                </a:moveTo>
                <a:lnTo>
                  <a:pt x="335384" y="60350"/>
                </a:lnTo>
                <a:lnTo>
                  <a:pt x="392172" y="60350"/>
                </a:lnTo>
                <a:lnTo>
                  <a:pt x="392172" y="44215"/>
                </a:lnTo>
                <a:close/>
                <a:moveTo>
                  <a:pt x="62130" y="37299"/>
                </a:moveTo>
                <a:cubicBezTo>
                  <a:pt x="64786" y="49942"/>
                  <a:pt x="68662" y="60490"/>
                  <a:pt x="73760" y="68942"/>
                </a:cubicBezTo>
                <a:cubicBezTo>
                  <a:pt x="79558" y="60071"/>
                  <a:pt x="83644" y="49523"/>
                  <a:pt x="86020" y="37299"/>
                </a:cubicBezTo>
                <a:close/>
                <a:moveTo>
                  <a:pt x="961320" y="36880"/>
                </a:moveTo>
                <a:cubicBezTo>
                  <a:pt x="956220" y="36880"/>
                  <a:pt x="952100" y="38976"/>
                  <a:pt x="948956" y="43167"/>
                </a:cubicBezTo>
                <a:cubicBezTo>
                  <a:pt x="945742" y="47288"/>
                  <a:pt x="944136" y="52736"/>
                  <a:pt x="944136" y="59512"/>
                </a:cubicBezTo>
                <a:cubicBezTo>
                  <a:pt x="944136" y="66217"/>
                  <a:pt x="945742" y="71631"/>
                  <a:pt x="948956" y="75752"/>
                </a:cubicBezTo>
                <a:cubicBezTo>
                  <a:pt x="952100" y="79873"/>
                  <a:pt x="956220" y="81934"/>
                  <a:pt x="961320" y="81934"/>
                </a:cubicBezTo>
                <a:cubicBezTo>
                  <a:pt x="966418" y="81934"/>
                  <a:pt x="970574" y="79873"/>
                  <a:pt x="973788" y="75752"/>
                </a:cubicBezTo>
                <a:cubicBezTo>
                  <a:pt x="977000" y="71631"/>
                  <a:pt x="978608" y="66217"/>
                  <a:pt x="978608" y="59512"/>
                </a:cubicBezTo>
                <a:cubicBezTo>
                  <a:pt x="978608" y="52806"/>
                  <a:pt x="977000" y="47358"/>
                  <a:pt x="973788" y="43167"/>
                </a:cubicBezTo>
                <a:cubicBezTo>
                  <a:pt x="970574" y="38976"/>
                  <a:pt x="966418" y="36880"/>
                  <a:pt x="961320" y="36880"/>
                </a:cubicBezTo>
                <a:close/>
                <a:moveTo>
                  <a:pt x="655890" y="36566"/>
                </a:moveTo>
                <a:cubicBezTo>
                  <a:pt x="651560" y="36566"/>
                  <a:pt x="647822" y="38173"/>
                  <a:pt x="644680" y="41386"/>
                </a:cubicBezTo>
                <a:cubicBezTo>
                  <a:pt x="641396" y="44808"/>
                  <a:pt x="639476" y="49384"/>
                  <a:pt x="638918" y="55111"/>
                </a:cubicBezTo>
                <a:lnTo>
                  <a:pt x="670560" y="55111"/>
                </a:lnTo>
                <a:cubicBezTo>
                  <a:pt x="670560" y="42748"/>
                  <a:pt x="665670" y="36566"/>
                  <a:pt x="655890" y="36566"/>
                </a:cubicBezTo>
                <a:close/>
                <a:moveTo>
                  <a:pt x="901236" y="36042"/>
                </a:moveTo>
                <a:cubicBezTo>
                  <a:pt x="897604" y="36042"/>
                  <a:pt x="894600" y="37265"/>
                  <a:pt x="892224" y="39709"/>
                </a:cubicBezTo>
                <a:cubicBezTo>
                  <a:pt x="889780" y="42224"/>
                  <a:pt x="888558" y="45612"/>
                  <a:pt x="888558" y="49872"/>
                </a:cubicBezTo>
                <a:cubicBezTo>
                  <a:pt x="888558" y="53994"/>
                  <a:pt x="889816" y="57381"/>
                  <a:pt x="892330" y="60036"/>
                </a:cubicBezTo>
                <a:cubicBezTo>
                  <a:pt x="894774" y="62620"/>
                  <a:pt x="897744" y="63912"/>
                  <a:pt x="901236" y="63912"/>
                </a:cubicBezTo>
                <a:cubicBezTo>
                  <a:pt x="904728" y="63912"/>
                  <a:pt x="907696" y="62620"/>
                  <a:pt x="910142" y="60036"/>
                </a:cubicBezTo>
                <a:cubicBezTo>
                  <a:pt x="912656" y="57381"/>
                  <a:pt x="913914" y="53994"/>
                  <a:pt x="913914" y="49872"/>
                </a:cubicBezTo>
                <a:cubicBezTo>
                  <a:pt x="913914" y="45681"/>
                  <a:pt x="912656" y="42294"/>
                  <a:pt x="910142" y="39709"/>
                </a:cubicBezTo>
                <a:cubicBezTo>
                  <a:pt x="907766" y="37265"/>
                  <a:pt x="904798" y="36042"/>
                  <a:pt x="901236" y="36042"/>
                </a:cubicBezTo>
                <a:close/>
                <a:moveTo>
                  <a:pt x="429472" y="32689"/>
                </a:moveTo>
                <a:cubicBezTo>
                  <a:pt x="431288" y="32689"/>
                  <a:pt x="432824" y="33318"/>
                  <a:pt x="434082" y="34575"/>
                </a:cubicBezTo>
                <a:cubicBezTo>
                  <a:pt x="435340" y="35902"/>
                  <a:pt x="435968" y="37579"/>
                  <a:pt x="435968" y="39605"/>
                </a:cubicBezTo>
                <a:cubicBezTo>
                  <a:pt x="435968" y="41560"/>
                  <a:pt x="435340" y="43167"/>
                  <a:pt x="434082" y="44424"/>
                </a:cubicBezTo>
                <a:cubicBezTo>
                  <a:pt x="432824" y="45681"/>
                  <a:pt x="431288" y="46310"/>
                  <a:pt x="429472" y="46310"/>
                </a:cubicBezTo>
                <a:cubicBezTo>
                  <a:pt x="427726" y="46310"/>
                  <a:pt x="426224" y="45681"/>
                  <a:pt x="424966" y="44424"/>
                </a:cubicBezTo>
                <a:cubicBezTo>
                  <a:pt x="423710" y="43167"/>
                  <a:pt x="423080" y="41560"/>
                  <a:pt x="423080" y="39605"/>
                </a:cubicBezTo>
                <a:cubicBezTo>
                  <a:pt x="423080" y="37579"/>
                  <a:pt x="423710" y="35902"/>
                  <a:pt x="424966" y="34575"/>
                </a:cubicBezTo>
                <a:cubicBezTo>
                  <a:pt x="426224" y="33318"/>
                  <a:pt x="427726" y="32689"/>
                  <a:pt x="429472" y="32689"/>
                </a:cubicBezTo>
                <a:close/>
                <a:moveTo>
                  <a:pt x="1121644" y="31118"/>
                </a:moveTo>
                <a:lnTo>
                  <a:pt x="1130550" y="31118"/>
                </a:lnTo>
                <a:lnTo>
                  <a:pt x="1142600" y="63493"/>
                </a:lnTo>
                <a:lnTo>
                  <a:pt x="1148258" y="79419"/>
                </a:lnTo>
                <a:lnTo>
                  <a:pt x="1148780" y="79419"/>
                </a:lnTo>
                <a:cubicBezTo>
                  <a:pt x="1149130" y="78371"/>
                  <a:pt x="1149934" y="75682"/>
                  <a:pt x="1151190" y="71351"/>
                </a:cubicBezTo>
                <a:cubicBezTo>
                  <a:pt x="1152168" y="67999"/>
                  <a:pt x="1152972" y="65379"/>
                  <a:pt x="1153600" y="63493"/>
                </a:cubicBezTo>
                <a:lnTo>
                  <a:pt x="1164182" y="31118"/>
                </a:lnTo>
                <a:lnTo>
                  <a:pt x="1172564" y="31118"/>
                </a:lnTo>
                <a:lnTo>
                  <a:pt x="1150982" y="92935"/>
                </a:lnTo>
                <a:cubicBezTo>
                  <a:pt x="1146440" y="105927"/>
                  <a:pt x="1139560" y="112423"/>
                  <a:pt x="1130340" y="112423"/>
                </a:cubicBezTo>
                <a:cubicBezTo>
                  <a:pt x="1127896" y="112423"/>
                  <a:pt x="1125730" y="112039"/>
                  <a:pt x="1123844" y="111271"/>
                </a:cubicBezTo>
                <a:lnTo>
                  <a:pt x="1125626" y="104355"/>
                </a:lnTo>
                <a:cubicBezTo>
                  <a:pt x="1127162" y="104914"/>
                  <a:pt x="1128630" y="105194"/>
                  <a:pt x="1130026" y="105194"/>
                </a:cubicBezTo>
                <a:cubicBezTo>
                  <a:pt x="1135894" y="105194"/>
                  <a:pt x="1140294" y="100933"/>
                  <a:pt x="1143228" y="92411"/>
                </a:cubicBezTo>
                <a:lnTo>
                  <a:pt x="1144486" y="88011"/>
                </a:lnTo>
                <a:close/>
                <a:moveTo>
                  <a:pt x="567422" y="31118"/>
                </a:moveTo>
                <a:lnTo>
                  <a:pt x="575910" y="31118"/>
                </a:lnTo>
                <a:lnTo>
                  <a:pt x="575910" y="66008"/>
                </a:lnTo>
                <a:cubicBezTo>
                  <a:pt x="575910" y="71456"/>
                  <a:pt x="576782" y="75403"/>
                  <a:pt x="578528" y="77847"/>
                </a:cubicBezTo>
                <a:cubicBezTo>
                  <a:pt x="580274" y="80362"/>
                  <a:pt x="583138" y="81619"/>
                  <a:pt x="587120" y="81619"/>
                </a:cubicBezTo>
                <a:cubicBezTo>
                  <a:pt x="592290" y="81619"/>
                  <a:pt x="597598" y="78301"/>
                  <a:pt x="603046" y="71666"/>
                </a:cubicBezTo>
                <a:lnTo>
                  <a:pt x="603046" y="31118"/>
                </a:lnTo>
                <a:lnTo>
                  <a:pt x="611532" y="31118"/>
                </a:lnTo>
                <a:lnTo>
                  <a:pt x="611532" y="87696"/>
                </a:lnTo>
                <a:lnTo>
                  <a:pt x="604512" y="87696"/>
                </a:lnTo>
                <a:lnTo>
                  <a:pt x="603780" y="78686"/>
                </a:lnTo>
                <a:lnTo>
                  <a:pt x="603466" y="78686"/>
                </a:lnTo>
                <a:cubicBezTo>
                  <a:pt x="597458" y="85601"/>
                  <a:pt x="591172" y="89058"/>
                  <a:pt x="584606" y="89058"/>
                </a:cubicBezTo>
                <a:cubicBezTo>
                  <a:pt x="573150" y="89058"/>
                  <a:pt x="567422" y="81724"/>
                  <a:pt x="567422" y="67056"/>
                </a:cubicBezTo>
                <a:close/>
                <a:moveTo>
                  <a:pt x="1033548" y="29651"/>
                </a:moveTo>
                <a:cubicBezTo>
                  <a:pt x="1045072" y="29651"/>
                  <a:pt x="1050836" y="37020"/>
                  <a:pt x="1050836" y="51758"/>
                </a:cubicBezTo>
                <a:lnTo>
                  <a:pt x="1050836" y="87696"/>
                </a:lnTo>
                <a:lnTo>
                  <a:pt x="1042244" y="87696"/>
                </a:lnTo>
                <a:lnTo>
                  <a:pt x="1042244" y="52806"/>
                </a:lnTo>
                <a:cubicBezTo>
                  <a:pt x="1042244" y="42329"/>
                  <a:pt x="1038506" y="37090"/>
                  <a:pt x="1031032" y="37090"/>
                </a:cubicBezTo>
                <a:cubicBezTo>
                  <a:pt x="1026214" y="37090"/>
                  <a:pt x="1020834" y="40163"/>
                  <a:pt x="1014898" y="46310"/>
                </a:cubicBezTo>
                <a:lnTo>
                  <a:pt x="1014898" y="87696"/>
                </a:lnTo>
                <a:lnTo>
                  <a:pt x="1006410" y="87696"/>
                </a:lnTo>
                <a:lnTo>
                  <a:pt x="1006410" y="31118"/>
                </a:lnTo>
                <a:lnTo>
                  <a:pt x="1013326" y="31118"/>
                </a:lnTo>
                <a:lnTo>
                  <a:pt x="1014164" y="39395"/>
                </a:lnTo>
                <a:lnTo>
                  <a:pt x="1014478" y="39395"/>
                </a:lnTo>
                <a:cubicBezTo>
                  <a:pt x="1021114" y="32899"/>
                  <a:pt x="1027470" y="29651"/>
                  <a:pt x="1033548" y="29651"/>
                </a:cubicBezTo>
                <a:close/>
                <a:moveTo>
                  <a:pt x="961320" y="29651"/>
                </a:moveTo>
                <a:cubicBezTo>
                  <a:pt x="968584" y="29651"/>
                  <a:pt x="974660" y="32270"/>
                  <a:pt x="979550" y="37509"/>
                </a:cubicBezTo>
                <a:cubicBezTo>
                  <a:pt x="984788" y="43027"/>
                  <a:pt x="987408" y="50361"/>
                  <a:pt x="987408" y="59512"/>
                </a:cubicBezTo>
                <a:cubicBezTo>
                  <a:pt x="987408" y="68522"/>
                  <a:pt x="984788" y="75787"/>
                  <a:pt x="979550" y="81305"/>
                </a:cubicBezTo>
                <a:cubicBezTo>
                  <a:pt x="974660" y="86474"/>
                  <a:pt x="968584" y="89058"/>
                  <a:pt x="961320" y="89058"/>
                </a:cubicBezTo>
                <a:cubicBezTo>
                  <a:pt x="954124" y="89058"/>
                  <a:pt x="948082" y="86474"/>
                  <a:pt x="943194" y="81305"/>
                </a:cubicBezTo>
                <a:cubicBezTo>
                  <a:pt x="937954" y="75787"/>
                  <a:pt x="935334" y="68522"/>
                  <a:pt x="935334" y="59512"/>
                </a:cubicBezTo>
                <a:cubicBezTo>
                  <a:pt x="935334" y="50361"/>
                  <a:pt x="937954" y="43027"/>
                  <a:pt x="943194" y="37509"/>
                </a:cubicBezTo>
                <a:cubicBezTo>
                  <a:pt x="948012" y="32270"/>
                  <a:pt x="954054" y="29651"/>
                  <a:pt x="961320" y="29651"/>
                </a:cubicBezTo>
                <a:close/>
                <a:moveTo>
                  <a:pt x="901236" y="29651"/>
                </a:moveTo>
                <a:cubicBezTo>
                  <a:pt x="903820" y="29651"/>
                  <a:pt x="906440" y="30140"/>
                  <a:pt x="909094" y="31118"/>
                </a:cubicBezTo>
                <a:lnTo>
                  <a:pt x="928686" y="31118"/>
                </a:lnTo>
                <a:lnTo>
                  <a:pt x="928686" y="37719"/>
                </a:lnTo>
                <a:lnTo>
                  <a:pt x="916742" y="37719"/>
                </a:lnTo>
                <a:cubicBezTo>
                  <a:pt x="920026" y="40862"/>
                  <a:pt x="921666" y="44948"/>
                  <a:pt x="921666" y="49977"/>
                </a:cubicBezTo>
                <a:cubicBezTo>
                  <a:pt x="921666" y="55914"/>
                  <a:pt x="919676" y="60734"/>
                  <a:pt x="915694" y="64436"/>
                </a:cubicBezTo>
                <a:cubicBezTo>
                  <a:pt x="911852" y="67999"/>
                  <a:pt x="907034" y="69780"/>
                  <a:pt x="901236" y="69780"/>
                </a:cubicBezTo>
                <a:cubicBezTo>
                  <a:pt x="898092" y="69780"/>
                  <a:pt x="895194" y="69081"/>
                  <a:pt x="892540" y="67684"/>
                </a:cubicBezTo>
                <a:cubicBezTo>
                  <a:pt x="890024" y="69850"/>
                  <a:pt x="888768" y="72224"/>
                  <a:pt x="888768" y="74809"/>
                </a:cubicBezTo>
                <a:cubicBezTo>
                  <a:pt x="888768" y="79070"/>
                  <a:pt x="892120" y="81200"/>
                  <a:pt x="898826" y="81200"/>
                </a:cubicBezTo>
                <a:lnTo>
                  <a:pt x="910142" y="81200"/>
                </a:lnTo>
                <a:cubicBezTo>
                  <a:pt x="923134" y="81200"/>
                  <a:pt x="929630" y="85671"/>
                  <a:pt x="929630" y="94611"/>
                </a:cubicBezTo>
                <a:cubicBezTo>
                  <a:pt x="929630" y="99920"/>
                  <a:pt x="927080" y="104425"/>
                  <a:pt x="921982" y="108127"/>
                </a:cubicBezTo>
                <a:cubicBezTo>
                  <a:pt x="916602" y="112039"/>
                  <a:pt x="909758" y="113995"/>
                  <a:pt x="901446" y="113995"/>
                </a:cubicBezTo>
                <a:cubicBezTo>
                  <a:pt x="894390" y="113995"/>
                  <a:pt x="888768" y="112668"/>
                  <a:pt x="884576" y="110013"/>
                </a:cubicBezTo>
                <a:cubicBezTo>
                  <a:pt x="880246" y="107289"/>
                  <a:pt x="878080" y="103517"/>
                  <a:pt x="878080" y="98698"/>
                </a:cubicBezTo>
                <a:cubicBezTo>
                  <a:pt x="878080" y="93738"/>
                  <a:pt x="880874" y="89408"/>
                  <a:pt x="886462" y="85706"/>
                </a:cubicBezTo>
                <a:lnTo>
                  <a:pt x="886462" y="85286"/>
                </a:lnTo>
                <a:cubicBezTo>
                  <a:pt x="883040" y="83191"/>
                  <a:pt x="881328" y="80083"/>
                  <a:pt x="881328" y="75961"/>
                </a:cubicBezTo>
                <a:cubicBezTo>
                  <a:pt x="881328" y="72050"/>
                  <a:pt x="883424" y="68557"/>
                  <a:pt x="887614" y="65484"/>
                </a:cubicBezTo>
                <a:lnTo>
                  <a:pt x="887614" y="65065"/>
                </a:lnTo>
                <a:cubicBezTo>
                  <a:pt x="882726" y="61153"/>
                  <a:pt x="880280" y="56089"/>
                  <a:pt x="880280" y="49872"/>
                </a:cubicBezTo>
                <a:cubicBezTo>
                  <a:pt x="880280" y="43865"/>
                  <a:pt x="882342" y="38976"/>
                  <a:pt x="886462" y="35204"/>
                </a:cubicBezTo>
                <a:cubicBezTo>
                  <a:pt x="890444" y="31502"/>
                  <a:pt x="895368" y="29651"/>
                  <a:pt x="901236" y="29651"/>
                </a:cubicBezTo>
                <a:close/>
                <a:moveTo>
                  <a:pt x="846182" y="29651"/>
                </a:moveTo>
                <a:cubicBezTo>
                  <a:pt x="858964" y="29651"/>
                  <a:pt x="865354" y="37299"/>
                  <a:pt x="865354" y="52597"/>
                </a:cubicBezTo>
                <a:lnTo>
                  <a:pt x="865354" y="87696"/>
                </a:lnTo>
                <a:lnTo>
                  <a:pt x="858334" y="87696"/>
                </a:lnTo>
                <a:lnTo>
                  <a:pt x="857602" y="80781"/>
                </a:lnTo>
                <a:lnTo>
                  <a:pt x="857288" y="80781"/>
                </a:lnTo>
                <a:cubicBezTo>
                  <a:pt x="850792" y="86299"/>
                  <a:pt x="844434" y="89058"/>
                  <a:pt x="838218" y="89058"/>
                </a:cubicBezTo>
                <a:cubicBezTo>
                  <a:pt x="833398" y="89058"/>
                  <a:pt x="829486" y="87696"/>
                  <a:pt x="826484" y="84972"/>
                </a:cubicBezTo>
                <a:cubicBezTo>
                  <a:pt x="823340" y="82038"/>
                  <a:pt x="821768" y="78092"/>
                  <a:pt x="821768" y="73133"/>
                </a:cubicBezTo>
                <a:cubicBezTo>
                  <a:pt x="821768" y="66986"/>
                  <a:pt x="824598" y="62236"/>
                  <a:pt x="830256" y="58883"/>
                </a:cubicBezTo>
                <a:cubicBezTo>
                  <a:pt x="835704" y="55670"/>
                  <a:pt x="844574" y="53365"/>
                  <a:pt x="856868" y="51968"/>
                </a:cubicBezTo>
                <a:cubicBezTo>
                  <a:pt x="857008" y="41840"/>
                  <a:pt x="852992" y="36776"/>
                  <a:pt x="844818" y="36776"/>
                </a:cubicBezTo>
                <a:cubicBezTo>
                  <a:pt x="839300" y="36776"/>
                  <a:pt x="833574" y="38871"/>
                  <a:pt x="827636" y="43062"/>
                </a:cubicBezTo>
                <a:lnTo>
                  <a:pt x="824178" y="37090"/>
                </a:lnTo>
                <a:cubicBezTo>
                  <a:pt x="831722" y="32131"/>
                  <a:pt x="839056" y="29651"/>
                  <a:pt x="846182" y="29651"/>
                </a:cubicBezTo>
                <a:close/>
                <a:moveTo>
                  <a:pt x="811434" y="29651"/>
                </a:moveTo>
                <a:cubicBezTo>
                  <a:pt x="813738" y="29651"/>
                  <a:pt x="815730" y="30070"/>
                  <a:pt x="817406" y="30908"/>
                </a:cubicBezTo>
                <a:lnTo>
                  <a:pt x="815730" y="38347"/>
                </a:lnTo>
                <a:cubicBezTo>
                  <a:pt x="813844" y="37719"/>
                  <a:pt x="812062" y="37404"/>
                  <a:pt x="810386" y="37404"/>
                </a:cubicBezTo>
                <a:cubicBezTo>
                  <a:pt x="804170" y="37404"/>
                  <a:pt x="799314" y="41875"/>
                  <a:pt x="795822" y="50815"/>
                </a:cubicBezTo>
                <a:lnTo>
                  <a:pt x="795822" y="87696"/>
                </a:lnTo>
                <a:lnTo>
                  <a:pt x="787336" y="87696"/>
                </a:lnTo>
                <a:lnTo>
                  <a:pt x="787336" y="31118"/>
                </a:lnTo>
                <a:lnTo>
                  <a:pt x="794250" y="31118"/>
                </a:lnTo>
                <a:lnTo>
                  <a:pt x="795090" y="41490"/>
                </a:lnTo>
                <a:lnTo>
                  <a:pt x="795404" y="41490"/>
                </a:lnTo>
                <a:cubicBezTo>
                  <a:pt x="799664" y="33597"/>
                  <a:pt x="805008" y="29651"/>
                  <a:pt x="811434" y="29651"/>
                </a:cubicBezTo>
                <a:close/>
                <a:moveTo>
                  <a:pt x="655786" y="29651"/>
                </a:moveTo>
                <a:cubicBezTo>
                  <a:pt x="662840" y="29651"/>
                  <a:pt x="668324" y="32026"/>
                  <a:pt x="672236" y="36776"/>
                </a:cubicBezTo>
                <a:cubicBezTo>
                  <a:pt x="676148" y="41456"/>
                  <a:pt x="678102" y="47917"/>
                  <a:pt x="678102" y="56159"/>
                </a:cubicBezTo>
                <a:cubicBezTo>
                  <a:pt x="678102" y="58394"/>
                  <a:pt x="677964" y="60105"/>
                  <a:pt x="677684" y="61293"/>
                </a:cubicBezTo>
                <a:lnTo>
                  <a:pt x="639022" y="61293"/>
                </a:lnTo>
                <a:cubicBezTo>
                  <a:pt x="639302" y="67579"/>
                  <a:pt x="641188" y="72644"/>
                  <a:pt x="644680" y="76485"/>
                </a:cubicBezTo>
                <a:cubicBezTo>
                  <a:pt x="648172" y="80327"/>
                  <a:pt x="652748" y="82248"/>
                  <a:pt x="658406" y="82248"/>
                </a:cubicBezTo>
                <a:cubicBezTo>
                  <a:pt x="663434" y="82248"/>
                  <a:pt x="668220" y="80711"/>
                  <a:pt x="672760" y="77638"/>
                </a:cubicBezTo>
                <a:lnTo>
                  <a:pt x="675902" y="83296"/>
                </a:lnTo>
                <a:cubicBezTo>
                  <a:pt x="669896" y="87137"/>
                  <a:pt x="663714" y="89058"/>
                  <a:pt x="657358" y="89058"/>
                </a:cubicBezTo>
                <a:cubicBezTo>
                  <a:pt x="649674" y="89058"/>
                  <a:pt x="643352" y="86439"/>
                  <a:pt x="638394" y="81200"/>
                </a:cubicBezTo>
                <a:cubicBezTo>
                  <a:pt x="633154" y="75752"/>
                  <a:pt x="630536" y="68522"/>
                  <a:pt x="630536" y="59512"/>
                </a:cubicBezTo>
                <a:cubicBezTo>
                  <a:pt x="630536" y="50641"/>
                  <a:pt x="633120" y="43341"/>
                  <a:pt x="638288" y="37614"/>
                </a:cubicBezTo>
                <a:cubicBezTo>
                  <a:pt x="643178" y="32305"/>
                  <a:pt x="649010" y="29651"/>
                  <a:pt x="655786" y="29651"/>
                </a:cubicBezTo>
                <a:close/>
                <a:moveTo>
                  <a:pt x="231970" y="22526"/>
                </a:moveTo>
                <a:cubicBezTo>
                  <a:pt x="237140" y="29791"/>
                  <a:pt x="240528" y="36391"/>
                  <a:pt x="242134" y="42329"/>
                </a:cubicBezTo>
                <a:lnTo>
                  <a:pt x="235638" y="44948"/>
                </a:lnTo>
                <a:cubicBezTo>
                  <a:pt x="233892" y="38662"/>
                  <a:pt x="230678" y="31956"/>
                  <a:pt x="225998" y="24831"/>
                </a:cubicBezTo>
                <a:close/>
                <a:moveTo>
                  <a:pt x="285406" y="22002"/>
                </a:moveTo>
                <a:lnTo>
                  <a:pt x="292636" y="24412"/>
                </a:lnTo>
                <a:cubicBezTo>
                  <a:pt x="288026" y="33353"/>
                  <a:pt x="283974" y="40303"/>
                  <a:pt x="280482" y="45262"/>
                </a:cubicBezTo>
                <a:lnTo>
                  <a:pt x="274614" y="43167"/>
                </a:lnTo>
                <a:cubicBezTo>
                  <a:pt x="279084" y="36252"/>
                  <a:pt x="282682" y="29197"/>
                  <a:pt x="285406" y="22002"/>
                </a:cubicBezTo>
                <a:close/>
                <a:moveTo>
                  <a:pt x="335384" y="21164"/>
                </a:moveTo>
                <a:lnTo>
                  <a:pt x="335384" y="37719"/>
                </a:lnTo>
                <a:lnTo>
                  <a:pt x="392172" y="37719"/>
                </a:lnTo>
                <a:lnTo>
                  <a:pt x="392172" y="21164"/>
                </a:lnTo>
                <a:close/>
                <a:moveTo>
                  <a:pt x="1289360" y="20955"/>
                </a:moveTo>
                <a:cubicBezTo>
                  <a:pt x="1287754" y="24098"/>
                  <a:pt x="1285728" y="27800"/>
                  <a:pt x="1283284" y="32061"/>
                </a:cubicBezTo>
                <a:lnTo>
                  <a:pt x="1264738" y="59512"/>
                </a:lnTo>
                <a:lnTo>
                  <a:pt x="1289256" y="59512"/>
                </a:lnTo>
                <a:lnTo>
                  <a:pt x="1289256" y="34575"/>
                </a:lnTo>
                <a:cubicBezTo>
                  <a:pt x="1289256" y="30524"/>
                  <a:pt x="1289466" y="25984"/>
                  <a:pt x="1289884" y="20955"/>
                </a:cubicBezTo>
                <a:close/>
                <a:moveTo>
                  <a:pt x="1625440" y="18126"/>
                </a:moveTo>
                <a:lnTo>
                  <a:pt x="1625440" y="80572"/>
                </a:lnTo>
                <a:lnTo>
                  <a:pt x="1634870" y="80572"/>
                </a:lnTo>
                <a:cubicBezTo>
                  <a:pt x="1644020" y="80572"/>
                  <a:pt x="1650970" y="77778"/>
                  <a:pt x="1655720" y="72190"/>
                </a:cubicBezTo>
                <a:cubicBezTo>
                  <a:pt x="1660260" y="66741"/>
                  <a:pt x="1662530" y="59023"/>
                  <a:pt x="1662530" y="49034"/>
                </a:cubicBezTo>
                <a:cubicBezTo>
                  <a:pt x="1662530" y="28429"/>
                  <a:pt x="1653310" y="18126"/>
                  <a:pt x="1634870" y="18126"/>
                </a:cubicBezTo>
                <a:close/>
                <a:moveTo>
                  <a:pt x="720566" y="18126"/>
                </a:moveTo>
                <a:lnTo>
                  <a:pt x="720566" y="80572"/>
                </a:lnTo>
                <a:lnTo>
                  <a:pt x="729996" y="80572"/>
                </a:lnTo>
                <a:cubicBezTo>
                  <a:pt x="739146" y="80572"/>
                  <a:pt x="746096" y="77778"/>
                  <a:pt x="750846" y="72190"/>
                </a:cubicBezTo>
                <a:cubicBezTo>
                  <a:pt x="755386" y="66741"/>
                  <a:pt x="757656" y="59023"/>
                  <a:pt x="757656" y="49034"/>
                </a:cubicBezTo>
                <a:cubicBezTo>
                  <a:pt x="757656" y="28429"/>
                  <a:pt x="748436" y="18126"/>
                  <a:pt x="729996" y="18126"/>
                </a:cubicBezTo>
                <a:close/>
                <a:moveTo>
                  <a:pt x="482440" y="17916"/>
                </a:moveTo>
                <a:lnTo>
                  <a:pt x="482440" y="43900"/>
                </a:lnTo>
                <a:lnTo>
                  <a:pt x="494176" y="43900"/>
                </a:lnTo>
                <a:cubicBezTo>
                  <a:pt x="507098" y="43900"/>
                  <a:pt x="513558" y="39535"/>
                  <a:pt x="513558" y="30803"/>
                </a:cubicBezTo>
                <a:cubicBezTo>
                  <a:pt x="513558" y="26193"/>
                  <a:pt x="511986" y="22875"/>
                  <a:pt x="508844" y="20850"/>
                </a:cubicBezTo>
                <a:cubicBezTo>
                  <a:pt x="505840" y="18894"/>
                  <a:pt x="501126" y="17916"/>
                  <a:pt x="494700" y="17916"/>
                </a:cubicBezTo>
                <a:close/>
                <a:moveTo>
                  <a:pt x="155694" y="16659"/>
                </a:moveTo>
                <a:cubicBezTo>
                  <a:pt x="159048" y="36077"/>
                  <a:pt x="164636" y="51549"/>
                  <a:pt x="172458" y="63074"/>
                </a:cubicBezTo>
                <a:cubicBezTo>
                  <a:pt x="181540" y="50431"/>
                  <a:pt x="187756" y="34959"/>
                  <a:pt x="191108" y="16659"/>
                </a:cubicBezTo>
                <a:close/>
                <a:moveTo>
                  <a:pt x="1556156" y="16344"/>
                </a:moveTo>
                <a:cubicBezTo>
                  <a:pt x="1552314" y="16344"/>
                  <a:pt x="1549136" y="18021"/>
                  <a:pt x="1546622" y="21374"/>
                </a:cubicBezTo>
                <a:cubicBezTo>
                  <a:pt x="1544036" y="24726"/>
                  <a:pt x="1542744" y="29057"/>
                  <a:pt x="1542744" y="34366"/>
                </a:cubicBezTo>
                <a:cubicBezTo>
                  <a:pt x="1542744" y="39814"/>
                  <a:pt x="1543896" y="44075"/>
                  <a:pt x="1546202" y="47148"/>
                </a:cubicBezTo>
                <a:cubicBezTo>
                  <a:pt x="1548716" y="50431"/>
                  <a:pt x="1552278" y="52073"/>
                  <a:pt x="1556890" y="52073"/>
                </a:cubicBezTo>
                <a:cubicBezTo>
                  <a:pt x="1562896" y="52073"/>
                  <a:pt x="1568414" y="48545"/>
                  <a:pt x="1573444" y="41490"/>
                </a:cubicBezTo>
                <a:cubicBezTo>
                  <a:pt x="1572536" y="24726"/>
                  <a:pt x="1566772" y="16344"/>
                  <a:pt x="1556156" y="16344"/>
                </a:cubicBezTo>
                <a:close/>
                <a:moveTo>
                  <a:pt x="1225504" y="16344"/>
                </a:moveTo>
                <a:cubicBezTo>
                  <a:pt x="1221872" y="16344"/>
                  <a:pt x="1218868" y="17532"/>
                  <a:pt x="1216494" y="19907"/>
                </a:cubicBezTo>
                <a:cubicBezTo>
                  <a:pt x="1214120" y="22352"/>
                  <a:pt x="1212932" y="25460"/>
                  <a:pt x="1212932" y="29232"/>
                </a:cubicBezTo>
                <a:cubicBezTo>
                  <a:pt x="1212932" y="33493"/>
                  <a:pt x="1214748" y="37090"/>
                  <a:pt x="1218380" y="40024"/>
                </a:cubicBezTo>
                <a:cubicBezTo>
                  <a:pt x="1220894" y="42049"/>
                  <a:pt x="1225016" y="44180"/>
                  <a:pt x="1230744" y="46415"/>
                </a:cubicBezTo>
                <a:cubicBezTo>
                  <a:pt x="1236332" y="41665"/>
                  <a:pt x="1239126" y="36356"/>
                  <a:pt x="1239126" y="30489"/>
                </a:cubicBezTo>
                <a:cubicBezTo>
                  <a:pt x="1239126" y="26438"/>
                  <a:pt x="1237938" y="23120"/>
                  <a:pt x="1235564" y="20535"/>
                </a:cubicBezTo>
                <a:cubicBezTo>
                  <a:pt x="1233048" y="17741"/>
                  <a:pt x="1229696" y="16344"/>
                  <a:pt x="1225504" y="16344"/>
                </a:cubicBezTo>
                <a:close/>
                <a:moveTo>
                  <a:pt x="1912018" y="11001"/>
                </a:moveTo>
                <a:lnTo>
                  <a:pt x="1920926" y="11001"/>
                </a:lnTo>
                <a:lnTo>
                  <a:pt x="1949948" y="60664"/>
                </a:lnTo>
                <a:lnTo>
                  <a:pt x="1958226" y="76381"/>
                </a:lnTo>
                <a:lnTo>
                  <a:pt x="1958748" y="76381"/>
                </a:lnTo>
                <a:cubicBezTo>
                  <a:pt x="1957980" y="65135"/>
                  <a:pt x="1957596" y="57172"/>
                  <a:pt x="1957596" y="52492"/>
                </a:cubicBezTo>
                <a:lnTo>
                  <a:pt x="1957596" y="11001"/>
                </a:lnTo>
                <a:lnTo>
                  <a:pt x="1965874" y="11001"/>
                </a:lnTo>
                <a:lnTo>
                  <a:pt x="1965874" y="87696"/>
                </a:lnTo>
                <a:lnTo>
                  <a:pt x="1956862" y="87696"/>
                </a:lnTo>
                <a:lnTo>
                  <a:pt x="1928050" y="38033"/>
                </a:lnTo>
                <a:lnTo>
                  <a:pt x="1919668" y="22317"/>
                </a:lnTo>
                <a:lnTo>
                  <a:pt x="1919144" y="22317"/>
                </a:lnTo>
                <a:cubicBezTo>
                  <a:pt x="1919842" y="35029"/>
                  <a:pt x="1920192" y="42818"/>
                  <a:pt x="1920192" y="45681"/>
                </a:cubicBezTo>
                <a:lnTo>
                  <a:pt x="1920192" y="87696"/>
                </a:lnTo>
                <a:lnTo>
                  <a:pt x="1912018" y="87696"/>
                </a:lnTo>
                <a:close/>
                <a:moveTo>
                  <a:pt x="1807244" y="11001"/>
                </a:moveTo>
                <a:lnTo>
                  <a:pt x="1815940" y="11001"/>
                </a:lnTo>
                <a:lnTo>
                  <a:pt x="1815940" y="87696"/>
                </a:lnTo>
                <a:lnTo>
                  <a:pt x="1807244" y="87696"/>
                </a:lnTo>
                <a:close/>
                <a:moveTo>
                  <a:pt x="1692944" y="11001"/>
                </a:moveTo>
                <a:lnTo>
                  <a:pt x="1736636" y="11001"/>
                </a:lnTo>
                <a:lnTo>
                  <a:pt x="1736636" y="18335"/>
                </a:lnTo>
                <a:lnTo>
                  <a:pt x="1701640" y="18335"/>
                </a:lnTo>
                <a:lnTo>
                  <a:pt x="1701640" y="43586"/>
                </a:lnTo>
                <a:lnTo>
                  <a:pt x="1731082" y="43586"/>
                </a:lnTo>
                <a:lnTo>
                  <a:pt x="1731082" y="50920"/>
                </a:lnTo>
                <a:lnTo>
                  <a:pt x="1701640" y="50920"/>
                </a:lnTo>
                <a:lnTo>
                  <a:pt x="1701640" y="80362"/>
                </a:lnTo>
                <a:lnTo>
                  <a:pt x="1737788" y="80362"/>
                </a:lnTo>
                <a:lnTo>
                  <a:pt x="1737788" y="87696"/>
                </a:lnTo>
                <a:lnTo>
                  <a:pt x="1692944" y="87696"/>
                </a:lnTo>
                <a:close/>
                <a:moveTo>
                  <a:pt x="1616744" y="11001"/>
                </a:moveTo>
                <a:lnTo>
                  <a:pt x="1635604" y="11001"/>
                </a:lnTo>
                <a:cubicBezTo>
                  <a:pt x="1647268" y="11001"/>
                  <a:pt x="1656174" y="14319"/>
                  <a:pt x="1662322" y="20955"/>
                </a:cubicBezTo>
                <a:cubicBezTo>
                  <a:pt x="1668398" y="27520"/>
                  <a:pt x="1671436" y="36880"/>
                  <a:pt x="1671436" y="49034"/>
                </a:cubicBezTo>
                <a:cubicBezTo>
                  <a:pt x="1671436" y="61258"/>
                  <a:pt x="1668434" y="70723"/>
                  <a:pt x="1662426" y="77428"/>
                </a:cubicBezTo>
                <a:cubicBezTo>
                  <a:pt x="1656280" y="84274"/>
                  <a:pt x="1647442" y="87696"/>
                  <a:pt x="1635918" y="87696"/>
                </a:cubicBezTo>
                <a:lnTo>
                  <a:pt x="1616744" y="87696"/>
                </a:lnTo>
                <a:close/>
                <a:moveTo>
                  <a:pt x="1484232" y="11001"/>
                </a:moveTo>
                <a:lnTo>
                  <a:pt x="1520904" y="11001"/>
                </a:lnTo>
                <a:lnTo>
                  <a:pt x="1520904" y="18335"/>
                </a:lnTo>
                <a:lnTo>
                  <a:pt x="1491776" y="18335"/>
                </a:lnTo>
                <a:lnTo>
                  <a:pt x="1489680" y="41595"/>
                </a:lnTo>
                <a:cubicBezTo>
                  <a:pt x="1493522" y="39430"/>
                  <a:pt x="1497504" y="38347"/>
                  <a:pt x="1501624" y="38347"/>
                </a:cubicBezTo>
                <a:cubicBezTo>
                  <a:pt x="1508400" y="38347"/>
                  <a:pt x="1513814" y="40303"/>
                  <a:pt x="1517866" y="44215"/>
                </a:cubicBezTo>
                <a:cubicBezTo>
                  <a:pt x="1522336" y="48545"/>
                  <a:pt x="1524570" y="54762"/>
                  <a:pt x="1524570" y="62865"/>
                </a:cubicBezTo>
                <a:cubicBezTo>
                  <a:pt x="1524570" y="70827"/>
                  <a:pt x="1522022" y="77289"/>
                  <a:pt x="1516922" y="82248"/>
                </a:cubicBezTo>
                <a:cubicBezTo>
                  <a:pt x="1512242" y="86788"/>
                  <a:pt x="1506550" y="89058"/>
                  <a:pt x="1499844" y="89058"/>
                </a:cubicBezTo>
                <a:cubicBezTo>
                  <a:pt x="1490484" y="89058"/>
                  <a:pt x="1482416" y="85671"/>
                  <a:pt x="1475640" y="78895"/>
                </a:cubicBezTo>
                <a:lnTo>
                  <a:pt x="1479936" y="73237"/>
                </a:lnTo>
                <a:cubicBezTo>
                  <a:pt x="1485594" y="79035"/>
                  <a:pt x="1491986" y="81934"/>
                  <a:pt x="1499110" y="81934"/>
                </a:cubicBezTo>
                <a:cubicBezTo>
                  <a:pt x="1503860" y="81934"/>
                  <a:pt x="1507842" y="80222"/>
                  <a:pt x="1511054" y="76800"/>
                </a:cubicBezTo>
                <a:cubicBezTo>
                  <a:pt x="1514338" y="73307"/>
                  <a:pt x="1515980" y="68732"/>
                  <a:pt x="1515980" y="63074"/>
                </a:cubicBezTo>
                <a:cubicBezTo>
                  <a:pt x="1515980" y="57486"/>
                  <a:pt x="1514478" y="53051"/>
                  <a:pt x="1511474" y="49768"/>
                </a:cubicBezTo>
                <a:cubicBezTo>
                  <a:pt x="1508540" y="46555"/>
                  <a:pt x="1504558" y="44948"/>
                  <a:pt x="1499530" y="44948"/>
                </a:cubicBezTo>
                <a:cubicBezTo>
                  <a:pt x="1495478" y="44948"/>
                  <a:pt x="1491148" y="46485"/>
                  <a:pt x="1486538" y="49558"/>
                </a:cubicBezTo>
                <a:lnTo>
                  <a:pt x="1481822" y="46624"/>
                </a:lnTo>
                <a:close/>
                <a:moveTo>
                  <a:pt x="1430216" y="11001"/>
                </a:moveTo>
                <a:lnTo>
                  <a:pt x="1477678" y="11001"/>
                </a:lnTo>
                <a:lnTo>
                  <a:pt x="1477678" y="16135"/>
                </a:lnTo>
                <a:cubicBezTo>
                  <a:pt x="1469158" y="27171"/>
                  <a:pt x="1463254" y="38277"/>
                  <a:pt x="1459972" y="49453"/>
                </a:cubicBezTo>
                <a:cubicBezTo>
                  <a:pt x="1457318" y="58674"/>
                  <a:pt x="1455642" y="71421"/>
                  <a:pt x="1454942" y="87696"/>
                </a:cubicBezTo>
                <a:lnTo>
                  <a:pt x="1446038" y="87696"/>
                </a:lnTo>
                <a:cubicBezTo>
                  <a:pt x="1447224" y="59966"/>
                  <a:pt x="1454488" y="36845"/>
                  <a:pt x="1467830" y="18335"/>
                </a:cubicBezTo>
                <a:lnTo>
                  <a:pt x="1430216" y="18335"/>
                </a:lnTo>
                <a:close/>
                <a:moveTo>
                  <a:pt x="1379458" y="11001"/>
                </a:moveTo>
                <a:lnTo>
                  <a:pt x="1416128" y="11001"/>
                </a:lnTo>
                <a:lnTo>
                  <a:pt x="1416128" y="18335"/>
                </a:lnTo>
                <a:lnTo>
                  <a:pt x="1387002" y="18335"/>
                </a:lnTo>
                <a:lnTo>
                  <a:pt x="1384906" y="41595"/>
                </a:lnTo>
                <a:cubicBezTo>
                  <a:pt x="1388748" y="39430"/>
                  <a:pt x="1392728" y="38347"/>
                  <a:pt x="1396850" y="38347"/>
                </a:cubicBezTo>
                <a:cubicBezTo>
                  <a:pt x="1403626" y="38347"/>
                  <a:pt x="1409038" y="40303"/>
                  <a:pt x="1413090" y="44215"/>
                </a:cubicBezTo>
                <a:cubicBezTo>
                  <a:pt x="1417560" y="48545"/>
                  <a:pt x="1419796" y="54762"/>
                  <a:pt x="1419796" y="62865"/>
                </a:cubicBezTo>
                <a:cubicBezTo>
                  <a:pt x="1419796" y="70827"/>
                  <a:pt x="1417246" y="77289"/>
                  <a:pt x="1412148" y="82248"/>
                </a:cubicBezTo>
                <a:cubicBezTo>
                  <a:pt x="1407468" y="86788"/>
                  <a:pt x="1401774" y="89058"/>
                  <a:pt x="1395068" y="89058"/>
                </a:cubicBezTo>
                <a:cubicBezTo>
                  <a:pt x="1385708" y="89058"/>
                  <a:pt x="1377642" y="85671"/>
                  <a:pt x="1370866" y="78895"/>
                </a:cubicBezTo>
                <a:lnTo>
                  <a:pt x="1375162" y="73237"/>
                </a:lnTo>
                <a:cubicBezTo>
                  <a:pt x="1380820" y="79035"/>
                  <a:pt x="1387210" y="81934"/>
                  <a:pt x="1394336" y="81934"/>
                </a:cubicBezTo>
                <a:cubicBezTo>
                  <a:pt x="1399086" y="81934"/>
                  <a:pt x="1403066" y="80222"/>
                  <a:pt x="1406280" y="76800"/>
                </a:cubicBezTo>
                <a:cubicBezTo>
                  <a:pt x="1409562" y="73307"/>
                  <a:pt x="1411204" y="68732"/>
                  <a:pt x="1411204" y="63074"/>
                </a:cubicBezTo>
                <a:cubicBezTo>
                  <a:pt x="1411204" y="57486"/>
                  <a:pt x="1409702" y="53051"/>
                  <a:pt x="1406698" y="49768"/>
                </a:cubicBezTo>
                <a:cubicBezTo>
                  <a:pt x="1403766" y="46555"/>
                  <a:pt x="1399784" y="44948"/>
                  <a:pt x="1394754" y="44948"/>
                </a:cubicBezTo>
                <a:cubicBezTo>
                  <a:pt x="1390704" y="44948"/>
                  <a:pt x="1386372" y="46485"/>
                  <a:pt x="1381762" y="49558"/>
                </a:cubicBezTo>
                <a:lnTo>
                  <a:pt x="1377048" y="46624"/>
                </a:lnTo>
                <a:close/>
                <a:moveTo>
                  <a:pt x="1288208" y="11001"/>
                </a:moveTo>
                <a:lnTo>
                  <a:pt x="1297324" y="11001"/>
                </a:lnTo>
                <a:lnTo>
                  <a:pt x="1297324" y="59512"/>
                </a:lnTo>
                <a:lnTo>
                  <a:pt x="1307800" y="59512"/>
                </a:lnTo>
                <a:lnTo>
                  <a:pt x="1307800" y="66322"/>
                </a:lnTo>
                <a:lnTo>
                  <a:pt x="1297324" y="66322"/>
                </a:lnTo>
                <a:lnTo>
                  <a:pt x="1297324" y="87696"/>
                </a:lnTo>
                <a:lnTo>
                  <a:pt x="1289256" y="87696"/>
                </a:lnTo>
                <a:lnTo>
                  <a:pt x="1289256" y="66322"/>
                </a:lnTo>
                <a:lnTo>
                  <a:pt x="1255622" y="66322"/>
                </a:lnTo>
                <a:lnTo>
                  <a:pt x="1255622" y="60769"/>
                </a:lnTo>
                <a:close/>
                <a:moveTo>
                  <a:pt x="711870" y="11001"/>
                </a:moveTo>
                <a:lnTo>
                  <a:pt x="730728" y="11001"/>
                </a:lnTo>
                <a:cubicBezTo>
                  <a:pt x="742394" y="11001"/>
                  <a:pt x="751300" y="14319"/>
                  <a:pt x="757446" y="20955"/>
                </a:cubicBezTo>
                <a:cubicBezTo>
                  <a:pt x="763524" y="27520"/>
                  <a:pt x="766562" y="36880"/>
                  <a:pt x="766562" y="49034"/>
                </a:cubicBezTo>
                <a:cubicBezTo>
                  <a:pt x="766562" y="61258"/>
                  <a:pt x="763558" y="70723"/>
                  <a:pt x="757550" y="77428"/>
                </a:cubicBezTo>
                <a:cubicBezTo>
                  <a:pt x="751404" y="84274"/>
                  <a:pt x="742568" y="87696"/>
                  <a:pt x="731042" y="87696"/>
                </a:cubicBezTo>
                <a:lnTo>
                  <a:pt x="711870" y="87696"/>
                </a:lnTo>
                <a:close/>
                <a:moveTo>
                  <a:pt x="473744" y="11001"/>
                </a:moveTo>
                <a:lnTo>
                  <a:pt x="495956" y="11001"/>
                </a:lnTo>
                <a:cubicBezTo>
                  <a:pt x="513418" y="11001"/>
                  <a:pt x="522150" y="17253"/>
                  <a:pt x="522150" y="29756"/>
                </a:cubicBezTo>
                <a:cubicBezTo>
                  <a:pt x="522150" y="38347"/>
                  <a:pt x="518344" y="43900"/>
                  <a:pt x="510730" y="46415"/>
                </a:cubicBezTo>
                <a:lnTo>
                  <a:pt x="510730" y="46834"/>
                </a:lnTo>
                <a:cubicBezTo>
                  <a:pt x="521346" y="48860"/>
                  <a:pt x="526656" y="55006"/>
                  <a:pt x="526656" y="65274"/>
                </a:cubicBezTo>
                <a:cubicBezTo>
                  <a:pt x="526656" y="72539"/>
                  <a:pt x="523966" y="78162"/>
                  <a:pt x="518588" y="82143"/>
                </a:cubicBezTo>
                <a:cubicBezTo>
                  <a:pt x="513488" y="85845"/>
                  <a:pt x="506504" y="87696"/>
                  <a:pt x="497632" y="87696"/>
                </a:cubicBezTo>
                <a:lnTo>
                  <a:pt x="473744" y="87696"/>
                </a:lnTo>
                <a:close/>
                <a:moveTo>
                  <a:pt x="1225714" y="9848"/>
                </a:moveTo>
                <a:cubicBezTo>
                  <a:pt x="1232140" y="9848"/>
                  <a:pt x="1237240" y="11734"/>
                  <a:pt x="1241012" y="15506"/>
                </a:cubicBezTo>
                <a:cubicBezTo>
                  <a:pt x="1244714" y="19208"/>
                  <a:pt x="1246564" y="24063"/>
                  <a:pt x="1246564" y="30070"/>
                </a:cubicBezTo>
                <a:cubicBezTo>
                  <a:pt x="1246564" y="37055"/>
                  <a:pt x="1243106" y="43272"/>
                  <a:pt x="1236192" y="48720"/>
                </a:cubicBezTo>
                <a:lnTo>
                  <a:pt x="1236192" y="49244"/>
                </a:lnTo>
                <a:cubicBezTo>
                  <a:pt x="1244854" y="54273"/>
                  <a:pt x="1249184" y="60979"/>
                  <a:pt x="1249184" y="69361"/>
                </a:cubicBezTo>
                <a:cubicBezTo>
                  <a:pt x="1249184" y="74949"/>
                  <a:pt x="1247018" y="79594"/>
                  <a:pt x="1242688" y="83296"/>
                </a:cubicBezTo>
                <a:cubicBezTo>
                  <a:pt x="1238218" y="87137"/>
                  <a:pt x="1232490" y="89058"/>
                  <a:pt x="1225504" y="89058"/>
                </a:cubicBezTo>
                <a:cubicBezTo>
                  <a:pt x="1218450" y="89058"/>
                  <a:pt x="1212652" y="87137"/>
                  <a:pt x="1208112" y="83296"/>
                </a:cubicBezTo>
                <a:cubicBezTo>
                  <a:pt x="1203502" y="79454"/>
                  <a:pt x="1201196" y="74564"/>
                  <a:pt x="1201196" y="68627"/>
                </a:cubicBezTo>
                <a:cubicBezTo>
                  <a:pt x="1201196" y="59617"/>
                  <a:pt x="1205946" y="52492"/>
                  <a:pt x="1215446" y="47253"/>
                </a:cubicBezTo>
                <a:lnTo>
                  <a:pt x="1215446" y="46834"/>
                </a:lnTo>
                <a:cubicBezTo>
                  <a:pt x="1208532" y="42154"/>
                  <a:pt x="1205074" y="36287"/>
                  <a:pt x="1205074" y="29232"/>
                </a:cubicBezTo>
                <a:cubicBezTo>
                  <a:pt x="1205074" y="23504"/>
                  <a:pt x="1207064" y="18824"/>
                  <a:pt x="1211046" y="15192"/>
                </a:cubicBezTo>
                <a:cubicBezTo>
                  <a:pt x="1214888" y="11630"/>
                  <a:pt x="1219778" y="9848"/>
                  <a:pt x="1225714" y="9848"/>
                </a:cubicBezTo>
                <a:close/>
                <a:moveTo>
                  <a:pt x="1866098" y="9639"/>
                </a:moveTo>
                <a:cubicBezTo>
                  <a:pt x="1874620" y="9639"/>
                  <a:pt x="1881920" y="12747"/>
                  <a:pt x="1887998" y="18964"/>
                </a:cubicBezTo>
                <a:lnTo>
                  <a:pt x="1883178" y="24622"/>
                </a:lnTo>
                <a:cubicBezTo>
                  <a:pt x="1878568" y="19732"/>
                  <a:pt x="1872944" y="17287"/>
                  <a:pt x="1866308" y="17287"/>
                </a:cubicBezTo>
                <a:cubicBezTo>
                  <a:pt x="1858346" y="17287"/>
                  <a:pt x="1852024" y="20116"/>
                  <a:pt x="1847344" y="25774"/>
                </a:cubicBezTo>
                <a:cubicBezTo>
                  <a:pt x="1842594" y="31502"/>
                  <a:pt x="1840220" y="39290"/>
                  <a:pt x="1840220" y="49139"/>
                </a:cubicBezTo>
                <a:cubicBezTo>
                  <a:pt x="1840220" y="59128"/>
                  <a:pt x="1842490" y="66986"/>
                  <a:pt x="1847030" y="72713"/>
                </a:cubicBezTo>
                <a:cubicBezTo>
                  <a:pt x="1851640" y="78511"/>
                  <a:pt x="1858066" y="81410"/>
                  <a:pt x="1866308" y="81410"/>
                </a:cubicBezTo>
                <a:cubicBezTo>
                  <a:pt x="1872664" y="81410"/>
                  <a:pt x="1877520" y="79803"/>
                  <a:pt x="1880872" y="76590"/>
                </a:cubicBezTo>
                <a:lnTo>
                  <a:pt x="1880872" y="55635"/>
                </a:lnTo>
                <a:lnTo>
                  <a:pt x="1864214" y="55635"/>
                </a:lnTo>
                <a:lnTo>
                  <a:pt x="1864214" y="48406"/>
                </a:lnTo>
                <a:lnTo>
                  <a:pt x="1888940" y="48406"/>
                </a:lnTo>
                <a:lnTo>
                  <a:pt x="1888940" y="80257"/>
                </a:lnTo>
                <a:cubicBezTo>
                  <a:pt x="1883282" y="86125"/>
                  <a:pt x="1875458" y="89058"/>
                  <a:pt x="1865470" y="89058"/>
                </a:cubicBezTo>
                <a:cubicBezTo>
                  <a:pt x="1855272" y="89058"/>
                  <a:pt x="1847066" y="85531"/>
                  <a:pt x="1840848" y="78476"/>
                </a:cubicBezTo>
                <a:cubicBezTo>
                  <a:pt x="1834492" y="71281"/>
                  <a:pt x="1831314" y="61572"/>
                  <a:pt x="1831314" y="49349"/>
                </a:cubicBezTo>
                <a:cubicBezTo>
                  <a:pt x="1831314" y="37195"/>
                  <a:pt x="1834596" y="27486"/>
                  <a:pt x="1841162" y="20221"/>
                </a:cubicBezTo>
                <a:cubicBezTo>
                  <a:pt x="1847518" y="13166"/>
                  <a:pt x="1855830" y="9639"/>
                  <a:pt x="1866098" y="9639"/>
                </a:cubicBezTo>
                <a:close/>
                <a:moveTo>
                  <a:pt x="1771888" y="9639"/>
                </a:moveTo>
                <a:cubicBezTo>
                  <a:pt x="1780828" y="9639"/>
                  <a:pt x="1788266" y="12782"/>
                  <a:pt x="1794204" y="19069"/>
                </a:cubicBezTo>
                <a:lnTo>
                  <a:pt x="1789594" y="24622"/>
                </a:lnTo>
                <a:cubicBezTo>
                  <a:pt x="1784496" y="19732"/>
                  <a:pt x="1778592" y="17287"/>
                  <a:pt x="1771888" y="17287"/>
                </a:cubicBezTo>
                <a:cubicBezTo>
                  <a:pt x="1767416" y="17287"/>
                  <a:pt x="1763820" y="18335"/>
                  <a:pt x="1761096" y="20431"/>
                </a:cubicBezTo>
                <a:cubicBezTo>
                  <a:pt x="1758372" y="22596"/>
                  <a:pt x="1757010" y="25460"/>
                  <a:pt x="1757010" y="29022"/>
                </a:cubicBezTo>
                <a:cubicBezTo>
                  <a:pt x="1757010" y="32515"/>
                  <a:pt x="1758406" y="35414"/>
                  <a:pt x="1761200" y="37719"/>
                </a:cubicBezTo>
                <a:cubicBezTo>
                  <a:pt x="1762806" y="39046"/>
                  <a:pt x="1765670" y="40582"/>
                  <a:pt x="1769792" y="42329"/>
                </a:cubicBezTo>
                <a:lnTo>
                  <a:pt x="1780898" y="47044"/>
                </a:lnTo>
                <a:cubicBezTo>
                  <a:pt x="1791516" y="51723"/>
                  <a:pt x="1796824" y="58569"/>
                  <a:pt x="1796824" y="67579"/>
                </a:cubicBezTo>
                <a:cubicBezTo>
                  <a:pt x="1796824" y="73726"/>
                  <a:pt x="1794518" y="78825"/>
                  <a:pt x="1789908" y="82877"/>
                </a:cubicBezTo>
                <a:cubicBezTo>
                  <a:pt x="1785088" y="86998"/>
                  <a:pt x="1778802" y="89058"/>
                  <a:pt x="1771050" y="89058"/>
                </a:cubicBezTo>
                <a:cubicBezTo>
                  <a:pt x="1760432" y="89058"/>
                  <a:pt x="1751562" y="85251"/>
                  <a:pt x="1744436" y="77638"/>
                </a:cubicBezTo>
                <a:lnTo>
                  <a:pt x="1749674" y="71666"/>
                </a:lnTo>
                <a:cubicBezTo>
                  <a:pt x="1755682" y="78162"/>
                  <a:pt x="1762842" y="81410"/>
                  <a:pt x="1771154" y="81410"/>
                </a:cubicBezTo>
                <a:cubicBezTo>
                  <a:pt x="1776322" y="81410"/>
                  <a:pt x="1780444" y="80187"/>
                  <a:pt x="1783518" y="77743"/>
                </a:cubicBezTo>
                <a:cubicBezTo>
                  <a:pt x="1786520" y="75368"/>
                  <a:pt x="1788022" y="72190"/>
                  <a:pt x="1788022" y="68208"/>
                </a:cubicBezTo>
                <a:cubicBezTo>
                  <a:pt x="1788022" y="64506"/>
                  <a:pt x="1786766" y="61502"/>
                  <a:pt x="1784250" y="59197"/>
                </a:cubicBezTo>
                <a:cubicBezTo>
                  <a:pt x="1782644" y="57800"/>
                  <a:pt x="1779536" y="56089"/>
                  <a:pt x="1774926" y="54063"/>
                </a:cubicBezTo>
                <a:lnTo>
                  <a:pt x="1763820" y="49139"/>
                </a:lnTo>
                <a:cubicBezTo>
                  <a:pt x="1753412" y="44669"/>
                  <a:pt x="1748208" y="38173"/>
                  <a:pt x="1748208" y="29651"/>
                </a:cubicBezTo>
                <a:cubicBezTo>
                  <a:pt x="1748208" y="23853"/>
                  <a:pt x="1750444" y="19069"/>
                  <a:pt x="1754914" y="15297"/>
                </a:cubicBezTo>
                <a:cubicBezTo>
                  <a:pt x="1759384" y="11525"/>
                  <a:pt x="1765042" y="9639"/>
                  <a:pt x="1771888" y="9639"/>
                </a:cubicBezTo>
                <a:close/>
                <a:moveTo>
                  <a:pt x="1556156" y="9639"/>
                </a:moveTo>
                <a:cubicBezTo>
                  <a:pt x="1563838" y="9639"/>
                  <a:pt x="1569916" y="12677"/>
                  <a:pt x="1574386" y="18754"/>
                </a:cubicBezTo>
                <a:cubicBezTo>
                  <a:pt x="1579206" y="25111"/>
                  <a:pt x="1581616" y="34121"/>
                  <a:pt x="1581616" y="45786"/>
                </a:cubicBezTo>
                <a:cubicBezTo>
                  <a:pt x="1581616" y="60455"/>
                  <a:pt x="1578822" y="71596"/>
                  <a:pt x="1573234" y="79209"/>
                </a:cubicBezTo>
                <a:cubicBezTo>
                  <a:pt x="1568344" y="85775"/>
                  <a:pt x="1561954" y="89058"/>
                  <a:pt x="1554060" y="89058"/>
                </a:cubicBezTo>
                <a:cubicBezTo>
                  <a:pt x="1546936" y="89058"/>
                  <a:pt x="1540928" y="86509"/>
                  <a:pt x="1536038" y="81410"/>
                </a:cubicBezTo>
                <a:lnTo>
                  <a:pt x="1540754" y="76066"/>
                </a:lnTo>
                <a:cubicBezTo>
                  <a:pt x="1544316" y="79978"/>
                  <a:pt x="1548682" y="81934"/>
                  <a:pt x="1553850" y="81934"/>
                </a:cubicBezTo>
                <a:cubicBezTo>
                  <a:pt x="1559368" y="81934"/>
                  <a:pt x="1563804" y="79489"/>
                  <a:pt x="1567158" y="74599"/>
                </a:cubicBezTo>
                <a:cubicBezTo>
                  <a:pt x="1571068" y="68942"/>
                  <a:pt x="1573198" y="60315"/>
                  <a:pt x="1573548" y="48720"/>
                </a:cubicBezTo>
                <a:cubicBezTo>
                  <a:pt x="1568240" y="55216"/>
                  <a:pt x="1562232" y="58464"/>
                  <a:pt x="1555526" y="58464"/>
                </a:cubicBezTo>
                <a:cubicBezTo>
                  <a:pt x="1549030" y="58464"/>
                  <a:pt x="1543932" y="56438"/>
                  <a:pt x="1540230" y="52387"/>
                </a:cubicBezTo>
                <a:cubicBezTo>
                  <a:pt x="1536458" y="48126"/>
                  <a:pt x="1534572" y="42119"/>
                  <a:pt x="1534572" y="34366"/>
                </a:cubicBezTo>
                <a:cubicBezTo>
                  <a:pt x="1534572" y="27171"/>
                  <a:pt x="1536702" y="21199"/>
                  <a:pt x="1540964" y="16449"/>
                </a:cubicBezTo>
                <a:cubicBezTo>
                  <a:pt x="1545084" y="11909"/>
                  <a:pt x="1550148" y="9639"/>
                  <a:pt x="1556156" y="9639"/>
                </a:cubicBezTo>
                <a:close/>
                <a:moveTo>
                  <a:pt x="194356" y="9639"/>
                </a:moveTo>
                <a:lnTo>
                  <a:pt x="198652" y="11001"/>
                </a:lnTo>
                <a:cubicBezTo>
                  <a:pt x="195160" y="34680"/>
                  <a:pt x="187826" y="53959"/>
                  <a:pt x="176650" y="68837"/>
                </a:cubicBezTo>
                <a:cubicBezTo>
                  <a:pt x="182866" y="76660"/>
                  <a:pt x="191354" y="83889"/>
                  <a:pt x="202110" y="90525"/>
                </a:cubicBezTo>
                <a:cubicBezTo>
                  <a:pt x="199944" y="92132"/>
                  <a:pt x="198304" y="94018"/>
                  <a:pt x="197186" y="96183"/>
                </a:cubicBezTo>
                <a:cubicBezTo>
                  <a:pt x="186638" y="89338"/>
                  <a:pt x="178292" y="82108"/>
                  <a:pt x="172144" y="74495"/>
                </a:cubicBezTo>
                <a:cubicBezTo>
                  <a:pt x="164112" y="83645"/>
                  <a:pt x="154682" y="90665"/>
                  <a:pt x="143856" y="95554"/>
                </a:cubicBezTo>
                <a:cubicBezTo>
                  <a:pt x="142668" y="93179"/>
                  <a:pt x="141236" y="91259"/>
                  <a:pt x="139560" y="89792"/>
                </a:cubicBezTo>
                <a:cubicBezTo>
                  <a:pt x="150246" y="85391"/>
                  <a:pt x="159712" y="78406"/>
                  <a:pt x="167954" y="68837"/>
                </a:cubicBezTo>
                <a:cubicBezTo>
                  <a:pt x="159362" y="56264"/>
                  <a:pt x="153146" y="38871"/>
                  <a:pt x="149304" y="16659"/>
                </a:cubicBezTo>
                <a:lnTo>
                  <a:pt x="145322" y="16659"/>
                </a:lnTo>
                <a:lnTo>
                  <a:pt x="145322" y="9953"/>
                </a:lnTo>
                <a:lnTo>
                  <a:pt x="193100" y="9953"/>
                </a:lnTo>
                <a:close/>
                <a:moveTo>
                  <a:pt x="1337918" y="9534"/>
                </a:moveTo>
                <a:cubicBezTo>
                  <a:pt x="1344414" y="9604"/>
                  <a:pt x="1349618" y="11280"/>
                  <a:pt x="1353530" y="14563"/>
                </a:cubicBezTo>
                <a:cubicBezTo>
                  <a:pt x="1357652" y="17986"/>
                  <a:pt x="1359712" y="22666"/>
                  <a:pt x="1359712" y="28603"/>
                </a:cubicBezTo>
                <a:cubicBezTo>
                  <a:pt x="1359712" y="37753"/>
                  <a:pt x="1355136" y="43970"/>
                  <a:pt x="1345986" y="47253"/>
                </a:cubicBezTo>
                <a:lnTo>
                  <a:pt x="1345986" y="47672"/>
                </a:lnTo>
                <a:cubicBezTo>
                  <a:pt x="1350736" y="48790"/>
                  <a:pt x="1354578" y="50990"/>
                  <a:pt x="1357512" y="54273"/>
                </a:cubicBezTo>
                <a:cubicBezTo>
                  <a:pt x="1360724" y="57835"/>
                  <a:pt x="1362332" y="62166"/>
                  <a:pt x="1362332" y="67265"/>
                </a:cubicBezTo>
                <a:cubicBezTo>
                  <a:pt x="1362332" y="73901"/>
                  <a:pt x="1359992" y="79244"/>
                  <a:pt x="1355312" y="83296"/>
                </a:cubicBezTo>
                <a:cubicBezTo>
                  <a:pt x="1350842" y="87137"/>
                  <a:pt x="1345148" y="89058"/>
                  <a:pt x="1338234" y="89058"/>
                </a:cubicBezTo>
                <a:cubicBezTo>
                  <a:pt x="1328454" y="89058"/>
                  <a:pt x="1320352" y="85566"/>
                  <a:pt x="1313926" y="78581"/>
                </a:cubicBezTo>
                <a:lnTo>
                  <a:pt x="1318326" y="73028"/>
                </a:lnTo>
                <a:cubicBezTo>
                  <a:pt x="1324124" y="78965"/>
                  <a:pt x="1330584" y="81934"/>
                  <a:pt x="1337710" y="81934"/>
                </a:cubicBezTo>
                <a:cubicBezTo>
                  <a:pt x="1342458" y="81934"/>
                  <a:pt x="1346300" y="80606"/>
                  <a:pt x="1349234" y="77952"/>
                </a:cubicBezTo>
                <a:cubicBezTo>
                  <a:pt x="1352238" y="75158"/>
                  <a:pt x="1353740" y="71526"/>
                  <a:pt x="1353740" y="67056"/>
                </a:cubicBezTo>
                <a:cubicBezTo>
                  <a:pt x="1353740" y="56438"/>
                  <a:pt x="1345638" y="51130"/>
                  <a:pt x="1329432" y="51130"/>
                </a:cubicBezTo>
                <a:lnTo>
                  <a:pt x="1329432" y="44424"/>
                </a:lnTo>
                <a:cubicBezTo>
                  <a:pt x="1343822" y="44424"/>
                  <a:pt x="1351016" y="39360"/>
                  <a:pt x="1351016" y="29232"/>
                </a:cubicBezTo>
                <a:cubicBezTo>
                  <a:pt x="1351016" y="25390"/>
                  <a:pt x="1349828" y="22317"/>
                  <a:pt x="1347454" y="20012"/>
                </a:cubicBezTo>
                <a:cubicBezTo>
                  <a:pt x="1345008" y="17707"/>
                  <a:pt x="1341726" y="16519"/>
                  <a:pt x="1337604" y="16449"/>
                </a:cubicBezTo>
                <a:cubicBezTo>
                  <a:pt x="1331806" y="16519"/>
                  <a:pt x="1326428" y="19104"/>
                  <a:pt x="1321470" y="24203"/>
                </a:cubicBezTo>
                <a:lnTo>
                  <a:pt x="1316754" y="18650"/>
                </a:lnTo>
                <a:cubicBezTo>
                  <a:pt x="1323320" y="12642"/>
                  <a:pt x="1330374" y="9604"/>
                  <a:pt x="1337918" y="9534"/>
                </a:cubicBezTo>
                <a:close/>
                <a:moveTo>
                  <a:pt x="1101660" y="4295"/>
                </a:moveTo>
                <a:lnTo>
                  <a:pt x="1110148" y="4295"/>
                </a:lnTo>
                <a:lnTo>
                  <a:pt x="1110148" y="77952"/>
                </a:lnTo>
                <a:cubicBezTo>
                  <a:pt x="1110148" y="80606"/>
                  <a:pt x="1111020" y="81934"/>
                  <a:pt x="1112766" y="81934"/>
                </a:cubicBezTo>
                <a:cubicBezTo>
                  <a:pt x="1113396" y="81934"/>
                  <a:pt x="1114058" y="81864"/>
                  <a:pt x="1114758" y="81724"/>
                </a:cubicBezTo>
                <a:lnTo>
                  <a:pt x="1116014" y="88325"/>
                </a:lnTo>
                <a:cubicBezTo>
                  <a:pt x="1114408" y="88814"/>
                  <a:pt x="1112696" y="89058"/>
                  <a:pt x="1110880" y="89058"/>
                </a:cubicBezTo>
                <a:cubicBezTo>
                  <a:pt x="1104734" y="89058"/>
                  <a:pt x="1101660" y="85147"/>
                  <a:pt x="1101660" y="77324"/>
                </a:cubicBezTo>
                <a:close/>
                <a:moveTo>
                  <a:pt x="539686" y="4295"/>
                </a:moveTo>
                <a:lnTo>
                  <a:pt x="548172" y="4295"/>
                </a:lnTo>
                <a:lnTo>
                  <a:pt x="548172" y="77952"/>
                </a:lnTo>
                <a:cubicBezTo>
                  <a:pt x="548172" y="80606"/>
                  <a:pt x="549046" y="81934"/>
                  <a:pt x="550792" y="81934"/>
                </a:cubicBezTo>
                <a:cubicBezTo>
                  <a:pt x="551420" y="81934"/>
                  <a:pt x="552084" y="81864"/>
                  <a:pt x="552782" y="81724"/>
                </a:cubicBezTo>
                <a:lnTo>
                  <a:pt x="554040" y="88325"/>
                </a:lnTo>
                <a:cubicBezTo>
                  <a:pt x="552434" y="88814"/>
                  <a:pt x="550722" y="89058"/>
                  <a:pt x="548906" y="89058"/>
                </a:cubicBezTo>
                <a:cubicBezTo>
                  <a:pt x="542758" y="89058"/>
                  <a:pt x="539686" y="85147"/>
                  <a:pt x="539686" y="77324"/>
                </a:cubicBezTo>
                <a:close/>
                <a:moveTo>
                  <a:pt x="1090374" y="2933"/>
                </a:moveTo>
                <a:cubicBezTo>
                  <a:pt x="1093586" y="2933"/>
                  <a:pt x="1096626" y="3562"/>
                  <a:pt x="1099488" y="4819"/>
                </a:cubicBezTo>
                <a:lnTo>
                  <a:pt x="1097602" y="11420"/>
                </a:lnTo>
                <a:cubicBezTo>
                  <a:pt x="1095438" y="10372"/>
                  <a:pt x="1093272" y="9848"/>
                  <a:pt x="1091106" y="9848"/>
                </a:cubicBezTo>
                <a:cubicBezTo>
                  <a:pt x="1085658" y="9848"/>
                  <a:pt x="1082934" y="13690"/>
                  <a:pt x="1082934" y="21374"/>
                </a:cubicBezTo>
                <a:lnTo>
                  <a:pt x="1082934" y="31118"/>
                </a:lnTo>
                <a:lnTo>
                  <a:pt x="1095088" y="31118"/>
                </a:lnTo>
                <a:lnTo>
                  <a:pt x="1095088" y="38138"/>
                </a:lnTo>
                <a:lnTo>
                  <a:pt x="1082934" y="38138"/>
                </a:lnTo>
                <a:lnTo>
                  <a:pt x="1082934" y="87696"/>
                </a:lnTo>
                <a:lnTo>
                  <a:pt x="1074342" y="87696"/>
                </a:lnTo>
                <a:lnTo>
                  <a:pt x="1074342" y="38138"/>
                </a:lnTo>
                <a:lnTo>
                  <a:pt x="1066590" y="38138"/>
                </a:lnTo>
                <a:lnTo>
                  <a:pt x="1066590" y="31642"/>
                </a:lnTo>
                <a:lnTo>
                  <a:pt x="1074342" y="31118"/>
                </a:lnTo>
                <a:lnTo>
                  <a:pt x="1074342" y="21269"/>
                </a:lnTo>
                <a:cubicBezTo>
                  <a:pt x="1074342" y="9045"/>
                  <a:pt x="1079686" y="2933"/>
                  <a:pt x="1090374" y="2933"/>
                </a:cubicBezTo>
                <a:close/>
                <a:moveTo>
                  <a:pt x="90524" y="1047"/>
                </a:moveTo>
                <a:lnTo>
                  <a:pt x="95134" y="7019"/>
                </a:lnTo>
                <a:cubicBezTo>
                  <a:pt x="83750" y="9674"/>
                  <a:pt x="69954" y="11665"/>
                  <a:pt x="53748" y="12992"/>
                </a:cubicBezTo>
                <a:lnTo>
                  <a:pt x="53748" y="30908"/>
                </a:lnTo>
                <a:lnTo>
                  <a:pt x="88010" y="30908"/>
                </a:lnTo>
                <a:lnTo>
                  <a:pt x="89268" y="30594"/>
                </a:lnTo>
                <a:lnTo>
                  <a:pt x="93354" y="31851"/>
                </a:lnTo>
                <a:cubicBezTo>
                  <a:pt x="90840" y="49244"/>
                  <a:pt x="85670" y="63598"/>
                  <a:pt x="77846" y="74914"/>
                </a:cubicBezTo>
                <a:cubicBezTo>
                  <a:pt x="83016" y="81829"/>
                  <a:pt x="89302" y="86928"/>
                  <a:pt x="96706" y="90211"/>
                </a:cubicBezTo>
                <a:cubicBezTo>
                  <a:pt x="94680" y="91957"/>
                  <a:pt x="93110" y="93843"/>
                  <a:pt x="91992" y="95869"/>
                </a:cubicBezTo>
                <a:cubicBezTo>
                  <a:pt x="84798" y="92097"/>
                  <a:pt x="78720" y="86893"/>
                  <a:pt x="73760" y="80257"/>
                </a:cubicBezTo>
                <a:cubicBezTo>
                  <a:pt x="68172" y="86893"/>
                  <a:pt x="61642" y="92097"/>
                  <a:pt x="54168" y="95869"/>
                </a:cubicBezTo>
                <a:cubicBezTo>
                  <a:pt x="53050" y="93773"/>
                  <a:pt x="51654" y="91887"/>
                  <a:pt x="49976" y="90211"/>
                </a:cubicBezTo>
                <a:cubicBezTo>
                  <a:pt x="57520" y="86858"/>
                  <a:pt x="64122" y="81619"/>
                  <a:pt x="69780" y="74495"/>
                </a:cubicBezTo>
                <a:cubicBezTo>
                  <a:pt x="63982" y="64785"/>
                  <a:pt x="59512" y="52387"/>
                  <a:pt x="56368" y="37299"/>
                </a:cubicBezTo>
                <a:lnTo>
                  <a:pt x="53748" y="37299"/>
                </a:lnTo>
                <a:lnTo>
                  <a:pt x="53748" y="43586"/>
                </a:lnTo>
                <a:cubicBezTo>
                  <a:pt x="53748" y="67335"/>
                  <a:pt x="50360" y="84832"/>
                  <a:pt x="43586" y="96078"/>
                </a:cubicBezTo>
                <a:cubicBezTo>
                  <a:pt x="41978" y="94472"/>
                  <a:pt x="40128" y="93179"/>
                  <a:pt x="38032" y="92202"/>
                </a:cubicBezTo>
                <a:cubicBezTo>
                  <a:pt x="44110" y="81724"/>
                  <a:pt x="47148" y="65519"/>
                  <a:pt x="47148" y="43586"/>
                </a:cubicBezTo>
                <a:lnTo>
                  <a:pt x="47148" y="7543"/>
                </a:lnTo>
                <a:cubicBezTo>
                  <a:pt x="66148" y="5867"/>
                  <a:pt x="80606" y="3702"/>
                  <a:pt x="90524" y="1047"/>
                </a:cubicBezTo>
                <a:close/>
                <a:moveTo>
                  <a:pt x="254602" y="209"/>
                </a:moveTo>
                <a:lnTo>
                  <a:pt x="261832" y="209"/>
                </a:lnTo>
                <a:lnTo>
                  <a:pt x="261832" y="12992"/>
                </a:lnTo>
                <a:lnTo>
                  <a:pt x="300284" y="12992"/>
                </a:lnTo>
                <a:lnTo>
                  <a:pt x="300284" y="19697"/>
                </a:lnTo>
                <a:lnTo>
                  <a:pt x="261832" y="19697"/>
                </a:lnTo>
                <a:lnTo>
                  <a:pt x="261832" y="46520"/>
                </a:lnTo>
                <a:lnTo>
                  <a:pt x="304580" y="46520"/>
                </a:lnTo>
                <a:lnTo>
                  <a:pt x="304580" y="53120"/>
                </a:lnTo>
                <a:lnTo>
                  <a:pt x="266862" y="53120"/>
                </a:lnTo>
                <a:cubicBezTo>
                  <a:pt x="277828" y="67859"/>
                  <a:pt x="291134" y="78651"/>
                  <a:pt x="306780" y="85496"/>
                </a:cubicBezTo>
                <a:cubicBezTo>
                  <a:pt x="305174" y="86893"/>
                  <a:pt x="303568" y="88814"/>
                  <a:pt x="301960" y="91259"/>
                </a:cubicBezTo>
                <a:cubicBezTo>
                  <a:pt x="286244" y="83505"/>
                  <a:pt x="272868" y="71910"/>
                  <a:pt x="261832" y="56473"/>
                </a:cubicBezTo>
                <a:lnTo>
                  <a:pt x="261832" y="95554"/>
                </a:lnTo>
                <a:lnTo>
                  <a:pt x="254602" y="95554"/>
                </a:lnTo>
                <a:lnTo>
                  <a:pt x="254602" y="56788"/>
                </a:lnTo>
                <a:cubicBezTo>
                  <a:pt x="243916" y="71666"/>
                  <a:pt x="230714" y="83051"/>
                  <a:pt x="214998" y="90944"/>
                </a:cubicBezTo>
                <a:cubicBezTo>
                  <a:pt x="213530" y="88709"/>
                  <a:pt x="211890" y="86788"/>
                  <a:pt x="210074" y="85182"/>
                </a:cubicBezTo>
                <a:cubicBezTo>
                  <a:pt x="225860" y="78406"/>
                  <a:pt x="239060" y="67719"/>
                  <a:pt x="249678" y="53120"/>
                </a:cubicBezTo>
                <a:lnTo>
                  <a:pt x="212168" y="53120"/>
                </a:lnTo>
                <a:lnTo>
                  <a:pt x="212168" y="46520"/>
                </a:lnTo>
                <a:lnTo>
                  <a:pt x="254602" y="46520"/>
                </a:lnTo>
                <a:lnTo>
                  <a:pt x="254602" y="19697"/>
                </a:lnTo>
                <a:lnTo>
                  <a:pt x="217198" y="19697"/>
                </a:lnTo>
                <a:lnTo>
                  <a:pt x="217198" y="12992"/>
                </a:lnTo>
                <a:lnTo>
                  <a:pt x="254602" y="12992"/>
                </a:lnTo>
                <a:close/>
                <a:moveTo>
                  <a:pt x="124052" y="104"/>
                </a:moveTo>
                <a:lnTo>
                  <a:pt x="130864" y="104"/>
                </a:lnTo>
                <a:lnTo>
                  <a:pt x="130864" y="22526"/>
                </a:lnTo>
                <a:lnTo>
                  <a:pt x="145112" y="22526"/>
                </a:lnTo>
                <a:lnTo>
                  <a:pt x="145112" y="29127"/>
                </a:lnTo>
                <a:lnTo>
                  <a:pt x="130864" y="29127"/>
                </a:lnTo>
                <a:lnTo>
                  <a:pt x="130864" y="33318"/>
                </a:lnTo>
                <a:cubicBezTo>
                  <a:pt x="134216" y="36671"/>
                  <a:pt x="140084" y="43411"/>
                  <a:pt x="148466" y="53540"/>
                </a:cubicBezTo>
                <a:lnTo>
                  <a:pt x="144064" y="59721"/>
                </a:lnTo>
                <a:cubicBezTo>
                  <a:pt x="141132" y="54972"/>
                  <a:pt x="136730" y="48860"/>
                  <a:pt x="130864" y="41386"/>
                </a:cubicBezTo>
                <a:lnTo>
                  <a:pt x="130864" y="95450"/>
                </a:lnTo>
                <a:lnTo>
                  <a:pt x="124052" y="95450"/>
                </a:lnTo>
                <a:lnTo>
                  <a:pt x="124052" y="41281"/>
                </a:lnTo>
                <a:cubicBezTo>
                  <a:pt x="119302" y="56508"/>
                  <a:pt x="113854" y="68173"/>
                  <a:pt x="107708" y="76276"/>
                </a:cubicBezTo>
                <a:cubicBezTo>
                  <a:pt x="106660" y="73831"/>
                  <a:pt x="105264" y="71596"/>
                  <a:pt x="103516" y="69570"/>
                </a:cubicBezTo>
                <a:cubicBezTo>
                  <a:pt x="111550" y="60071"/>
                  <a:pt x="117732" y="46590"/>
                  <a:pt x="122062" y="29127"/>
                </a:cubicBezTo>
                <a:lnTo>
                  <a:pt x="106346" y="29127"/>
                </a:lnTo>
                <a:lnTo>
                  <a:pt x="106346" y="22526"/>
                </a:lnTo>
                <a:lnTo>
                  <a:pt x="124052" y="22526"/>
                </a:lnTo>
                <a:close/>
                <a:moveTo>
                  <a:pt x="358958" y="0"/>
                </a:moveTo>
                <a:lnTo>
                  <a:pt x="366816" y="1152"/>
                </a:lnTo>
                <a:cubicBezTo>
                  <a:pt x="364930" y="6461"/>
                  <a:pt x="363184" y="10896"/>
                  <a:pt x="361578" y="14459"/>
                </a:cubicBezTo>
                <a:lnTo>
                  <a:pt x="399402" y="14459"/>
                </a:lnTo>
                <a:lnTo>
                  <a:pt x="399402" y="95240"/>
                </a:lnTo>
                <a:lnTo>
                  <a:pt x="392172" y="95240"/>
                </a:lnTo>
                <a:lnTo>
                  <a:pt x="392172" y="89792"/>
                </a:lnTo>
                <a:lnTo>
                  <a:pt x="335384" y="89792"/>
                </a:lnTo>
                <a:lnTo>
                  <a:pt x="335384" y="95764"/>
                </a:lnTo>
                <a:lnTo>
                  <a:pt x="328364" y="95764"/>
                </a:lnTo>
                <a:lnTo>
                  <a:pt x="328364" y="14459"/>
                </a:lnTo>
                <a:lnTo>
                  <a:pt x="354558" y="14459"/>
                </a:lnTo>
                <a:cubicBezTo>
                  <a:pt x="356304" y="9988"/>
                  <a:pt x="357770" y="5168"/>
                  <a:pt x="358958" y="0"/>
                </a:cubicBezTo>
                <a:close/>
                <a:moveTo>
                  <a:pt x="26298" y="0"/>
                </a:moveTo>
                <a:lnTo>
                  <a:pt x="32688" y="0"/>
                </a:lnTo>
                <a:lnTo>
                  <a:pt x="32688" y="29337"/>
                </a:lnTo>
                <a:lnTo>
                  <a:pt x="42224" y="29337"/>
                </a:lnTo>
                <a:lnTo>
                  <a:pt x="42224" y="35623"/>
                </a:lnTo>
                <a:lnTo>
                  <a:pt x="14354" y="35623"/>
                </a:lnTo>
                <a:lnTo>
                  <a:pt x="14354" y="43796"/>
                </a:lnTo>
                <a:cubicBezTo>
                  <a:pt x="14354" y="47078"/>
                  <a:pt x="14318" y="49558"/>
                  <a:pt x="14248" y="51235"/>
                </a:cubicBezTo>
                <a:lnTo>
                  <a:pt x="35728" y="51235"/>
                </a:lnTo>
                <a:lnTo>
                  <a:pt x="35728" y="95554"/>
                </a:lnTo>
                <a:lnTo>
                  <a:pt x="29336" y="95554"/>
                </a:lnTo>
                <a:lnTo>
                  <a:pt x="29336" y="57521"/>
                </a:lnTo>
                <a:lnTo>
                  <a:pt x="14038" y="57521"/>
                </a:lnTo>
                <a:cubicBezTo>
                  <a:pt x="13130" y="74006"/>
                  <a:pt x="10128" y="86788"/>
                  <a:pt x="5028" y="95869"/>
                </a:cubicBezTo>
                <a:cubicBezTo>
                  <a:pt x="3632" y="94332"/>
                  <a:pt x="1954" y="92935"/>
                  <a:pt x="0" y="91678"/>
                </a:cubicBezTo>
                <a:cubicBezTo>
                  <a:pt x="5238" y="81549"/>
                  <a:pt x="7858" y="65589"/>
                  <a:pt x="7858" y="43796"/>
                </a:cubicBezTo>
                <a:lnTo>
                  <a:pt x="7858" y="2305"/>
                </a:lnTo>
                <a:lnTo>
                  <a:pt x="14354" y="2305"/>
                </a:lnTo>
                <a:lnTo>
                  <a:pt x="14354" y="29337"/>
                </a:lnTo>
                <a:lnTo>
                  <a:pt x="26298" y="29337"/>
                </a:lnTo>
                <a:close/>
              </a:path>
            </a:pathLst>
          </a:custGeom>
          <a:solidFill>
            <a:srgbClr val="E6E6E6"/>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fontAlgn="base"/>
            <a:endParaRPr lang="zh-CN" altLang="en-US" sz="800">
              <a:solidFill>
                <a:srgbClr val="E6E6E6"/>
              </a:solidFill>
            </a:endParaRPr>
          </a:p>
        </p:txBody>
      </p:sp>
      <p:sp>
        <p:nvSpPr>
          <p:cNvPr id="7" name="矩形 6">
            <a:extLst>
              <a:ext uri="{FF2B5EF4-FFF2-40B4-BE49-F238E27FC236}">
                <a16:creationId xmlns:a16="http://schemas.microsoft.com/office/drawing/2014/main" id="{8289A45E-A6D0-4936-AA0B-344C6675BDAA}"/>
              </a:ext>
            </a:extLst>
          </p:cNvPr>
          <p:cNvSpPr/>
          <p:nvPr userDrawn="1"/>
        </p:nvSpPr>
        <p:spPr>
          <a:xfrm>
            <a:off x="-15098004" y="6488668"/>
            <a:ext cx="1197764" cy="369332"/>
          </a:xfrm>
          <a:prstGeom prst="rect">
            <a:avLst/>
          </a:prstGeom>
        </p:spPr>
        <p:txBody>
          <a:bodyPr wrap="none">
            <a:normAutofit/>
          </a:bodyPr>
          <a:lstStyle/>
          <a:p>
            <a:r>
              <a:rPr lang="vi-VN" altLang="vi-VN">
                <a:solidFill>
                  <a:srgbClr val="E6E6E6"/>
                </a:solidFill>
                <a:latin typeface="Noto Sans"/>
                <a:ea typeface="Noto Sans"/>
              </a:rPr>
              <a:t>61536760</a:t>
            </a:r>
            <a:endParaRPr lang="zh-CN" altLang="en-US">
              <a:solidFill>
                <a:srgbClr val="E6E6E6"/>
              </a:solidFill>
            </a:endParaRPr>
          </a:p>
        </p:txBody>
      </p:sp>
      <p:pic>
        <p:nvPicPr>
          <p:cNvPr id="12" name="图片 11" hidden="1">
            <a:extLst>
              <a:ext uri="{FF2B5EF4-FFF2-40B4-BE49-F238E27FC236}">
                <a16:creationId xmlns:a16="http://schemas.microsoft.com/office/drawing/2014/main" id="{5AFA97FD-F3F6-4909-B42B-7658FD1693E0}"/>
              </a:ext>
            </a:extLst>
          </p:cNvPr>
          <p:cNvPicPr>
            <a:picLocks noChangeAspect="1"/>
          </p:cNvPicPr>
          <p:nvPr userDrawn="1"/>
        </p:nvPicPr>
        <p:blipFill>
          <a:blip r:embed="rId2">
            <a:extLst>
              <a:ext uri="{BEBA8EAE-BF5A-486C-A8C5-ECC9F3942E4B}">
                <a14:imgProps xmlns:a14="http://schemas.microsoft.com/office/drawing/2010/main">
                  <a14:imgLayer r:embed="rId3">
                    <a14:imgEffect>
                      <a14:saturation sat="112000"/>
                    </a14:imgEffect>
                  </a14:imgLayer>
                </a14:imgProps>
              </a:ext>
              <a:ext uri="{28A0092B-C50C-407E-A947-70E740481C1C}">
                <a14:useLocalDpi xmlns:a14="http://schemas.microsoft.com/office/drawing/2010/main" val="0"/>
              </a:ext>
            </a:extLst>
          </a:blip>
          <a:stretch>
            <a:fillRect/>
          </a:stretch>
        </p:blipFill>
        <p:spPr>
          <a:xfrm>
            <a:off x="762" y="428"/>
            <a:ext cx="12190476" cy="6857143"/>
          </a:xfrm>
          <a:prstGeom prst="rect">
            <a:avLst/>
          </a:prstGeom>
        </p:spPr>
      </p:pic>
      <p:pic>
        <p:nvPicPr>
          <p:cNvPr id="17" name="图片 16">
            <a:extLst>
              <a:ext uri="{FF2B5EF4-FFF2-40B4-BE49-F238E27FC236}">
                <a16:creationId xmlns:a16="http://schemas.microsoft.com/office/drawing/2014/main" id="{13EA2D9E-0D5A-4CB4-AE43-0284FE6F6AB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011827971"/>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5_空白">
    <p:spTree>
      <p:nvGrpSpPr>
        <p:cNvPr id="1" name=""/>
        <p:cNvGrpSpPr/>
        <p:nvPr/>
      </p:nvGrpSpPr>
      <p:grpSpPr>
        <a:xfrm>
          <a:off x="0" y="0"/>
          <a:ext cx="0" cy="0"/>
          <a:chOff x="0" y="0"/>
          <a:chExt cx="0" cy="0"/>
        </a:xfrm>
      </p:grpSpPr>
      <p:sp>
        <p:nvSpPr>
          <p:cNvPr id="3" name="Template from Qian t u 8 4 3 5 7 5 9">
            <a:extLst>
              <a:ext uri="{FF2B5EF4-FFF2-40B4-BE49-F238E27FC236}">
                <a16:creationId xmlns:a16="http://schemas.microsoft.com/office/drawing/2014/main" id="{17E90A3C-F8B0-4BEB-A9C7-2B3EBEA69E44}"/>
              </a:ext>
            </a:extLst>
          </p:cNvPr>
          <p:cNvSpPr txBox="1"/>
          <p:nvPr userDrawn="1"/>
        </p:nvSpPr>
        <p:spPr>
          <a:xfrm>
            <a:off x="-32063823" y="5259227"/>
            <a:ext cx="1965874" cy="113995"/>
          </a:xfrm>
          <a:custGeom>
            <a:avLst/>
            <a:gdLst/>
            <a:ahLst/>
            <a:cxnLst/>
            <a:rect l="l" t="t" r="r" b="b"/>
            <a:pathLst>
              <a:path w="1965874" h="113994">
                <a:moveTo>
                  <a:pt x="891806" y="87487"/>
                </a:moveTo>
                <a:cubicBezTo>
                  <a:pt x="887684" y="90420"/>
                  <a:pt x="885624" y="93808"/>
                  <a:pt x="885624" y="97650"/>
                </a:cubicBezTo>
                <a:cubicBezTo>
                  <a:pt x="885624" y="100793"/>
                  <a:pt x="887126" y="103308"/>
                  <a:pt x="890130" y="105194"/>
                </a:cubicBezTo>
                <a:cubicBezTo>
                  <a:pt x="893134" y="107080"/>
                  <a:pt x="897290" y="108023"/>
                  <a:pt x="902598" y="108023"/>
                </a:cubicBezTo>
                <a:cubicBezTo>
                  <a:pt x="908046" y="108023"/>
                  <a:pt x="912586" y="106765"/>
                  <a:pt x="916218" y="104251"/>
                </a:cubicBezTo>
                <a:cubicBezTo>
                  <a:pt x="919572" y="101876"/>
                  <a:pt x="921248" y="99082"/>
                  <a:pt x="921248" y="95869"/>
                </a:cubicBezTo>
                <a:cubicBezTo>
                  <a:pt x="921248" y="90909"/>
                  <a:pt x="917302" y="88430"/>
                  <a:pt x="909408" y="88430"/>
                </a:cubicBezTo>
                <a:lnTo>
                  <a:pt x="899036" y="88430"/>
                </a:lnTo>
                <a:cubicBezTo>
                  <a:pt x="896870" y="88430"/>
                  <a:pt x="894460" y="88115"/>
                  <a:pt x="891806" y="87487"/>
                </a:cubicBezTo>
                <a:close/>
                <a:moveTo>
                  <a:pt x="429472" y="75438"/>
                </a:moveTo>
                <a:cubicBezTo>
                  <a:pt x="431288" y="75438"/>
                  <a:pt x="432824" y="76066"/>
                  <a:pt x="434082" y="77324"/>
                </a:cubicBezTo>
                <a:cubicBezTo>
                  <a:pt x="435340" y="78651"/>
                  <a:pt x="435968" y="80327"/>
                  <a:pt x="435968" y="82353"/>
                </a:cubicBezTo>
                <a:cubicBezTo>
                  <a:pt x="435968" y="84309"/>
                  <a:pt x="435340" y="85915"/>
                  <a:pt x="434082" y="87172"/>
                </a:cubicBezTo>
                <a:cubicBezTo>
                  <a:pt x="432824" y="88430"/>
                  <a:pt x="431288" y="89058"/>
                  <a:pt x="429472" y="89058"/>
                </a:cubicBezTo>
                <a:cubicBezTo>
                  <a:pt x="427726" y="89058"/>
                  <a:pt x="426224" y="88430"/>
                  <a:pt x="424966" y="87172"/>
                </a:cubicBezTo>
                <a:cubicBezTo>
                  <a:pt x="423710" y="85915"/>
                  <a:pt x="423080" y="84309"/>
                  <a:pt x="423080" y="82353"/>
                </a:cubicBezTo>
                <a:cubicBezTo>
                  <a:pt x="423080" y="80327"/>
                  <a:pt x="423710" y="78651"/>
                  <a:pt x="424966" y="77324"/>
                </a:cubicBezTo>
                <a:cubicBezTo>
                  <a:pt x="426224" y="76066"/>
                  <a:pt x="427726" y="75438"/>
                  <a:pt x="429472" y="75438"/>
                </a:cubicBezTo>
                <a:close/>
                <a:moveTo>
                  <a:pt x="335384" y="66846"/>
                </a:moveTo>
                <a:lnTo>
                  <a:pt x="335384" y="83191"/>
                </a:lnTo>
                <a:lnTo>
                  <a:pt x="392172" y="83191"/>
                </a:lnTo>
                <a:lnTo>
                  <a:pt x="392172" y="66846"/>
                </a:lnTo>
                <a:close/>
                <a:moveTo>
                  <a:pt x="856868" y="57731"/>
                </a:moveTo>
                <a:cubicBezTo>
                  <a:pt x="847158" y="58848"/>
                  <a:pt x="840174" y="60629"/>
                  <a:pt x="835914" y="63074"/>
                </a:cubicBezTo>
                <a:cubicBezTo>
                  <a:pt x="832002" y="65449"/>
                  <a:pt x="830046" y="68627"/>
                  <a:pt x="830046" y="72609"/>
                </a:cubicBezTo>
                <a:cubicBezTo>
                  <a:pt x="830046" y="78965"/>
                  <a:pt x="833538" y="82143"/>
                  <a:pt x="840524" y="82143"/>
                </a:cubicBezTo>
                <a:cubicBezTo>
                  <a:pt x="845552" y="82143"/>
                  <a:pt x="851000" y="79524"/>
                  <a:pt x="856868" y="74285"/>
                </a:cubicBezTo>
                <a:close/>
                <a:moveTo>
                  <a:pt x="482440" y="50606"/>
                </a:moveTo>
                <a:lnTo>
                  <a:pt x="482440" y="80781"/>
                </a:lnTo>
                <a:lnTo>
                  <a:pt x="496270" y="80781"/>
                </a:lnTo>
                <a:cubicBezTo>
                  <a:pt x="510870" y="80781"/>
                  <a:pt x="518168" y="75507"/>
                  <a:pt x="518168" y="64960"/>
                </a:cubicBezTo>
                <a:cubicBezTo>
                  <a:pt x="518168" y="55391"/>
                  <a:pt x="510870" y="50606"/>
                  <a:pt x="496270" y="50606"/>
                </a:cubicBezTo>
                <a:close/>
                <a:moveTo>
                  <a:pt x="1220056" y="49977"/>
                </a:moveTo>
                <a:cubicBezTo>
                  <a:pt x="1212652" y="54657"/>
                  <a:pt x="1208950" y="60664"/>
                  <a:pt x="1208950" y="67999"/>
                </a:cubicBezTo>
                <a:cubicBezTo>
                  <a:pt x="1208950" y="72190"/>
                  <a:pt x="1210522" y="75682"/>
                  <a:pt x="1213666" y="78476"/>
                </a:cubicBezTo>
                <a:cubicBezTo>
                  <a:pt x="1216878" y="81270"/>
                  <a:pt x="1220860" y="82667"/>
                  <a:pt x="1225610" y="82667"/>
                </a:cubicBezTo>
                <a:cubicBezTo>
                  <a:pt x="1230150" y="82667"/>
                  <a:pt x="1233886" y="81375"/>
                  <a:pt x="1236820" y="78790"/>
                </a:cubicBezTo>
                <a:cubicBezTo>
                  <a:pt x="1239614" y="76276"/>
                  <a:pt x="1241012" y="73063"/>
                  <a:pt x="1241012" y="69151"/>
                </a:cubicBezTo>
                <a:cubicBezTo>
                  <a:pt x="1241012" y="64401"/>
                  <a:pt x="1238916" y="60420"/>
                  <a:pt x="1234724" y="57207"/>
                </a:cubicBezTo>
                <a:cubicBezTo>
                  <a:pt x="1232140" y="55321"/>
                  <a:pt x="1227250" y="52911"/>
                  <a:pt x="1220056" y="49977"/>
                </a:cubicBezTo>
                <a:close/>
                <a:moveTo>
                  <a:pt x="335384" y="44215"/>
                </a:moveTo>
                <a:lnTo>
                  <a:pt x="335384" y="60350"/>
                </a:lnTo>
                <a:lnTo>
                  <a:pt x="392172" y="60350"/>
                </a:lnTo>
                <a:lnTo>
                  <a:pt x="392172" y="44215"/>
                </a:lnTo>
                <a:close/>
                <a:moveTo>
                  <a:pt x="62130" y="37299"/>
                </a:moveTo>
                <a:cubicBezTo>
                  <a:pt x="64786" y="49942"/>
                  <a:pt x="68662" y="60490"/>
                  <a:pt x="73760" y="68942"/>
                </a:cubicBezTo>
                <a:cubicBezTo>
                  <a:pt x="79558" y="60071"/>
                  <a:pt x="83644" y="49523"/>
                  <a:pt x="86020" y="37299"/>
                </a:cubicBezTo>
                <a:close/>
                <a:moveTo>
                  <a:pt x="961320" y="36880"/>
                </a:moveTo>
                <a:cubicBezTo>
                  <a:pt x="956220" y="36880"/>
                  <a:pt x="952100" y="38976"/>
                  <a:pt x="948956" y="43167"/>
                </a:cubicBezTo>
                <a:cubicBezTo>
                  <a:pt x="945742" y="47288"/>
                  <a:pt x="944136" y="52736"/>
                  <a:pt x="944136" y="59512"/>
                </a:cubicBezTo>
                <a:cubicBezTo>
                  <a:pt x="944136" y="66217"/>
                  <a:pt x="945742" y="71631"/>
                  <a:pt x="948956" y="75752"/>
                </a:cubicBezTo>
                <a:cubicBezTo>
                  <a:pt x="952100" y="79873"/>
                  <a:pt x="956220" y="81934"/>
                  <a:pt x="961320" y="81934"/>
                </a:cubicBezTo>
                <a:cubicBezTo>
                  <a:pt x="966418" y="81934"/>
                  <a:pt x="970574" y="79873"/>
                  <a:pt x="973788" y="75752"/>
                </a:cubicBezTo>
                <a:cubicBezTo>
                  <a:pt x="977000" y="71631"/>
                  <a:pt x="978608" y="66217"/>
                  <a:pt x="978608" y="59512"/>
                </a:cubicBezTo>
                <a:cubicBezTo>
                  <a:pt x="978608" y="52806"/>
                  <a:pt x="977000" y="47358"/>
                  <a:pt x="973788" y="43167"/>
                </a:cubicBezTo>
                <a:cubicBezTo>
                  <a:pt x="970574" y="38976"/>
                  <a:pt x="966418" y="36880"/>
                  <a:pt x="961320" y="36880"/>
                </a:cubicBezTo>
                <a:close/>
                <a:moveTo>
                  <a:pt x="655890" y="36566"/>
                </a:moveTo>
                <a:cubicBezTo>
                  <a:pt x="651560" y="36566"/>
                  <a:pt x="647822" y="38173"/>
                  <a:pt x="644680" y="41386"/>
                </a:cubicBezTo>
                <a:cubicBezTo>
                  <a:pt x="641396" y="44808"/>
                  <a:pt x="639476" y="49384"/>
                  <a:pt x="638918" y="55111"/>
                </a:cubicBezTo>
                <a:lnTo>
                  <a:pt x="670560" y="55111"/>
                </a:lnTo>
                <a:cubicBezTo>
                  <a:pt x="670560" y="42748"/>
                  <a:pt x="665670" y="36566"/>
                  <a:pt x="655890" y="36566"/>
                </a:cubicBezTo>
                <a:close/>
                <a:moveTo>
                  <a:pt x="901236" y="36042"/>
                </a:moveTo>
                <a:cubicBezTo>
                  <a:pt x="897604" y="36042"/>
                  <a:pt x="894600" y="37265"/>
                  <a:pt x="892224" y="39709"/>
                </a:cubicBezTo>
                <a:cubicBezTo>
                  <a:pt x="889780" y="42224"/>
                  <a:pt x="888558" y="45612"/>
                  <a:pt x="888558" y="49872"/>
                </a:cubicBezTo>
                <a:cubicBezTo>
                  <a:pt x="888558" y="53994"/>
                  <a:pt x="889816" y="57381"/>
                  <a:pt x="892330" y="60036"/>
                </a:cubicBezTo>
                <a:cubicBezTo>
                  <a:pt x="894774" y="62620"/>
                  <a:pt x="897744" y="63912"/>
                  <a:pt x="901236" y="63912"/>
                </a:cubicBezTo>
                <a:cubicBezTo>
                  <a:pt x="904728" y="63912"/>
                  <a:pt x="907696" y="62620"/>
                  <a:pt x="910142" y="60036"/>
                </a:cubicBezTo>
                <a:cubicBezTo>
                  <a:pt x="912656" y="57381"/>
                  <a:pt x="913914" y="53994"/>
                  <a:pt x="913914" y="49872"/>
                </a:cubicBezTo>
                <a:cubicBezTo>
                  <a:pt x="913914" y="45681"/>
                  <a:pt x="912656" y="42294"/>
                  <a:pt x="910142" y="39709"/>
                </a:cubicBezTo>
                <a:cubicBezTo>
                  <a:pt x="907766" y="37265"/>
                  <a:pt x="904798" y="36042"/>
                  <a:pt x="901236" y="36042"/>
                </a:cubicBezTo>
                <a:close/>
                <a:moveTo>
                  <a:pt x="429472" y="32689"/>
                </a:moveTo>
                <a:cubicBezTo>
                  <a:pt x="431288" y="32689"/>
                  <a:pt x="432824" y="33318"/>
                  <a:pt x="434082" y="34575"/>
                </a:cubicBezTo>
                <a:cubicBezTo>
                  <a:pt x="435340" y="35902"/>
                  <a:pt x="435968" y="37579"/>
                  <a:pt x="435968" y="39605"/>
                </a:cubicBezTo>
                <a:cubicBezTo>
                  <a:pt x="435968" y="41560"/>
                  <a:pt x="435340" y="43167"/>
                  <a:pt x="434082" y="44424"/>
                </a:cubicBezTo>
                <a:cubicBezTo>
                  <a:pt x="432824" y="45681"/>
                  <a:pt x="431288" y="46310"/>
                  <a:pt x="429472" y="46310"/>
                </a:cubicBezTo>
                <a:cubicBezTo>
                  <a:pt x="427726" y="46310"/>
                  <a:pt x="426224" y="45681"/>
                  <a:pt x="424966" y="44424"/>
                </a:cubicBezTo>
                <a:cubicBezTo>
                  <a:pt x="423710" y="43167"/>
                  <a:pt x="423080" y="41560"/>
                  <a:pt x="423080" y="39605"/>
                </a:cubicBezTo>
                <a:cubicBezTo>
                  <a:pt x="423080" y="37579"/>
                  <a:pt x="423710" y="35902"/>
                  <a:pt x="424966" y="34575"/>
                </a:cubicBezTo>
                <a:cubicBezTo>
                  <a:pt x="426224" y="33318"/>
                  <a:pt x="427726" y="32689"/>
                  <a:pt x="429472" y="32689"/>
                </a:cubicBezTo>
                <a:close/>
                <a:moveTo>
                  <a:pt x="1121644" y="31118"/>
                </a:moveTo>
                <a:lnTo>
                  <a:pt x="1130550" y="31118"/>
                </a:lnTo>
                <a:lnTo>
                  <a:pt x="1142600" y="63493"/>
                </a:lnTo>
                <a:lnTo>
                  <a:pt x="1148258" y="79419"/>
                </a:lnTo>
                <a:lnTo>
                  <a:pt x="1148780" y="79419"/>
                </a:lnTo>
                <a:cubicBezTo>
                  <a:pt x="1149130" y="78371"/>
                  <a:pt x="1149934" y="75682"/>
                  <a:pt x="1151190" y="71351"/>
                </a:cubicBezTo>
                <a:cubicBezTo>
                  <a:pt x="1152168" y="67999"/>
                  <a:pt x="1152972" y="65379"/>
                  <a:pt x="1153600" y="63493"/>
                </a:cubicBezTo>
                <a:lnTo>
                  <a:pt x="1164182" y="31118"/>
                </a:lnTo>
                <a:lnTo>
                  <a:pt x="1172564" y="31118"/>
                </a:lnTo>
                <a:lnTo>
                  <a:pt x="1150982" y="92935"/>
                </a:lnTo>
                <a:cubicBezTo>
                  <a:pt x="1146440" y="105927"/>
                  <a:pt x="1139560" y="112423"/>
                  <a:pt x="1130340" y="112423"/>
                </a:cubicBezTo>
                <a:cubicBezTo>
                  <a:pt x="1127896" y="112423"/>
                  <a:pt x="1125730" y="112039"/>
                  <a:pt x="1123844" y="111271"/>
                </a:cubicBezTo>
                <a:lnTo>
                  <a:pt x="1125626" y="104355"/>
                </a:lnTo>
                <a:cubicBezTo>
                  <a:pt x="1127162" y="104914"/>
                  <a:pt x="1128630" y="105194"/>
                  <a:pt x="1130026" y="105194"/>
                </a:cubicBezTo>
                <a:cubicBezTo>
                  <a:pt x="1135894" y="105194"/>
                  <a:pt x="1140294" y="100933"/>
                  <a:pt x="1143228" y="92411"/>
                </a:cubicBezTo>
                <a:lnTo>
                  <a:pt x="1144486" y="88011"/>
                </a:lnTo>
                <a:close/>
                <a:moveTo>
                  <a:pt x="567422" y="31118"/>
                </a:moveTo>
                <a:lnTo>
                  <a:pt x="575910" y="31118"/>
                </a:lnTo>
                <a:lnTo>
                  <a:pt x="575910" y="66008"/>
                </a:lnTo>
                <a:cubicBezTo>
                  <a:pt x="575910" y="71456"/>
                  <a:pt x="576782" y="75403"/>
                  <a:pt x="578528" y="77847"/>
                </a:cubicBezTo>
                <a:cubicBezTo>
                  <a:pt x="580274" y="80362"/>
                  <a:pt x="583138" y="81619"/>
                  <a:pt x="587120" y="81619"/>
                </a:cubicBezTo>
                <a:cubicBezTo>
                  <a:pt x="592290" y="81619"/>
                  <a:pt x="597598" y="78301"/>
                  <a:pt x="603046" y="71666"/>
                </a:cubicBezTo>
                <a:lnTo>
                  <a:pt x="603046" y="31118"/>
                </a:lnTo>
                <a:lnTo>
                  <a:pt x="611532" y="31118"/>
                </a:lnTo>
                <a:lnTo>
                  <a:pt x="611532" y="87696"/>
                </a:lnTo>
                <a:lnTo>
                  <a:pt x="604512" y="87696"/>
                </a:lnTo>
                <a:lnTo>
                  <a:pt x="603780" y="78686"/>
                </a:lnTo>
                <a:lnTo>
                  <a:pt x="603466" y="78686"/>
                </a:lnTo>
                <a:cubicBezTo>
                  <a:pt x="597458" y="85601"/>
                  <a:pt x="591172" y="89058"/>
                  <a:pt x="584606" y="89058"/>
                </a:cubicBezTo>
                <a:cubicBezTo>
                  <a:pt x="573150" y="89058"/>
                  <a:pt x="567422" y="81724"/>
                  <a:pt x="567422" y="67056"/>
                </a:cubicBezTo>
                <a:close/>
                <a:moveTo>
                  <a:pt x="1033548" y="29651"/>
                </a:moveTo>
                <a:cubicBezTo>
                  <a:pt x="1045072" y="29651"/>
                  <a:pt x="1050836" y="37020"/>
                  <a:pt x="1050836" y="51758"/>
                </a:cubicBezTo>
                <a:lnTo>
                  <a:pt x="1050836" y="87696"/>
                </a:lnTo>
                <a:lnTo>
                  <a:pt x="1042244" y="87696"/>
                </a:lnTo>
                <a:lnTo>
                  <a:pt x="1042244" y="52806"/>
                </a:lnTo>
                <a:cubicBezTo>
                  <a:pt x="1042244" y="42329"/>
                  <a:pt x="1038506" y="37090"/>
                  <a:pt x="1031032" y="37090"/>
                </a:cubicBezTo>
                <a:cubicBezTo>
                  <a:pt x="1026214" y="37090"/>
                  <a:pt x="1020834" y="40163"/>
                  <a:pt x="1014898" y="46310"/>
                </a:cubicBezTo>
                <a:lnTo>
                  <a:pt x="1014898" y="87696"/>
                </a:lnTo>
                <a:lnTo>
                  <a:pt x="1006410" y="87696"/>
                </a:lnTo>
                <a:lnTo>
                  <a:pt x="1006410" y="31118"/>
                </a:lnTo>
                <a:lnTo>
                  <a:pt x="1013326" y="31118"/>
                </a:lnTo>
                <a:lnTo>
                  <a:pt x="1014164" y="39395"/>
                </a:lnTo>
                <a:lnTo>
                  <a:pt x="1014478" y="39395"/>
                </a:lnTo>
                <a:cubicBezTo>
                  <a:pt x="1021114" y="32899"/>
                  <a:pt x="1027470" y="29651"/>
                  <a:pt x="1033548" y="29651"/>
                </a:cubicBezTo>
                <a:close/>
                <a:moveTo>
                  <a:pt x="961320" y="29651"/>
                </a:moveTo>
                <a:cubicBezTo>
                  <a:pt x="968584" y="29651"/>
                  <a:pt x="974660" y="32270"/>
                  <a:pt x="979550" y="37509"/>
                </a:cubicBezTo>
                <a:cubicBezTo>
                  <a:pt x="984788" y="43027"/>
                  <a:pt x="987408" y="50361"/>
                  <a:pt x="987408" y="59512"/>
                </a:cubicBezTo>
                <a:cubicBezTo>
                  <a:pt x="987408" y="68522"/>
                  <a:pt x="984788" y="75787"/>
                  <a:pt x="979550" y="81305"/>
                </a:cubicBezTo>
                <a:cubicBezTo>
                  <a:pt x="974660" y="86474"/>
                  <a:pt x="968584" y="89058"/>
                  <a:pt x="961320" y="89058"/>
                </a:cubicBezTo>
                <a:cubicBezTo>
                  <a:pt x="954124" y="89058"/>
                  <a:pt x="948082" y="86474"/>
                  <a:pt x="943194" y="81305"/>
                </a:cubicBezTo>
                <a:cubicBezTo>
                  <a:pt x="937954" y="75787"/>
                  <a:pt x="935334" y="68522"/>
                  <a:pt x="935334" y="59512"/>
                </a:cubicBezTo>
                <a:cubicBezTo>
                  <a:pt x="935334" y="50361"/>
                  <a:pt x="937954" y="43027"/>
                  <a:pt x="943194" y="37509"/>
                </a:cubicBezTo>
                <a:cubicBezTo>
                  <a:pt x="948012" y="32270"/>
                  <a:pt x="954054" y="29651"/>
                  <a:pt x="961320" y="29651"/>
                </a:cubicBezTo>
                <a:close/>
                <a:moveTo>
                  <a:pt x="901236" y="29651"/>
                </a:moveTo>
                <a:cubicBezTo>
                  <a:pt x="903820" y="29651"/>
                  <a:pt x="906440" y="30140"/>
                  <a:pt x="909094" y="31118"/>
                </a:cubicBezTo>
                <a:lnTo>
                  <a:pt x="928686" y="31118"/>
                </a:lnTo>
                <a:lnTo>
                  <a:pt x="928686" y="37719"/>
                </a:lnTo>
                <a:lnTo>
                  <a:pt x="916742" y="37719"/>
                </a:lnTo>
                <a:cubicBezTo>
                  <a:pt x="920026" y="40862"/>
                  <a:pt x="921666" y="44948"/>
                  <a:pt x="921666" y="49977"/>
                </a:cubicBezTo>
                <a:cubicBezTo>
                  <a:pt x="921666" y="55914"/>
                  <a:pt x="919676" y="60734"/>
                  <a:pt x="915694" y="64436"/>
                </a:cubicBezTo>
                <a:cubicBezTo>
                  <a:pt x="911852" y="67999"/>
                  <a:pt x="907034" y="69780"/>
                  <a:pt x="901236" y="69780"/>
                </a:cubicBezTo>
                <a:cubicBezTo>
                  <a:pt x="898092" y="69780"/>
                  <a:pt x="895194" y="69081"/>
                  <a:pt x="892540" y="67684"/>
                </a:cubicBezTo>
                <a:cubicBezTo>
                  <a:pt x="890024" y="69850"/>
                  <a:pt x="888768" y="72224"/>
                  <a:pt x="888768" y="74809"/>
                </a:cubicBezTo>
                <a:cubicBezTo>
                  <a:pt x="888768" y="79070"/>
                  <a:pt x="892120" y="81200"/>
                  <a:pt x="898826" y="81200"/>
                </a:cubicBezTo>
                <a:lnTo>
                  <a:pt x="910142" y="81200"/>
                </a:lnTo>
                <a:cubicBezTo>
                  <a:pt x="923134" y="81200"/>
                  <a:pt x="929630" y="85671"/>
                  <a:pt x="929630" y="94611"/>
                </a:cubicBezTo>
                <a:cubicBezTo>
                  <a:pt x="929630" y="99920"/>
                  <a:pt x="927080" y="104425"/>
                  <a:pt x="921982" y="108127"/>
                </a:cubicBezTo>
                <a:cubicBezTo>
                  <a:pt x="916602" y="112039"/>
                  <a:pt x="909758" y="113995"/>
                  <a:pt x="901446" y="113995"/>
                </a:cubicBezTo>
                <a:cubicBezTo>
                  <a:pt x="894390" y="113995"/>
                  <a:pt x="888768" y="112668"/>
                  <a:pt x="884576" y="110013"/>
                </a:cubicBezTo>
                <a:cubicBezTo>
                  <a:pt x="880246" y="107289"/>
                  <a:pt x="878080" y="103517"/>
                  <a:pt x="878080" y="98698"/>
                </a:cubicBezTo>
                <a:cubicBezTo>
                  <a:pt x="878080" y="93738"/>
                  <a:pt x="880874" y="89408"/>
                  <a:pt x="886462" y="85706"/>
                </a:cubicBezTo>
                <a:lnTo>
                  <a:pt x="886462" y="85286"/>
                </a:lnTo>
                <a:cubicBezTo>
                  <a:pt x="883040" y="83191"/>
                  <a:pt x="881328" y="80083"/>
                  <a:pt x="881328" y="75961"/>
                </a:cubicBezTo>
                <a:cubicBezTo>
                  <a:pt x="881328" y="72050"/>
                  <a:pt x="883424" y="68557"/>
                  <a:pt x="887614" y="65484"/>
                </a:cubicBezTo>
                <a:lnTo>
                  <a:pt x="887614" y="65065"/>
                </a:lnTo>
                <a:cubicBezTo>
                  <a:pt x="882726" y="61153"/>
                  <a:pt x="880280" y="56089"/>
                  <a:pt x="880280" y="49872"/>
                </a:cubicBezTo>
                <a:cubicBezTo>
                  <a:pt x="880280" y="43865"/>
                  <a:pt x="882342" y="38976"/>
                  <a:pt x="886462" y="35204"/>
                </a:cubicBezTo>
                <a:cubicBezTo>
                  <a:pt x="890444" y="31502"/>
                  <a:pt x="895368" y="29651"/>
                  <a:pt x="901236" y="29651"/>
                </a:cubicBezTo>
                <a:close/>
                <a:moveTo>
                  <a:pt x="846182" y="29651"/>
                </a:moveTo>
                <a:cubicBezTo>
                  <a:pt x="858964" y="29651"/>
                  <a:pt x="865354" y="37299"/>
                  <a:pt x="865354" y="52597"/>
                </a:cubicBezTo>
                <a:lnTo>
                  <a:pt x="865354" y="87696"/>
                </a:lnTo>
                <a:lnTo>
                  <a:pt x="858334" y="87696"/>
                </a:lnTo>
                <a:lnTo>
                  <a:pt x="857602" y="80781"/>
                </a:lnTo>
                <a:lnTo>
                  <a:pt x="857288" y="80781"/>
                </a:lnTo>
                <a:cubicBezTo>
                  <a:pt x="850792" y="86299"/>
                  <a:pt x="844434" y="89058"/>
                  <a:pt x="838218" y="89058"/>
                </a:cubicBezTo>
                <a:cubicBezTo>
                  <a:pt x="833398" y="89058"/>
                  <a:pt x="829486" y="87696"/>
                  <a:pt x="826484" y="84972"/>
                </a:cubicBezTo>
                <a:cubicBezTo>
                  <a:pt x="823340" y="82038"/>
                  <a:pt x="821768" y="78092"/>
                  <a:pt x="821768" y="73133"/>
                </a:cubicBezTo>
                <a:cubicBezTo>
                  <a:pt x="821768" y="66986"/>
                  <a:pt x="824598" y="62236"/>
                  <a:pt x="830256" y="58883"/>
                </a:cubicBezTo>
                <a:cubicBezTo>
                  <a:pt x="835704" y="55670"/>
                  <a:pt x="844574" y="53365"/>
                  <a:pt x="856868" y="51968"/>
                </a:cubicBezTo>
                <a:cubicBezTo>
                  <a:pt x="857008" y="41840"/>
                  <a:pt x="852992" y="36776"/>
                  <a:pt x="844818" y="36776"/>
                </a:cubicBezTo>
                <a:cubicBezTo>
                  <a:pt x="839300" y="36776"/>
                  <a:pt x="833574" y="38871"/>
                  <a:pt x="827636" y="43062"/>
                </a:cubicBezTo>
                <a:lnTo>
                  <a:pt x="824178" y="37090"/>
                </a:lnTo>
                <a:cubicBezTo>
                  <a:pt x="831722" y="32131"/>
                  <a:pt x="839056" y="29651"/>
                  <a:pt x="846182" y="29651"/>
                </a:cubicBezTo>
                <a:close/>
                <a:moveTo>
                  <a:pt x="811434" y="29651"/>
                </a:moveTo>
                <a:cubicBezTo>
                  <a:pt x="813738" y="29651"/>
                  <a:pt x="815730" y="30070"/>
                  <a:pt x="817406" y="30908"/>
                </a:cubicBezTo>
                <a:lnTo>
                  <a:pt x="815730" y="38347"/>
                </a:lnTo>
                <a:cubicBezTo>
                  <a:pt x="813844" y="37719"/>
                  <a:pt x="812062" y="37404"/>
                  <a:pt x="810386" y="37404"/>
                </a:cubicBezTo>
                <a:cubicBezTo>
                  <a:pt x="804170" y="37404"/>
                  <a:pt x="799314" y="41875"/>
                  <a:pt x="795822" y="50815"/>
                </a:cubicBezTo>
                <a:lnTo>
                  <a:pt x="795822" y="87696"/>
                </a:lnTo>
                <a:lnTo>
                  <a:pt x="787336" y="87696"/>
                </a:lnTo>
                <a:lnTo>
                  <a:pt x="787336" y="31118"/>
                </a:lnTo>
                <a:lnTo>
                  <a:pt x="794250" y="31118"/>
                </a:lnTo>
                <a:lnTo>
                  <a:pt x="795090" y="41490"/>
                </a:lnTo>
                <a:lnTo>
                  <a:pt x="795404" y="41490"/>
                </a:lnTo>
                <a:cubicBezTo>
                  <a:pt x="799664" y="33597"/>
                  <a:pt x="805008" y="29651"/>
                  <a:pt x="811434" y="29651"/>
                </a:cubicBezTo>
                <a:close/>
                <a:moveTo>
                  <a:pt x="655786" y="29651"/>
                </a:moveTo>
                <a:cubicBezTo>
                  <a:pt x="662840" y="29651"/>
                  <a:pt x="668324" y="32026"/>
                  <a:pt x="672236" y="36776"/>
                </a:cubicBezTo>
                <a:cubicBezTo>
                  <a:pt x="676148" y="41456"/>
                  <a:pt x="678102" y="47917"/>
                  <a:pt x="678102" y="56159"/>
                </a:cubicBezTo>
                <a:cubicBezTo>
                  <a:pt x="678102" y="58394"/>
                  <a:pt x="677964" y="60105"/>
                  <a:pt x="677684" y="61293"/>
                </a:cubicBezTo>
                <a:lnTo>
                  <a:pt x="639022" y="61293"/>
                </a:lnTo>
                <a:cubicBezTo>
                  <a:pt x="639302" y="67579"/>
                  <a:pt x="641188" y="72644"/>
                  <a:pt x="644680" y="76485"/>
                </a:cubicBezTo>
                <a:cubicBezTo>
                  <a:pt x="648172" y="80327"/>
                  <a:pt x="652748" y="82248"/>
                  <a:pt x="658406" y="82248"/>
                </a:cubicBezTo>
                <a:cubicBezTo>
                  <a:pt x="663434" y="82248"/>
                  <a:pt x="668220" y="80711"/>
                  <a:pt x="672760" y="77638"/>
                </a:cubicBezTo>
                <a:lnTo>
                  <a:pt x="675902" y="83296"/>
                </a:lnTo>
                <a:cubicBezTo>
                  <a:pt x="669896" y="87137"/>
                  <a:pt x="663714" y="89058"/>
                  <a:pt x="657358" y="89058"/>
                </a:cubicBezTo>
                <a:cubicBezTo>
                  <a:pt x="649674" y="89058"/>
                  <a:pt x="643352" y="86439"/>
                  <a:pt x="638394" y="81200"/>
                </a:cubicBezTo>
                <a:cubicBezTo>
                  <a:pt x="633154" y="75752"/>
                  <a:pt x="630536" y="68522"/>
                  <a:pt x="630536" y="59512"/>
                </a:cubicBezTo>
                <a:cubicBezTo>
                  <a:pt x="630536" y="50641"/>
                  <a:pt x="633120" y="43341"/>
                  <a:pt x="638288" y="37614"/>
                </a:cubicBezTo>
                <a:cubicBezTo>
                  <a:pt x="643178" y="32305"/>
                  <a:pt x="649010" y="29651"/>
                  <a:pt x="655786" y="29651"/>
                </a:cubicBezTo>
                <a:close/>
                <a:moveTo>
                  <a:pt x="231970" y="22526"/>
                </a:moveTo>
                <a:cubicBezTo>
                  <a:pt x="237140" y="29791"/>
                  <a:pt x="240528" y="36391"/>
                  <a:pt x="242134" y="42329"/>
                </a:cubicBezTo>
                <a:lnTo>
                  <a:pt x="235638" y="44948"/>
                </a:lnTo>
                <a:cubicBezTo>
                  <a:pt x="233892" y="38662"/>
                  <a:pt x="230678" y="31956"/>
                  <a:pt x="225998" y="24831"/>
                </a:cubicBezTo>
                <a:close/>
                <a:moveTo>
                  <a:pt x="285406" y="22002"/>
                </a:moveTo>
                <a:lnTo>
                  <a:pt x="292636" y="24412"/>
                </a:lnTo>
                <a:cubicBezTo>
                  <a:pt x="288026" y="33353"/>
                  <a:pt x="283974" y="40303"/>
                  <a:pt x="280482" y="45262"/>
                </a:cubicBezTo>
                <a:lnTo>
                  <a:pt x="274614" y="43167"/>
                </a:lnTo>
                <a:cubicBezTo>
                  <a:pt x="279084" y="36252"/>
                  <a:pt x="282682" y="29197"/>
                  <a:pt x="285406" y="22002"/>
                </a:cubicBezTo>
                <a:close/>
                <a:moveTo>
                  <a:pt x="335384" y="21164"/>
                </a:moveTo>
                <a:lnTo>
                  <a:pt x="335384" y="37719"/>
                </a:lnTo>
                <a:lnTo>
                  <a:pt x="392172" y="37719"/>
                </a:lnTo>
                <a:lnTo>
                  <a:pt x="392172" y="21164"/>
                </a:lnTo>
                <a:close/>
                <a:moveTo>
                  <a:pt x="1289360" y="20955"/>
                </a:moveTo>
                <a:cubicBezTo>
                  <a:pt x="1287754" y="24098"/>
                  <a:pt x="1285728" y="27800"/>
                  <a:pt x="1283284" y="32061"/>
                </a:cubicBezTo>
                <a:lnTo>
                  <a:pt x="1264738" y="59512"/>
                </a:lnTo>
                <a:lnTo>
                  <a:pt x="1289256" y="59512"/>
                </a:lnTo>
                <a:lnTo>
                  <a:pt x="1289256" y="34575"/>
                </a:lnTo>
                <a:cubicBezTo>
                  <a:pt x="1289256" y="30524"/>
                  <a:pt x="1289466" y="25984"/>
                  <a:pt x="1289884" y="20955"/>
                </a:cubicBezTo>
                <a:close/>
                <a:moveTo>
                  <a:pt x="1625440" y="18126"/>
                </a:moveTo>
                <a:lnTo>
                  <a:pt x="1625440" y="80572"/>
                </a:lnTo>
                <a:lnTo>
                  <a:pt x="1634870" y="80572"/>
                </a:lnTo>
                <a:cubicBezTo>
                  <a:pt x="1644020" y="80572"/>
                  <a:pt x="1650970" y="77778"/>
                  <a:pt x="1655720" y="72190"/>
                </a:cubicBezTo>
                <a:cubicBezTo>
                  <a:pt x="1660260" y="66741"/>
                  <a:pt x="1662530" y="59023"/>
                  <a:pt x="1662530" y="49034"/>
                </a:cubicBezTo>
                <a:cubicBezTo>
                  <a:pt x="1662530" y="28429"/>
                  <a:pt x="1653310" y="18126"/>
                  <a:pt x="1634870" y="18126"/>
                </a:cubicBezTo>
                <a:close/>
                <a:moveTo>
                  <a:pt x="720566" y="18126"/>
                </a:moveTo>
                <a:lnTo>
                  <a:pt x="720566" y="80572"/>
                </a:lnTo>
                <a:lnTo>
                  <a:pt x="729996" y="80572"/>
                </a:lnTo>
                <a:cubicBezTo>
                  <a:pt x="739146" y="80572"/>
                  <a:pt x="746096" y="77778"/>
                  <a:pt x="750846" y="72190"/>
                </a:cubicBezTo>
                <a:cubicBezTo>
                  <a:pt x="755386" y="66741"/>
                  <a:pt x="757656" y="59023"/>
                  <a:pt x="757656" y="49034"/>
                </a:cubicBezTo>
                <a:cubicBezTo>
                  <a:pt x="757656" y="28429"/>
                  <a:pt x="748436" y="18126"/>
                  <a:pt x="729996" y="18126"/>
                </a:cubicBezTo>
                <a:close/>
                <a:moveTo>
                  <a:pt x="482440" y="17916"/>
                </a:moveTo>
                <a:lnTo>
                  <a:pt x="482440" y="43900"/>
                </a:lnTo>
                <a:lnTo>
                  <a:pt x="494176" y="43900"/>
                </a:lnTo>
                <a:cubicBezTo>
                  <a:pt x="507098" y="43900"/>
                  <a:pt x="513558" y="39535"/>
                  <a:pt x="513558" y="30803"/>
                </a:cubicBezTo>
                <a:cubicBezTo>
                  <a:pt x="513558" y="26193"/>
                  <a:pt x="511986" y="22875"/>
                  <a:pt x="508844" y="20850"/>
                </a:cubicBezTo>
                <a:cubicBezTo>
                  <a:pt x="505840" y="18894"/>
                  <a:pt x="501126" y="17916"/>
                  <a:pt x="494700" y="17916"/>
                </a:cubicBezTo>
                <a:close/>
                <a:moveTo>
                  <a:pt x="155694" y="16659"/>
                </a:moveTo>
                <a:cubicBezTo>
                  <a:pt x="159048" y="36077"/>
                  <a:pt x="164636" y="51549"/>
                  <a:pt x="172458" y="63074"/>
                </a:cubicBezTo>
                <a:cubicBezTo>
                  <a:pt x="181540" y="50431"/>
                  <a:pt x="187756" y="34959"/>
                  <a:pt x="191108" y="16659"/>
                </a:cubicBezTo>
                <a:close/>
                <a:moveTo>
                  <a:pt x="1556156" y="16344"/>
                </a:moveTo>
                <a:cubicBezTo>
                  <a:pt x="1552314" y="16344"/>
                  <a:pt x="1549136" y="18021"/>
                  <a:pt x="1546622" y="21374"/>
                </a:cubicBezTo>
                <a:cubicBezTo>
                  <a:pt x="1544036" y="24726"/>
                  <a:pt x="1542744" y="29057"/>
                  <a:pt x="1542744" y="34366"/>
                </a:cubicBezTo>
                <a:cubicBezTo>
                  <a:pt x="1542744" y="39814"/>
                  <a:pt x="1543896" y="44075"/>
                  <a:pt x="1546202" y="47148"/>
                </a:cubicBezTo>
                <a:cubicBezTo>
                  <a:pt x="1548716" y="50431"/>
                  <a:pt x="1552278" y="52073"/>
                  <a:pt x="1556890" y="52073"/>
                </a:cubicBezTo>
                <a:cubicBezTo>
                  <a:pt x="1562896" y="52073"/>
                  <a:pt x="1568414" y="48545"/>
                  <a:pt x="1573444" y="41490"/>
                </a:cubicBezTo>
                <a:cubicBezTo>
                  <a:pt x="1572536" y="24726"/>
                  <a:pt x="1566772" y="16344"/>
                  <a:pt x="1556156" y="16344"/>
                </a:cubicBezTo>
                <a:close/>
                <a:moveTo>
                  <a:pt x="1225504" y="16344"/>
                </a:moveTo>
                <a:cubicBezTo>
                  <a:pt x="1221872" y="16344"/>
                  <a:pt x="1218868" y="17532"/>
                  <a:pt x="1216494" y="19907"/>
                </a:cubicBezTo>
                <a:cubicBezTo>
                  <a:pt x="1214120" y="22352"/>
                  <a:pt x="1212932" y="25460"/>
                  <a:pt x="1212932" y="29232"/>
                </a:cubicBezTo>
                <a:cubicBezTo>
                  <a:pt x="1212932" y="33493"/>
                  <a:pt x="1214748" y="37090"/>
                  <a:pt x="1218380" y="40024"/>
                </a:cubicBezTo>
                <a:cubicBezTo>
                  <a:pt x="1220894" y="42049"/>
                  <a:pt x="1225016" y="44180"/>
                  <a:pt x="1230744" y="46415"/>
                </a:cubicBezTo>
                <a:cubicBezTo>
                  <a:pt x="1236332" y="41665"/>
                  <a:pt x="1239126" y="36356"/>
                  <a:pt x="1239126" y="30489"/>
                </a:cubicBezTo>
                <a:cubicBezTo>
                  <a:pt x="1239126" y="26438"/>
                  <a:pt x="1237938" y="23120"/>
                  <a:pt x="1235564" y="20535"/>
                </a:cubicBezTo>
                <a:cubicBezTo>
                  <a:pt x="1233048" y="17741"/>
                  <a:pt x="1229696" y="16344"/>
                  <a:pt x="1225504" y="16344"/>
                </a:cubicBezTo>
                <a:close/>
                <a:moveTo>
                  <a:pt x="1912018" y="11001"/>
                </a:moveTo>
                <a:lnTo>
                  <a:pt x="1920926" y="11001"/>
                </a:lnTo>
                <a:lnTo>
                  <a:pt x="1949948" y="60664"/>
                </a:lnTo>
                <a:lnTo>
                  <a:pt x="1958226" y="76381"/>
                </a:lnTo>
                <a:lnTo>
                  <a:pt x="1958748" y="76381"/>
                </a:lnTo>
                <a:cubicBezTo>
                  <a:pt x="1957980" y="65135"/>
                  <a:pt x="1957596" y="57172"/>
                  <a:pt x="1957596" y="52492"/>
                </a:cubicBezTo>
                <a:lnTo>
                  <a:pt x="1957596" y="11001"/>
                </a:lnTo>
                <a:lnTo>
                  <a:pt x="1965874" y="11001"/>
                </a:lnTo>
                <a:lnTo>
                  <a:pt x="1965874" y="87696"/>
                </a:lnTo>
                <a:lnTo>
                  <a:pt x="1956862" y="87696"/>
                </a:lnTo>
                <a:lnTo>
                  <a:pt x="1928050" y="38033"/>
                </a:lnTo>
                <a:lnTo>
                  <a:pt x="1919668" y="22317"/>
                </a:lnTo>
                <a:lnTo>
                  <a:pt x="1919144" y="22317"/>
                </a:lnTo>
                <a:cubicBezTo>
                  <a:pt x="1919842" y="35029"/>
                  <a:pt x="1920192" y="42818"/>
                  <a:pt x="1920192" y="45681"/>
                </a:cubicBezTo>
                <a:lnTo>
                  <a:pt x="1920192" y="87696"/>
                </a:lnTo>
                <a:lnTo>
                  <a:pt x="1912018" y="87696"/>
                </a:lnTo>
                <a:close/>
                <a:moveTo>
                  <a:pt x="1807244" y="11001"/>
                </a:moveTo>
                <a:lnTo>
                  <a:pt x="1815940" y="11001"/>
                </a:lnTo>
                <a:lnTo>
                  <a:pt x="1815940" y="87696"/>
                </a:lnTo>
                <a:lnTo>
                  <a:pt x="1807244" y="87696"/>
                </a:lnTo>
                <a:close/>
                <a:moveTo>
                  <a:pt x="1692944" y="11001"/>
                </a:moveTo>
                <a:lnTo>
                  <a:pt x="1736636" y="11001"/>
                </a:lnTo>
                <a:lnTo>
                  <a:pt x="1736636" y="18335"/>
                </a:lnTo>
                <a:lnTo>
                  <a:pt x="1701640" y="18335"/>
                </a:lnTo>
                <a:lnTo>
                  <a:pt x="1701640" y="43586"/>
                </a:lnTo>
                <a:lnTo>
                  <a:pt x="1731082" y="43586"/>
                </a:lnTo>
                <a:lnTo>
                  <a:pt x="1731082" y="50920"/>
                </a:lnTo>
                <a:lnTo>
                  <a:pt x="1701640" y="50920"/>
                </a:lnTo>
                <a:lnTo>
                  <a:pt x="1701640" y="80362"/>
                </a:lnTo>
                <a:lnTo>
                  <a:pt x="1737788" y="80362"/>
                </a:lnTo>
                <a:lnTo>
                  <a:pt x="1737788" y="87696"/>
                </a:lnTo>
                <a:lnTo>
                  <a:pt x="1692944" y="87696"/>
                </a:lnTo>
                <a:close/>
                <a:moveTo>
                  <a:pt x="1616744" y="11001"/>
                </a:moveTo>
                <a:lnTo>
                  <a:pt x="1635604" y="11001"/>
                </a:lnTo>
                <a:cubicBezTo>
                  <a:pt x="1647268" y="11001"/>
                  <a:pt x="1656174" y="14319"/>
                  <a:pt x="1662322" y="20955"/>
                </a:cubicBezTo>
                <a:cubicBezTo>
                  <a:pt x="1668398" y="27520"/>
                  <a:pt x="1671436" y="36880"/>
                  <a:pt x="1671436" y="49034"/>
                </a:cubicBezTo>
                <a:cubicBezTo>
                  <a:pt x="1671436" y="61258"/>
                  <a:pt x="1668434" y="70723"/>
                  <a:pt x="1662426" y="77428"/>
                </a:cubicBezTo>
                <a:cubicBezTo>
                  <a:pt x="1656280" y="84274"/>
                  <a:pt x="1647442" y="87696"/>
                  <a:pt x="1635918" y="87696"/>
                </a:cubicBezTo>
                <a:lnTo>
                  <a:pt x="1616744" y="87696"/>
                </a:lnTo>
                <a:close/>
                <a:moveTo>
                  <a:pt x="1484232" y="11001"/>
                </a:moveTo>
                <a:lnTo>
                  <a:pt x="1520904" y="11001"/>
                </a:lnTo>
                <a:lnTo>
                  <a:pt x="1520904" y="18335"/>
                </a:lnTo>
                <a:lnTo>
                  <a:pt x="1491776" y="18335"/>
                </a:lnTo>
                <a:lnTo>
                  <a:pt x="1489680" y="41595"/>
                </a:lnTo>
                <a:cubicBezTo>
                  <a:pt x="1493522" y="39430"/>
                  <a:pt x="1497504" y="38347"/>
                  <a:pt x="1501624" y="38347"/>
                </a:cubicBezTo>
                <a:cubicBezTo>
                  <a:pt x="1508400" y="38347"/>
                  <a:pt x="1513814" y="40303"/>
                  <a:pt x="1517866" y="44215"/>
                </a:cubicBezTo>
                <a:cubicBezTo>
                  <a:pt x="1522336" y="48545"/>
                  <a:pt x="1524570" y="54762"/>
                  <a:pt x="1524570" y="62865"/>
                </a:cubicBezTo>
                <a:cubicBezTo>
                  <a:pt x="1524570" y="70827"/>
                  <a:pt x="1522022" y="77289"/>
                  <a:pt x="1516922" y="82248"/>
                </a:cubicBezTo>
                <a:cubicBezTo>
                  <a:pt x="1512242" y="86788"/>
                  <a:pt x="1506550" y="89058"/>
                  <a:pt x="1499844" y="89058"/>
                </a:cubicBezTo>
                <a:cubicBezTo>
                  <a:pt x="1490484" y="89058"/>
                  <a:pt x="1482416" y="85671"/>
                  <a:pt x="1475640" y="78895"/>
                </a:cubicBezTo>
                <a:lnTo>
                  <a:pt x="1479936" y="73237"/>
                </a:lnTo>
                <a:cubicBezTo>
                  <a:pt x="1485594" y="79035"/>
                  <a:pt x="1491986" y="81934"/>
                  <a:pt x="1499110" y="81934"/>
                </a:cubicBezTo>
                <a:cubicBezTo>
                  <a:pt x="1503860" y="81934"/>
                  <a:pt x="1507842" y="80222"/>
                  <a:pt x="1511054" y="76800"/>
                </a:cubicBezTo>
                <a:cubicBezTo>
                  <a:pt x="1514338" y="73307"/>
                  <a:pt x="1515980" y="68732"/>
                  <a:pt x="1515980" y="63074"/>
                </a:cubicBezTo>
                <a:cubicBezTo>
                  <a:pt x="1515980" y="57486"/>
                  <a:pt x="1514478" y="53051"/>
                  <a:pt x="1511474" y="49768"/>
                </a:cubicBezTo>
                <a:cubicBezTo>
                  <a:pt x="1508540" y="46555"/>
                  <a:pt x="1504558" y="44948"/>
                  <a:pt x="1499530" y="44948"/>
                </a:cubicBezTo>
                <a:cubicBezTo>
                  <a:pt x="1495478" y="44948"/>
                  <a:pt x="1491148" y="46485"/>
                  <a:pt x="1486538" y="49558"/>
                </a:cubicBezTo>
                <a:lnTo>
                  <a:pt x="1481822" y="46624"/>
                </a:lnTo>
                <a:close/>
                <a:moveTo>
                  <a:pt x="1430216" y="11001"/>
                </a:moveTo>
                <a:lnTo>
                  <a:pt x="1477678" y="11001"/>
                </a:lnTo>
                <a:lnTo>
                  <a:pt x="1477678" y="16135"/>
                </a:lnTo>
                <a:cubicBezTo>
                  <a:pt x="1469158" y="27171"/>
                  <a:pt x="1463254" y="38277"/>
                  <a:pt x="1459972" y="49453"/>
                </a:cubicBezTo>
                <a:cubicBezTo>
                  <a:pt x="1457318" y="58674"/>
                  <a:pt x="1455642" y="71421"/>
                  <a:pt x="1454942" y="87696"/>
                </a:cubicBezTo>
                <a:lnTo>
                  <a:pt x="1446038" y="87696"/>
                </a:lnTo>
                <a:cubicBezTo>
                  <a:pt x="1447224" y="59966"/>
                  <a:pt x="1454488" y="36845"/>
                  <a:pt x="1467830" y="18335"/>
                </a:cubicBezTo>
                <a:lnTo>
                  <a:pt x="1430216" y="18335"/>
                </a:lnTo>
                <a:close/>
                <a:moveTo>
                  <a:pt x="1379458" y="11001"/>
                </a:moveTo>
                <a:lnTo>
                  <a:pt x="1416128" y="11001"/>
                </a:lnTo>
                <a:lnTo>
                  <a:pt x="1416128" y="18335"/>
                </a:lnTo>
                <a:lnTo>
                  <a:pt x="1387002" y="18335"/>
                </a:lnTo>
                <a:lnTo>
                  <a:pt x="1384906" y="41595"/>
                </a:lnTo>
                <a:cubicBezTo>
                  <a:pt x="1388748" y="39430"/>
                  <a:pt x="1392728" y="38347"/>
                  <a:pt x="1396850" y="38347"/>
                </a:cubicBezTo>
                <a:cubicBezTo>
                  <a:pt x="1403626" y="38347"/>
                  <a:pt x="1409038" y="40303"/>
                  <a:pt x="1413090" y="44215"/>
                </a:cubicBezTo>
                <a:cubicBezTo>
                  <a:pt x="1417560" y="48545"/>
                  <a:pt x="1419796" y="54762"/>
                  <a:pt x="1419796" y="62865"/>
                </a:cubicBezTo>
                <a:cubicBezTo>
                  <a:pt x="1419796" y="70827"/>
                  <a:pt x="1417246" y="77289"/>
                  <a:pt x="1412148" y="82248"/>
                </a:cubicBezTo>
                <a:cubicBezTo>
                  <a:pt x="1407468" y="86788"/>
                  <a:pt x="1401774" y="89058"/>
                  <a:pt x="1395068" y="89058"/>
                </a:cubicBezTo>
                <a:cubicBezTo>
                  <a:pt x="1385708" y="89058"/>
                  <a:pt x="1377642" y="85671"/>
                  <a:pt x="1370866" y="78895"/>
                </a:cubicBezTo>
                <a:lnTo>
                  <a:pt x="1375162" y="73237"/>
                </a:lnTo>
                <a:cubicBezTo>
                  <a:pt x="1380820" y="79035"/>
                  <a:pt x="1387210" y="81934"/>
                  <a:pt x="1394336" y="81934"/>
                </a:cubicBezTo>
                <a:cubicBezTo>
                  <a:pt x="1399086" y="81934"/>
                  <a:pt x="1403066" y="80222"/>
                  <a:pt x="1406280" y="76800"/>
                </a:cubicBezTo>
                <a:cubicBezTo>
                  <a:pt x="1409562" y="73307"/>
                  <a:pt x="1411204" y="68732"/>
                  <a:pt x="1411204" y="63074"/>
                </a:cubicBezTo>
                <a:cubicBezTo>
                  <a:pt x="1411204" y="57486"/>
                  <a:pt x="1409702" y="53051"/>
                  <a:pt x="1406698" y="49768"/>
                </a:cubicBezTo>
                <a:cubicBezTo>
                  <a:pt x="1403766" y="46555"/>
                  <a:pt x="1399784" y="44948"/>
                  <a:pt x="1394754" y="44948"/>
                </a:cubicBezTo>
                <a:cubicBezTo>
                  <a:pt x="1390704" y="44948"/>
                  <a:pt x="1386372" y="46485"/>
                  <a:pt x="1381762" y="49558"/>
                </a:cubicBezTo>
                <a:lnTo>
                  <a:pt x="1377048" y="46624"/>
                </a:lnTo>
                <a:close/>
                <a:moveTo>
                  <a:pt x="1288208" y="11001"/>
                </a:moveTo>
                <a:lnTo>
                  <a:pt x="1297324" y="11001"/>
                </a:lnTo>
                <a:lnTo>
                  <a:pt x="1297324" y="59512"/>
                </a:lnTo>
                <a:lnTo>
                  <a:pt x="1307800" y="59512"/>
                </a:lnTo>
                <a:lnTo>
                  <a:pt x="1307800" y="66322"/>
                </a:lnTo>
                <a:lnTo>
                  <a:pt x="1297324" y="66322"/>
                </a:lnTo>
                <a:lnTo>
                  <a:pt x="1297324" y="87696"/>
                </a:lnTo>
                <a:lnTo>
                  <a:pt x="1289256" y="87696"/>
                </a:lnTo>
                <a:lnTo>
                  <a:pt x="1289256" y="66322"/>
                </a:lnTo>
                <a:lnTo>
                  <a:pt x="1255622" y="66322"/>
                </a:lnTo>
                <a:lnTo>
                  <a:pt x="1255622" y="60769"/>
                </a:lnTo>
                <a:close/>
                <a:moveTo>
                  <a:pt x="711870" y="11001"/>
                </a:moveTo>
                <a:lnTo>
                  <a:pt x="730728" y="11001"/>
                </a:lnTo>
                <a:cubicBezTo>
                  <a:pt x="742394" y="11001"/>
                  <a:pt x="751300" y="14319"/>
                  <a:pt x="757446" y="20955"/>
                </a:cubicBezTo>
                <a:cubicBezTo>
                  <a:pt x="763524" y="27520"/>
                  <a:pt x="766562" y="36880"/>
                  <a:pt x="766562" y="49034"/>
                </a:cubicBezTo>
                <a:cubicBezTo>
                  <a:pt x="766562" y="61258"/>
                  <a:pt x="763558" y="70723"/>
                  <a:pt x="757550" y="77428"/>
                </a:cubicBezTo>
                <a:cubicBezTo>
                  <a:pt x="751404" y="84274"/>
                  <a:pt x="742568" y="87696"/>
                  <a:pt x="731042" y="87696"/>
                </a:cubicBezTo>
                <a:lnTo>
                  <a:pt x="711870" y="87696"/>
                </a:lnTo>
                <a:close/>
                <a:moveTo>
                  <a:pt x="473744" y="11001"/>
                </a:moveTo>
                <a:lnTo>
                  <a:pt x="495956" y="11001"/>
                </a:lnTo>
                <a:cubicBezTo>
                  <a:pt x="513418" y="11001"/>
                  <a:pt x="522150" y="17253"/>
                  <a:pt x="522150" y="29756"/>
                </a:cubicBezTo>
                <a:cubicBezTo>
                  <a:pt x="522150" y="38347"/>
                  <a:pt x="518344" y="43900"/>
                  <a:pt x="510730" y="46415"/>
                </a:cubicBezTo>
                <a:lnTo>
                  <a:pt x="510730" y="46834"/>
                </a:lnTo>
                <a:cubicBezTo>
                  <a:pt x="521346" y="48860"/>
                  <a:pt x="526656" y="55006"/>
                  <a:pt x="526656" y="65274"/>
                </a:cubicBezTo>
                <a:cubicBezTo>
                  <a:pt x="526656" y="72539"/>
                  <a:pt x="523966" y="78162"/>
                  <a:pt x="518588" y="82143"/>
                </a:cubicBezTo>
                <a:cubicBezTo>
                  <a:pt x="513488" y="85845"/>
                  <a:pt x="506504" y="87696"/>
                  <a:pt x="497632" y="87696"/>
                </a:cubicBezTo>
                <a:lnTo>
                  <a:pt x="473744" y="87696"/>
                </a:lnTo>
                <a:close/>
                <a:moveTo>
                  <a:pt x="1225714" y="9848"/>
                </a:moveTo>
                <a:cubicBezTo>
                  <a:pt x="1232140" y="9848"/>
                  <a:pt x="1237240" y="11734"/>
                  <a:pt x="1241012" y="15506"/>
                </a:cubicBezTo>
                <a:cubicBezTo>
                  <a:pt x="1244714" y="19208"/>
                  <a:pt x="1246564" y="24063"/>
                  <a:pt x="1246564" y="30070"/>
                </a:cubicBezTo>
                <a:cubicBezTo>
                  <a:pt x="1246564" y="37055"/>
                  <a:pt x="1243106" y="43272"/>
                  <a:pt x="1236192" y="48720"/>
                </a:cubicBezTo>
                <a:lnTo>
                  <a:pt x="1236192" y="49244"/>
                </a:lnTo>
                <a:cubicBezTo>
                  <a:pt x="1244854" y="54273"/>
                  <a:pt x="1249184" y="60979"/>
                  <a:pt x="1249184" y="69361"/>
                </a:cubicBezTo>
                <a:cubicBezTo>
                  <a:pt x="1249184" y="74949"/>
                  <a:pt x="1247018" y="79594"/>
                  <a:pt x="1242688" y="83296"/>
                </a:cubicBezTo>
                <a:cubicBezTo>
                  <a:pt x="1238218" y="87137"/>
                  <a:pt x="1232490" y="89058"/>
                  <a:pt x="1225504" y="89058"/>
                </a:cubicBezTo>
                <a:cubicBezTo>
                  <a:pt x="1218450" y="89058"/>
                  <a:pt x="1212652" y="87137"/>
                  <a:pt x="1208112" y="83296"/>
                </a:cubicBezTo>
                <a:cubicBezTo>
                  <a:pt x="1203502" y="79454"/>
                  <a:pt x="1201196" y="74564"/>
                  <a:pt x="1201196" y="68627"/>
                </a:cubicBezTo>
                <a:cubicBezTo>
                  <a:pt x="1201196" y="59617"/>
                  <a:pt x="1205946" y="52492"/>
                  <a:pt x="1215446" y="47253"/>
                </a:cubicBezTo>
                <a:lnTo>
                  <a:pt x="1215446" y="46834"/>
                </a:lnTo>
                <a:cubicBezTo>
                  <a:pt x="1208532" y="42154"/>
                  <a:pt x="1205074" y="36287"/>
                  <a:pt x="1205074" y="29232"/>
                </a:cubicBezTo>
                <a:cubicBezTo>
                  <a:pt x="1205074" y="23504"/>
                  <a:pt x="1207064" y="18824"/>
                  <a:pt x="1211046" y="15192"/>
                </a:cubicBezTo>
                <a:cubicBezTo>
                  <a:pt x="1214888" y="11630"/>
                  <a:pt x="1219778" y="9848"/>
                  <a:pt x="1225714" y="9848"/>
                </a:cubicBezTo>
                <a:close/>
                <a:moveTo>
                  <a:pt x="1866098" y="9639"/>
                </a:moveTo>
                <a:cubicBezTo>
                  <a:pt x="1874620" y="9639"/>
                  <a:pt x="1881920" y="12747"/>
                  <a:pt x="1887998" y="18964"/>
                </a:cubicBezTo>
                <a:lnTo>
                  <a:pt x="1883178" y="24622"/>
                </a:lnTo>
                <a:cubicBezTo>
                  <a:pt x="1878568" y="19732"/>
                  <a:pt x="1872944" y="17287"/>
                  <a:pt x="1866308" y="17287"/>
                </a:cubicBezTo>
                <a:cubicBezTo>
                  <a:pt x="1858346" y="17287"/>
                  <a:pt x="1852024" y="20116"/>
                  <a:pt x="1847344" y="25774"/>
                </a:cubicBezTo>
                <a:cubicBezTo>
                  <a:pt x="1842594" y="31502"/>
                  <a:pt x="1840220" y="39290"/>
                  <a:pt x="1840220" y="49139"/>
                </a:cubicBezTo>
                <a:cubicBezTo>
                  <a:pt x="1840220" y="59128"/>
                  <a:pt x="1842490" y="66986"/>
                  <a:pt x="1847030" y="72713"/>
                </a:cubicBezTo>
                <a:cubicBezTo>
                  <a:pt x="1851640" y="78511"/>
                  <a:pt x="1858066" y="81410"/>
                  <a:pt x="1866308" y="81410"/>
                </a:cubicBezTo>
                <a:cubicBezTo>
                  <a:pt x="1872664" y="81410"/>
                  <a:pt x="1877520" y="79803"/>
                  <a:pt x="1880872" y="76590"/>
                </a:cubicBezTo>
                <a:lnTo>
                  <a:pt x="1880872" y="55635"/>
                </a:lnTo>
                <a:lnTo>
                  <a:pt x="1864214" y="55635"/>
                </a:lnTo>
                <a:lnTo>
                  <a:pt x="1864214" y="48406"/>
                </a:lnTo>
                <a:lnTo>
                  <a:pt x="1888940" y="48406"/>
                </a:lnTo>
                <a:lnTo>
                  <a:pt x="1888940" y="80257"/>
                </a:lnTo>
                <a:cubicBezTo>
                  <a:pt x="1883282" y="86125"/>
                  <a:pt x="1875458" y="89058"/>
                  <a:pt x="1865470" y="89058"/>
                </a:cubicBezTo>
                <a:cubicBezTo>
                  <a:pt x="1855272" y="89058"/>
                  <a:pt x="1847066" y="85531"/>
                  <a:pt x="1840848" y="78476"/>
                </a:cubicBezTo>
                <a:cubicBezTo>
                  <a:pt x="1834492" y="71281"/>
                  <a:pt x="1831314" y="61572"/>
                  <a:pt x="1831314" y="49349"/>
                </a:cubicBezTo>
                <a:cubicBezTo>
                  <a:pt x="1831314" y="37195"/>
                  <a:pt x="1834596" y="27486"/>
                  <a:pt x="1841162" y="20221"/>
                </a:cubicBezTo>
                <a:cubicBezTo>
                  <a:pt x="1847518" y="13166"/>
                  <a:pt x="1855830" y="9639"/>
                  <a:pt x="1866098" y="9639"/>
                </a:cubicBezTo>
                <a:close/>
                <a:moveTo>
                  <a:pt x="1771888" y="9639"/>
                </a:moveTo>
                <a:cubicBezTo>
                  <a:pt x="1780828" y="9639"/>
                  <a:pt x="1788266" y="12782"/>
                  <a:pt x="1794204" y="19069"/>
                </a:cubicBezTo>
                <a:lnTo>
                  <a:pt x="1789594" y="24622"/>
                </a:lnTo>
                <a:cubicBezTo>
                  <a:pt x="1784496" y="19732"/>
                  <a:pt x="1778592" y="17287"/>
                  <a:pt x="1771888" y="17287"/>
                </a:cubicBezTo>
                <a:cubicBezTo>
                  <a:pt x="1767416" y="17287"/>
                  <a:pt x="1763820" y="18335"/>
                  <a:pt x="1761096" y="20431"/>
                </a:cubicBezTo>
                <a:cubicBezTo>
                  <a:pt x="1758372" y="22596"/>
                  <a:pt x="1757010" y="25460"/>
                  <a:pt x="1757010" y="29022"/>
                </a:cubicBezTo>
                <a:cubicBezTo>
                  <a:pt x="1757010" y="32515"/>
                  <a:pt x="1758406" y="35414"/>
                  <a:pt x="1761200" y="37719"/>
                </a:cubicBezTo>
                <a:cubicBezTo>
                  <a:pt x="1762806" y="39046"/>
                  <a:pt x="1765670" y="40582"/>
                  <a:pt x="1769792" y="42329"/>
                </a:cubicBezTo>
                <a:lnTo>
                  <a:pt x="1780898" y="47044"/>
                </a:lnTo>
                <a:cubicBezTo>
                  <a:pt x="1791516" y="51723"/>
                  <a:pt x="1796824" y="58569"/>
                  <a:pt x="1796824" y="67579"/>
                </a:cubicBezTo>
                <a:cubicBezTo>
                  <a:pt x="1796824" y="73726"/>
                  <a:pt x="1794518" y="78825"/>
                  <a:pt x="1789908" y="82877"/>
                </a:cubicBezTo>
                <a:cubicBezTo>
                  <a:pt x="1785088" y="86998"/>
                  <a:pt x="1778802" y="89058"/>
                  <a:pt x="1771050" y="89058"/>
                </a:cubicBezTo>
                <a:cubicBezTo>
                  <a:pt x="1760432" y="89058"/>
                  <a:pt x="1751562" y="85251"/>
                  <a:pt x="1744436" y="77638"/>
                </a:cubicBezTo>
                <a:lnTo>
                  <a:pt x="1749674" y="71666"/>
                </a:lnTo>
                <a:cubicBezTo>
                  <a:pt x="1755682" y="78162"/>
                  <a:pt x="1762842" y="81410"/>
                  <a:pt x="1771154" y="81410"/>
                </a:cubicBezTo>
                <a:cubicBezTo>
                  <a:pt x="1776322" y="81410"/>
                  <a:pt x="1780444" y="80187"/>
                  <a:pt x="1783518" y="77743"/>
                </a:cubicBezTo>
                <a:cubicBezTo>
                  <a:pt x="1786520" y="75368"/>
                  <a:pt x="1788022" y="72190"/>
                  <a:pt x="1788022" y="68208"/>
                </a:cubicBezTo>
                <a:cubicBezTo>
                  <a:pt x="1788022" y="64506"/>
                  <a:pt x="1786766" y="61502"/>
                  <a:pt x="1784250" y="59197"/>
                </a:cubicBezTo>
                <a:cubicBezTo>
                  <a:pt x="1782644" y="57800"/>
                  <a:pt x="1779536" y="56089"/>
                  <a:pt x="1774926" y="54063"/>
                </a:cubicBezTo>
                <a:lnTo>
                  <a:pt x="1763820" y="49139"/>
                </a:lnTo>
                <a:cubicBezTo>
                  <a:pt x="1753412" y="44669"/>
                  <a:pt x="1748208" y="38173"/>
                  <a:pt x="1748208" y="29651"/>
                </a:cubicBezTo>
                <a:cubicBezTo>
                  <a:pt x="1748208" y="23853"/>
                  <a:pt x="1750444" y="19069"/>
                  <a:pt x="1754914" y="15297"/>
                </a:cubicBezTo>
                <a:cubicBezTo>
                  <a:pt x="1759384" y="11525"/>
                  <a:pt x="1765042" y="9639"/>
                  <a:pt x="1771888" y="9639"/>
                </a:cubicBezTo>
                <a:close/>
                <a:moveTo>
                  <a:pt x="1556156" y="9639"/>
                </a:moveTo>
                <a:cubicBezTo>
                  <a:pt x="1563838" y="9639"/>
                  <a:pt x="1569916" y="12677"/>
                  <a:pt x="1574386" y="18754"/>
                </a:cubicBezTo>
                <a:cubicBezTo>
                  <a:pt x="1579206" y="25111"/>
                  <a:pt x="1581616" y="34121"/>
                  <a:pt x="1581616" y="45786"/>
                </a:cubicBezTo>
                <a:cubicBezTo>
                  <a:pt x="1581616" y="60455"/>
                  <a:pt x="1578822" y="71596"/>
                  <a:pt x="1573234" y="79209"/>
                </a:cubicBezTo>
                <a:cubicBezTo>
                  <a:pt x="1568344" y="85775"/>
                  <a:pt x="1561954" y="89058"/>
                  <a:pt x="1554060" y="89058"/>
                </a:cubicBezTo>
                <a:cubicBezTo>
                  <a:pt x="1546936" y="89058"/>
                  <a:pt x="1540928" y="86509"/>
                  <a:pt x="1536038" y="81410"/>
                </a:cubicBezTo>
                <a:lnTo>
                  <a:pt x="1540754" y="76066"/>
                </a:lnTo>
                <a:cubicBezTo>
                  <a:pt x="1544316" y="79978"/>
                  <a:pt x="1548682" y="81934"/>
                  <a:pt x="1553850" y="81934"/>
                </a:cubicBezTo>
                <a:cubicBezTo>
                  <a:pt x="1559368" y="81934"/>
                  <a:pt x="1563804" y="79489"/>
                  <a:pt x="1567158" y="74599"/>
                </a:cubicBezTo>
                <a:cubicBezTo>
                  <a:pt x="1571068" y="68942"/>
                  <a:pt x="1573198" y="60315"/>
                  <a:pt x="1573548" y="48720"/>
                </a:cubicBezTo>
                <a:cubicBezTo>
                  <a:pt x="1568240" y="55216"/>
                  <a:pt x="1562232" y="58464"/>
                  <a:pt x="1555526" y="58464"/>
                </a:cubicBezTo>
                <a:cubicBezTo>
                  <a:pt x="1549030" y="58464"/>
                  <a:pt x="1543932" y="56438"/>
                  <a:pt x="1540230" y="52387"/>
                </a:cubicBezTo>
                <a:cubicBezTo>
                  <a:pt x="1536458" y="48126"/>
                  <a:pt x="1534572" y="42119"/>
                  <a:pt x="1534572" y="34366"/>
                </a:cubicBezTo>
                <a:cubicBezTo>
                  <a:pt x="1534572" y="27171"/>
                  <a:pt x="1536702" y="21199"/>
                  <a:pt x="1540964" y="16449"/>
                </a:cubicBezTo>
                <a:cubicBezTo>
                  <a:pt x="1545084" y="11909"/>
                  <a:pt x="1550148" y="9639"/>
                  <a:pt x="1556156" y="9639"/>
                </a:cubicBezTo>
                <a:close/>
                <a:moveTo>
                  <a:pt x="194356" y="9639"/>
                </a:moveTo>
                <a:lnTo>
                  <a:pt x="198652" y="11001"/>
                </a:lnTo>
                <a:cubicBezTo>
                  <a:pt x="195160" y="34680"/>
                  <a:pt x="187826" y="53959"/>
                  <a:pt x="176650" y="68837"/>
                </a:cubicBezTo>
                <a:cubicBezTo>
                  <a:pt x="182866" y="76660"/>
                  <a:pt x="191354" y="83889"/>
                  <a:pt x="202110" y="90525"/>
                </a:cubicBezTo>
                <a:cubicBezTo>
                  <a:pt x="199944" y="92132"/>
                  <a:pt x="198304" y="94018"/>
                  <a:pt x="197186" y="96183"/>
                </a:cubicBezTo>
                <a:cubicBezTo>
                  <a:pt x="186638" y="89338"/>
                  <a:pt x="178292" y="82108"/>
                  <a:pt x="172144" y="74495"/>
                </a:cubicBezTo>
                <a:cubicBezTo>
                  <a:pt x="164112" y="83645"/>
                  <a:pt x="154682" y="90665"/>
                  <a:pt x="143856" y="95554"/>
                </a:cubicBezTo>
                <a:cubicBezTo>
                  <a:pt x="142668" y="93179"/>
                  <a:pt x="141236" y="91259"/>
                  <a:pt x="139560" y="89792"/>
                </a:cubicBezTo>
                <a:cubicBezTo>
                  <a:pt x="150246" y="85391"/>
                  <a:pt x="159712" y="78406"/>
                  <a:pt x="167954" y="68837"/>
                </a:cubicBezTo>
                <a:cubicBezTo>
                  <a:pt x="159362" y="56264"/>
                  <a:pt x="153146" y="38871"/>
                  <a:pt x="149304" y="16659"/>
                </a:cubicBezTo>
                <a:lnTo>
                  <a:pt x="145322" y="16659"/>
                </a:lnTo>
                <a:lnTo>
                  <a:pt x="145322" y="9953"/>
                </a:lnTo>
                <a:lnTo>
                  <a:pt x="193100" y="9953"/>
                </a:lnTo>
                <a:close/>
                <a:moveTo>
                  <a:pt x="1337918" y="9534"/>
                </a:moveTo>
                <a:cubicBezTo>
                  <a:pt x="1344414" y="9604"/>
                  <a:pt x="1349618" y="11280"/>
                  <a:pt x="1353530" y="14563"/>
                </a:cubicBezTo>
                <a:cubicBezTo>
                  <a:pt x="1357652" y="17986"/>
                  <a:pt x="1359712" y="22666"/>
                  <a:pt x="1359712" y="28603"/>
                </a:cubicBezTo>
                <a:cubicBezTo>
                  <a:pt x="1359712" y="37753"/>
                  <a:pt x="1355136" y="43970"/>
                  <a:pt x="1345986" y="47253"/>
                </a:cubicBezTo>
                <a:lnTo>
                  <a:pt x="1345986" y="47672"/>
                </a:lnTo>
                <a:cubicBezTo>
                  <a:pt x="1350736" y="48790"/>
                  <a:pt x="1354578" y="50990"/>
                  <a:pt x="1357512" y="54273"/>
                </a:cubicBezTo>
                <a:cubicBezTo>
                  <a:pt x="1360724" y="57835"/>
                  <a:pt x="1362332" y="62166"/>
                  <a:pt x="1362332" y="67265"/>
                </a:cubicBezTo>
                <a:cubicBezTo>
                  <a:pt x="1362332" y="73901"/>
                  <a:pt x="1359992" y="79244"/>
                  <a:pt x="1355312" y="83296"/>
                </a:cubicBezTo>
                <a:cubicBezTo>
                  <a:pt x="1350842" y="87137"/>
                  <a:pt x="1345148" y="89058"/>
                  <a:pt x="1338234" y="89058"/>
                </a:cubicBezTo>
                <a:cubicBezTo>
                  <a:pt x="1328454" y="89058"/>
                  <a:pt x="1320352" y="85566"/>
                  <a:pt x="1313926" y="78581"/>
                </a:cubicBezTo>
                <a:lnTo>
                  <a:pt x="1318326" y="73028"/>
                </a:lnTo>
                <a:cubicBezTo>
                  <a:pt x="1324124" y="78965"/>
                  <a:pt x="1330584" y="81934"/>
                  <a:pt x="1337710" y="81934"/>
                </a:cubicBezTo>
                <a:cubicBezTo>
                  <a:pt x="1342458" y="81934"/>
                  <a:pt x="1346300" y="80606"/>
                  <a:pt x="1349234" y="77952"/>
                </a:cubicBezTo>
                <a:cubicBezTo>
                  <a:pt x="1352238" y="75158"/>
                  <a:pt x="1353740" y="71526"/>
                  <a:pt x="1353740" y="67056"/>
                </a:cubicBezTo>
                <a:cubicBezTo>
                  <a:pt x="1353740" y="56438"/>
                  <a:pt x="1345638" y="51130"/>
                  <a:pt x="1329432" y="51130"/>
                </a:cubicBezTo>
                <a:lnTo>
                  <a:pt x="1329432" y="44424"/>
                </a:lnTo>
                <a:cubicBezTo>
                  <a:pt x="1343822" y="44424"/>
                  <a:pt x="1351016" y="39360"/>
                  <a:pt x="1351016" y="29232"/>
                </a:cubicBezTo>
                <a:cubicBezTo>
                  <a:pt x="1351016" y="25390"/>
                  <a:pt x="1349828" y="22317"/>
                  <a:pt x="1347454" y="20012"/>
                </a:cubicBezTo>
                <a:cubicBezTo>
                  <a:pt x="1345008" y="17707"/>
                  <a:pt x="1341726" y="16519"/>
                  <a:pt x="1337604" y="16449"/>
                </a:cubicBezTo>
                <a:cubicBezTo>
                  <a:pt x="1331806" y="16519"/>
                  <a:pt x="1326428" y="19104"/>
                  <a:pt x="1321470" y="24203"/>
                </a:cubicBezTo>
                <a:lnTo>
                  <a:pt x="1316754" y="18650"/>
                </a:lnTo>
                <a:cubicBezTo>
                  <a:pt x="1323320" y="12642"/>
                  <a:pt x="1330374" y="9604"/>
                  <a:pt x="1337918" y="9534"/>
                </a:cubicBezTo>
                <a:close/>
                <a:moveTo>
                  <a:pt x="1101660" y="4295"/>
                </a:moveTo>
                <a:lnTo>
                  <a:pt x="1110148" y="4295"/>
                </a:lnTo>
                <a:lnTo>
                  <a:pt x="1110148" y="77952"/>
                </a:lnTo>
                <a:cubicBezTo>
                  <a:pt x="1110148" y="80606"/>
                  <a:pt x="1111020" y="81934"/>
                  <a:pt x="1112766" y="81934"/>
                </a:cubicBezTo>
                <a:cubicBezTo>
                  <a:pt x="1113396" y="81934"/>
                  <a:pt x="1114058" y="81864"/>
                  <a:pt x="1114758" y="81724"/>
                </a:cubicBezTo>
                <a:lnTo>
                  <a:pt x="1116014" y="88325"/>
                </a:lnTo>
                <a:cubicBezTo>
                  <a:pt x="1114408" y="88814"/>
                  <a:pt x="1112696" y="89058"/>
                  <a:pt x="1110880" y="89058"/>
                </a:cubicBezTo>
                <a:cubicBezTo>
                  <a:pt x="1104734" y="89058"/>
                  <a:pt x="1101660" y="85147"/>
                  <a:pt x="1101660" y="77324"/>
                </a:cubicBezTo>
                <a:close/>
                <a:moveTo>
                  <a:pt x="539686" y="4295"/>
                </a:moveTo>
                <a:lnTo>
                  <a:pt x="548172" y="4295"/>
                </a:lnTo>
                <a:lnTo>
                  <a:pt x="548172" y="77952"/>
                </a:lnTo>
                <a:cubicBezTo>
                  <a:pt x="548172" y="80606"/>
                  <a:pt x="549046" y="81934"/>
                  <a:pt x="550792" y="81934"/>
                </a:cubicBezTo>
                <a:cubicBezTo>
                  <a:pt x="551420" y="81934"/>
                  <a:pt x="552084" y="81864"/>
                  <a:pt x="552782" y="81724"/>
                </a:cubicBezTo>
                <a:lnTo>
                  <a:pt x="554040" y="88325"/>
                </a:lnTo>
                <a:cubicBezTo>
                  <a:pt x="552434" y="88814"/>
                  <a:pt x="550722" y="89058"/>
                  <a:pt x="548906" y="89058"/>
                </a:cubicBezTo>
                <a:cubicBezTo>
                  <a:pt x="542758" y="89058"/>
                  <a:pt x="539686" y="85147"/>
                  <a:pt x="539686" y="77324"/>
                </a:cubicBezTo>
                <a:close/>
                <a:moveTo>
                  <a:pt x="1090374" y="2933"/>
                </a:moveTo>
                <a:cubicBezTo>
                  <a:pt x="1093586" y="2933"/>
                  <a:pt x="1096626" y="3562"/>
                  <a:pt x="1099488" y="4819"/>
                </a:cubicBezTo>
                <a:lnTo>
                  <a:pt x="1097602" y="11420"/>
                </a:lnTo>
                <a:cubicBezTo>
                  <a:pt x="1095438" y="10372"/>
                  <a:pt x="1093272" y="9848"/>
                  <a:pt x="1091106" y="9848"/>
                </a:cubicBezTo>
                <a:cubicBezTo>
                  <a:pt x="1085658" y="9848"/>
                  <a:pt x="1082934" y="13690"/>
                  <a:pt x="1082934" y="21374"/>
                </a:cubicBezTo>
                <a:lnTo>
                  <a:pt x="1082934" y="31118"/>
                </a:lnTo>
                <a:lnTo>
                  <a:pt x="1095088" y="31118"/>
                </a:lnTo>
                <a:lnTo>
                  <a:pt x="1095088" y="38138"/>
                </a:lnTo>
                <a:lnTo>
                  <a:pt x="1082934" y="38138"/>
                </a:lnTo>
                <a:lnTo>
                  <a:pt x="1082934" y="87696"/>
                </a:lnTo>
                <a:lnTo>
                  <a:pt x="1074342" y="87696"/>
                </a:lnTo>
                <a:lnTo>
                  <a:pt x="1074342" y="38138"/>
                </a:lnTo>
                <a:lnTo>
                  <a:pt x="1066590" y="38138"/>
                </a:lnTo>
                <a:lnTo>
                  <a:pt x="1066590" y="31642"/>
                </a:lnTo>
                <a:lnTo>
                  <a:pt x="1074342" y="31118"/>
                </a:lnTo>
                <a:lnTo>
                  <a:pt x="1074342" y="21269"/>
                </a:lnTo>
                <a:cubicBezTo>
                  <a:pt x="1074342" y="9045"/>
                  <a:pt x="1079686" y="2933"/>
                  <a:pt x="1090374" y="2933"/>
                </a:cubicBezTo>
                <a:close/>
                <a:moveTo>
                  <a:pt x="90524" y="1047"/>
                </a:moveTo>
                <a:lnTo>
                  <a:pt x="95134" y="7019"/>
                </a:lnTo>
                <a:cubicBezTo>
                  <a:pt x="83750" y="9674"/>
                  <a:pt x="69954" y="11665"/>
                  <a:pt x="53748" y="12992"/>
                </a:cubicBezTo>
                <a:lnTo>
                  <a:pt x="53748" y="30908"/>
                </a:lnTo>
                <a:lnTo>
                  <a:pt x="88010" y="30908"/>
                </a:lnTo>
                <a:lnTo>
                  <a:pt x="89268" y="30594"/>
                </a:lnTo>
                <a:lnTo>
                  <a:pt x="93354" y="31851"/>
                </a:lnTo>
                <a:cubicBezTo>
                  <a:pt x="90840" y="49244"/>
                  <a:pt x="85670" y="63598"/>
                  <a:pt x="77846" y="74914"/>
                </a:cubicBezTo>
                <a:cubicBezTo>
                  <a:pt x="83016" y="81829"/>
                  <a:pt x="89302" y="86928"/>
                  <a:pt x="96706" y="90211"/>
                </a:cubicBezTo>
                <a:cubicBezTo>
                  <a:pt x="94680" y="91957"/>
                  <a:pt x="93110" y="93843"/>
                  <a:pt x="91992" y="95869"/>
                </a:cubicBezTo>
                <a:cubicBezTo>
                  <a:pt x="84798" y="92097"/>
                  <a:pt x="78720" y="86893"/>
                  <a:pt x="73760" y="80257"/>
                </a:cubicBezTo>
                <a:cubicBezTo>
                  <a:pt x="68172" y="86893"/>
                  <a:pt x="61642" y="92097"/>
                  <a:pt x="54168" y="95869"/>
                </a:cubicBezTo>
                <a:cubicBezTo>
                  <a:pt x="53050" y="93773"/>
                  <a:pt x="51654" y="91887"/>
                  <a:pt x="49976" y="90211"/>
                </a:cubicBezTo>
                <a:cubicBezTo>
                  <a:pt x="57520" y="86858"/>
                  <a:pt x="64122" y="81619"/>
                  <a:pt x="69780" y="74495"/>
                </a:cubicBezTo>
                <a:cubicBezTo>
                  <a:pt x="63982" y="64785"/>
                  <a:pt x="59512" y="52387"/>
                  <a:pt x="56368" y="37299"/>
                </a:cubicBezTo>
                <a:lnTo>
                  <a:pt x="53748" y="37299"/>
                </a:lnTo>
                <a:lnTo>
                  <a:pt x="53748" y="43586"/>
                </a:lnTo>
                <a:cubicBezTo>
                  <a:pt x="53748" y="67335"/>
                  <a:pt x="50360" y="84832"/>
                  <a:pt x="43586" y="96078"/>
                </a:cubicBezTo>
                <a:cubicBezTo>
                  <a:pt x="41978" y="94472"/>
                  <a:pt x="40128" y="93179"/>
                  <a:pt x="38032" y="92202"/>
                </a:cubicBezTo>
                <a:cubicBezTo>
                  <a:pt x="44110" y="81724"/>
                  <a:pt x="47148" y="65519"/>
                  <a:pt x="47148" y="43586"/>
                </a:cubicBezTo>
                <a:lnTo>
                  <a:pt x="47148" y="7543"/>
                </a:lnTo>
                <a:cubicBezTo>
                  <a:pt x="66148" y="5867"/>
                  <a:pt x="80606" y="3702"/>
                  <a:pt x="90524" y="1047"/>
                </a:cubicBezTo>
                <a:close/>
                <a:moveTo>
                  <a:pt x="254602" y="209"/>
                </a:moveTo>
                <a:lnTo>
                  <a:pt x="261832" y="209"/>
                </a:lnTo>
                <a:lnTo>
                  <a:pt x="261832" y="12992"/>
                </a:lnTo>
                <a:lnTo>
                  <a:pt x="300284" y="12992"/>
                </a:lnTo>
                <a:lnTo>
                  <a:pt x="300284" y="19697"/>
                </a:lnTo>
                <a:lnTo>
                  <a:pt x="261832" y="19697"/>
                </a:lnTo>
                <a:lnTo>
                  <a:pt x="261832" y="46520"/>
                </a:lnTo>
                <a:lnTo>
                  <a:pt x="304580" y="46520"/>
                </a:lnTo>
                <a:lnTo>
                  <a:pt x="304580" y="53120"/>
                </a:lnTo>
                <a:lnTo>
                  <a:pt x="266862" y="53120"/>
                </a:lnTo>
                <a:cubicBezTo>
                  <a:pt x="277828" y="67859"/>
                  <a:pt x="291134" y="78651"/>
                  <a:pt x="306780" y="85496"/>
                </a:cubicBezTo>
                <a:cubicBezTo>
                  <a:pt x="305174" y="86893"/>
                  <a:pt x="303568" y="88814"/>
                  <a:pt x="301960" y="91259"/>
                </a:cubicBezTo>
                <a:cubicBezTo>
                  <a:pt x="286244" y="83505"/>
                  <a:pt x="272868" y="71910"/>
                  <a:pt x="261832" y="56473"/>
                </a:cubicBezTo>
                <a:lnTo>
                  <a:pt x="261832" y="95554"/>
                </a:lnTo>
                <a:lnTo>
                  <a:pt x="254602" y="95554"/>
                </a:lnTo>
                <a:lnTo>
                  <a:pt x="254602" y="56788"/>
                </a:lnTo>
                <a:cubicBezTo>
                  <a:pt x="243916" y="71666"/>
                  <a:pt x="230714" y="83051"/>
                  <a:pt x="214998" y="90944"/>
                </a:cubicBezTo>
                <a:cubicBezTo>
                  <a:pt x="213530" y="88709"/>
                  <a:pt x="211890" y="86788"/>
                  <a:pt x="210074" y="85182"/>
                </a:cubicBezTo>
                <a:cubicBezTo>
                  <a:pt x="225860" y="78406"/>
                  <a:pt x="239060" y="67719"/>
                  <a:pt x="249678" y="53120"/>
                </a:cubicBezTo>
                <a:lnTo>
                  <a:pt x="212168" y="53120"/>
                </a:lnTo>
                <a:lnTo>
                  <a:pt x="212168" y="46520"/>
                </a:lnTo>
                <a:lnTo>
                  <a:pt x="254602" y="46520"/>
                </a:lnTo>
                <a:lnTo>
                  <a:pt x="254602" y="19697"/>
                </a:lnTo>
                <a:lnTo>
                  <a:pt x="217198" y="19697"/>
                </a:lnTo>
                <a:lnTo>
                  <a:pt x="217198" y="12992"/>
                </a:lnTo>
                <a:lnTo>
                  <a:pt x="254602" y="12992"/>
                </a:lnTo>
                <a:close/>
                <a:moveTo>
                  <a:pt x="124052" y="104"/>
                </a:moveTo>
                <a:lnTo>
                  <a:pt x="130864" y="104"/>
                </a:lnTo>
                <a:lnTo>
                  <a:pt x="130864" y="22526"/>
                </a:lnTo>
                <a:lnTo>
                  <a:pt x="145112" y="22526"/>
                </a:lnTo>
                <a:lnTo>
                  <a:pt x="145112" y="29127"/>
                </a:lnTo>
                <a:lnTo>
                  <a:pt x="130864" y="29127"/>
                </a:lnTo>
                <a:lnTo>
                  <a:pt x="130864" y="33318"/>
                </a:lnTo>
                <a:cubicBezTo>
                  <a:pt x="134216" y="36671"/>
                  <a:pt x="140084" y="43411"/>
                  <a:pt x="148466" y="53540"/>
                </a:cubicBezTo>
                <a:lnTo>
                  <a:pt x="144064" y="59721"/>
                </a:lnTo>
                <a:cubicBezTo>
                  <a:pt x="141132" y="54972"/>
                  <a:pt x="136730" y="48860"/>
                  <a:pt x="130864" y="41386"/>
                </a:cubicBezTo>
                <a:lnTo>
                  <a:pt x="130864" y="95450"/>
                </a:lnTo>
                <a:lnTo>
                  <a:pt x="124052" y="95450"/>
                </a:lnTo>
                <a:lnTo>
                  <a:pt x="124052" y="41281"/>
                </a:lnTo>
                <a:cubicBezTo>
                  <a:pt x="119302" y="56508"/>
                  <a:pt x="113854" y="68173"/>
                  <a:pt x="107708" y="76276"/>
                </a:cubicBezTo>
                <a:cubicBezTo>
                  <a:pt x="106660" y="73831"/>
                  <a:pt x="105264" y="71596"/>
                  <a:pt x="103516" y="69570"/>
                </a:cubicBezTo>
                <a:cubicBezTo>
                  <a:pt x="111550" y="60071"/>
                  <a:pt x="117732" y="46590"/>
                  <a:pt x="122062" y="29127"/>
                </a:cubicBezTo>
                <a:lnTo>
                  <a:pt x="106346" y="29127"/>
                </a:lnTo>
                <a:lnTo>
                  <a:pt x="106346" y="22526"/>
                </a:lnTo>
                <a:lnTo>
                  <a:pt x="124052" y="22526"/>
                </a:lnTo>
                <a:close/>
                <a:moveTo>
                  <a:pt x="358958" y="0"/>
                </a:moveTo>
                <a:lnTo>
                  <a:pt x="366816" y="1152"/>
                </a:lnTo>
                <a:cubicBezTo>
                  <a:pt x="364930" y="6461"/>
                  <a:pt x="363184" y="10896"/>
                  <a:pt x="361578" y="14459"/>
                </a:cubicBezTo>
                <a:lnTo>
                  <a:pt x="399402" y="14459"/>
                </a:lnTo>
                <a:lnTo>
                  <a:pt x="399402" y="95240"/>
                </a:lnTo>
                <a:lnTo>
                  <a:pt x="392172" y="95240"/>
                </a:lnTo>
                <a:lnTo>
                  <a:pt x="392172" y="89792"/>
                </a:lnTo>
                <a:lnTo>
                  <a:pt x="335384" y="89792"/>
                </a:lnTo>
                <a:lnTo>
                  <a:pt x="335384" y="95764"/>
                </a:lnTo>
                <a:lnTo>
                  <a:pt x="328364" y="95764"/>
                </a:lnTo>
                <a:lnTo>
                  <a:pt x="328364" y="14459"/>
                </a:lnTo>
                <a:lnTo>
                  <a:pt x="354558" y="14459"/>
                </a:lnTo>
                <a:cubicBezTo>
                  <a:pt x="356304" y="9988"/>
                  <a:pt x="357770" y="5168"/>
                  <a:pt x="358958" y="0"/>
                </a:cubicBezTo>
                <a:close/>
                <a:moveTo>
                  <a:pt x="26298" y="0"/>
                </a:moveTo>
                <a:lnTo>
                  <a:pt x="32688" y="0"/>
                </a:lnTo>
                <a:lnTo>
                  <a:pt x="32688" y="29337"/>
                </a:lnTo>
                <a:lnTo>
                  <a:pt x="42224" y="29337"/>
                </a:lnTo>
                <a:lnTo>
                  <a:pt x="42224" y="35623"/>
                </a:lnTo>
                <a:lnTo>
                  <a:pt x="14354" y="35623"/>
                </a:lnTo>
                <a:lnTo>
                  <a:pt x="14354" y="43796"/>
                </a:lnTo>
                <a:cubicBezTo>
                  <a:pt x="14354" y="47078"/>
                  <a:pt x="14318" y="49558"/>
                  <a:pt x="14248" y="51235"/>
                </a:cubicBezTo>
                <a:lnTo>
                  <a:pt x="35728" y="51235"/>
                </a:lnTo>
                <a:lnTo>
                  <a:pt x="35728" y="95554"/>
                </a:lnTo>
                <a:lnTo>
                  <a:pt x="29336" y="95554"/>
                </a:lnTo>
                <a:lnTo>
                  <a:pt x="29336" y="57521"/>
                </a:lnTo>
                <a:lnTo>
                  <a:pt x="14038" y="57521"/>
                </a:lnTo>
                <a:cubicBezTo>
                  <a:pt x="13130" y="74006"/>
                  <a:pt x="10128" y="86788"/>
                  <a:pt x="5028" y="95869"/>
                </a:cubicBezTo>
                <a:cubicBezTo>
                  <a:pt x="3632" y="94332"/>
                  <a:pt x="1954" y="92935"/>
                  <a:pt x="0" y="91678"/>
                </a:cubicBezTo>
                <a:cubicBezTo>
                  <a:pt x="5238" y="81549"/>
                  <a:pt x="7858" y="65589"/>
                  <a:pt x="7858" y="43796"/>
                </a:cubicBezTo>
                <a:lnTo>
                  <a:pt x="7858" y="2305"/>
                </a:lnTo>
                <a:lnTo>
                  <a:pt x="14354" y="2305"/>
                </a:lnTo>
                <a:lnTo>
                  <a:pt x="14354" y="29337"/>
                </a:lnTo>
                <a:lnTo>
                  <a:pt x="26298" y="29337"/>
                </a:lnTo>
                <a:close/>
              </a:path>
            </a:pathLst>
          </a:custGeom>
          <a:solidFill>
            <a:srgbClr val="E6E6E6"/>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fontAlgn="base"/>
            <a:endParaRPr lang="zh-CN" altLang="en-US" sz="800">
              <a:solidFill>
                <a:srgbClr val="E6E6E6"/>
              </a:solidFill>
            </a:endParaRPr>
          </a:p>
        </p:txBody>
      </p:sp>
      <p:sp>
        <p:nvSpPr>
          <p:cNvPr id="4" name="Template from Qian t u 8 4 3 5 7 5 9">
            <a:extLst>
              <a:ext uri="{FF2B5EF4-FFF2-40B4-BE49-F238E27FC236}">
                <a16:creationId xmlns:a16="http://schemas.microsoft.com/office/drawing/2014/main" id="{8E8929C5-08AE-4C1A-B1A1-FDFE45F42A68}"/>
              </a:ext>
            </a:extLst>
          </p:cNvPr>
          <p:cNvSpPr txBox="1"/>
          <p:nvPr userDrawn="1"/>
        </p:nvSpPr>
        <p:spPr>
          <a:xfrm>
            <a:off x="-34029697" y="0"/>
            <a:ext cx="1965874" cy="113995"/>
          </a:xfrm>
          <a:custGeom>
            <a:avLst/>
            <a:gdLst/>
            <a:ahLst/>
            <a:cxnLst/>
            <a:rect l="l" t="t" r="r" b="b"/>
            <a:pathLst>
              <a:path w="1965874" h="113994">
                <a:moveTo>
                  <a:pt x="891806" y="87487"/>
                </a:moveTo>
                <a:cubicBezTo>
                  <a:pt x="887684" y="90420"/>
                  <a:pt x="885624" y="93808"/>
                  <a:pt x="885624" y="97650"/>
                </a:cubicBezTo>
                <a:cubicBezTo>
                  <a:pt x="885624" y="100793"/>
                  <a:pt x="887126" y="103308"/>
                  <a:pt x="890130" y="105194"/>
                </a:cubicBezTo>
                <a:cubicBezTo>
                  <a:pt x="893134" y="107080"/>
                  <a:pt x="897290" y="108023"/>
                  <a:pt x="902598" y="108023"/>
                </a:cubicBezTo>
                <a:cubicBezTo>
                  <a:pt x="908046" y="108023"/>
                  <a:pt x="912586" y="106765"/>
                  <a:pt x="916218" y="104251"/>
                </a:cubicBezTo>
                <a:cubicBezTo>
                  <a:pt x="919572" y="101876"/>
                  <a:pt x="921248" y="99082"/>
                  <a:pt x="921248" y="95869"/>
                </a:cubicBezTo>
                <a:cubicBezTo>
                  <a:pt x="921248" y="90909"/>
                  <a:pt x="917302" y="88430"/>
                  <a:pt x="909408" y="88430"/>
                </a:cubicBezTo>
                <a:lnTo>
                  <a:pt x="899036" y="88430"/>
                </a:lnTo>
                <a:cubicBezTo>
                  <a:pt x="896870" y="88430"/>
                  <a:pt x="894460" y="88115"/>
                  <a:pt x="891806" y="87487"/>
                </a:cubicBezTo>
                <a:close/>
                <a:moveTo>
                  <a:pt x="429472" y="75438"/>
                </a:moveTo>
                <a:cubicBezTo>
                  <a:pt x="431288" y="75438"/>
                  <a:pt x="432824" y="76066"/>
                  <a:pt x="434082" y="77324"/>
                </a:cubicBezTo>
                <a:cubicBezTo>
                  <a:pt x="435340" y="78651"/>
                  <a:pt x="435968" y="80327"/>
                  <a:pt x="435968" y="82353"/>
                </a:cubicBezTo>
                <a:cubicBezTo>
                  <a:pt x="435968" y="84309"/>
                  <a:pt x="435340" y="85915"/>
                  <a:pt x="434082" y="87172"/>
                </a:cubicBezTo>
                <a:cubicBezTo>
                  <a:pt x="432824" y="88430"/>
                  <a:pt x="431288" y="89058"/>
                  <a:pt x="429472" y="89058"/>
                </a:cubicBezTo>
                <a:cubicBezTo>
                  <a:pt x="427726" y="89058"/>
                  <a:pt x="426224" y="88430"/>
                  <a:pt x="424966" y="87172"/>
                </a:cubicBezTo>
                <a:cubicBezTo>
                  <a:pt x="423710" y="85915"/>
                  <a:pt x="423080" y="84309"/>
                  <a:pt x="423080" y="82353"/>
                </a:cubicBezTo>
                <a:cubicBezTo>
                  <a:pt x="423080" y="80327"/>
                  <a:pt x="423710" y="78651"/>
                  <a:pt x="424966" y="77324"/>
                </a:cubicBezTo>
                <a:cubicBezTo>
                  <a:pt x="426224" y="76066"/>
                  <a:pt x="427726" y="75438"/>
                  <a:pt x="429472" y="75438"/>
                </a:cubicBezTo>
                <a:close/>
                <a:moveTo>
                  <a:pt x="335384" y="66846"/>
                </a:moveTo>
                <a:lnTo>
                  <a:pt x="335384" y="83191"/>
                </a:lnTo>
                <a:lnTo>
                  <a:pt x="392172" y="83191"/>
                </a:lnTo>
                <a:lnTo>
                  <a:pt x="392172" y="66846"/>
                </a:lnTo>
                <a:close/>
                <a:moveTo>
                  <a:pt x="856868" y="57731"/>
                </a:moveTo>
                <a:cubicBezTo>
                  <a:pt x="847158" y="58848"/>
                  <a:pt x="840174" y="60629"/>
                  <a:pt x="835914" y="63074"/>
                </a:cubicBezTo>
                <a:cubicBezTo>
                  <a:pt x="832002" y="65449"/>
                  <a:pt x="830046" y="68627"/>
                  <a:pt x="830046" y="72609"/>
                </a:cubicBezTo>
                <a:cubicBezTo>
                  <a:pt x="830046" y="78965"/>
                  <a:pt x="833538" y="82143"/>
                  <a:pt x="840524" y="82143"/>
                </a:cubicBezTo>
                <a:cubicBezTo>
                  <a:pt x="845552" y="82143"/>
                  <a:pt x="851000" y="79524"/>
                  <a:pt x="856868" y="74285"/>
                </a:cubicBezTo>
                <a:close/>
                <a:moveTo>
                  <a:pt x="482440" y="50606"/>
                </a:moveTo>
                <a:lnTo>
                  <a:pt x="482440" y="80781"/>
                </a:lnTo>
                <a:lnTo>
                  <a:pt x="496270" y="80781"/>
                </a:lnTo>
                <a:cubicBezTo>
                  <a:pt x="510870" y="80781"/>
                  <a:pt x="518168" y="75507"/>
                  <a:pt x="518168" y="64960"/>
                </a:cubicBezTo>
                <a:cubicBezTo>
                  <a:pt x="518168" y="55391"/>
                  <a:pt x="510870" y="50606"/>
                  <a:pt x="496270" y="50606"/>
                </a:cubicBezTo>
                <a:close/>
                <a:moveTo>
                  <a:pt x="1220056" y="49977"/>
                </a:moveTo>
                <a:cubicBezTo>
                  <a:pt x="1212652" y="54657"/>
                  <a:pt x="1208950" y="60664"/>
                  <a:pt x="1208950" y="67999"/>
                </a:cubicBezTo>
                <a:cubicBezTo>
                  <a:pt x="1208950" y="72190"/>
                  <a:pt x="1210522" y="75682"/>
                  <a:pt x="1213666" y="78476"/>
                </a:cubicBezTo>
                <a:cubicBezTo>
                  <a:pt x="1216878" y="81270"/>
                  <a:pt x="1220860" y="82667"/>
                  <a:pt x="1225610" y="82667"/>
                </a:cubicBezTo>
                <a:cubicBezTo>
                  <a:pt x="1230150" y="82667"/>
                  <a:pt x="1233886" y="81375"/>
                  <a:pt x="1236820" y="78790"/>
                </a:cubicBezTo>
                <a:cubicBezTo>
                  <a:pt x="1239614" y="76276"/>
                  <a:pt x="1241012" y="73063"/>
                  <a:pt x="1241012" y="69151"/>
                </a:cubicBezTo>
                <a:cubicBezTo>
                  <a:pt x="1241012" y="64401"/>
                  <a:pt x="1238916" y="60420"/>
                  <a:pt x="1234724" y="57207"/>
                </a:cubicBezTo>
                <a:cubicBezTo>
                  <a:pt x="1232140" y="55321"/>
                  <a:pt x="1227250" y="52911"/>
                  <a:pt x="1220056" y="49977"/>
                </a:cubicBezTo>
                <a:close/>
                <a:moveTo>
                  <a:pt x="335384" y="44215"/>
                </a:moveTo>
                <a:lnTo>
                  <a:pt x="335384" y="60350"/>
                </a:lnTo>
                <a:lnTo>
                  <a:pt x="392172" y="60350"/>
                </a:lnTo>
                <a:lnTo>
                  <a:pt x="392172" y="44215"/>
                </a:lnTo>
                <a:close/>
                <a:moveTo>
                  <a:pt x="62130" y="37299"/>
                </a:moveTo>
                <a:cubicBezTo>
                  <a:pt x="64786" y="49942"/>
                  <a:pt x="68662" y="60490"/>
                  <a:pt x="73760" y="68942"/>
                </a:cubicBezTo>
                <a:cubicBezTo>
                  <a:pt x="79558" y="60071"/>
                  <a:pt x="83644" y="49523"/>
                  <a:pt x="86020" y="37299"/>
                </a:cubicBezTo>
                <a:close/>
                <a:moveTo>
                  <a:pt x="961320" y="36880"/>
                </a:moveTo>
                <a:cubicBezTo>
                  <a:pt x="956220" y="36880"/>
                  <a:pt x="952100" y="38976"/>
                  <a:pt x="948956" y="43167"/>
                </a:cubicBezTo>
                <a:cubicBezTo>
                  <a:pt x="945742" y="47288"/>
                  <a:pt x="944136" y="52736"/>
                  <a:pt x="944136" y="59512"/>
                </a:cubicBezTo>
                <a:cubicBezTo>
                  <a:pt x="944136" y="66217"/>
                  <a:pt x="945742" y="71631"/>
                  <a:pt x="948956" y="75752"/>
                </a:cubicBezTo>
                <a:cubicBezTo>
                  <a:pt x="952100" y="79873"/>
                  <a:pt x="956220" y="81934"/>
                  <a:pt x="961320" y="81934"/>
                </a:cubicBezTo>
                <a:cubicBezTo>
                  <a:pt x="966418" y="81934"/>
                  <a:pt x="970574" y="79873"/>
                  <a:pt x="973788" y="75752"/>
                </a:cubicBezTo>
                <a:cubicBezTo>
                  <a:pt x="977000" y="71631"/>
                  <a:pt x="978608" y="66217"/>
                  <a:pt x="978608" y="59512"/>
                </a:cubicBezTo>
                <a:cubicBezTo>
                  <a:pt x="978608" y="52806"/>
                  <a:pt x="977000" y="47358"/>
                  <a:pt x="973788" y="43167"/>
                </a:cubicBezTo>
                <a:cubicBezTo>
                  <a:pt x="970574" y="38976"/>
                  <a:pt x="966418" y="36880"/>
                  <a:pt x="961320" y="36880"/>
                </a:cubicBezTo>
                <a:close/>
                <a:moveTo>
                  <a:pt x="655890" y="36566"/>
                </a:moveTo>
                <a:cubicBezTo>
                  <a:pt x="651560" y="36566"/>
                  <a:pt x="647822" y="38173"/>
                  <a:pt x="644680" y="41386"/>
                </a:cubicBezTo>
                <a:cubicBezTo>
                  <a:pt x="641396" y="44808"/>
                  <a:pt x="639476" y="49384"/>
                  <a:pt x="638918" y="55111"/>
                </a:cubicBezTo>
                <a:lnTo>
                  <a:pt x="670560" y="55111"/>
                </a:lnTo>
                <a:cubicBezTo>
                  <a:pt x="670560" y="42748"/>
                  <a:pt x="665670" y="36566"/>
                  <a:pt x="655890" y="36566"/>
                </a:cubicBezTo>
                <a:close/>
                <a:moveTo>
                  <a:pt x="901236" y="36042"/>
                </a:moveTo>
                <a:cubicBezTo>
                  <a:pt x="897604" y="36042"/>
                  <a:pt x="894600" y="37265"/>
                  <a:pt x="892224" y="39709"/>
                </a:cubicBezTo>
                <a:cubicBezTo>
                  <a:pt x="889780" y="42224"/>
                  <a:pt x="888558" y="45612"/>
                  <a:pt x="888558" y="49872"/>
                </a:cubicBezTo>
                <a:cubicBezTo>
                  <a:pt x="888558" y="53994"/>
                  <a:pt x="889816" y="57381"/>
                  <a:pt x="892330" y="60036"/>
                </a:cubicBezTo>
                <a:cubicBezTo>
                  <a:pt x="894774" y="62620"/>
                  <a:pt x="897744" y="63912"/>
                  <a:pt x="901236" y="63912"/>
                </a:cubicBezTo>
                <a:cubicBezTo>
                  <a:pt x="904728" y="63912"/>
                  <a:pt x="907696" y="62620"/>
                  <a:pt x="910142" y="60036"/>
                </a:cubicBezTo>
                <a:cubicBezTo>
                  <a:pt x="912656" y="57381"/>
                  <a:pt x="913914" y="53994"/>
                  <a:pt x="913914" y="49872"/>
                </a:cubicBezTo>
                <a:cubicBezTo>
                  <a:pt x="913914" y="45681"/>
                  <a:pt x="912656" y="42294"/>
                  <a:pt x="910142" y="39709"/>
                </a:cubicBezTo>
                <a:cubicBezTo>
                  <a:pt x="907766" y="37265"/>
                  <a:pt x="904798" y="36042"/>
                  <a:pt x="901236" y="36042"/>
                </a:cubicBezTo>
                <a:close/>
                <a:moveTo>
                  <a:pt x="429472" y="32689"/>
                </a:moveTo>
                <a:cubicBezTo>
                  <a:pt x="431288" y="32689"/>
                  <a:pt x="432824" y="33318"/>
                  <a:pt x="434082" y="34575"/>
                </a:cubicBezTo>
                <a:cubicBezTo>
                  <a:pt x="435340" y="35902"/>
                  <a:pt x="435968" y="37579"/>
                  <a:pt x="435968" y="39605"/>
                </a:cubicBezTo>
                <a:cubicBezTo>
                  <a:pt x="435968" y="41560"/>
                  <a:pt x="435340" y="43167"/>
                  <a:pt x="434082" y="44424"/>
                </a:cubicBezTo>
                <a:cubicBezTo>
                  <a:pt x="432824" y="45681"/>
                  <a:pt x="431288" y="46310"/>
                  <a:pt x="429472" y="46310"/>
                </a:cubicBezTo>
                <a:cubicBezTo>
                  <a:pt x="427726" y="46310"/>
                  <a:pt x="426224" y="45681"/>
                  <a:pt x="424966" y="44424"/>
                </a:cubicBezTo>
                <a:cubicBezTo>
                  <a:pt x="423710" y="43167"/>
                  <a:pt x="423080" y="41560"/>
                  <a:pt x="423080" y="39605"/>
                </a:cubicBezTo>
                <a:cubicBezTo>
                  <a:pt x="423080" y="37579"/>
                  <a:pt x="423710" y="35902"/>
                  <a:pt x="424966" y="34575"/>
                </a:cubicBezTo>
                <a:cubicBezTo>
                  <a:pt x="426224" y="33318"/>
                  <a:pt x="427726" y="32689"/>
                  <a:pt x="429472" y="32689"/>
                </a:cubicBezTo>
                <a:close/>
                <a:moveTo>
                  <a:pt x="1121644" y="31118"/>
                </a:moveTo>
                <a:lnTo>
                  <a:pt x="1130550" y="31118"/>
                </a:lnTo>
                <a:lnTo>
                  <a:pt x="1142600" y="63493"/>
                </a:lnTo>
                <a:lnTo>
                  <a:pt x="1148258" y="79419"/>
                </a:lnTo>
                <a:lnTo>
                  <a:pt x="1148780" y="79419"/>
                </a:lnTo>
                <a:cubicBezTo>
                  <a:pt x="1149130" y="78371"/>
                  <a:pt x="1149934" y="75682"/>
                  <a:pt x="1151190" y="71351"/>
                </a:cubicBezTo>
                <a:cubicBezTo>
                  <a:pt x="1152168" y="67999"/>
                  <a:pt x="1152972" y="65379"/>
                  <a:pt x="1153600" y="63493"/>
                </a:cubicBezTo>
                <a:lnTo>
                  <a:pt x="1164182" y="31118"/>
                </a:lnTo>
                <a:lnTo>
                  <a:pt x="1172564" y="31118"/>
                </a:lnTo>
                <a:lnTo>
                  <a:pt x="1150982" y="92935"/>
                </a:lnTo>
                <a:cubicBezTo>
                  <a:pt x="1146440" y="105927"/>
                  <a:pt x="1139560" y="112423"/>
                  <a:pt x="1130340" y="112423"/>
                </a:cubicBezTo>
                <a:cubicBezTo>
                  <a:pt x="1127896" y="112423"/>
                  <a:pt x="1125730" y="112039"/>
                  <a:pt x="1123844" y="111271"/>
                </a:cubicBezTo>
                <a:lnTo>
                  <a:pt x="1125626" y="104355"/>
                </a:lnTo>
                <a:cubicBezTo>
                  <a:pt x="1127162" y="104914"/>
                  <a:pt x="1128630" y="105194"/>
                  <a:pt x="1130026" y="105194"/>
                </a:cubicBezTo>
                <a:cubicBezTo>
                  <a:pt x="1135894" y="105194"/>
                  <a:pt x="1140294" y="100933"/>
                  <a:pt x="1143228" y="92411"/>
                </a:cubicBezTo>
                <a:lnTo>
                  <a:pt x="1144486" y="88011"/>
                </a:lnTo>
                <a:close/>
                <a:moveTo>
                  <a:pt x="567422" y="31118"/>
                </a:moveTo>
                <a:lnTo>
                  <a:pt x="575910" y="31118"/>
                </a:lnTo>
                <a:lnTo>
                  <a:pt x="575910" y="66008"/>
                </a:lnTo>
                <a:cubicBezTo>
                  <a:pt x="575910" y="71456"/>
                  <a:pt x="576782" y="75403"/>
                  <a:pt x="578528" y="77847"/>
                </a:cubicBezTo>
                <a:cubicBezTo>
                  <a:pt x="580274" y="80362"/>
                  <a:pt x="583138" y="81619"/>
                  <a:pt x="587120" y="81619"/>
                </a:cubicBezTo>
                <a:cubicBezTo>
                  <a:pt x="592290" y="81619"/>
                  <a:pt x="597598" y="78301"/>
                  <a:pt x="603046" y="71666"/>
                </a:cubicBezTo>
                <a:lnTo>
                  <a:pt x="603046" y="31118"/>
                </a:lnTo>
                <a:lnTo>
                  <a:pt x="611532" y="31118"/>
                </a:lnTo>
                <a:lnTo>
                  <a:pt x="611532" y="87696"/>
                </a:lnTo>
                <a:lnTo>
                  <a:pt x="604512" y="87696"/>
                </a:lnTo>
                <a:lnTo>
                  <a:pt x="603780" y="78686"/>
                </a:lnTo>
                <a:lnTo>
                  <a:pt x="603466" y="78686"/>
                </a:lnTo>
                <a:cubicBezTo>
                  <a:pt x="597458" y="85601"/>
                  <a:pt x="591172" y="89058"/>
                  <a:pt x="584606" y="89058"/>
                </a:cubicBezTo>
                <a:cubicBezTo>
                  <a:pt x="573150" y="89058"/>
                  <a:pt x="567422" y="81724"/>
                  <a:pt x="567422" y="67056"/>
                </a:cubicBezTo>
                <a:close/>
                <a:moveTo>
                  <a:pt x="1033548" y="29651"/>
                </a:moveTo>
                <a:cubicBezTo>
                  <a:pt x="1045072" y="29651"/>
                  <a:pt x="1050836" y="37020"/>
                  <a:pt x="1050836" y="51758"/>
                </a:cubicBezTo>
                <a:lnTo>
                  <a:pt x="1050836" y="87696"/>
                </a:lnTo>
                <a:lnTo>
                  <a:pt x="1042244" y="87696"/>
                </a:lnTo>
                <a:lnTo>
                  <a:pt x="1042244" y="52806"/>
                </a:lnTo>
                <a:cubicBezTo>
                  <a:pt x="1042244" y="42329"/>
                  <a:pt x="1038506" y="37090"/>
                  <a:pt x="1031032" y="37090"/>
                </a:cubicBezTo>
                <a:cubicBezTo>
                  <a:pt x="1026214" y="37090"/>
                  <a:pt x="1020834" y="40163"/>
                  <a:pt x="1014898" y="46310"/>
                </a:cubicBezTo>
                <a:lnTo>
                  <a:pt x="1014898" y="87696"/>
                </a:lnTo>
                <a:lnTo>
                  <a:pt x="1006410" y="87696"/>
                </a:lnTo>
                <a:lnTo>
                  <a:pt x="1006410" y="31118"/>
                </a:lnTo>
                <a:lnTo>
                  <a:pt x="1013326" y="31118"/>
                </a:lnTo>
                <a:lnTo>
                  <a:pt x="1014164" y="39395"/>
                </a:lnTo>
                <a:lnTo>
                  <a:pt x="1014478" y="39395"/>
                </a:lnTo>
                <a:cubicBezTo>
                  <a:pt x="1021114" y="32899"/>
                  <a:pt x="1027470" y="29651"/>
                  <a:pt x="1033548" y="29651"/>
                </a:cubicBezTo>
                <a:close/>
                <a:moveTo>
                  <a:pt x="961320" y="29651"/>
                </a:moveTo>
                <a:cubicBezTo>
                  <a:pt x="968584" y="29651"/>
                  <a:pt x="974660" y="32270"/>
                  <a:pt x="979550" y="37509"/>
                </a:cubicBezTo>
                <a:cubicBezTo>
                  <a:pt x="984788" y="43027"/>
                  <a:pt x="987408" y="50361"/>
                  <a:pt x="987408" y="59512"/>
                </a:cubicBezTo>
                <a:cubicBezTo>
                  <a:pt x="987408" y="68522"/>
                  <a:pt x="984788" y="75787"/>
                  <a:pt x="979550" y="81305"/>
                </a:cubicBezTo>
                <a:cubicBezTo>
                  <a:pt x="974660" y="86474"/>
                  <a:pt x="968584" y="89058"/>
                  <a:pt x="961320" y="89058"/>
                </a:cubicBezTo>
                <a:cubicBezTo>
                  <a:pt x="954124" y="89058"/>
                  <a:pt x="948082" y="86474"/>
                  <a:pt x="943194" y="81305"/>
                </a:cubicBezTo>
                <a:cubicBezTo>
                  <a:pt x="937954" y="75787"/>
                  <a:pt x="935334" y="68522"/>
                  <a:pt x="935334" y="59512"/>
                </a:cubicBezTo>
                <a:cubicBezTo>
                  <a:pt x="935334" y="50361"/>
                  <a:pt x="937954" y="43027"/>
                  <a:pt x="943194" y="37509"/>
                </a:cubicBezTo>
                <a:cubicBezTo>
                  <a:pt x="948012" y="32270"/>
                  <a:pt x="954054" y="29651"/>
                  <a:pt x="961320" y="29651"/>
                </a:cubicBezTo>
                <a:close/>
                <a:moveTo>
                  <a:pt x="901236" y="29651"/>
                </a:moveTo>
                <a:cubicBezTo>
                  <a:pt x="903820" y="29651"/>
                  <a:pt x="906440" y="30140"/>
                  <a:pt x="909094" y="31118"/>
                </a:cubicBezTo>
                <a:lnTo>
                  <a:pt x="928686" y="31118"/>
                </a:lnTo>
                <a:lnTo>
                  <a:pt x="928686" y="37719"/>
                </a:lnTo>
                <a:lnTo>
                  <a:pt x="916742" y="37719"/>
                </a:lnTo>
                <a:cubicBezTo>
                  <a:pt x="920026" y="40862"/>
                  <a:pt x="921666" y="44948"/>
                  <a:pt x="921666" y="49977"/>
                </a:cubicBezTo>
                <a:cubicBezTo>
                  <a:pt x="921666" y="55914"/>
                  <a:pt x="919676" y="60734"/>
                  <a:pt x="915694" y="64436"/>
                </a:cubicBezTo>
                <a:cubicBezTo>
                  <a:pt x="911852" y="67999"/>
                  <a:pt x="907034" y="69780"/>
                  <a:pt x="901236" y="69780"/>
                </a:cubicBezTo>
                <a:cubicBezTo>
                  <a:pt x="898092" y="69780"/>
                  <a:pt x="895194" y="69081"/>
                  <a:pt x="892540" y="67684"/>
                </a:cubicBezTo>
                <a:cubicBezTo>
                  <a:pt x="890024" y="69850"/>
                  <a:pt x="888768" y="72224"/>
                  <a:pt x="888768" y="74809"/>
                </a:cubicBezTo>
                <a:cubicBezTo>
                  <a:pt x="888768" y="79070"/>
                  <a:pt x="892120" y="81200"/>
                  <a:pt x="898826" y="81200"/>
                </a:cubicBezTo>
                <a:lnTo>
                  <a:pt x="910142" y="81200"/>
                </a:lnTo>
                <a:cubicBezTo>
                  <a:pt x="923134" y="81200"/>
                  <a:pt x="929630" y="85671"/>
                  <a:pt x="929630" y="94611"/>
                </a:cubicBezTo>
                <a:cubicBezTo>
                  <a:pt x="929630" y="99920"/>
                  <a:pt x="927080" y="104425"/>
                  <a:pt x="921982" y="108127"/>
                </a:cubicBezTo>
                <a:cubicBezTo>
                  <a:pt x="916602" y="112039"/>
                  <a:pt x="909758" y="113995"/>
                  <a:pt x="901446" y="113995"/>
                </a:cubicBezTo>
                <a:cubicBezTo>
                  <a:pt x="894390" y="113995"/>
                  <a:pt x="888768" y="112668"/>
                  <a:pt x="884576" y="110013"/>
                </a:cubicBezTo>
                <a:cubicBezTo>
                  <a:pt x="880246" y="107289"/>
                  <a:pt x="878080" y="103517"/>
                  <a:pt x="878080" y="98698"/>
                </a:cubicBezTo>
                <a:cubicBezTo>
                  <a:pt x="878080" y="93738"/>
                  <a:pt x="880874" y="89408"/>
                  <a:pt x="886462" y="85706"/>
                </a:cubicBezTo>
                <a:lnTo>
                  <a:pt x="886462" y="85286"/>
                </a:lnTo>
                <a:cubicBezTo>
                  <a:pt x="883040" y="83191"/>
                  <a:pt x="881328" y="80083"/>
                  <a:pt x="881328" y="75961"/>
                </a:cubicBezTo>
                <a:cubicBezTo>
                  <a:pt x="881328" y="72050"/>
                  <a:pt x="883424" y="68557"/>
                  <a:pt x="887614" y="65484"/>
                </a:cubicBezTo>
                <a:lnTo>
                  <a:pt x="887614" y="65065"/>
                </a:lnTo>
                <a:cubicBezTo>
                  <a:pt x="882726" y="61153"/>
                  <a:pt x="880280" y="56089"/>
                  <a:pt x="880280" y="49872"/>
                </a:cubicBezTo>
                <a:cubicBezTo>
                  <a:pt x="880280" y="43865"/>
                  <a:pt x="882342" y="38976"/>
                  <a:pt x="886462" y="35204"/>
                </a:cubicBezTo>
                <a:cubicBezTo>
                  <a:pt x="890444" y="31502"/>
                  <a:pt x="895368" y="29651"/>
                  <a:pt x="901236" y="29651"/>
                </a:cubicBezTo>
                <a:close/>
                <a:moveTo>
                  <a:pt x="846182" y="29651"/>
                </a:moveTo>
                <a:cubicBezTo>
                  <a:pt x="858964" y="29651"/>
                  <a:pt x="865354" y="37299"/>
                  <a:pt x="865354" y="52597"/>
                </a:cubicBezTo>
                <a:lnTo>
                  <a:pt x="865354" y="87696"/>
                </a:lnTo>
                <a:lnTo>
                  <a:pt x="858334" y="87696"/>
                </a:lnTo>
                <a:lnTo>
                  <a:pt x="857602" y="80781"/>
                </a:lnTo>
                <a:lnTo>
                  <a:pt x="857288" y="80781"/>
                </a:lnTo>
                <a:cubicBezTo>
                  <a:pt x="850792" y="86299"/>
                  <a:pt x="844434" y="89058"/>
                  <a:pt x="838218" y="89058"/>
                </a:cubicBezTo>
                <a:cubicBezTo>
                  <a:pt x="833398" y="89058"/>
                  <a:pt x="829486" y="87696"/>
                  <a:pt x="826484" y="84972"/>
                </a:cubicBezTo>
                <a:cubicBezTo>
                  <a:pt x="823340" y="82038"/>
                  <a:pt x="821768" y="78092"/>
                  <a:pt x="821768" y="73133"/>
                </a:cubicBezTo>
                <a:cubicBezTo>
                  <a:pt x="821768" y="66986"/>
                  <a:pt x="824598" y="62236"/>
                  <a:pt x="830256" y="58883"/>
                </a:cubicBezTo>
                <a:cubicBezTo>
                  <a:pt x="835704" y="55670"/>
                  <a:pt x="844574" y="53365"/>
                  <a:pt x="856868" y="51968"/>
                </a:cubicBezTo>
                <a:cubicBezTo>
                  <a:pt x="857008" y="41840"/>
                  <a:pt x="852992" y="36776"/>
                  <a:pt x="844818" y="36776"/>
                </a:cubicBezTo>
                <a:cubicBezTo>
                  <a:pt x="839300" y="36776"/>
                  <a:pt x="833574" y="38871"/>
                  <a:pt x="827636" y="43062"/>
                </a:cubicBezTo>
                <a:lnTo>
                  <a:pt x="824178" y="37090"/>
                </a:lnTo>
                <a:cubicBezTo>
                  <a:pt x="831722" y="32131"/>
                  <a:pt x="839056" y="29651"/>
                  <a:pt x="846182" y="29651"/>
                </a:cubicBezTo>
                <a:close/>
                <a:moveTo>
                  <a:pt x="811434" y="29651"/>
                </a:moveTo>
                <a:cubicBezTo>
                  <a:pt x="813738" y="29651"/>
                  <a:pt x="815730" y="30070"/>
                  <a:pt x="817406" y="30908"/>
                </a:cubicBezTo>
                <a:lnTo>
                  <a:pt x="815730" y="38347"/>
                </a:lnTo>
                <a:cubicBezTo>
                  <a:pt x="813844" y="37719"/>
                  <a:pt x="812062" y="37404"/>
                  <a:pt x="810386" y="37404"/>
                </a:cubicBezTo>
                <a:cubicBezTo>
                  <a:pt x="804170" y="37404"/>
                  <a:pt x="799314" y="41875"/>
                  <a:pt x="795822" y="50815"/>
                </a:cubicBezTo>
                <a:lnTo>
                  <a:pt x="795822" y="87696"/>
                </a:lnTo>
                <a:lnTo>
                  <a:pt x="787336" y="87696"/>
                </a:lnTo>
                <a:lnTo>
                  <a:pt x="787336" y="31118"/>
                </a:lnTo>
                <a:lnTo>
                  <a:pt x="794250" y="31118"/>
                </a:lnTo>
                <a:lnTo>
                  <a:pt x="795090" y="41490"/>
                </a:lnTo>
                <a:lnTo>
                  <a:pt x="795404" y="41490"/>
                </a:lnTo>
                <a:cubicBezTo>
                  <a:pt x="799664" y="33597"/>
                  <a:pt x="805008" y="29651"/>
                  <a:pt x="811434" y="29651"/>
                </a:cubicBezTo>
                <a:close/>
                <a:moveTo>
                  <a:pt x="655786" y="29651"/>
                </a:moveTo>
                <a:cubicBezTo>
                  <a:pt x="662840" y="29651"/>
                  <a:pt x="668324" y="32026"/>
                  <a:pt x="672236" y="36776"/>
                </a:cubicBezTo>
                <a:cubicBezTo>
                  <a:pt x="676148" y="41456"/>
                  <a:pt x="678102" y="47917"/>
                  <a:pt x="678102" y="56159"/>
                </a:cubicBezTo>
                <a:cubicBezTo>
                  <a:pt x="678102" y="58394"/>
                  <a:pt x="677964" y="60105"/>
                  <a:pt x="677684" y="61293"/>
                </a:cubicBezTo>
                <a:lnTo>
                  <a:pt x="639022" y="61293"/>
                </a:lnTo>
                <a:cubicBezTo>
                  <a:pt x="639302" y="67579"/>
                  <a:pt x="641188" y="72644"/>
                  <a:pt x="644680" y="76485"/>
                </a:cubicBezTo>
                <a:cubicBezTo>
                  <a:pt x="648172" y="80327"/>
                  <a:pt x="652748" y="82248"/>
                  <a:pt x="658406" y="82248"/>
                </a:cubicBezTo>
                <a:cubicBezTo>
                  <a:pt x="663434" y="82248"/>
                  <a:pt x="668220" y="80711"/>
                  <a:pt x="672760" y="77638"/>
                </a:cubicBezTo>
                <a:lnTo>
                  <a:pt x="675902" y="83296"/>
                </a:lnTo>
                <a:cubicBezTo>
                  <a:pt x="669896" y="87137"/>
                  <a:pt x="663714" y="89058"/>
                  <a:pt x="657358" y="89058"/>
                </a:cubicBezTo>
                <a:cubicBezTo>
                  <a:pt x="649674" y="89058"/>
                  <a:pt x="643352" y="86439"/>
                  <a:pt x="638394" y="81200"/>
                </a:cubicBezTo>
                <a:cubicBezTo>
                  <a:pt x="633154" y="75752"/>
                  <a:pt x="630536" y="68522"/>
                  <a:pt x="630536" y="59512"/>
                </a:cubicBezTo>
                <a:cubicBezTo>
                  <a:pt x="630536" y="50641"/>
                  <a:pt x="633120" y="43341"/>
                  <a:pt x="638288" y="37614"/>
                </a:cubicBezTo>
                <a:cubicBezTo>
                  <a:pt x="643178" y="32305"/>
                  <a:pt x="649010" y="29651"/>
                  <a:pt x="655786" y="29651"/>
                </a:cubicBezTo>
                <a:close/>
                <a:moveTo>
                  <a:pt x="231970" y="22526"/>
                </a:moveTo>
                <a:cubicBezTo>
                  <a:pt x="237140" y="29791"/>
                  <a:pt x="240528" y="36391"/>
                  <a:pt x="242134" y="42329"/>
                </a:cubicBezTo>
                <a:lnTo>
                  <a:pt x="235638" y="44948"/>
                </a:lnTo>
                <a:cubicBezTo>
                  <a:pt x="233892" y="38662"/>
                  <a:pt x="230678" y="31956"/>
                  <a:pt x="225998" y="24831"/>
                </a:cubicBezTo>
                <a:close/>
                <a:moveTo>
                  <a:pt x="285406" y="22002"/>
                </a:moveTo>
                <a:lnTo>
                  <a:pt x="292636" y="24412"/>
                </a:lnTo>
                <a:cubicBezTo>
                  <a:pt x="288026" y="33353"/>
                  <a:pt x="283974" y="40303"/>
                  <a:pt x="280482" y="45262"/>
                </a:cubicBezTo>
                <a:lnTo>
                  <a:pt x="274614" y="43167"/>
                </a:lnTo>
                <a:cubicBezTo>
                  <a:pt x="279084" y="36252"/>
                  <a:pt x="282682" y="29197"/>
                  <a:pt x="285406" y="22002"/>
                </a:cubicBezTo>
                <a:close/>
                <a:moveTo>
                  <a:pt x="335384" y="21164"/>
                </a:moveTo>
                <a:lnTo>
                  <a:pt x="335384" y="37719"/>
                </a:lnTo>
                <a:lnTo>
                  <a:pt x="392172" y="37719"/>
                </a:lnTo>
                <a:lnTo>
                  <a:pt x="392172" y="21164"/>
                </a:lnTo>
                <a:close/>
                <a:moveTo>
                  <a:pt x="1289360" y="20955"/>
                </a:moveTo>
                <a:cubicBezTo>
                  <a:pt x="1287754" y="24098"/>
                  <a:pt x="1285728" y="27800"/>
                  <a:pt x="1283284" y="32061"/>
                </a:cubicBezTo>
                <a:lnTo>
                  <a:pt x="1264738" y="59512"/>
                </a:lnTo>
                <a:lnTo>
                  <a:pt x="1289256" y="59512"/>
                </a:lnTo>
                <a:lnTo>
                  <a:pt x="1289256" y="34575"/>
                </a:lnTo>
                <a:cubicBezTo>
                  <a:pt x="1289256" y="30524"/>
                  <a:pt x="1289466" y="25984"/>
                  <a:pt x="1289884" y="20955"/>
                </a:cubicBezTo>
                <a:close/>
                <a:moveTo>
                  <a:pt x="1625440" y="18126"/>
                </a:moveTo>
                <a:lnTo>
                  <a:pt x="1625440" y="80572"/>
                </a:lnTo>
                <a:lnTo>
                  <a:pt x="1634870" y="80572"/>
                </a:lnTo>
                <a:cubicBezTo>
                  <a:pt x="1644020" y="80572"/>
                  <a:pt x="1650970" y="77778"/>
                  <a:pt x="1655720" y="72190"/>
                </a:cubicBezTo>
                <a:cubicBezTo>
                  <a:pt x="1660260" y="66741"/>
                  <a:pt x="1662530" y="59023"/>
                  <a:pt x="1662530" y="49034"/>
                </a:cubicBezTo>
                <a:cubicBezTo>
                  <a:pt x="1662530" y="28429"/>
                  <a:pt x="1653310" y="18126"/>
                  <a:pt x="1634870" y="18126"/>
                </a:cubicBezTo>
                <a:close/>
                <a:moveTo>
                  <a:pt x="720566" y="18126"/>
                </a:moveTo>
                <a:lnTo>
                  <a:pt x="720566" y="80572"/>
                </a:lnTo>
                <a:lnTo>
                  <a:pt x="729996" y="80572"/>
                </a:lnTo>
                <a:cubicBezTo>
                  <a:pt x="739146" y="80572"/>
                  <a:pt x="746096" y="77778"/>
                  <a:pt x="750846" y="72190"/>
                </a:cubicBezTo>
                <a:cubicBezTo>
                  <a:pt x="755386" y="66741"/>
                  <a:pt x="757656" y="59023"/>
                  <a:pt x="757656" y="49034"/>
                </a:cubicBezTo>
                <a:cubicBezTo>
                  <a:pt x="757656" y="28429"/>
                  <a:pt x="748436" y="18126"/>
                  <a:pt x="729996" y="18126"/>
                </a:cubicBezTo>
                <a:close/>
                <a:moveTo>
                  <a:pt x="482440" y="17916"/>
                </a:moveTo>
                <a:lnTo>
                  <a:pt x="482440" y="43900"/>
                </a:lnTo>
                <a:lnTo>
                  <a:pt x="494176" y="43900"/>
                </a:lnTo>
                <a:cubicBezTo>
                  <a:pt x="507098" y="43900"/>
                  <a:pt x="513558" y="39535"/>
                  <a:pt x="513558" y="30803"/>
                </a:cubicBezTo>
                <a:cubicBezTo>
                  <a:pt x="513558" y="26193"/>
                  <a:pt x="511986" y="22875"/>
                  <a:pt x="508844" y="20850"/>
                </a:cubicBezTo>
                <a:cubicBezTo>
                  <a:pt x="505840" y="18894"/>
                  <a:pt x="501126" y="17916"/>
                  <a:pt x="494700" y="17916"/>
                </a:cubicBezTo>
                <a:close/>
                <a:moveTo>
                  <a:pt x="155694" y="16659"/>
                </a:moveTo>
                <a:cubicBezTo>
                  <a:pt x="159048" y="36077"/>
                  <a:pt x="164636" y="51549"/>
                  <a:pt x="172458" y="63074"/>
                </a:cubicBezTo>
                <a:cubicBezTo>
                  <a:pt x="181540" y="50431"/>
                  <a:pt x="187756" y="34959"/>
                  <a:pt x="191108" y="16659"/>
                </a:cubicBezTo>
                <a:close/>
                <a:moveTo>
                  <a:pt x="1556156" y="16344"/>
                </a:moveTo>
                <a:cubicBezTo>
                  <a:pt x="1552314" y="16344"/>
                  <a:pt x="1549136" y="18021"/>
                  <a:pt x="1546622" y="21374"/>
                </a:cubicBezTo>
                <a:cubicBezTo>
                  <a:pt x="1544036" y="24726"/>
                  <a:pt x="1542744" y="29057"/>
                  <a:pt x="1542744" y="34366"/>
                </a:cubicBezTo>
                <a:cubicBezTo>
                  <a:pt x="1542744" y="39814"/>
                  <a:pt x="1543896" y="44075"/>
                  <a:pt x="1546202" y="47148"/>
                </a:cubicBezTo>
                <a:cubicBezTo>
                  <a:pt x="1548716" y="50431"/>
                  <a:pt x="1552278" y="52073"/>
                  <a:pt x="1556890" y="52073"/>
                </a:cubicBezTo>
                <a:cubicBezTo>
                  <a:pt x="1562896" y="52073"/>
                  <a:pt x="1568414" y="48545"/>
                  <a:pt x="1573444" y="41490"/>
                </a:cubicBezTo>
                <a:cubicBezTo>
                  <a:pt x="1572536" y="24726"/>
                  <a:pt x="1566772" y="16344"/>
                  <a:pt x="1556156" y="16344"/>
                </a:cubicBezTo>
                <a:close/>
                <a:moveTo>
                  <a:pt x="1225504" y="16344"/>
                </a:moveTo>
                <a:cubicBezTo>
                  <a:pt x="1221872" y="16344"/>
                  <a:pt x="1218868" y="17532"/>
                  <a:pt x="1216494" y="19907"/>
                </a:cubicBezTo>
                <a:cubicBezTo>
                  <a:pt x="1214120" y="22352"/>
                  <a:pt x="1212932" y="25460"/>
                  <a:pt x="1212932" y="29232"/>
                </a:cubicBezTo>
                <a:cubicBezTo>
                  <a:pt x="1212932" y="33493"/>
                  <a:pt x="1214748" y="37090"/>
                  <a:pt x="1218380" y="40024"/>
                </a:cubicBezTo>
                <a:cubicBezTo>
                  <a:pt x="1220894" y="42049"/>
                  <a:pt x="1225016" y="44180"/>
                  <a:pt x="1230744" y="46415"/>
                </a:cubicBezTo>
                <a:cubicBezTo>
                  <a:pt x="1236332" y="41665"/>
                  <a:pt x="1239126" y="36356"/>
                  <a:pt x="1239126" y="30489"/>
                </a:cubicBezTo>
                <a:cubicBezTo>
                  <a:pt x="1239126" y="26438"/>
                  <a:pt x="1237938" y="23120"/>
                  <a:pt x="1235564" y="20535"/>
                </a:cubicBezTo>
                <a:cubicBezTo>
                  <a:pt x="1233048" y="17741"/>
                  <a:pt x="1229696" y="16344"/>
                  <a:pt x="1225504" y="16344"/>
                </a:cubicBezTo>
                <a:close/>
                <a:moveTo>
                  <a:pt x="1912018" y="11001"/>
                </a:moveTo>
                <a:lnTo>
                  <a:pt x="1920926" y="11001"/>
                </a:lnTo>
                <a:lnTo>
                  <a:pt x="1949948" y="60664"/>
                </a:lnTo>
                <a:lnTo>
                  <a:pt x="1958226" y="76381"/>
                </a:lnTo>
                <a:lnTo>
                  <a:pt x="1958748" y="76381"/>
                </a:lnTo>
                <a:cubicBezTo>
                  <a:pt x="1957980" y="65135"/>
                  <a:pt x="1957596" y="57172"/>
                  <a:pt x="1957596" y="52492"/>
                </a:cubicBezTo>
                <a:lnTo>
                  <a:pt x="1957596" y="11001"/>
                </a:lnTo>
                <a:lnTo>
                  <a:pt x="1965874" y="11001"/>
                </a:lnTo>
                <a:lnTo>
                  <a:pt x="1965874" y="87696"/>
                </a:lnTo>
                <a:lnTo>
                  <a:pt x="1956862" y="87696"/>
                </a:lnTo>
                <a:lnTo>
                  <a:pt x="1928050" y="38033"/>
                </a:lnTo>
                <a:lnTo>
                  <a:pt x="1919668" y="22317"/>
                </a:lnTo>
                <a:lnTo>
                  <a:pt x="1919144" y="22317"/>
                </a:lnTo>
                <a:cubicBezTo>
                  <a:pt x="1919842" y="35029"/>
                  <a:pt x="1920192" y="42818"/>
                  <a:pt x="1920192" y="45681"/>
                </a:cubicBezTo>
                <a:lnTo>
                  <a:pt x="1920192" y="87696"/>
                </a:lnTo>
                <a:lnTo>
                  <a:pt x="1912018" y="87696"/>
                </a:lnTo>
                <a:close/>
                <a:moveTo>
                  <a:pt x="1807244" y="11001"/>
                </a:moveTo>
                <a:lnTo>
                  <a:pt x="1815940" y="11001"/>
                </a:lnTo>
                <a:lnTo>
                  <a:pt x="1815940" y="87696"/>
                </a:lnTo>
                <a:lnTo>
                  <a:pt x="1807244" y="87696"/>
                </a:lnTo>
                <a:close/>
                <a:moveTo>
                  <a:pt x="1692944" y="11001"/>
                </a:moveTo>
                <a:lnTo>
                  <a:pt x="1736636" y="11001"/>
                </a:lnTo>
                <a:lnTo>
                  <a:pt x="1736636" y="18335"/>
                </a:lnTo>
                <a:lnTo>
                  <a:pt x="1701640" y="18335"/>
                </a:lnTo>
                <a:lnTo>
                  <a:pt x="1701640" y="43586"/>
                </a:lnTo>
                <a:lnTo>
                  <a:pt x="1731082" y="43586"/>
                </a:lnTo>
                <a:lnTo>
                  <a:pt x="1731082" y="50920"/>
                </a:lnTo>
                <a:lnTo>
                  <a:pt x="1701640" y="50920"/>
                </a:lnTo>
                <a:lnTo>
                  <a:pt x="1701640" y="80362"/>
                </a:lnTo>
                <a:lnTo>
                  <a:pt x="1737788" y="80362"/>
                </a:lnTo>
                <a:lnTo>
                  <a:pt x="1737788" y="87696"/>
                </a:lnTo>
                <a:lnTo>
                  <a:pt x="1692944" y="87696"/>
                </a:lnTo>
                <a:close/>
                <a:moveTo>
                  <a:pt x="1616744" y="11001"/>
                </a:moveTo>
                <a:lnTo>
                  <a:pt x="1635604" y="11001"/>
                </a:lnTo>
                <a:cubicBezTo>
                  <a:pt x="1647268" y="11001"/>
                  <a:pt x="1656174" y="14319"/>
                  <a:pt x="1662322" y="20955"/>
                </a:cubicBezTo>
                <a:cubicBezTo>
                  <a:pt x="1668398" y="27520"/>
                  <a:pt x="1671436" y="36880"/>
                  <a:pt x="1671436" y="49034"/>
                </a:cubicBezTo>
                <a:cubicBezTo>
                  <a:pt x="1671436" y="61258"/>
                  <a:pt x="1668434" y="70723"/>
                  <a:pt x="1662426" y="77428"/>
                </a:cubicBezTo>
                <a:cubicBezTo>
                  <a:pt x="1656280" y="84274"/>
                  <a:pt x="1647442" y="87696"/>
                  <a:pt x="1635918" y="87696"/>
                </a:cubicBezTo>
                <a:lnTo>
                  <a:pt x="1616744" y="87696"/>
                </a:lnTo>
                <a:close/>
                <a:moveTo>
                  <a:pt x="1484232" y="11001"/>
                </a:moveTo>
                <a:lnTo>
                  <a:pt x="1520904" y="11001"/>
                </a:lnTo>
                <a:lnTo>
                  <a:pt x="1520904" y="18335"/>
                </a:lnTo>
                <a:lnTo>
                  <a:pt x="1491776" y="18335"/>
                </a:lnTo>
                <a:lnTo>
                  <a:pt x="1489680" y="41595"/>
                </a:lnTo>
                <a:cubicBezTo>
                  <a:pt x="1493522" y="39430"/>
                  <a:pt x="1497504" y="38347"/>
                  <a:pt x="1501624" y="38347"/>
                </a:cubicBezTo>
                <a:cubicBezTo>
                  <a:pt x="1508400" y="38347"/>
                  <a:pt x="1513814" y="40303"/>
                  <a:pt x="1517866" y="44215"/>
                </a:cubicBezTo>
                <a:cubicBezTo>
                  <a:pt x="1522336" y="48545"/>
                  <a:pt x="1524570" y="54762"/>
                  <a:pt x="1524570" y="62865"/>
                </a:cubicBezTo>
                <a:cubicBezTo>
                  <a:pt x="1524570" y="70827"/>
                  <a:pt x="1522022" y="77289"/>
                  <a:pt x="1516922" y="82248"/>
                </a:cubicBezTo>
                <a:cubicBezTo>
                  <a:pt x="1512242" y="86788"/>
                  <a:pt x="1506550" y="89058"/>
                  <a:pt x="1499844" y="89058"/>
                </a:cubicBezTo>
                <a:cubicBezTo>
                  <a:pt x="1490484" y="89058"/>
                  <a:pt x="1482416" y="85671"/>
                  <a:pt x="1475640" y="78895"/>
                </a:cubicBezTo>
                <a:lnTo>
                  <a:pt x="1479936" y="73237"/>
                </a:lnTo>
                <a:cubicBezTo>
                  <a:pt x="1485594" y="79035"/>
                  <a:pt x="1491986" y="81934"/>
                  <a:pt x="1499110" y="81934"/>
                </a:cubicBezTo>
                <a:cubicBezTo>
                  <a:pt x="1503860" y="81934"/>
                  <a:pt x="1507842" y="80222"/>
                  <a:pt x="1511054" y="76800"/>
                </a:cubicBezTo>
                <a:cubicBezTo>
                  <a:pt x="1514338" y="73307"/>
                  <a:pt x="1515980" y="68732"/>
                  <a:pt x="1515980" y="63074"/>
                </a:cubicBezTo>
                <a:cubicBezTo>
                  <a:pt x="1515980" y="57486"/>
                  <a:pt x="1514478" y="53051"/>
                  <a:pt x="1511474" y="49768"/>
                </a:cubicBezTo>
                <a:cubicBezTo>
                  <a:pt x="1508540" y="46555"/>
                  <a:pt x="1504558" y="44948"/>
                  <a:pt x="1499530" y="44948"/>
                </a:cubicBezTo>
                <a:cubicBezTo>
                  <a:pt x="1495478" y="44948"/>
                  <a:pt x="1491148" y="46485"/>
                  <a:pt x="1486538" y="49558"/>
                </a:cubicBezTo>
                <a:lnTo>
                  <a:pt x="1481822" y="46624"/>
                </a:lnTo>
                <a:close/>
                <a:moveTo>
                  <a:pt x="1430216" y="11001"/>
                </a:moveTo>
                <a:lnTo>
                  <a:pt x="1477678" y="11001"/>
                </a:lnTo>
                <a:lnTo>
                  <a:pt x="1477678" y="16135"/>
                </a:lnTo>
                <a:cubicBezTo>
                  <a:pt x="1469158" y="27171"/>
                  <a:pt x="1463254" y="38277"/>
                  <a:pt x="1459972" y="49453"/>
                </a:cubicBezTo>
                <a:cubicBezTo>
                  <a:pt x="1457318" y="58674"/>
                  <a:pt x="1455642" y="71421"/>
                  <a:pt x="1454942" y="87696"/>
                </a:cubicBezTo>
                <a:lnTo>
                  <a:pt x="1446038" y="87696"/>
                </a:lnTo>
                <a:cubicBezTo>
                  <a:pt x="1447224" y="59966"/>
                  <a:pt x="1454488" y="36845"/>
                  <a:pt x="1467830" y="18335"/>
                </a:cubicBezTo>
                <a:lnTo>
                  <a:pt x="1430216" y="18335"/>
                </a:lnTo>
                <a:close/>
                <a:moveTo>
                  <a:pt x="1379458" y="11001"/>
                </a:moveTo>
                <a:lnTo>
                  <a:pt x="1416128" y="11001"/>
                </a:lnTo>
                <a:lnTo>
                  <a:pt x="1416128" y="18335"/>
                </a:lnTo>
                <a:lnTo>
                  <a:pt x="1387002" y="18335"/>
                </a:lnTo>
                <a:lnTo>
                  <a:pt x="1384906" y="41595"/>
                </a:lnTo>
                <a:cubicBezTo>
                  <a:pt x="1388748" y="39430"/>
                  <a:pt x="1392728" y="38347"/>
                  <a:pt x="1396850" y="38347"/>
                </a:cubicBezTo>
                <a:cubicBezTo>
                  <a:pt x="1403626" y="38347"/>
                  <a:pt x="1409038" y="40303"/>
                  <a:pt x="1413090" y="44215"/>
                </a:cubicBezTo>
                <a:cubicBezTo>
                  <a:pt x="1417560" y="48545"/>
                  <a:pt x="1419796" y="54762"/>
                  <a:pt x="1419796" y="62865"/>
                </a:cubicBezTo>
                <a:cubicBezTo>
                  <a:pt x="1419796" y="70827"/>
                  <a:pt x="1417246" y="77289"/>
                  <a:pt x="1412148" y="82248"/>
                </a:cubicBezTo>
                <a:cubicBezTo>
                  <a:pt x="1407468" y="86788"/>
                  <a:pt x="1401774" y="89058"/>
                  <a:pt x="1395068" y="89058"/>
                </a:cubicBezTo>
                <a:cubicBezTo>
                  <a:pt x="1385708" y="89058"/>
                  <a:pt x="1377642" y="85671"/>
                  <a:pt x="1370866" y="78895"/>
                </a:cubicBezTo>
                <a:lnTo>
                  <a:pt x="1375162" y="73237"/>
                </a:lnTo>
                <a:cubicBezTo>
                  <a:pt x="1380820" y="79035"/>
                  <a:pt x="1387210" y="81934"/>
                  <a:pt x="1394336" y="81934"/>
                </a:cubicBezTo>
                <a:cubicBezTo>
                  <a:pt x="1399086" y="81934"/>
                  <a:pt x="1403066" y="80222"/>
                  <a:pt x="1406280" y="76800"/>
                </a:cubicBezTo>
                <a:cubicBezTo>
                  <a:pt x="1409562" y="73307"/>
                  <a:pt x="1411204" y="68732"/>
                  <a:pt x="1411204" y="63074"/>
                </a:cubicBezTo>
                <a:cubicBezTo>
                  <a:pt x="1411204" y="57486"/>
                  <a:pt x="1409702" y="53051"/>
                  <a:pt x="1406698" y="49768"/>
                </a:cubicBezTo>
                <a:cubicBezTo>
                  <a:pt x="1403766" y="46555"/>
                  <a:pt x="1399784" y="44948"/>
                  <a:pt x="1394754" y="44948"/>
                </a:cubicBezTo>
                <a:cubicBezTo>
                  <a:pt x="1390704" y="44948"/>
                  <a:pt x="1386372" y="46485"/>
                  <a:pt x="1381762" y="49558"/>
                </a:cubicBezTo>
                <a:lnTo>
                  <a:pt x="1377048" y="46624"/>
                </a:lnTo>
                <a:close/>
                <a:moveTo>
                  <a:pt x="1288208" y="11001"/>
                </a:moveTo>
                <a:lnTo>
                  <a:pt x="1297324" y="11001"/>
                </a:lnTo>
                <a:lnTo>
                  <a:pt x="1297324" y="59512"/>
                </a:lnTo>
                <a:lnTo>
                  <a:pt x="1307800" y="59512"/>
                </a:lnTo>
                <a:lnTo>
                  <a:pt x="1307800" y="66322"/>
                </a:lnTo>
                <a:lnTo>
                  <a:pt x="1297324" y="66322"/>
                </a:lnTo>
                <a:lnTo>
                  <a:pt x="1297324" y="87696"/>
                </a:lnTo>
                <a:lnTo>
                  <a:pt x="1289256" y="87696"/>
                </a:lnTo>
                <a:lnTo>
                  <a:pt x="1289256" y="66322"/>
                </a:lnTo>
                <a:lnTo>
                  <a:pt x="1255622" y="66322"/>
                </a:lnTo>
                <a:lnTo>
                  <a:pt x="1255622" y="60769"/>
                </a:lnTo>
                <a:close/>
                <a:moveTo>
                  <a:pt x="711870" y="11001"/>
                </a:moveTo>
                <a:lnTo>
                  <a:pt x="730728" y="11001"/>
                </a:lnTo>
                <a:cubicBezTo>
                  <a:pt x="742394" y="11001"/>
                  <a:pt x="751300" y="14319"/>
                  <a:pt x="757446" y="20955"/>
                </a:cubicBezTo>
                <a:cubicBezTo>
                  <a:pt x="763524" y="27520"/>
                  <a:pt x="766562" y="36880"/>
                  <a:pt x="766562" y="49034"/>
                </a:cubicBezTo>
                <a:cubicBezTo>
                  <a:pt x="766562" y="61258"/>
                  <a:pt x="763558" y="70723"/>
                  <a:pt x="757550" y="77428"/>
                </a:cubicBezTo>
                <a:cubicBezTo>
                  <a:pt x="751404" y="84274"/>
                  <a:pt x="742568" y="87696"/>
                  <a:pt x="731042" y="87696"/>
                </a:cubicBezTo>
                <a:lnTo>
                  <a:pt x="711870" y="87696"/>
                </a:lnTo>
                <a:close/>
                <a:moveTo>
                  <a:pt x="473744" y="11001"/>
                </a:moveTo>
                <a:lnTo>
                  <a:pt x="495956" y="11001"/>
                </a:lnTo>
                <a:cubicBezTo>
                  <a:pt x="513418" y="11001"/>
                  <a:pt x="522150" y="17253"/>
                  <a:pt x="522150" y="29756"/>
                </a:cubicBezTo>
                <a:cubicBezTo>
                  <a:pt x="522150" y="38347"/>
                  <a:pt x="518344" y="43900"/>
                  <a:pt x="510730" y="46415"/>
                </a:cubicBezTo>
                <a:lnTo>
                  <a:pt x="510730" y="46834"/>
                </a:lnTo>
                <a:cubicBezTo>
                  <a:pt x="521346" y="48860"/>
                  <a:pt x="526656" y="55006"/>
                  <a:pt x="526656" y="65274"/>
                </a:cubicBezTo>
                <a:cubicBezTo>
                  <a:pt x="526656" y="72539"/>
                  <a:pt x="523966" y="78162"/>
                  <a:pt x="518588" y="82143"/>
                </a:cubicBezTo>
                <a:cubicBezTo>
                  <a:pt x="513488" y="85845"/>
                  <a:pt x="506504" y="87696"/>
                  <a:pt x="497632" y="87696"/>
                </a:cubicBezTo>
                <a:lnTo>
                  <a:pt x="473744" y="87696"/>
                </a:lnTo>
                <a:close/>
                <a:moveTo>
                  <a:pt x="1225714" y="9848"/>
                </a:moveTo>
                <a:cubicBezTo>
                  <a:pt x="1232140" y="9848"/>
                  <a:pt x="1237240" y="11734"/>
                  <a:pt x="1241012" y="15506"/>
                </a:cubicBezTo>
                <a:cubicBezTo>
                  <a:pt x="1244714" y="19208"/>
                  <a:pt x="1246564" y="24063"/>
                  <a:pt x="1246564" y="30070"/>
                </a:cubicBezTo>
                <a:cubicBezTo>
                  <a:pt x="1246564" y="37055"/>
                  <a:pt x="1243106" y="43272"/>
                  <a:pt x="1236192" y="48720"/>
                </a:cubicBezTo>
                <a:lnTo>
                  <a:pt x="1236192" y="49244"/>
                </a:lnTo>
                <a:cubicBezTo>
                  <a:pt x="1244854" y="54273"/>
                  <a:pt x="1249184" y="60979"/>
                  <a:pt x="1249184" y="69361"/>
                </a:cubicBezTo>
                <a:cubicBezTo>
                  <a:pt x="1249184" y="74949"/>
                  <a:pt x="1247018" y="79594"/>
                  <a:pt x="1242688" y="83296"/>
                </a:cubicBezTo>
                <a:cubicBezTo>
                  <a:pt x="1238218" y="87137"/>
                  <a:pt x="1232490" y="89058"/>
                  <a:pt x="1225504" y="89058"/>
                </a:cubicBezTo>
                <a:cubicBezTo>
                  <a:pt x="1218450" y="89058"/>
                  <a:pt x="1212652" y="87137"/>
                  <a:pt x="1208112" y="83296"/>
                </a:cubicBezTo>
                <a:cubicBezTo>
                  <a:pt x="1203502" y="79454"/>
                  <a:pt x="1201196" y="74564"/>
                  <a:pt x="1201196" y="68627"/>
                </a:cubicBezTo>
                <a:cubicBezTo>
                  <a:pt x="1201196" y="59617"/>
                  <a:pt x="1205946" y="52492"/>
                  <a:pt x="1215446" y="47253"/>
                </a:cubicBezTo>
                <a:lnTo>
                  <a:pt x="1215446" y="46834"/>
                </a:lnTo>
                <a:cubicBezTo>
                  <a:pt x="1208532" y="42154"/>
                  <a:pt x="1205074" y="36287"/>
                  <a:pt x="1205074" y="29232"/>
                </a:cubicBezTo>
                <a:cubicBezTo>
                  <a:pt x="1205074" y="23504"/>
                  <a:pt x="1207064" y="18824"/>
                  <a:pt x="1211046" y="15192"/>
                </a:cubicBezTo>
                <a:cubicBezTo>
                  <a:pt x="1214888" y="11630"/>
                  <a:pt x="1219778" y="9848"/>
                  <a:pt x="1225714" y="9848"/>
                </a:cubicBezTo>
                <a:close/>
                <a:moveTo>
                  <a:pt x="1866098" y="9639"/>
                </a:moveTo>
                <a:cubicBezTo>
                  <a:pt x="1874620" y="9639"/>
                  <a:pt x="1881920" y="12747"/>
                  <a:pt x="1887998" y="18964"/>
                </a:cubicBezTo>
                <a:lnTo>
                  <a:pt x="1883178" y="24622"/>
                </a:lnTo>
                <a:cubicBezTo>
                  <a:pt x="1878568" y="19732"/>
                  <a:pt x="1872944" y="17287"/>
                  <a:pt x="1866308" y="17287"/>
                </a:cubicBezTo>
                <a:cubicBezTo>
                  <a:pt x="1858346" y="17287"/>
                  <a:pt x="1852024" y="20116"/>
                  <a:pt x="1847344" y="25774"/>
                </a:cubicBezTo>
                <a:cubicBezTo>
                  <a:pt x="1842594" y="31502"/>
                  <a:pt x="1840220" y="39290"/>
                  <a:pt x="1840220" y="49139"/>
                </a:cubicBezTo>
                <a:cubicBezTo>
                  <a:pt x="1840220" y="59128"/>
                  <a:pt x="1842490" y="66986"/>
                  <a:pt x="1847030" y="72713"/>
                </a:cubicBezTo>
                <a:cubicBezTo>
                  <a:pt x="1851640" y="78511"/>
                  <a:pt x="1858066" y="81410"/>
                  <a:pt x="1866308" y="81410"/>
                </a:cubicBezTo>
                <a:cubicBezTo>
                  <a:pt x="1872664" y="81410"/>
                  <a:pt x="1877520" y="79803"/>
                  <a:pt x="1880872" y="76590"/>
                </a:cubicBezTo>
                <a:lnTo>
                  <a:pt x="1880872" y="55635"/>
                </a:lnTo>
                <a:lnTo>
                  <a:pt x="1864214" y="55635"/>
                </a:lnTo>
                <a:lnTo>
                  <a:pt x="1864214" y="48406"/>
                </a:lnTo>
                <a:lnTo>
                  <a:pt x="1888940" y="48406"/>
                </a:lnTo>
                <a:lnTo>
                  <a:pt x="1888940" y="80257"/>
                </a:lnTo>
                <a:cubicBezTo>
                  <a:pt x="1883282" y="86125"/>
                  <a:pt x="1875458" y="89058"/>
                  <a:pt x="1865470" y="89058"/>
                </a:cubicBezTo>
                <a:cubicBezTo>
                  <a:pt x="1855272" y="89058"/>
                  <a:pt x="1847066" y="85531"/>
                  <a:pt x="1840848" y="78476"/>
                </a:cubicBezTo>
                <a:cubicBezTo>
                  <a:pt x="1834492" y="71281"/>
                  <a:pt x="1831314" y="61572"/>
                  <a:pt x="1831314" y="49349"/>
                </a:cubicBezTo>
                <a:cubicBezTo>
                  <a:pt x="1831314" y="37195"/>
                  <a:pt x="1834596" y="27486"/>
                  <a:pt x="1841162" y="20221"/>
                </a:cubicBezTo>
                <a:cubicBezTo>
                  <a:pt x="1847518" y="13166"/>
                  <a:pt x="1855830" y="9639"/>
                  <a:pt x="1866098" y="9639"/>
                </a:cubicBezTo>
                <a:close/>
                <a:moveTo>
                  <a:pt x="1771888" y="9639"/>
                </a:moveTo>
                <a:cubicBezTo>
                  <a:pt x="1780828" y="9639"/>
                  <a:pt x="1788266" y="12782"/>
                  <a:pt x="1794204" y="19069"/>
                </a:cubicBezTo>
                <a:lnTo>
                  <a:pt x="1789594" y="24622"/>
                </a:lnTo>
                <a:cubicBezTo>
                  <a:pt x="1784496" y="19732"/>
                  <a:pt x="1778592" y="17287"/>
                  <a:pt x="1771888" y="17287"/>
                </a:cubicBezTo>
                <a:cubicBezTo>
                  <a:pt x="1767416" y="17287"/>
                  <a:pt x="1763820" y="18335"/>
                  <a:pt x="1761096" y="20431"/>
                </a:cubicBezTo>
                <a:cubicBezTo>
                  <a:pt x="1758372" y="22596"/>
                  <a:pt x="1757010" y="25460"/>
                  <a:pt x="1757010" y="29022"/>
                </a:cubicBezTo>
                <a:cubicBezTo>
                  <a:pt x="1757010" y="32515"/>
                  <a:pt x="1758406" y="35414"/>
                  <a:pt x="1761200" y="37719"/>
                </a:cubicBezTo>
                <a:cubicBezTo>
                  <a:pt x="1762806" y="39046"/>
                  <a:pt x="1765670" y="40582"/>
                  <a:pt x="1769792" y="42329"/>
                </a:cubicBezTo>
                <a:lnTo>
                  <a:pt x="1780898" y="47044"/>
                </a:lnTo>
                <a:cubicBezTo>
                  <a:pt x="1791516" y="51723"/>
                  <a:pt x="1796824" y="58569"/>
                  <a:pt x="1796824" y="67579"/>
                </a:cubicBezTo>
                <a:cubicBezTo>
                  <a:pt x="1796824" y="73726"/>
                  <a:pt x="1794518" y="78825"/>
                  <a:pt x="1789908" y="82877"/>
                </a:cubicBezTo>
                <a:cubicBezTo>
                  <a:pt x="1785088" y="86998"/>
                  <a:pt x="1778802" y="89058"/>
                  <a:pt x="1771050" y="89058"/>
                </a:cubicBezTo>
                <a:cubicBezTo>
                  <a:pt x="1760432" y="89058"/>
                  <a:pt x="1751562" y="85251"/>
                  <a:pt x="1744436" y="77638"/>
                </a:cubicBezTo>
                <a:lnTo>
                  <a:pt x="1749674" y="71666"/>
                </a:lnTo>
                <a:cubicBezTo>
                  <a:pt x="1755682" y="78162"/>
                  <a:pt x="1762842" y="81410"/>
                  <a:pt x="1771154" y="81410"/>
                </a:cubicBezTo>
                <a:cubicBezTo>
                  <a:pt x="1776322" y="81410"/>
                  <a:pt x="1780444" y="80187"/>
                  <a:pt x="1783518" y="77743"/>
                </a:cubicBezTo>
                <a:cubicBezTo>
                  <a:pt x="1786520" y="75368"/>
                  <a:pt x="1788022" y="72190"/>
                  <a:pt x="1788022" y="68208"/>
                </a:cubicBezTo>
                <a:cubicBezTo>
                  <a:pt x="1788022" y="64506"/>
                  <a:pt x="1786766" y="61502"/>
                  <a:pt x="1784250" y="59197"/>
                </a:cubicBezTo>
                <a:cubicBezTo>
                  <a:pt x="1782644" y="57800"/>
                  <a:pt x="1779536" y="56089"/>
                  <a:pt x="1774926" y="54063"/>
                </a:cubicBezTo>
                <a:lnTo>
                  <a:pt x="1763820" y="49139"/>
                </a:lnTo>
                <a:cubicBezTo>
                  <a:pt x="1753412" y="44669"/>
                  <a:pt x="1748208" y="38173"/>
                  <a:pt x="1748208" y="29651"/>
                </a:cubicBezTo>
                <a:cubicBezTo>
                  <a:pt x="1748208" y="23853"/>
                  <a:pt x="1750444" y="19069"/>
                  <a:pt x="1754914" y="15297"/>
                </a:cubicBezTo>
                <a:cubicBezTo>
                  <a:pt x="1759384" y="11525"/>
                  <a:pt x="1765042" y="9639"/>
                  <a:pt x="1771888" y="9639"/>
                </a:cubicBezTo>
                <a:close/>
                <a:moveTo>
                  <a:pt x="1556156" y="9639"/>
                </a:moveTo>
                <a:cubicBezTo>
                  <a:pt x="1563838" y="9639"/>
                  <a:pt x="1569916" y="12677"/>
                  <a:pt x="1574386" y="18754"/>
                </a:cubicBezTo>
                <a:cubicBezTo>
                  <a:pt x="1579206" y="25111"/>
                  <a:pt x="1581616" y="34121"/>
                  <a:pt x="1581616" y="45786"/>
                </a:cubicBezTo>
                <a:cubicBezTo>
                  <a:pt x="1581616" y="60455"/>
                  <a:pt x="1578822" y="71596"/>
                  <a:pt x="1573234" y="79209"/>
                </a:cubicBezTo>
                <a:cubicBezTo>
                  <a:pt x="1568344" y="85775"/>
                  <a:pt x="1561954" y="89058"/>
                  <a:pt x="1554060" y="89058"/>
                </a:cubicBezTo>
                <a:cubicBezTo>
                  <a:pt x="1546936" y="89058"/>
                  <a:pt x="1540928" y="86509"/>
                  <a:pt x="1536038" y="81410"/>
                </a:cubicBezTo>
                <a:lnTo>
                  <a:pt x="1540754" y="76066"/>
                </a:lnTo>
                <a:cubicBezTo>
                  <a:pt x="1544316" y="79978"/>
                  <a:pt x="1548682" y="81934"/>
                  <a:pt x="1553850" y="81934"/>
                </a:cubicBezTo>
                <a:cubicBezTo>
                  <a:pt x="1559368" y="81934"/>
                  <a:pt x="1563804" y="79489"/>
                  <a:pt x="1567158" y="74599"/>
                </a:cubicBezTo>
                <a:cubicBezTo>
                  <a:pt x="1571068" y="68942"/>
                  <a:pt x="1573198" y="60315"/>
                  <a:pt x="1573548" y="48720"/>
                </a:cubicBezTo>
                <a:cubicBezTo>
                  <a:pt x="1568240" y="55216"/>
                  <a:pt x="1562232" y="58464"/>
                  <a:pt x="1555526" y="58464"/>
                </a:cubicBezTo>
                <a:cubicBezTo>
                  <a:pt x="1549030" y="58464"/>
                  <a:pt x="1543932" y="56438"/>
                  <a:pt x="1540230" y="52387"/>
                </a:cubicBezTo>
                <a:cubicBezTo>
                  <a:pt x="1536458" y="48126"/>
                  <a:pt x="1534572" y="42119"/>
                  <a:pt x="1534572" y="34366"/>
                </a:cubicBezTo>
                <a:cubicBezTo>
                  <a:pt x="1534572" y="27171"/>
                  <a:pt x="1536702" y="21199"/>
                  <a:pt x="1540964" y="16449"/>
                </a:cubicBezTo>
                <a:cubicBezTo>
                  <a:pt x="1545084" y="11909"/>
                  <a:pt x="1550148" y="9639"/>
                  <a:pt x="1556156" y="9639"/>
                </a:cubicBezTo>
                <a:close/>
                <a:moveTo>
                  <a:pt x="194356" y="9639"/>
                </a:moveTo>
                <a:lnTo>
                  <a:pt x="198652" y="11001"/>
                </a:lnTo>
                <a:cubicBezTo>
                  <a:pt x="195160" y="34680"/>
                  <a:pt x="187826" y="53959"/>
                  <a:pt x="176650" y="68837"/>
                </a:cubicBezTo>
                <a:cubicBezTo>
                  <a:pt x="182866" y="76660"/>
                  <a:pt x="191354" y="83889"/>
                  <a:pt x="202110" y="90525"/>
                </a:cubicBezTo>
                <a:cubicBezTo>
                  <a:pt x="199944" y="92132"/>
                  <a:pt x="198304" y="94018"/>
                  <a:pt x="197186" y="96183"/>
                </a:cubicBezTo>
                <a:cubicBezTo>
                  <a:pt x="186638" y="89338"/>
                  <a:pt x="178292" y="82108"/>
                  <a:pt x="172144" y="74495"/>
                </a:cubicBezTo>
                <a:cubicBezTo>
                  <a:pt x="164112" y="83645"/>
                  <a:pt x="154682" y="90665"/>
                  <a:pt x="143856" y="95554"/>
                </a:cubicBezTo>
                <a:cubicBezTo>
                  <a:pt x="142668" y="93179"/>
                  <a:pt x="141236" y="91259"/>
                  <a:pt x="139560" y="89792"/>
                </a:cubicBezTo>
                <a:cubicBezTo>
                  <a:pt x="150246" y="85391"/>
                  <a:pt x="159712" y="78406"/>
                  <a:pt x="167954" y="68837"/>
                </a:cubicBezTo>
                <a:cubicBezTo>
                  <a:pt x="159362" y="56264"/>
                  <a:pt x="153146" y="38871"/>
                  <a:pt x="149304" y="16659"/>
                </a:cubicBezTo>
                <a:lnTo>
                  <a:pt x="145322" y="16659"/>
                </a:lnTo>
                <a:lnTo>
                  <a:pt x="145322" y="9953"/>
                </a:lnTo>
                <a:lnTo>
                  <a:pt x="193100" y="9953"/>
                </a:lnTo>
                <a:close/>
                <a:moveTo>
                  <a:pt x="1337918" y="9534"/>
                </a:moveTo>
                <a:cubicBezTo>
                  <a:pt x="1344414" y="9604"/>
                  <a:pt x="1349618" y="11280"/>
                  <a:pt x="1353530" y="14563"/>
                </a:cubicBezTo>
                <a:cubicBezTo>
                  <a:pt x="1357652" y="17986"/>
                  <a:pt x="1359712" y="22666"/>
                  <a:pt x="1359712" y="28603"/>
                </a:cubicBezTo>
                <a:cubicBezTo>
                  <a:pt x="1359712" y="37753"/>
                  <a:pt x="1355136" y="43970"/>
                  <a:pt x="1345986" y="47253"/>
                </a:cubicBezTo>
                <a:lnTo>
                  <a:pt x="1345986" y="47672"/>
                </a:lnTo>
                <a:cubicBezTo>
                  <a:pt x="1350736" y="48790"/>
                  <a:pt x="1354578" y="50990"/>
                  <a:pt x="1357512" y="54273"/>
                </a:cubicBezTo>
                <a:cubicBezTo>
                  <a:pt x="1360724" y="57835"/>
                  <a:pt x="1362332" y="62166"/>
                  <a:pt x="1362332" y="67265"/>
                </a:cubicBezTo>
                <a:cubicBezTo>
                  <a:pt x="1362332" y="73901"/>
                  <a:pt x="1359992" y="79244"/>
                  <a:pt x="1355312" y="83296"/>
                </a:cubicBezTo>
                <a:cubicBezTo>
                  <a:pt x="1350842" y="87137"/>
                  <a:pt x="1345148" y="89058"/>
                  <a:pt x="1338234" y="89058"/>
                </a:cubicBezTo>
                <a:cubicBezTo>
                  <a:pt x="1328454" y="89058"/>
                  <a:pt x="1320352" y="85566"/>
                  <a:pt x="1313926" y="78581"/>
                </a:cubicBezTo>
                <a:lnTo>
                  <a:pt x="1318326" y="73028"/>
                </a:lnTo>
                <a:cubicBezTo>
                  <a:pt x="1324124" y="78965"/>
                  <a:pt x="1330584" y="81934"/>
                  <a:pt x="1337710" y="81934"/>
                </a:cubicBezTo>
                <a:cubicBezTo>
                  <a:pt x="1342458" y="81934"/>
                  <a:pt x="1346300" y="80606"/>
                  <a:pt x="1349234" y="77952"/>
                </a:cubicBezTo>
                <a:cubicBezTo>
                  <a:pt x="1352238" y="75158"/>
                  <a:pt x="1353740" y="71526"/>
                  <a:pt x="1353740" y="67056"/>
                </a:cubicBezTo>
                <a:cubicBezTo>
                  <a:pt x="1353740" y="56438"/>
                  <a:pt x="1345638" y="51130"/>
                  <a:pt x="1329432" y="51130"/>
                </a:cubicBezTo>
                <a:lnTo>
                  <a:pt x="1329432" y="44424"/>
                </a:lnTo>
                <a:cubicBezTo>
                  <a:pt x="1343822" y="44424"/>
                  <a:pt x="1351016" y="39360"/>
                  <a:pt x="1351016" y="29232"/>
                </a:cubicBezTo>
                <a:cubicBezTo>
                  <a:pt x="1351016" y="25390"/>
                  <a:pt x="1349828" y="22317"/>
                  <a:pt x="1347454" y="20012"/>
                </a:cubicBezTo>
                <a:cubicBezTo>
                  <a:pt x="1345008" y="17707"/>
                  <a:pt x="1341726" y="16519"/>
                  <a:pt x="1337604" y="16449"/>
                </a:cubicBezTo>
                <a:cubicBezTo>
                  <a:pt x="1331806" y="16519"/>
                  <a:pt x="1326428" y="19104"/>
                  <a:pt x="1321470" y="24203"/>
                </a:cubicBezTo>
                <a:lnTo>
                  <a:pt x="1316754" y="18650"/>
                </a:lnTo>
                <a:cubicBezTo>
                  <a:pt x="1323320" y="12642"/>
                  <a:pt x="1330374" y="9604"/>
                  <a:pt x="1337918" y="9534"/>
                </a:cubicBezTo>
                <a:close/>
                <a:moveTo>
                  <a:pt x="1101660" y="4295"/>
                </a:moveTo>
                <a:lnTo>
                  <a:pt x="1110148" y="4295"/>
                </a:lnTo>
                <a:lnTo>
                  <a:pt x="1110148" y="77952"/>
                </a:lnTo>
                <a:cubicBezTo>
                  <a:pt x="1110148" y="80606"/>
                  <a:pt x="1111020" y="81934"/>
                  <a:pt x="1112766" y="81934"/>
                </a:cubicBezTo>
                <a:cubicBezTo>
                  <a:pt x="1113396" y="81934"/>
                  <a:pt x="1114058" y="81864"/>
                  <a:pt x="1114758" y="81724"/>
                </a:cubicBezTo>
                <a:lnTo>
                  <a:pt x="1116014" y="88325"/>
                </a:lnTo>
                <a:cubicBezTo>
                  <a:pt x="1114408" y="88814"/>
                  <a:pt x="1112696" y="89058"/>
                  <a:pt x="1110880" y="89058"/>
                </a:cubicBezTo>
                <a:cubicBezTo>
                  <a:pt x="1104734" y="89058"/>
                  <a:pt x="1101660" y="85147"/>
                  <a:pt x="1101660" y="77324"/>
                </a:cubicBezTo>
                <a:close/>
                <a:moveTo>
                  <a:pt x="539686" y="4295"/>
                </a:moveTo>
                <a:lnTo>
                  <a:pt x="548172" y="4295"/>
                </a:lnTo>
                <a:lnTo>
                  <a:pt x="548172" y="77952"/>
                </a:lnTo>
                <a:cubicBezTo>
                  <a:pt x="548172" y="80606"/>
                  <a:pt x="549046" y="81934"/>
                  <a:pt x="550792" y="81934"/>
                </a:cubicBezTo>
                <a:cubicBezTo>
                  <a:pt x="551420" y="81934"/>
                  <a:pt x="552084" y="81864"/>
                  <a:pt x="552782" y="81724"/>
                </a:cubicBezTo>
                <a:lnTo>
                  <a:pt x="554040" y="88325"/>
                </a:lnTo>
                <a:cubicBezTo>
                  <a:pt x="552434" y="88814"/>
                  <a:pt x="550722" y="89058"/>
                  <a:pt x="548906" y="89058"/>
                </a:cubicBezTo>
                <a:cubicBezTo>
                  <a:pt x="542758" y="89058"/>
                  <a:pt x="539686" y="85147"/>
                  <a:pt x="539686" y="77324"/>
                </a:cubicBezTo>
                <a:close/>
                <a:moveTo>
                  <a:pt x="1090374" y="2933"/>
                </a:moveTo>
                <a:cubicBezTo>
                  <a:pt x="1093586" y="2933"/>
                  <a:pt x="1096626" y="3562"/>
                  <a:pt x="1099488" y="4819"/>
                </a:cubicBezTo>
                <a:lnTo>
                  <a:pt x="1097602" y="11420"/>
                </a:lnTo>
                <a:cubicBezTo>
                  <a:pt x="1095438" y="10372"/>
                  <a:pt x="1093272" y="9848"/>
                  <a:pt x="1091106" y="9848"/>
                </a:cubicBezTo>
                <a:cubicBezTo>
                  <a:pt x="1085658" y="9848"/>
                  <a:pt x="1082934" y="13690"/>
                  <a:pt x="1082934" y="21374"/>
                </a:cubicBezTo>
                <a:lnTo>
                  <a:pt x="1082934" y="31118"/>
                </a:lnTo>
                <a:lnTo>
                  <a:pt x="1095088" y="31118"/>
                </a:lnTo>
                <a:lnTo>
                  <a:pt x="1095088" y="38138"/>
                </a:lnTo>
                <a:lnTo>
                  <a:pt x="1082934" y="38138"/>
                </a:lnTo>
                <a:lnTo>
                  <a:pt x="1082934" y="87696"/>
                </a:lnTo>
                <a:lnTo>
                  <a:pt x="1074342" y="87696"/>
                </a:lnTo>
                <a:lnTo>
                  <a:pt x="1074342" y="38138"/>
                </a:lnTo>
                <a:lnTo>
                  <a:pt x="1066590" y="38138"/>
                </a:lnTo>
                <a:lnTo>
                  <a:pt x="1066590" y="31642"/>
                </a:lnTo>
                <a:lnTo>
                  <a:pt x="1074342" y="31118"/>
                </a:lnTo>
                <a:lnTo>
                  <a:pt x="1074342" y="21269"/>
                </a:lnTo>
                <a:cubicBezTo>
                  <a:pt x="1074342" y="9045"/>
                  <a:pt x="1079686" y="2933"/>
                  <a:pt x="1090374" y="2933"/>
                </a:cubicBezTo>
                <a:close/>
                <a:moveTo>
                  <a:pt x="90524" y="1047"/>
                </a:moveTo>
                <a:lnTo>
                  <a:pt x="95134" y="7019"/>
                </a:lnTo>
                <a:cubicBezTo>
                  <a:pt x="83750" y="9674"/>
                  <a:pt x="69954" y="11665"/>
                  <a:pt x="53748" y="12992"/>
                </a:cubicBezTo>
                <a:lnTo>
                  <a:pt x="53748" y="30908"/>
                </a:lnTo>
                <a:lnTo>
                  <a:pt x="88010" y="30908"/>
                </a:lnTo>
                <a:lnTo>
                  <a:pt x="89268" y="30594"/>
                </a:lnTo>
                <a:lnTo>
                  <a:pt x="93354" y="31851"/>
                </a:lnTo>
                <a:cubicBezTo>
                  <a:pt x="90840" y="49244"/>
                  <a:pt x="85670" y="63598"/>
                  <a:pt x="77846" y="74914"/>
                </a:cubicBezTo>
                <a:cubicBezTo>
                  <a:pt x="83016" y="81829"/>
                  <a:pt x="89302" y="86928"/>
                  <a:pt x="96706" y="90211"/>
                </a:cubicBezTo>
                <a:cubicBezTo>
                  <a:pt x="94680" y="91957"/>
                  <a:pt x="93110" y="93843"/>
                  <a:pt x="91992" y="95869"/>
                </a:cubicBezTo>
                <a:cubicBezTo>
                  <a:pt x="84798" y="92097"/>
                  <a:pt x="78720" y="86893"/>
                  <a:pt x="73760" y="80257"/>
                </a:cubicBezTo>
                <a:cubicBezTo>
                  <a:pt x="68172" y="86893"/>
                  <a:pt x="61642" y="92097"/>
                  <a:pt x="54168" y="95869"/>
                </a:cubicBezTo>
                <a:cubicBezTo>
                  <a:pt x="53050" y="93773"/>
                  <a:pt x="51654" y="91887"/>
                  <a:pt x="49976" y="90211"/>
                </a:cubicBezTo>
                <a:cubicBezTo>
                  <a:pt x="57520" y="86858"/>
                  <a:pt x="64122" y="81619"/>
                  <a:pt x="69780" y="74495"/>
                </a:cubicBezTo>
                <a:cubicBezTo>
                  <a:pt x="63982" y="64785"/>
                  <a:pt x="59512" y="52387"/>
                  <a:pt x="56368" y="37299"/>
                </a:cubicBezTo>
                <a:lnTo>
                  <a:pt x="53748" y="37299"/>
                </a:lnTo>
                <a:lnTo>
                  <a:pt x="53748" y="43586"/>
                </a:lnTo>
                <a:cubicBezTo>
                  <a:pt x="53748" y="67335"/>
                  <a:pt x="50360" y="84832"/>
                  <a:pt x="43586" y="96078"/>
                </a:cubicBezTo>
                <a:cubicBezTo>
                  <a:pt x="41978" y="94472"/>
                  <a:pt x="40128" y="93179"/>
                  <a:pt x="38032" y="92202"/>
                </a:cubicBezTo>
                <a:cubicBezTo>
                  <a:pt x="44110" y="81724"/>
                  <a:pt x="47148" y="65519"/>
                  <a:pt x="47148" y="43586"/>
                </a:cubicBezTo>
                <a:lnTo>
                  <a:pt x="47148" y="7543"/>
                </a:lnTo>
                <a:cubicBezTo>
                  <a:pt x="66148" y="5867"/>
                  <a:pt x="80606" y="3702"/>
                  <a:pt x="90524" y="1047"/>
                </a:cubicBezTo>
                <a:close/>
                <a:moveTo>
                  <a:pt x="254602" y="209"/>
                </a:moveTo>
                <a:lnTo>
                  <a:pt x="261832" y="209"/>
                </a:lnTo>
                <a:lnTo>
                  <a:pt x="261832" y="12992"/>
                </a:lnTo>
                <a:lnTo>
                  <a:pt x="300284" y="12992"/>
                </a:lnTo>
                <a:lnTo>
                  <a:pt x="300284" y="19697"/>
                </a:lnTo>
                <a:lnTo>
                  <a:pt x="261832" y="19697"/>
                </a:lnTo>
                <a:lnTo>
                  <a:pt x="261832" y="46520"/>
                </a:lnTo>
                <a:lnTo>
                  <a:pt x="304580" y="46520"/>
                </a:lnTo>
                <a:lnTo>
                  <a:pt x="304580" y="53120"/>
                </a:lnTo>
                <a:lnTo>
                  <a:pt x="266862" y="53120"/>
                </a:lnTo>
                <a:cubicBezTo>
                  <a:pt x="277828" y="67859"/>
                  <a:pt x="291134" y="78651"/>
                  <a:pt x="306780" y="85496"/>
                </a:cubicBezTo>
                <a:cubicBezTo>
                  <a:pt x="305174" y="86893"/>
                  <a:pt x="303568" y="88814"/>
                  <a:pt x="301960" y="91259"/>
                </a:cubicBezTo>
                <a:cubicBezTo>
                  <a:pt x="286244" y="83505"/>
                  <a:pt x="272868" y="71910"/>
                  <a:pt x="261832" y="56473"/>
                </a:cubicBezTo>
                <a:lnTo>
                  <a:pt x="261832" y="95554"/>
                </a:lnTo>
                <a:lnTo>
                  <a:pt x="254602" y="95554"/>
                </a:lnTo>
                <a:lnTo>
                  <a:pt x="254602" y="56788"/>
                </a:lnTo>
                <a:cubicBezTo>
                  <a:pt x="243916" y="71666"/>
                  <a:pt x="230714" y="83051"/>
                  <a:pt x="214998" y="90944"/>
                </a:cubicBezTo>
                <a:cubicBezTo>
                  <a:pt x="213530" y="88709"/>
                  <a:pt x="211890" y="86788"/>
                  <a:pt x="210074" y="85182"/>
                </a:cubicBezTo>
                <a:cubicBezTo>
                  <a:pt x="225860" y="78406"/>
                  <a:pt x="239060" y="67719"/>
                  <a:pt x="249678" y="53120"/>
                </a:cubicBezTo>
                <a:lnTo>
                  <a:pt x="212168" y="53120"/>
                </a:lnTo>
                <a:lnTo>
                  <a:pt x="212168" y="46520"/>
                </a:lnTo>
                <a:lnTo>
                  <a:pt x="254602" y="46520"/>
                </a:lnTo>
                <a:lnTo>
                  <a:pt x="254602" y="19697"/>
                </a:lnTo>
                <a:lnTo>
                  <a:pt x="217198" y="19697"/>
                </a:lnTo>
                <a:lnTo>
                  <a:pt x="217198" y="12992"/>
                </a:lnTo>
                <a:lnTo>
                  <a:pt x="254602" y="12992"/>
                </a:lnTo>
                <a:close/>
                <a:moveTo>
                  <a:pt x="124052" y="104"/>
                </a:moveTo>
                <a:lnTo>
                  <a:pt x="130864" y="104"/>
                </a:lnTo>
                <a:lnTo>
                  <a:pt x="130864" y="22526"/>
                </a:lnTo>
                <a:lnTo>
                  <a:pt x="145112" y="22526"/>
                </a:lnTo>
                <a:lnTo>
                  <a:pt x="145112" y="29127"/>
                </a:lnTo>
                <a:lnTo>
                  <a:pt x="130864" y="29127"/>
                </a:lnTo>
                <a:lnTo>
                  <a:pt x="130864" y="33318"/>
                </a:lnTo>
                <a:cubicBezTo>
                  <a:pt x="134216" y="36671"/>
                  <a:pt x="140084" y="43411"/>
                  <a:pt x="148466" y="53540"/>
                </a:cubicBezTo>
                <a:lnTo>
                  <a:pt x="144064" y="59721"/>
                </a:lnTo>
                <a:cubicBezTo>
                  <a:pt x="141132" y="54972"/>
                  <a:pt x="136730" y="48860"/>
                  <a:pt x="130864" y="41386"/>
                </a:cubicBezTo>
                <a:lnTo>
                  <a:pt x="130864" y="95450"/>
                </a:lnTo>
                <a:lnTo>
                  <a:pt x="124052" y="95450"/>
                </a:lnTo>
                <a:lnTo>
                  <a:pt x="124052" y="41281"/>
                </a:lnTo>
                <a:cubicBezTo>
                  <a:pt x="119302" y="56508"/>
                  <a:pt x="113854" y="68173"/>
                  <a:pt x="107708" y="76276"/>
                </a:cubicBezTo>
                <a:cubicBezTo>
                  <a:pt x="106660" y="73831"/>
                  <a:pt x="105264" y="71596"/>
                  <a:pt x="103516" y="69570"/>
                </a:cubicBezTo>
                <a:cubicBezTo>
                  <a:pt x="111550" y="60071"/>
                  <a:pt x="117732" y="46590"/>
                  <a:pt x="122062" y="29127"/>
                </a:cubicBezTo>
                <a:lnTo>
                  <a:pt x="106346" y="29127"/>
                </a:lnTo>
                <a:lnTo>
                  <a:pt x="106346" y="22526"/>
                </a:lnTo>
                <a:lnTo>
                  <a:pt x="124052" y="22526"/>
                </a:lnTo>
                <a:close/>
                <a:moveTo>
                  <a:pt x="358958" y="0"/>
                </a:moveTo>
                <a:lnTo>
                  <a:pt x="366816" y="1152"/>
                </a:lnTo>
                <a:cubicBezTo>
                  <a:pt x="364930" y="6461"/>
                  <a:pt x="363184" y="10896"/>
                  <a:pt x="361578" y="14459"/>
                </a:cubicBezTo>
                <a:lnTo>
                  <a:pt x="399402" y="14459"/>
                </a:lnTo>
                <a:lnTo>
                  <a:pt x="399402" y="95240"/>
                </a:lnTo>
                <a:lnTo>
                  <a:pt x="392172" y="95240"/>
                </a:lnTo>
                <a:lnTo>
                  <a:pt x="392172" y="89792"/>
                </a:lnTo>
                <a:lnTo>
                  <a:pt x="335384" y="89792"/>
                </a:lnTo>
                <a:lnTo>
                  <a:pt x="335384" y="95764"/>
                </a:lnTo>
                <a:lnTo>
                  <a:pt x="328364" y="95764"/>
                </a:lnTo>
                <a:lnTo>
                  <a:pt x="328364" y="14459"/>
                </a:lnTo>
                <a:lnTo>
                  <a:pt x="354558" y="14459"/>
                </a:lnTo>
                <a:cubicBezTo>
                  <a:pt x="356304" y="9988"/>
                  <a:pt x="357770" y="5168"/>
                  <a:pt x="358958" y="0"/>
                </a:cubicBezTo>
                <a:close/>
                <a:moveTo>
                  <a:pt x="26298" y="0"/>
                </a:moveTo>
                <a:lnTo>
                  <a:pt x="32688" y="0"/>
                </a:lnTo>
                <a:lnTo>
                  <a:pt x="32688" y="29337"/>
                </a:lnTo>
                <a:lnTo>
                  <a:pt x="42224" y="29337"/>
                </a:lnTo>
                <a:lnTo>
                  <a:pt x="42224" y="35623"/>
                </a:lnTo>
                <a:lnTo>
                  <a:pt x="14354" y="35623"/>
                </a:lnTo>
                <a:lnTo>
                  <a:pt x="14354" y="43796"/>
                </a:lnTo>
                <a:cubicBezTo>
                  <a:pt x="14354" y="47078"/>
                  <a:pt x="14318" y="49558"/>
                  <a:pt x="14248" y="51235"/>
                </a:cubicBezTo>
                <a:lnTo>
                  <a:pt x="35728" y="51235"/>
                </a:lnTo>
                <a:lnTo>
                  <a:pt x="35728" y="95554"/>
                </a:lnTo>
                <a:lnTo>
                  <a:pt x="29336" y="95554"/>
                </a:lnTo>
                <a:lnTo>
                  <a:pt x="29336" y="57521"/>
                </a:lnTo>
                <a:lnTo>
                  <a:pt x="14038" y="57521"/>
                </a:lnTo>
                <a:cubicBezTo>
                  <a:pt x="13130" y="74006"/>
                  <a:pt x="10128" y="86788"/>
                  <a:pt x="5028" y="95869"/>
                </a:cubicBezTo>
                <a:cubicBezTo>
                  <a:pt x="3632" y="94332"/>
                  <a:pt x="1954" y="92935"/>
                  <a:pt x="0" y="91678"/>
                </a:cubicBezTo>
                <a:cubicBezTo>
                  <a:pt x="5238" y="81549"/>
                  <a:pt x="7858" y="65589"/>
                  <a:pt x="7858" y="43796"/>
                </a:cubicBezTo>
                <a:lnTo>
                  <a:pt x="7858" y="2305"/>
                </a:lnTo>
                <a:lnTo>
                  <a:pt x="14354" y="2305"/>
                </a:lnTo>
                <a:lnTo>
                  <a:pt x="14354" y="29337"/>
                </a:lnTo>
                <a:lnTo>
                  <a:pt x="26298" y="29337"/>
                </a:lnTo>
                <a:close/>
              </a:path>
            </a:pathLst>
          </a:custGeom>
          <a:solidFill>
            <a:srgbClr val="E6E6E6"/>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fontAlgn="base"/>
            <a:endParaRPr lang="zh-CN" altLang="en-US" sz="800">
              <a:solidFill>
                <a:srgbClr val="E6E6E6"/>
              </a:solidFill>
            </a:endParaRPr>
          </a:p>
        </p:txBody>
      </p:sp>
      <p:sp>
        <p:nvSpPr>
          <p:cNvPr id="5" name="文本框 4">
            <a:extLst>
              <a:ext uri="{FF2B5EF4-FFF2-40B4-BE49-F238E27FC236}">
                <a16:creationId xmlns:a16="http://schemas.microsoft.com/office/drawing/2014/main" id="{A4884D17-2E3C-4F6B-AB1E-EFCC73F7439E}"/>
              </a:ext>
            </a:extLst>
          </p:cNvPr>
          <p:cNvSpPr txBox="1"/>
          <p:nvPr userDrawn="1"/>
        </p:nvSpPr>
        <p:spPr>
          <a:xfrm>
            <a:off x="38852977" y="20296026"/>
            <a:ext cx="1965874" cy="113995"/>
          </a:xfrm>
          <a:custGeom>
            <a:avLst/>
            <a:gdLst/>
            <a:ahLst/>
            <a:cxnLst/>
            <a:rect l="l" t="t" r="r" b="b"/>
            <a:pathLst>
              <a:path w="1965874" h="113994">
                <a:moveTo>
                  <a:pt x="891806" y="87487"/>
                </a:moveTo>
                <a:cubicBezTo>
                  <a:pt x="887684" y="90420"/>
                  <a:pt x="885624" y="93808"/>
                  <a:pt x="885624" y="97650"/>
                </a:cubicBezTo>
                <a:cubicBezTo>
                  <a:pt x="885624" y="100793"/>
                  <a:pt x="887126" y="103308"/>
                  <a:pt x="890130" y="105194"/>
                </a:cubicBezTo>
                <a:cubicBezTo>
                  <a:pt x="893134" y="107080"/>
                  <a:pt x="897290" y="108023"/>
                  <a:pt x="902598" y="108023"/>
                </a:cubicBezTo>
                <a:cubicBezTo>
                  <a:pt x="908046" y="108023"/>
                  <a:pt x="912586" y="106765"/>
                  <a:pt x="916218" y="104251"/>
                </a:cubicBezTo>
                <a:cubicBezTo>
                  <a:pt x="919572" y="101876"/>
                  <a:pt x="921248" y="99082"/>
                  <a:pt x="921248" y="95869"/>
                </a:cubicBezTo>
                <a:cubicBezTo>
                  <a:pt x="921248" y="90909"/>
                  <a:pt x="917302" y="88430"/>
                  <a:pt x="909408" y="88430"/>
                </a:cubicBezTo>
                <a:lnTo>
                  <a:pt x="899036" y="88430"/>
                </a:lnTo>
                <a:cubicBezTo>
                  <a:pt x="896870" y="88430"/>
                  <a:pt x="894460" y="88115"/>
                  <a:pt x="891806" y="87487"/>
                </a:cubicBezTo>
                <a:close/>
                <a:moveTo>
                  <a:pt x="429472" y="75438"/>
                </a:moveTo>
                <a:cubicBezTo>
                  <a:pt x="431288" y="75438"/>
                  <a:pt x="432824" y="76066"/>
                  <a:pt x="434082" y="77324"/>
                </a:cubicBezTo>
                <a:cubicBezTo>
                  <a:pt x="435340" y="78651"/>
                  <a:pt x="435968" y="80327"/>
                  <a:pt x="435968" y="82353"/>
                </a:cubicBezTo>
                <a:cubicBezTo>
                  <a:pt x="435968" y="84309"/>
                  <a:pt x="435340" y="85915"/>
                  <a:pt x="434082" y="87172"/>
                </a:cubicBezTo>
                <a:cubicBezTo>
                  <a:pt x="432824" y="88430"/>
                  <a:pt x="431288" y="89058"/>
                  <a:pt x="429472" y="89058"/>
                </a:cubicBezTo>
                <a:cubicBezTo>
                  <a:pt x="427726" y="89058"/>
                  <a:pt x="426224" y="88430"/>
                  <a:pt x="424966" y="87172"/>
                </a:cubicBezTo>
                <a:cubicBezTo>
                  <a:pt x="423710" y="85915"/>
                  <a:pt x="423080" y="84309"/>
                  <a:pt x="423080" y="82353"/>
                </a:cubicBezTo>
                <a:cubicBezTo>
                  <a:pt x="423080" y="80327"/>
                  <a:pt x="423710" y="78651"/>
                  <a:pt x="424966" y="77324"/>
                </a:cubicBezTo>
                <a:cubicBezTo>
                  <a:pt x="426224" y="76066"/>
                  <a:pt x="427726" y="75438"/>
                  <a:pt x="429472" y="75438"/>
                </a:cubicBezTo>
                <a:close/>
                <a:moveTo>
                  <a:pt x="335384" y="66846"/>
                </a:moveTo>
                <a:lnTo>
                  <a:pt x="335384" y="83191"/>
                </a:lnTo>
                <a:lnTo>
                  <a:pt x="392172" y="83191"/>
                </a:lnTo>
                <a:lnTo>
                  <a:pt x="392172" y="66846"/>
                </a:lnTo>
                <a:close/>
                <a:moveTo>
                  <a:pt x="856868" y="57731"/>
                </a:moveTo>
                <a:cubicBezTo>
                  <a:pt x="847158" y="58848"/>
                  <a:pt x="840174" y="60629"/>
                  <a:pt x="835914" y="63074"/>
                </a:cubicBezTo>
                <a:cubicBezTo>
                  <a:pt x="832002" y="65449"/>
                  <a:pt x="830046" y="68627"/>
                  <a:pt x="830046" y="72609"/>
                </a:cubicBezTo>
                <a:cubicBezTo>
                  <a:pt x="830046" y="78965"/>
                  <a:pt x="833538" y="82143"/>
                  <a:pt x="840524" y="82143"/>
                </a:cubicBezTo>
                <a:cubicBezTo>
                  <a:pt x="845552" y="82143"/>
                  <a:pt x="851000" y="79524"/>
                  <a:pt x="856868" y="74285"/>
                </a:cubicBezTo>
                <a:close/>
                <a:moveTo>
                  <a:pt x="482440" y="50606"/>
                </a:moveTo>
                <a:lnTo>
                  <a:pt x="482440" y="80781"/>
                </a:lnTo>
                <a:lnTo>
                  <a:pt x="496270" y="80781"/>
                </a:lnTo>
                <a:cubicBezTo>
                  <a:pt x="510870" y="80781"/>
                  <a:pt x="518168" y="75507"/>
                  <a:pt x="518168" y="64960"/>
                </a:cubicBezTo>
                <a:cubicBezTo>
                  <a:pt x="518168" y="55391"/>
                  <a:pt x="510870" y="50606"/>
                  <a:pt x="496270" y="50606"/>
                </a:cubicBezTo>
                <a:close/>
                <a:moveTo>
                  <a:pt x="1220056" y="49977"/>
                </a:moveTo>
                <a:cubicBezTo>
                  <a:pt x="1212652" y="54657"/>
                  <a:pt x="1208950" y="60664"/>
                  <a:pt x="1208950" y="67999"/>
                </a:cubicBezTo>
                <a:cubicBezTo>
                  <a:pt x="1208950" y="72190"/>
                  <a:pt x="1210522" y="75682"/>
                  <a:pt x="1213666" y="78476"/>
                </a:cubicBezTo>
                <a:cubicBezTo>
                  <a:pt x="1216878" y="81270"/>
                  <a:pt x="1220860" y="82667"/>
                  <a:pt x="1225610" y="82667"/>
                </a:cubicBezTo>
                <a:cubicBezTo>
                  <a:pt x="1230150" y="82667"/>
                  <a:pt x="1233886" y="81375"/>
                  <a:pt x="1236820" y="78790"/>
                </a:cubicBezTo>
                <a:cubicBezTo>
                  <a:pt x="1239614" y="76276"/>
                  <a:pt x="1241012" y="73063"/>
                  <a:pt x="1241012" y="69151"/>
                </a:cubicBezTo>
                <a:cubicBezTo>
                  <a:pt x="1241012" y="64401"/>
                  <a:pt x="1238916" y="60420"/>
                  <a:pt x="1234724" y="57207"/>
                </a:cubicBezTo>
                <a:cubicBezTo>
                  <a:pt x="1232140" y="55321"/>
                  <a:pt x="1227250" y="52911"/>
                  <a:pt x="1220056" y="49977"/>
                </a:cubicBezTo>
                <a:close/>
                <a:moveTo>
                  <a:pt x="335384" y="44215"/>
                </a:moveTo>
                <a:lnTo>
                  <a:pt x="335384" y="60350"/>
                </a:lnTo>
                <a:lnTo>
                  <a:pt x="392172" y="60350"/>
                </a:lnTo>
                <a:lnTo>
                  <a:pt x="392172" y="44215"/>
                </a:lnTo>
                <a:close/>
                <a:moveTo>
                  <a:pt x="62130" y="37299"/>
                </a:moveTo>
                <a:cubicBezTo>
                  <a:pt x="64786" y="49942"/>
                  <a:pt x="68662" y="60490"/>
                  <a:pt x="73760" y="68942"/>
                </a:cubicBezTo>
                <a:cubicBezTo>
                  <a:pt x="79558" y="60071"/>
                  <a:pt x="83644" y="49523"/>
                  <a:pt x="86020" y="37299"/>
                </a:cubicBezTo>
                <a:close/>
                <a:moveTo>
                  <a:pt x="961320" y="36880"/>
                </a:moveTo>
                <a:cubicBezTo>
                  <a:pt x="956220" y="36880"/>
                  <a:pt x="952100" y="38976"/>
                  <a:pt x="948956" y="43167"/>
                </a:cubicBezTo>
                <a:cubicBezTo>
                  <a:pt x="945742" y="47288"/>
                  <a:pt x="944136" y="52736"/>
                  <a:pt x="944136" y="59512"/>
                </a:cubicBezTo>
                <a:cubicBezTo>
                  <a:pt x="944136" y="66217"/>
                  <a:pt x="945742" y="71631"/>
                  <a:pt x="948956" y="75752"/>
                </a:cubicBezTo>
                <a:cubicBezTo>
                  <a:pt x="952100" y="79873"/>
                  <a:pt x="956220" y="81934"/>
                  <a:pt x="961320" y="81934"/>
                </a:cubicBezTo>
                <a:cubicBezTo>
                  <a:pt x="966418" y="81934"/>
                  <a:pt x="970574" y="79873"/>
                  <a:pt x="973788" y="75752"/>
                </a:cubicBezTo>
                <a:cubicBezTo>
                  <a:pt x="977000" y="71631"/>
                  <a:pt x="978608" y="66217"/>
                  <a:pt x="978608" y="59512"/>
                </a:cubicBezTo>
                <a:cubicBezTo>
                  <a:pt x="978608" y="52806"/>
                  <a:pt x="977000" y="47358"/>
                  <a:pt x="973788" y="43167"/>
                </a:cubicBezTo>
                <a:cubicBezTo>
                  <a:pt x="970574" y="38976"/>
                  <a:pt x="966418" y="36880"/>
                  <a:pt x="961320" y="36880"/>
                </a:cubicBezTo>
                <a:close/>
                <a:moveTo>
                  <a:pt x="655890" y="36566"/>
                </a:moveTo>
                <a:cubicBezTo>
                  <a:pt x="651560" y="36566"/>
                  <a:pt x="647822" y="38173"/>
                  <a:pt x="644680" y="41386"/>
                </a:cubicBezTo>
                <a:cubicBezTo>
                  <a:pt x="641396" y="44808"/>
                  <a:pt x="639476" y="49384"/>
                  <a:pt x="638918" y="55111"/>
                </a:cubicBezTo>
                <a:lnTo>
                  <a:pt x="670560" y="55111"/>
                </a:lnTo>
                <a:cubicBezTo>
                  <a:pt x="670560" y="42748"/>
                  <a:pt x="665670" y="36566"/>
                  <a:pt x="655890" y="36566"/>
                </a:cubicBezTo>
                <a:close/>
                <a:moveTo>
                  <a:pt x="901236" y="36042"/>
                </a:moveTo>
                <a:cubicBezTo>
                  <a:pt x="897604" y="36042"/>
                  <a:pt x="894600" y="37265"/>
                  <a:pt x="892224" y="39709"/>
                </a:cubicBezTo>
                <a:cubicBezTo>
                  <a:pt x="889780" y="42224"/>
                  <a:pt x="888558" y="45612"/>
                  <a:pt x="888558" y="49872"/>
                </a:cubicBezTo>
                <a:cubicBezTo>
                  <a:pt x="888558" y="53994"/>
                  <a:pt x="889816" y="57381"/>
                  <a:pt x="892330" y="60036"/>
                </a:cubicBezTo>
                <a:cubicBezTo>
                  <a:pt x="894774" y="62620"/>
                  <a:pt x="897744" y="63912"/>
                  <a:pt x="901236" y="63912"/>
                </a:cubicBezTo>
                <a:cubicBezTo>
                  <a:pt x="904728" y="63912"/>
                  <a:pt x="907696" y="62620"/>
                  <a:pt x="910142" y="60036"/>
                </a:cubicBezTo>
                <a:cubicBezTo>
                  <a:pt x="912656" y="57381"/>
                  <a:pt x="913914" y="53994"/>
                  <a:pt x="913914" y="49872"/>
                </a:cubicBezTo>
                <a:cubicBezTo>
                  <a:pt x="913914" y="45681"/>
                  <a:pt x="912656" y="42294"/>
                  <a:pt x="910142" y="39709"/>
                </a:cubicBezTo>
                <a:cubicBezTo>
                  <a:pt x="907766" y="37265"/>
                  <a:pt x="904798" y="36042"/>
                  <a:pt x="901236" y="36042"/>
                </a:cubicBezTo>
                <a:close/>
                <a:moveTo>
                  <a:pt x="429472" y="32689"/>
                </a:moveTo>
                <a:cubicBezTo>
                  <a:pt x="431288" y="32689"/>
                  <a:pt x="432824" y="33318"/>
                  <a:pt x="434082" y="34575"/>
                </a:cubicBezTo>
                <a:cubicBezTo>
                  <a:pt x="435340" y="35902"/>
                  <a:pt x="435968" y="37579"/>
                  <a:pt x="435968" y="39605"/>
                </a:cubicBezTo>
                <a:cubicBezTo>
                  <a:pt x="435968" y="41560"/>
                  <a:pt x="435340" y="43167"/>
                  <a:pt x="434082" y="44424"/>
                </a:cubicBezTo>
                <a:cubicBezTo>
                  <a:pt x="432824" y="45681"/>
                  <a:pt x="431288" y="46310"/>
                  <a:pt x="429472" y="46310"/>
                </a:cubicBezTo>
                <a:cubicBezTo>
                  <a:pt x="427726" y="46310"/>
                  <a:pt x="426224" y="45681"/>
                  <a:pt x="424966" y="44424"/>
                </a:cubicBezTo>
                <a:cubicBezTo>
                  <a:pt x="423710" y="43167"/>
                  <a:pt x="423080" y="41560"/>
                  <a:pt x="423080" y="39605"/>
                </a:cubicBezTo>
                <a:cubicBezTo>
                  <a:pt x="423080" y="37579"/>
                  <a:pt x="423710" y="35902"/>
                  <a:pt x="424966" y="34575"/>
                </a:cubicBezTo>
                <a:cubicBezTo>
                  <a:pt x="426224" y="33318"/>
                  <a:pt x="427726" y="32689"/>
                  <a:pt x="429472" y="32689"/>
                </a:cubicBezTo>
                <a:close/>
                <a:moveTo>
                  <a:pt x="1121644" y="31118"/>
                </a:moveTo>
                <a:lnTo>
                  <a:pt x="1130550" y="31118"/>
                </a:lnTo>
                <a:lnTo>
                  <a:pt x="1142600" y="63493"/>
                </a:lnTo>
                <a:lnTo>
                  <a:pt x="1148258" y="79419"/>
                </a:lnTo>
                <a:lnTo>
                  <a:pt x="1148780" y="79419"/>
                </a:lnTo>
                <a:cubicBezTo>
                  <a:pt x="1149130" y="78371"/>
                  <a:pt x="1149934" y="75682"/>
                  <a:pt x="1151190" y="71351"/>
                </a:cubicBezTo>
                <a:cubicBezTo>
                  <a:pt x="1152168" y="67999"/>
                  <a:pt x="1152972" y="65379"/>
                  <a:pt x="1153600" y="63493"/>
                </a:cubicBezTo>
                <a:lnTo>
                  <a:pt x="1164182" y="31118"/>
                </a:lnTo>
                <a:lnTo>
                  <a:pt x="1172564" y="31118"/>
                </a:lnTo>
                <a:lnTo>
                  <a:pt x="1150982" y="92935"/>
                </a:lnTo>
                <a:cubicBezTo>
                  <a:pt x="1146440" y="105927"/>
                  <a:pt x="1139560" y="112423"/>
                  <a:pt x="1130340" y="112423"/>
                </a:cubicBezTo>
                <a:cubicBezTo>
                  <a:pt x="1127896" y="112423"/>
                  <a:pt x="1125730" y="112039"/>
                  <a:pt x="1123844" y="111271"/>
                </a:cubicBezTo>
                <a:lnTo>
                  <a:pt x="1125626" y="104355"/>
                </a:lnTo>
                <a:cubicBezTo>
                  <a:pt x="1127162" y="104914"/>
                  <a:pt x="1128630" y="105194"/>
                  <a:pt x="1130026" y="105194"/>
                </a:cubicBezTo>
                <a:cubicBezTo>
                  <a:pt x="1135894" y="105194"/>
                  <a:pt x="1140294" y="100933"/>
                  <a:pt x="1143228" y="92411"/>
                </a:cubicBezTo>
                <a:lnTo>
                  <a:pt x="1144486" y="88011"/>
                </a:lnTo>
                <a:close/>
                <a:moveTo>
                  <a:pt x="567422" y="31118"/>
                </a:moveTo>
                <a:lnTo>
                  <a:pt x="575910" y="31118"/>
                </a:lnTo>
                <a:lnTo>
                  <a:pt x="575910" y="66008"/>
                </a:lnTo>
                <a:cubicBezTo>
                  <a:pt x="575910" y="71456"/>
                  <a:pt x="576782" y="75403"/>
                  <a:pt x="578528" y="77847"/>
                </a:cubicBezTo>
                <a:cubicBezTo>
                  <a:pt x="580274" y="80362"/>
                  <a:pt x="583138" y="81619"/>
                  <a:pt x="587120" y="81619"/>
                </a:cubicBezTo>
                <a:cubicBezTo>
                  <a:pt x="592290" y="81619"/>
                  <a:pt x="597598" y="78301"/>
                  <a:pt x="603046" y="71666"/>
                </a:cubicBezTo>
                <a:lnTo>
                  <a:pt x="603046" y="31118"/>
                </a:lnTo>
                <a:lnTo>
                  <a:pt x="611532" y="31118"/>
                </a:lnTo>
                <a:lnTo>
                  <a:pt x="611532" y="87696"/>
                </a:lnTo>
                <a:lnTo>
                  <a:pt x="604512" y="87696"/>
                </a:lnTo>
                <a:lnTo>
                  <a:pt x="603780" y="78686"/>
                </a:lnTo>
                <a:lnTo>
                  <a:pt x="603466" y="78686"/>
                </a:lnTo>
                <a:cubicBezTo>
                  <a:pt x="597458" y="85601"/>
                  <a:pt x="591172" y="89058"/>
                  <a:pt x="584606" y="89058"/>
                </a:cubicBezTo>
                <a:cubicBezTo>
                  <a:pt x="573150" y="89058"/>
                  <a:pt x="567422" y="81724"/>
                  <a:pt x="567422" y="67056"/>
                </a:cubicBezTo>
                <a:close/>
                <a:moveTo>
                  <a:pt x="1033548" y="29651"/>
                </a:moveTo>
                <a:cubicBezTo>
                  <a:pt x="1045072" y="29651"/>
                  <a:pt x="1050836" y="37020"/>
                  <a:pt x="1050836" y="51758"/>
                </a:cubicBezTo>
                <a:lnTo>
                  <a:pt x="1050836" y="87696"/>
                </a:lnTo>
                <a:lnTo>
                  <a:pt x="1042244" y="87696"/>
                </a:lnTo>
                <a:lnTo>
                  <a:pt x="1042244" y="52806"/>
                </a:lnTo>
                <a:cubicBezTo>
                  <a:pt x="1042244" y="42329"/>
                  <a:pt x="1038506" y="37090"/>
                  <a:pt x="1031032" y="37090"/>
                </a:cubicBezTo>
                <a:cubicBezTo>
                  <a:pt x="1026214" y="37090"/>
                  <a:pt x="1020834" y="40163"/>
                  <a:pt x="1014898" y="46310"/>
                </a:cubicBezTo>
                <a:lnTo>
                  <a:pt x="1014898" y="87696"/>
                </a:lnTo>
                <a:lnTo>
                  <a:pt x="1006410" y="87696"/>
                </a:lnTo>
                <a:lnTo>
                  <a:pt x="1006410" y="31118"/>
                </a:lnTo>
                <a:lnTo>
                  <a:pt x="1013326" y="31118"/>
                </a:lnTo>
                <a:lnTo>
                  <a:pt x="1014164" y="39395"/>
                </a:lnTo>
                <a:lnTo>
                  <a:pt x="1014478" y="39395"/>
                </a:lnTo>
                <a:cubicBezTo>
                  <a:pt x="1021114" y="32899"/>
                  <a:pt x="1027470" y="29651"/>
                  <a:pt x="1033548" y="29651"/>
                </a:cubicBezTo>
                <a:close/>
                <a:moveTo>
                  <a:pt x="961320" y="29651"/>
                </a:moveTo>
                <a:cubicBezTo>
                  <a:pt x="968584" y="29651"/>
                  <a:pt x="974660" y="32270"/>
                  <a:pt x="979550" y="37509"/>
                </a:cubicBezTo>
                <a:cubicBezTo>
                  <a:pt x="984788" y="43027"/>
                  <a:pt x="987408" y="50361"/>
                  <a:pt x="987408" y="59512"/>
                </a:cubicBezTo>
                <a:cubicBezTo>
                  <a:pt x="987408" y="68522"/>
                  <a:pt x="984788" y="75787"/>
                  <a:pt x="979550" y="81305"/>
                </a:cubicBezTo>
                <a:cubicBezTo>
                  <a:pt x="974660" y="86474"/>
                  <a:pt x="968584" y="89058"/>
                  <a:pt x="961320" y="89058"/>
                </a:cubicBezTo>
                <a:cubicBezTo>
                  <a:pt x="954124" y="89058"/>
                  <a:pt x="948082" y="86474"/>
                  <a:pt x="943194" y="81305"/>
                </a:cubicBezTo>
                <a:cubicBezTo>
                  <a:pt x="937954" y="75787"/>
                  <a:pt x="935334" y="68522"/>
                  <a:pt x="935334" y="59512"/>
                </a:cubicBezTo>
                <a:cubicBezTo>
                  <a:pt x="935334" y="50361"/>
                  <a:pt x="937954" y="43027"/>
                  <a:pt x="943194" y="37509"/>
                </a:cubicBezTo>
                <a:cubicBezTo>
                  <a:pt x="948012" y="32270"/>
                  <a:pt x="954054" y="29651"/>
                  <a:pt x="961320" y="29651"/>
                </a:cubicBezTo>
                <a:close/>
                <a:moveTo>
                  <a:pt x="901236" y="29651"/>
                </a:moveTo>
                <a:cubicBezTo>
                  <a:pt x="903820" y="29651"/>
                  <a:pt x="906440" y="30140"/>
                  <a:pt x="909094" y="31118"/>
                </a:cubicBezTo>
                <a:lnTo>
                  <a:pt x="928686" y="31118"/>
                </a:lnTo>
                <a:lnTo>
                  <a:pt x="928686" y="37719"/>
                </a:lnTo>
                <a:lnTo>
                  <a:pt x="916742" y="37719"/>
                </a:lnTo>
                <a:cubicBezTo>
                  <a:pt x="920026" y="40862"/>
                  <a:pt x="921666" y="44948"/>
                  <a:pt x="921666" y="49977"/>
                </a:cubicBezTo>
                <a:cubicBezTo>
                  <a:pt x="921666" y="55914"/>
                  <a:pt x="919676" y="60734"/>
                  <a:pt x="915694" y="64436"/>
                </a:cubicBezTo>
                <a:cubicBezTo>
                  <a:pt x="911852" y="67999"/>
                  <a:pt x="907034" y="69780"/>
                  <a:pt x="901236" y="69780"/>
                </a:cubicBezTo>
                <a:cubicBezTo>
                  <a:pt x="898092" y="69780"/>
                  <a:pt x="895194" y="69081"/>
                  <a:pt x="892540" y="67684"/>
                </a:cubicBezTo>
                <a:cubicBezTo>
                  <a:pt x="890024" y="69850"/>
                  <a:pt x="888768" y="72224"/>
                  <a:pt x="888768" y="74809"/>
                </a:cubicBezTo>
                <a:cubicBezTo>
                  <a:pt x="888768" y="79070"/>
                  <a:pt x="892120" y="81200"/>
                  <a:pt x="898826" y="81200"/>
                </a:cubicBezTo>
                <a:lnTo>
                  <a:pt x="910142" y="81200"/>
                </a:lnTo>
                <a:cubicBezTo>
                  <a:pt x="923134" y="81200"/>
                  <a:pt x="929630" y="85671"/>
                  <a:pt x="929630" y="94611"/>
                </a:cubicBezTo>
                <a:cubicBezTo>
                  <a:pt x="929630" y="99920"/>
                  <a:pt x="927080" y="104425"/>
                  <a:pt x="921982" y="108127"/>
                </a:cubicBezTo>
                <a:cubicBezTo>
                  <a:pt x="916602" y="112039"/>
                  <a:pt x="909758" y="113995"/>
                  <a:pt x="901446" y="113995"/>
                </a:cubicBezTo>
                <a:cubicBezTo>
                  <a:pt x="894390" y="113995"/>
                  <a:pt x="888768" y="112668"/>
                  <a:pt x="884576" y="110013"/>
                </a:cubicBezTo>
                <a:cubicBezTo>
                  <a:pt x="880246" y="107289"/>
                  <a:pt x="878080" y="103517"/>
                  <a:pt x="878080" y="98698"/>
                </a:cubicBezTo>
                <a:cubicBezTo>
                  <a:pt x="878080" y="93738"/>
                  <a:pt x="880874" y="89408"/>
                  <a:pt x="886462" y="85706"/>
                </a:cubicBezTo>
                <a:lnTo>
                  <a:pt x="886462" y="85286"/>
                </a:lnTo>
                <a:cubicBezTo>
                  <a:pt x="883040" y="83191"/>
                  <a:pt x="881328" y="80083"/>
                  <a:pt x="881328" y="75961"/>
                </a:cubicBezTo>
                <a:cubicBezTo>
                  <a:pt x="881328" y="72050"/>
                  <a:pt x="883424" y="68557"/>
                  <a:pt x="887614" y="65484"/>
                </a:cubicBezTo>
                <a:lnTo>
                  <a:pt x="887614" y="65065"/>
                </a:lnTo>
                <a:cubicBezTo>
                  <a:pt x="882726" y="61153"/>
                  <a:pt x="880280" y="56089"/>
                  <a:pt x="880280" y="49872"/>
                </a:cubicBezTo>
                <a:cubicBezTo>
                  <a:pt x="880280" y="43865"/>
                  <a:pt x="882342" y="38976"/>
                  <a:pt x="886462" y="35204"/>
                </a:cubicBezTo>
                <a:cubicBezTo>
                  <a:pt x="890444" y="31502"/>
                  <a:pt x="895368" y="29651"/>
                  <a:pt x="901236" y="29651"/>
                </a:cubicBezTo>
                <a:close/>
                <a:moveTo>
                  <a:pt x="846182" y="29651"/>
                </a:moveTo>
                <a:cubicBezTo>
                  <a:pt x="858964" y="29651"/>
                  <a:pt x="865354" y="37299"/>
                  <a:pt x="865354" y="52597"/>
                </a:cubicBezTo>
                <a:lnTo>
                  <a:pt x="865354" y="87696"/>
                </a:lnTo>
                <a:lnTo>
                  <a:pt x="858334" y="87696"/>
                </a:lnTo>
                <a:lnTo>
                  <a:pt x="857602" y="80781"/>
                </a:lnTo>
                <a:lnTo>
                  <a:pt x="857288" y="80781"/>
                </a:lnTo>
                <a:cubicBezTo>
                  <a:pt x="850792" y="86299"/>
                  <a:pt x="844434" y="89058"/>
                  <a:pt x="838218" y="89058"/>
                </a:cubicBezTo>
                <a:cubicBezTo>
                  <a:pt x="833398" y="89058"/>
                  <a:pt x="829486" y="87696"/>
                  <a:pt x="826484" y="84972"/>
                </a:cubicBezTo>
                <a:cubicBezTo>
                  <a:pt x="823340" y="82038"/>
                  <a:pt x="821768" y="78092"/>
                  <a:pt x="821768" y="73133"/>
                </a:cubicBezTo>
                <a:cubicBezTo>
                  <a:pt x="821768" y="66986"/>
                  <a:pt x="824598" y="62236"/>
                  <a:pt x="830256" y="58883"/>
                </a:cubicBezTo>
                <a:cubicBezTo>
                  <a:pt x="835704" y="55670"/>
                  <a:pt x="844574" y="53365"/>
                  <a:pt x="856868" y="51968"/>
                </a:cubicBezTo>
                <a:cubicBezTo>
                  <a:pt x="857008" y="41840"/>
                  <a:pt x="852992" y="36776"/>
                  <a:pt x="844818" y="36776"/>
                </a:cubicBezTo>
                <a:cubicBezTo>
                  <a:pt x="839300" y="36776"/>
                  <a:pt x="833574" y="38871"/>
                  <a:pt x="827636" y="43062"/>
                </a:cubicBezTo>
                <a:lnTo>
                  <a:pt x="824178" y="37090"/>
                </a:lnTo>
                <a:cubicBezTo>
                  <a:pt x="831722" y="32131"/>
                  <a:pt x="839056" y="29651"/>
                  <a:pt x="846182" y="29651"/>
                </a:cubicBezTo>
                <a:close/>
                <a:moveTo>
                  <a:pt x="811434" y="29651"/>
                </a:moveTo>
                <a:cubicBezTo>
                  <a:pt x="813738" y="29651"/>
                  <a:pt x="815730" y="30070"/>
                  <a:pt x="817406" y="30908"/>
                </a:cubicBezTo>
                <a:lnTo>
                  <a:pt x="815730" y="38347"/>
                </a:lnTo>
                <a:cubicBezTo>
                  <a:pt x="813844" y="37719"/>
                  <a:pt x="812062" y="37404"/>
                  <a:pt x="810386" y="37404"/>
                </a:cubicBezTo>
                <a:cubicBezTo>
                  <a:pt x="804170" y="37404"/>
                  <a:pt x="799314" y="41875"/>
                  <a:pt x="795822" y="50815"/>
                </a:cubicBezTo>
                <a:lnTo>
                  <a:pt x="795822" y="87696"/>
                </a:lnTo>
                <a:lnTo>
                  <a:pt x="787336" y="87696"/>
                </a:lnTo>
                <a:lnTo>
                  <a:pt x="787336" y="31118"/>
                </a:lnTo>
                <a:lnTo>
                  <a:pt x="794250" y="31118"/>
                </a:lnTo>
                <a:lnTo>
                  <a:pt x="795090" y="41490"/>
                </a:lnTo>
                <a:lnTo>
                  <a:pt x="795404" y="41490"/>
                </a:lnTo>
                <a:cubicBezTo>
                  <a:pt x="799664" y="33597"/>
                  <a:pt x="805008" y="29651"/>
                  <a:pt x="811434" y="29651"/>
                </a:cubicBezTo>
                <a:close/>
                <a:moveTo>
                  <a:pt x="655786" y="29651"/>
                </a:moveTo>
                <a:cubicBezTo>
                  <a:pt x="662840" y="29651"/>
                  <a:pt x="668324" y="32026"/>
                  <a:pt x="672236" y="36776"/>
                </a:cubicBezTo>
                <a:cubicBezTo>
                  <a:pt x="676148" y="41456"/>
                  <a:pt x="678102" y="47917"/>
                  <a:pt x="678102" y="56159"/>
                </a:cubicBezTo>
                <a:cubicBezTo>
                  <a:pt x="678102" y="58394"/>
                  <a:pt x="677964" y="60105"/>
                  <a:pt x="677684" y="61293"/>
                </a:cubicBezTo>
                <a:lnTo>
                  <a:pt x="639022" y="61293"/>
                </a:lnTo>
                <a:cubicBezTo>
                  <a:pt x="639302" y="67579"/>
                  <a:pt x="641188" y="72644"/>
                  <a:pt x="644680" y="76485"/>
                </a:cubicBezTo>
                <a:cubicBezTo>
                  <a:pt x="648172" y="80327"/>
                  <a:pt x="652748" y="82248"/>
                  <a:pt x="658406" y="82248"/>
                </a:cubicBezTo>
                <a:cubicBezTo>
                  <a:pt x="663434" y="82248"/>
                  <a:pt x="668220" y="80711"/>
                  <a:pt x="672760" y="77638"/>
                </a:cubicBezTo>
                <a:lnTo>
                  <a:pt x="675902" y="83296"/>
                </a:lnTo>
                <a:cubicBezTo>
                  <a:pt x="669896" y="87137"/>
                  <a:pt x="663714" y="89058"/>
                  <a:pt x="657358" y="89058"/>
                </a:cubicBezTo>
                <a:cubicBezTo>
                  <a:pt x="649674" y="89058"/>
                  <a:pt x="643352" y="86439"/>
                  <a:pt x="638394" y="81200"/>
                </a:cubicBezTo>
                <a:cubicBezTo>
                  <a:pt x="633154" y="75752"/>
                  <a:pt x="630536" y="68522"/>
                  <a:pt x="630536" y="59512"/>
                </a:cubicBezTo>
                <a:cubicBezTo>
                  <a:pt x="630536" y="50641"/>
                  <a:pt x="633120" y="43341"/>
                  <a:pt x="638288" y="37614"/>
                </a:cubicBezTo>
                <a:cubicBezTo>
                  <a:pt x="643178" y="32305"/>
                  <a:pt x="649010" y="29651"/>
                  <a:pt x="655786" y="29651"/>
                </a:cubicBezTo>
                <a:close/>
                <a:moveTo>
                  <a:pt x="231970" y="22526"/>
                </a:moveTo>
                <a:cubicBezTo>
                  <a:pt x="237140" y="29791"/>
                  <a:pt x="240528" y="36391"/>
                  <a:pt x="242134" y="42329"/>
                </a:cubicBezTo>
                <a:lnTo>
                  <a:pt x="235638" y="44948"/>
                </a:lnTo>
                <a:cubicBezTo>
                  <a:pt x="233892" y="38662"/>
                  <a:pt x="230678" y="31956"/>
                  <a:pt x="225998" y="24831"/>
                </a:cubicBezTo>
                <a:close/>
                <a:moveTo>
                  <a:pt x="285406" y="22002"/>
                </a:moveTo>
                <a:lnTo>
                  <a:pt x="292636" y="24412"/>
                </a:lnTo>
                <a:cubicBezTo>
                  <a:pt x="288026" y="33353"/>
                  <a:pt x="283974" y="40303"/>
                  <a:pt x="280482" y="45262"/>
                </a:cubicBezTo>
                <a:lnTo>
                  <a:pt x="274614" y="43167"/>
                </a:lnTo>
                <a:cubicBezTo>
                  <a:pt x="279084" y="36252"/>
                  <a:pt x="282682" y="29197"/>
                  <a:pt x="285406" y="22002"/>
                </a:cubicBezTo>
                <a:close/>
                <a:moveTo>
                  <a:pt x="335384" y="21164"/>
                </a:moveTo>
                <a:lnTo>
                  <a:pt x="335384" y="37719"/>
                </a:lnTo>
                <a:lnTo>
                  <a:pt x="392172" y="37719"/>
                </a:lnTo>
                <a:lnTo>
                  <a:pt x="392172" y="21164"/>
                </a:lnTo>
                <a:close/>
                <a:moveTo>
                  <a:pt x="1289360" y="20955"/>
                </a:moveTo>
                <a:cubicBezTo>
                  <a:pt x="1287754" y="24098"/>
                  <a:pt x="1285728" y="27800"/>
                  <a:pt x="1283284" y="32061"/>
                </a:cubicBezTo>
                <a:lnTo>
                  <a:pt x="1264738" y="59512"/>
                </a:lnTo>
                <a:lnTo>
                  <a:pt x="1289256" y="59512"/>
                </a:lnTo>
                <a:lnTo>
                  <a:pt x="1289256" y="34575"/>
                </a:lnTo>
                <a:cubicBezTo>
                  <a:pt x="1289256" y="30524"/>
                  <a:pt x="1289466" y="25984"/>
                  <a:pt x="1289884" y="20955"/>
                </a:cubicBezTo>
                <a:close/>
                <a:moveTo>
                  <a:pt x="1625440" y="18126"/>
                </a:moveTo>
                <a:lnTo>
                  <a:pt x="1625440" y="80572"/>
                </a:lnTo>
                <a:lnTo>
                  <a:pt x="1634870" y="80572"/>
                </a:lnTo>
                <a:cubicBezTo>
                  <a:pt x="1644020" y="80572"/>
                  <a:pt x="1650970" y="77778"/>
                  <a:pt x="1655720" y="72190"/>
                </a:cubicBezTo>
                <a:cubicBezTo>
                  <a:pt x="1660260" y="66741"/>
                  <a:pt x="1662530" y="59023"/>
                  <a:pt x="1662530" y="49034"/>
                </a:cubicBezTo>
                <a:cubicBezTo>
                  <a:pt x="1662530" y="28429"/>
                  <a:pt x="1653310" y="18126"/>
                  <a:pt x="1634870" y="18126"/>
                </a:cubicBezTo>
                <a:close/>
                <a:moveTo>
                  <a:pt x="720566" y="18126"/>
                </a:moveTo>
                <a:lnTo>
                  <a:pt x="720566" y="80572"/>
                </a:lnTo>
                <a:lnTo>
                  <a:pt x="729996" y="80572"/>
                </a:lnTo>
                <a:cubicBezTo>
                  <a:pt x="739146" y="80572"/>
                  <a:pt x="746096" y="77778"/>
                  <a:pt x="750846" y="72190"/>
                </a:cubicBezTo>
                <a:cubicBezTo>
                  <a:pt x="755386" y="66741"/>
                  <a:pt x="757656" y="59023"/>
                  <a:pt x="757656" y="49034"/>
                </a:cubicBezTo>
                <a:cubicBezTo>
                  <a:pt x="757656" y="28429"/>
                  <a:pt x="748436" y="18126"/>
                  <a:pt x="729996" y="18126"/>
                </a:cubicBezTo>
                <a:close/>
                <a:moveTo>
                  <a:pt x="482440" y="17916"/>
                </a:moveTo>
                <a:lnTo>
                  <a:pt x="482440" y="43900"/>
                </a:lnTo>
                <a:lnTo>
                  <a:pt x="494176" y="43900"/>
                </a:lnTo>
                <a:cubicBezTo>
                  <a:pt x="507098" y="43900"/>
                  <a:pt x="513558" y="39535"/>
                  <a:pt x="513558" y="30803"/>
                </a:cubicBezTo>
                <a:cubicBezTo>
                  <a:pt x="513558" y="26193"/>
                  <a:pt x="511986" y="22875"/>
                  <a:pt x="508844" y="20850"/>
                </a:cubicBezTo>
                <a:cubicBezTo>
                  <a:pt x="505840" y="18894"/>
                  <a:pt x="501126" y="17916"/>
                  <a:pt x="494700" y="17916"/>
                </a:cubicBezTo>
                <a:close/>
                <a:moveTo>
                  <a:pt x="155694" y="16659"/>
                </a:moveTo>
                <a:cubicBezTo>
                  <a:pt x="159048" y="36077"/>
                  <a:pt x="164636" y="51549"/>
                  <a:pt x="172458" y="63074"/>
                </a:cubicBezTo>
                <a:cubicBezTo>
                  <a:pt x="181540" y="50431"/>
                  <a:pt x="187756" y="34959"/>
                  <a:pt x="191108" y="16659"/>
                </a:cubicBezTo>
                <a:close/>
                <a:moveTo>
                  <a:pt x="1556156" y="16344"/>
                </a:moveTo>
                <a:cubicBezTo>
                  <a:pt x="1552314" y="16344"/>
                  <a:pt x="1549136" y="18021"/>
                  <a:pt x="1546622" y="21374"/>
                </a:cubicBezTo>
                <a:cubicBezTo>
                  <a:pt x="1544036" y="24726"/>
                  <a:pt x="1542744" y="29057"/>
                  <a:pt x="1542744" y="34366"/>
                </a:cubicBezTo>
                <a:cubicBezTo>
                  <a:pt x="1542744" y="39814"/>
                  <a:pt x="1543896" y="44075"/>
                  <a:pt x="1546202" y="47148"/>
                </a:cubicBezTo>
                <a:cubicBezTo>
                  <a:pt x="1548716" y="50431"/>
                  <a:pt x="1552278" y="52073"/>
                  <a:pt x="1556890" y="52073"/>
                </a:cubicBezTo>
                <a:cubicBezTo>
                  <a:pt x="1562896" y="52073"/>
                  <a:pt x="1568414" y="48545"/>
                  <a:pt x="1573444" y="41490"/>
                </a:cubicBezTo>
                <a:cubicBezTo>
                  <a:pt x="1572536" y="24726"/>
                  <a:pt x="1566772" y="16344"/>
                  <a:pt x="1556156" y="16344"/>
                </a:cubicBezTo>
                <a:close/>
                <a:moveTo>
                  <a:pt x="1225504" y="16344"/>
                </a:moveTo>
                <a:cubicBezTo>
                  <a:pt x="1221872" y="16344"/>
                  <a:pt x="1218868" y="17532"/>
                  <a:pt x="1216494" y="19907"/>
                </a:cubicBezTo>
                <a:cubicBezTo>
                  <a:pt x="1214120" y="22352"/>
                  <a:pt x="1212932" y="25460"/>
                  <a:pt x="1212932" y="29232"/>
                </a:cubicBezTo>
                <a:cubicBezTo>
                  <a:pt x="1212932" y="33493"/>
                  <a:pt x="1214748" y="37090"/>
                  <a:pt x="1218380" y="40024"/>
                </a:cubicBezTo>
                <a:cubicBezTo>
                  <a:pt x="1220894" y="42049"/>
                  <a:pt x="1225016" y="44180"/>
                  <a:pt x="1230744" y="46415"/>
                </a:cubicBezTo>
                <a:cubicBezTo>
                  <a:pt x="1236332" y="41665"/>
                  <a:pt x="1239126" y="36356"/>
                  <a:pt x="1239126" y="30489"/>
                </a:cubicBezTo>
                <a:cubicBezTo>
                  <a:pt x="1239126" y="26438"/>
                  <a:pt x="1237938" y="23120"/>
                  <a:pt x="1235564" y="20535"/>
                </a:cubicBezTo>
                <a:cubicBezTo>
                  <a:pt x="1233048" y="17741"/>
                  <a:pt x="1229696" y="16344"/>
                  <a:pt x="1225504" y="16344"/>
                </a:cubicBezTo>
                <a:close/>
                <a:moveTo>
                  <a:pt x="1912018" y="11001"/>
                </a:moveTo>
                <a:lnTo>
                  <a:pt x="1920926" y="11001"/>
                </a:lnTo>
                <a:lnTo>
                  <a:pt x="1949948" y="60664"/>
                </a:lnTo>
                <a:lnTo>
                  <a:pt x="1958226" y="76381"/>
                </a:lnTo>
                <a:lnTo>
                  <a:pt x="1958748" y="76381"/>
                </a:lnTo>
                <a:cubicBezTo>
                  <a:pt x="1957980" y="65135"/>
                  <a:pt x="1957596" y="57172"/>
                  <a:pt x="1957596" y="52492"/>
                </a:cubicBezTo>
                <a:lnTo>
                  <a:pt x="1957596" y="11001"/>
                </a:lnTo>
                <a:lnTo>
                  <a:pt x="1965874" y="11001"/>
                </a:lnTo>
                <a:lnTo>
                  <a:pt x="1965874" y="87696"/>
                </a:lnTo>
                <a:lnTo>
                  <a:pt x="1956862" y="87696"/>
                </a:lnTo>
                <a:lnTo>
                  <a:pt x="1928050" y="38033"/>
                </a:lnTo>
                <a:lnTo>
                  <a:pt x="1919668" y="22317"/>
                </a:lnTo>
                <a:lnTo>
                  <a:pt x="1919144" y="22317"/>
                </a:lnTo>
                <a:cubicBezTo>
                  <a:pt x="1919842" y="35029"/>
                  <a:pt x="1920192" y="42818"/>
                  <a:pt x="1920192" y="45681"/>
                </a:cubicBezTo>
                <a:lnTo>
                  <a:pt x="1920192" y="87696"/>
                </a:lnTo>
                <a:lnTo>
                  <a:pt x="1912018" y="87696"/>
                </a:lnTo>
                <a:close/>
                <a:moveTo>
                  <a:pt x="1807244" y="11001"/>
                </a:moveTo>
                <a:lnTo>
                  <a:pt x="1815940" y="11001"/>
                </a:lnTo>
                <a:lnTo>
                  <a:pt x="1815940" y="87696"/>
                </a:lnTo>
                <a:lnTo>
                  <a:pt x="1807244" y="87696"/>
                </a:lnTo>
                <a:close/>
                <a:moveTo>
                  <a:pt x="1692944" y="11001"/>
                </a:moveTo>
                <a:lnTo>
                  <a:pt x="1736636" y="11001"/>
                </a:lnTo>
                <a:lnTo>
                  <a:pt x="1736636" y="18335"/>
                </a:lnTo>
                <a:lnTo>
                  <a:pt x="1701640" y="18335"/>
                </a:lnTo>
                <a:lnTo>
                  <a:pt x="1701640" y="43586"/>
                </a:lnTo>
                <a:lnTo>
                  <a:pt x="1731082" y="43586"/>
                </a:lnTo>
                <a:lnTo>
                  <a:pt x="1731082" y="50920"/>
                </a:lnTo>
                <a:lnTo>
                  <a:pt x="1701640" y="50920"/>
                </a:lnTo>
                <a:lnTo>
                  <a:pt x="1701640" y="80362"/>
                </a:lnTo>
                <a:lnTo>
                  <a:pt x="1737788" y="80362"/>
                </a:lnTo>
                <a:lnTo>
                  <a:pt x="1737788" y="87696"/>
                </a:lnTo>
                <a:lnTo>
                  <a:pt x="1692944" y="87696"/>
                </a:lnTo>
                <a:close/>
                <a:moveTo>
                  <a:pt x="1616744" y="11001"/>
                </a:moveTo>
                <a:lnTo>
                  <a:pt x="1635604" y="11001"/>
                </a:lnTo>
                <a:cubicBezTo>
                  <a:pt x="1647268" y="11001"/>
                  <a:pt x="1656174" y="14319"/>
                  <a:pt x="1662322" y="20955"/>
                </a:cubicBezTo>
                <a:cubicBezTo>
                  <a:pt x="1668398" y="27520"/>
                  <a:pt x="1671436" y="36880"/>
                  <a:pt x="1671436" y="49034"/>
                </a:cubicBezTo>
                <a:cubicBezTo>
                  <a:pt x="1671436" y="61258"/>
                  <a:pt x="1668434" y="70723"/>
                  <a:pt x="1662426" y="77428"/>
                </a:cubicBezTo>
                <a:cubicBezTo>
                  <a:pt x="1656280" y="84274"/>
                  <a:pt x="1647442" y="87696"/>
                  <a:pt x="1635918" y="87696"/>
                </a:cubicBezTo>
                <a:lnTo>
                  <a:pt x="1616744" y="87696"/>
                </a:lnTo>
                <a:close/>
                <a:moveTo>
                  <a:pt x="1484232" y="11001"/>
                </a:moveTo>
                <a:lnTo>
                  <a:pt x="1520904" y="11001"/>
                </a:lnTo>
                <a:lnTo>
                  <a:pt x="1520904" y="18335"/>
                </a:lnTo>
                <a:lnTo>
                  <a:pt x="1491776" y="18335"/>
                </a:lnTo>
                <a:lnTo>
                  <a:pt x="1489680" y="41595"/>
                </a:lnTo>
                <a:cubicBezTo>
                  <a:pt x="1493522" y="39430"/>
                  <a:pt x="1497504" y="38347"/>
                  <a:pt x="1501624" y="38347"/>
                </a:cubicBezTo>
                <a:cubicBezTo>
                  <a:pt x="1508400" y="38347"/>
                  <a:pt x="1513814" y="40303"/>
                  <a:pt x="1517866" y="44215"/>
                </a:cubicBezTo>
                <a:cubicBezTo>
                  <a:pt x="1522336" y="48545"/>
                  <a:pt x="1524570" y="54762"/>
                  <a:pt x="1524570" y="62865"/>
                </a:cubicBezTo>
                <a:cubicBezTo>
                  <a:pt x="1524570" y="70827"/>
                  <a:pt x="1522022" y="77289"/>
                  <a:pt x="1516922" y="82248"/>
                </a:cubicBezTo>
                <a:cubicBezTo>
                  <a:pt x="1512242" y="86788"/>
                  <a:pt x="1506550" y="89058"/>
                  <a:pt x="1499844" y="89058"/>
                </a:cubicBezTo>
                <a:cubicBezTo>
                  <a:pt x="1490484" y="89058"/>
                  <a:pt x="1482416" y="85671"/>
                  <a:pt x="1475640" y="78895"/>
                </a:cubicBezTo>
                <a:lnTo>
                  <a:pt x="1479936" y="73237"/>
                </a:lnTo>
                <a:cubicBezTo>
                  <a:pt x="1485594" y="79035"/>
                  <a:pt x="1491986" y="81934"/>
                  <a:pt x="1499110" y="81934"/>
                </a:cubicBezTo>
                <a:cubicBezTo>
                  <a:pt x="1503860" y="81934"/>
                  <a:pt x="1507842" y="80222"/>
                  <a:pt x="1511054" y="76800"/>
                </a:cubicBezTo>
                <a:cubicBezTo>
                  <a:pt x="1514338" y="73307"/>
                  <a:pt x="1515980" y="68732"/>
                  <a:pt x="1515980" y="63074"/>
                </a:cubicBezTo>
                <a:cubicBezTo>
                  <a:pt x="1515980" y="57486"/>
                  <a:pt x="1514478" y="53051"/>
                  <a:pt x="1511474" y="49768"/>
                </a:cubicBezTo>
                <a:cubicBezTo>
                  <a:pt x="1508540" y="46555"/>
                  <a:pt x="1504558" y="44948"/>
                  <a:pt x="1499530" y="44948"/>
                </a:cubicBezTo>
                <a:cubicBezTo>
                  <a:pt x="1495478" y="44948"/>
                  <a:pt x="1491148" y="46485"/>
                  <a:pt x="1486538" y="49558"/>
                </a:cubicBezTo>
                <a:lnTo>
                  <a:pt x="1481822" y="46624"/>
                </a:lnTo>
                <a:close/>
                <a:moveTo>
                  <a:pt x="1430216" y="11001"/>
                </a:moveTo>
                <a:lnTo>
                  <a:pt x="1477678" y="11001"/>
                </a:lnTo>
                <a:lnTo>
                  <a:pt x="1477678" y="16135"/>
                </a:lnTo>
                <a:cubicBezTo>
                  <a:pt x="1469158" y="27171"/>
                  <a:pt x="1463254" y="38277"/>
                  <a:pt x="1459972" y="49453"/>
                </a:cubicBezTo>
                <a:cubicBezTo>
                  <a:pt x="1457318" y="58674"/>
                  <a:pt x="1455642" y="71421"/>
                  <a:pt x="1454942" y="87696"/>
                </a:cubicBezTo>
                <a:lnTo>
                  <a:pt x="1446038" y="87696"/>
                </a:lnTo>
                <a:cubicBezTo>
                  <a:pt x="1447224" y="59966"/>
                  <a:pt x="1454488" y="36845"/>
                  <a:pt x="1467830" y="18335"/>
                </a:cubicBezTo>
                <a:lnTo>
                  <a:pt x="1430216" y="18335"/>
                </a:lnTo>
                <a:close/>
                <a:moveTo>
                  <a:pt x="1379458" y="11001"/>
                </a:moveTo>
                <a:lnTo>
                  <a:pt x="1416128" y="11001"/>
                </a:lnTo>
                <a:lnTo>
                  <a:pt x="1416128" y="18335"/>
                </a:lnTo>
                <a:lnTo>
                  <a:pt x="1387002" y="18335"/>
                </a:lnTo>
                <a:lnTo>
                  <a:pt x="1384906" y="41595"/>
                </a:lnTo>
                <a:cubicBezTo>
                  <a:pt x="1388748" y="39430"/>
                  <a:pt x="1392728" y="38347"/>
                  <a:pt x="1396850" y="38347"/>
                </a:cubicBezTo>
                <a:cubicBezTo>
                  <a:pt x="1403626" y="38347"/>
                  <a:pt x="1409038" y="40303"/>
                  <a:pt x="1413090" y="44215"/>
                </a:cubicBezTo>
                <a:cubicBezTo>
                  <a:pt x="1417560" y="48545"/>
                  <a:pt x="1419796" y="54762"/>
                  <a:pt x="1419796" y="62865"/>
                </a:cubicBezTo>
                <a:cubicBezTo>
                  <a:pt x="1419796" y="70827"/>
                  <a:pt x="1417246" y="77289"/>
                  <a:pt x="1412148" y="82248"/>
                </a:cubicBezTo>
                <a:cubicBezTo>
                  <a:pt x="1407468" y="86788"/>
                  <a:pt x="1401774" y="89058"/>
                  <a:pt x="1395068" y="89058"/>
                </a:cubicBezTo>
                <a:cubicBezTo>
                  <a:pt x="1385708" y="89058"/>
                  <a:pt x="1377642" y="85671"/>
                  <a:pt x="1370866" y="78895"/>
                </a:cubicBezTo>
                <a:lnTo>
                  <a:pt x="1375162" y="73237"/>
                </a:lnTo>
                <a:cubicBezTo>
                  <a:pt x="1380820" y="79035"/>
                  <a:pt x="1387210" y="81934"/>
                  <a:pt x="1394336" y="81934"/>
                </a:cubicBezTo>
                <a:cubicBezTo>
                  <a:pt x="1399086" y="81934"/>
                  <a:pt x="1403066" y="80222"/>
                  <a:pt x="1406280" y="76800"/>
                </a:cubicBezTo>
                <a:cubicBezTo>
                  <a:pt x="1409562" y="73307"/>
                  <a:pt x="1411204" y="68732"/>
                  <a:pt x="1411204" y="63074"/>
                </a:cubicBezTo>
                <a:cubicBezTo>
                  <a:pt x="1411204" y="57486"/>
                  <a:pt x="1409702" y="53051"/>
                  <a:pt x="1406698" y="49768"/>
                </a:cubicBezTo>
                <a:cubicBezTo>
                  <a:pt x="1403766" y="46555"/>
                  <a:pt x="1399784" y="44948"/>
                  <a:pt x="1394754" y="44948"/>
                </a:cubicBezTo>
                <a:cubicBezTo>
                  <a:pt x="1390704" y="44948"/>
                  <a:pt x="1386372" y="46485"/>
                  <a:pt x="1381762" y="49558"/>
                </a:cubicBezTo>
                <a:lnTo>
                  <a:pt x="1377048" y="46624"/>
                </a:lnTo>
                <a:close/>
                <a:moveTo>
                  <a:pt x="1288208" y="11001"/>
                </a:moveTo>
                <a:lnTo>
                  <a:pt x="1297324" y="11001"/>
                </a:lnTo>
                <a:lnTo>
                  <a:pt x="1297324" y="59512"/>
                </a:lnTo>
                <a:lnTo>
                  <a:pt x="1307800" y="59512"/>
                </a:lnTo>
                <a:lnTo>
                  <a:pt x="1307800" y="66322"/>
                </a:lnTo>
                <a:lnTo>
                  <a:pt x="1297324" y="66322"/>
                </a:lnTo>
                <a:lnTo>
                  <a:pt x="1297324" y="87696"/>
                </a:lnTo>
                <a:lnTo>
                  <a:pt x="1289256" y="87696"/>
                </a:lnTo>
                <a:lnTo>
                  <a:pt x="1289256" y="66322"/>
                </a:lnTo>
                <a:lnTo>
                  <a:pt x="1255622" y="66322"/>
                </a:lnTo>
                <a:lnTo>
                  <a:pt x="1255622" y="60769"/>
                </a:lnTo>
                <a:close/>
                <a:moveTo>
                  <a:pt x="711870" y="11001"/>
                </a:moveTo>
                <a:lnTo>
                  <a:pt x="730728" y="11001"/>
                </a:lnTo>
                <a:cubicBezTo>
                  <a:pt x="742394" y="11001"/>
                  <a:pt x="751300" y="14319"/>
                  <a:pt x="757446" y="20955"/>
                </a:cubicBezTo>
                <a:cubicBezTo>
                  <a:pt x="763524" y="27520"/>
                  <a:pt x="766562" y="36880"/>
                  <a:pt x="766562" y="49034"/>
                </a:cubicBezTo>
                <a:cubicBezTo>
                  <a:pt x="766562" y="61258"/>
                  <a:pt x="763558" y="70723"/>
                  <a:pt x="757550" y="77428"/>
                </a:cubicBezTo>
                <a:cubicBezTo>
                  <a:pt x="751404" y="84274"/>
                  <a:pt x="742568" y="87696"/>
                  <a:pt x="731042" y="87696"/>
                </a:cubicBezTo>
                <a:lnTo>
                  <a:pt x="711870" y="87696"/>
                </a:lnTo>
                <a:close/>
                <a:moveTo>
                  <a:pt x="473744" y="11001"/>
                </a:moveTo>
                <a:lnTo>
                  <a:pt x="495956" y="11001"/>
                </a:lnTo>
                <a:cubicBezTo>
                  <a:pt x="513418" y="11001"/>
                  <a:pt x="522150" y="17253"/>
                  <a:pt x="522150" y="29756"/>
                </a:cubicBezTo>
                <a:cubicBezTo>
                  <a:pt x="522150" y="38347"/>
                  <a:pt x="518344" y="43900"/>
                  <a:pt x="510730" y="46415"/>
                </a:cubicBezTo>
                <a:lnTo>
                  <a:pt x="510730" y="46834"/>
                </a:lnTo>
                <a:cubicBezTo>
                  <a:pt x="521346" y="48860"/>
                  <a:pt x="526656" y="55006"/>
                  <a:pt x="526656" y="65274"/>
                </a:cubicBezTo>
                <a:cubicBezTo>
                  <a:pt x="526656" y="72539"/>
                  <a:pt x="523966" y="78162"/>
                  <a:pt x="518588" y="82143"/>
                </a:cubicBezTo>
                <a:cubicBezTo>
                  <a:pt x="513488" y="85845"/>
                  <a:pt x="506504" y="87696"/>
                  <a:pt x="497632" y="87696"/>
                </a:cubicBezTo>
                <a:lnTo>
                  <a:pt x="473744" y="87696"/>
                </a:lnTo>
                <a:close/>
                <a:moveTo>
                  <a:pt x="1225714" y="9848"/>
                </a:moveTo>
                <a:cubicBezTo>
                  <a:pt x="1232140" y="9848"/>
                  <a:pt x="1237240" y="11734"/>
                  <a:pt x="1241012" y="15506"/>
                </a:cubicBezTo>
                <a:cubicBezTo>
                  <a:pt x="1244714" y="19208"/>
                  <a:pt x="1246564" y="24063"/>
                  <a:pt x="1246564" y="30070"/>
                </a:cubicBezTo>
                <a:cubicBezTo>
                  <a:pt x="1246564" y="37055"/>
                  <a:pt x="1243106" y="43272"/>
                  <a:pt x="1236192" y="48720"/>
                </a:cubicBezTo>
                <a:lnTo>
                  <a:pt x="1236192" y="49244"/>
                </a:lnTo>
                <a:cubicBezTo>
                  <a:pt x="1244854" y="54273"/>
                  <a:pt x="1249184" y="60979"/>
                  <a:pt x="1249184" y="69361"/>
                </a:cubicBezTo>
                <a:cubicBezTo>
                  <a:pt x="1249184" y="74949"/>
                  <a:pt x="1247018" y="79594"/>
                  <a:pt x="1242688" y="83296"/>
                </a:cubicBezTo>
                <a:cubicBezTo>
                  <a:pt x="1238218" y="87137"/>
                  <a:pt x="1232490" y="89058"/>
                  <a:pt x="1225504" y="89058"/>
                </a:cubicBezTo>
                <a:cubicBezTo>
                  <a:pt x="1218450" y="89058"/>
                  <a:pt x="1212652" y="87137"/>
                  <a:pt x="1208112" y="83296"/>
                </a:cubicBezTo>
                <a:cubicBezTo>
                  <a:pt x="1203502" y="79454"/>
                  <a:pt x="1201196" y="74564"/>
                  <a:pt x="1201196" y="68627"/>
                </a:cubicBezTo>
                <a:cubicBezTo>
                  <a:pt x="1201196" y="59617"/>
                  <a:pt x="1205946" y="52492"/>
                  <a:pt x="1215446" y="47253"/>
                </a:cubicBezTo>
                <a:lnTo>
                  <a:pt x="1215446" y="46834"/>
                </a:lnTo>
                <a:cubicBezTo>
                  <a:pt x="1208532" y="42154"/>
                  <a:pt x="1205074" y="36287"/>
                  <a:pt x="1205074" y="29232"/>
                </a:cubicBezTo>
                <a:cubicBezTo>
                  <a:pt x="1205074" y="23504"/>
                  <a:pt x="1207064" y="18824"/>
                  <a:pt x="1211046" y="15192"/>
                </a:cubicBezTo>
                <a:cubicBezTo>
                  <a:pt x="1214888" y="11630"/>
                  <a:pt x="1219778" y="9848"/>
                  <a:pt x="1225714" y="9848"/>
                </a:cubicBezTo>
                <a:close/>
                <a:moveTo>
                  <a:pt x="1866098" y="9639"/>
                </a:moveTo>
                <a:cubicBezTo>
                  <a:pt x="1874620" y="9639"/>
                  <a:pt x="1881920" y="12747"/>
                  <a:pt x="1887998" y="18964"/>
                </a:cubicBezTo>
                <a:lnTo>
                  <a:pt x="1883178" y="24622"/>
                </a:lnTo>
                <a:cubicBezTo>
                  <a:pt x="1878568" y="19732"/>
                  <a:pt x="1872944" y="17287"/>
                  <a:pt x="1866308" y="17287"/>
                </a:cubicBezTo>
                <a:cubicBezTo>
                  <a:pt x="1858346" y="17287"/>
                  <a:pt x="1852024" y="20116"/>
                  <a:pt x="1847344" y="25774"/>
                </a:cubicBezTo>
                <a:cubicBezTo>
                  <a:pt x="1842594" y="31502"/>
                  <a:pt x="1840220" y="39290"/>
                  <a:pt x="1840220" y="49139"/>
                </a:cubicBezTo>
                <a:cubicBezTo>
                  <a:pt x="1840220" y="59128"/>
                  <a:pt x="1842490" y="66986"/>
                  <a:pt x="1847030" y="72713"/>
                </a:cubicBezTo>
                <a:cubicBezTo>
                  <a:pt x="1851640" y="78511"/>
                  <a:pt x="1858066" y="81410"/>
                  <a:pt x="1866308" y="81410"/>
                </a:cubicBezTo>
                <a:cubicBezTo>
                  <a:pt x="1872664" y="81410"/>
                  <a:pt x="1877520" y="79803"/>
                  <a:pt x="1880872" y="76590"/>
                </a:cubicBezTo>
                <a:lnTo>
                  <a:pt x="1880872" y="55635"/>
                </a:lnTo>
                <a:lnTo>
                  <a:pt x="1864214" y="55635"/>
                </a:lnTo>
                <a:lnTo>
                  <a:pt x="1864214" y="48406"/>
                </a:lnTo>
                <a:lnTo>
                  <a:pt x="1888940" y="48406"/>
                </a:lnTo>
                <a:lnTo>
                  <a:pt x="1888940" y="80257"/>
                </a:lnTo>
                <a:cubicBezTo>
                  <a:pt x="1883282" y="86125"/>
                  <a:pt x="1875458" y="89058"/>
                  <a:pt x="1865470" y="89058"/>
                </a:cubicBezTo>
                <a:cubicBezTo>
                  <a:pt x="1855272" y="89058"/>
                  <a:pt x="1847066" y="85531"/>
                  <a:pt x="1840848" y="78476"/>
                </a:cubicBezTo>
                <a:cubicBezTo>
                  <a:pt x="1834492" y="71281"/>
                  <a:pt x="1831314" y="61572"/>
                  <a:pt x="1831314" y="49349"/>
                </a:cubicBezTo>
                <a:cubicBezTo>
                  <a:pt x="1831314" y="37195"/>
                  <a:pt x="1834596" y="27486"/>
                  <a:pt x="1841162" y="20221"/>
                </a:cubicBezTo>
                <a:cubicBezTo>
                  <a:pt x="1847518" y="13166"/>
                  <a:pt x="1855830" y="9639"/>
                  <a:pt x="1866098" y="9639"/>
                </a:cubicBezTo>
                <a:close/>
                <a:moveTo>
                  <a:pt x="1771888" y="9639"/>
                </a:moveTo>
                <a:cubicBezTo>
                  <a:pt x="1780828" y="9639"/>
                  <a:pt x="1788266" y="12782"/>
                  <a:pt x="1794204" y="19069"/>
                </a:cubicBezTo>
                <a:lnTo>
                  <a:pt x="1789594" y="24622"/>
                </a:lnTo>
                <a:cubicBezTo>
                  <a:pt x="1784496" y="19732"/>
                  <a:pt x="1778592" y="17287"/>
                  <a:pt x="1771888" y="17287"/>
                </a:cubicBezTo>
                <a:cubicBezTo>
                  <a:pt x="1767416" y="17287"/>
                  <a:pt x="1763820" y="18335"/>
                  <a:pt x="1761096" y="20431"/>
                </a:cubicBezTo>
                <a:cubicBezTo>
                  <a:pt x="1758372" y="22596"/>
                  <a:pt x="1757010" y="25460"/>
                  <a:pt x="1757010" y="29022"/>
                </a:cubicBezTo>
                <a:cubicBezTo>
                  <a:pt x="1757010" y="32515"/>
                  <a:pt x="1758406" y="35414"/>
                  <a:pt x="1761200" y="37719"/>
                </a:cubicBezTo>
                <a:cubicBezTo>
                  <a:pt x="1762806" y="39046"/>
                  <a:pt x="1765670" y="40582"/>
                  <a:pt x="1769792" y="42329"/>
                </a:cubicBezTo>
                <a:lnTo>
                  <a:pt x="1780898" y="47044"/>
                </a:lnTo>
                <a:cubicBezTo>
                  <a:pt x="1791516" y="51723"/>
                  <a:pt x="1796824" y="58569"/>
                  <a:pt x="1796824" y="67579"/>
                </a:cubicBezTo>
                <a:cubicBezTo>
                  <a:pt x="1796824" y="73726"/>
                  <a:pt x="1794518" y="78825"/>
                  <a:pt x="1789908" y="82877"/>
                </a:cubicBezTo>
                <a:cubicBezTo>
                  <a:pt x="1785088" y="86998"/>
                  <a:pt x="1778802" y="89058"/>
                  <a:pt x="1771050" y="89058"/>
                </a:cubicBezTo>
                <a:cubicBezTo>
                  <a:pt x="1760432" y="89058"/>
                  <a:pt x="1751562" y="85251"/>
                  <a:pt x="1744436" y="77638"/>
                </a:cubicBezTo>
                <a:lnTo>
                  <a:pt x="1749674" y="71666"/>
                </a:lnTo>
                <a:cubicBezTo>
                  <a:pt x="1755682" y="78162"/>
                  <a:pt x="1762842" y="81410"/>
                  <a:pt x="1771154" y="81410"/>
                </a:cubicBezTo>
                <a:cubicBezTo>
                  <a:pt x="1776322" y="81410"/>
                  <a:pt x="1780444" y="80187"/>
                  <a:pt x="1783518" y="77743"/>
                </a:cubicBezTo>
                <a:cubicBezTo>
                  <a:pt x="1786520" y="75368"/>
                  <a:pt x="1788022" y="72190"/>
                  <a:pt x="1788022" y="68208"/>
                </a:cubicBezTo>
                <a:cubicBezTo>
                  <a:pt x="1788022" y="64506"/>
                  <a:pt x="1786766" y="61502"/>
                  <a:pt x="1784250" y="59197"/>
                </a:cubicBezTo>
                <a:cubicBezTo>
                  <a:pt x="1782644" y="57800"/>
                  <a:pt x="1779536" y="56089"/>
                  <a:pt x="1774926" y="54063"/>
                </a:cubicBezTo>
                <a:lnTo>
                  <a:pt x="1763820" y="49139"/>
                </a:lnTo>
                <a:cubicBezTo>
                  <a:pt x="1753412" y="44669"/>
                  <a:pt x="1748208" y="38173"/>
                  <a:pt x="1748208" y="29651"/>
                </a:cubicBezTo>
                <a:cubicBezTo>
                  <a:pt x="1748208" y="23853"/>
                  <a:pt x="1750444" y="19069"/>
                  <a:pt x="1754914" y="15297"/>
                </a:cubicBezTo>
                <a:cubicBezTo>
                  <a:pt x="1759384" y="11525"/>
                  <a:pt x="1765042" y="9639"/>
                  <a:pt x="1771888" y="9639"/>
                </a:cubicBezTo>
                <a:close/>
                <a:moveTo>
                  <a:pt x="1556156" y="9639"/>
                </a:moveTo>
                <a:cubicBezTo>
                  <a:pt x="1563838" y="9639"/>
                  <a:pt x="1569916" y="12677"/>
                  <a:pt x="1574386" y="18754"/>
                </a:cubicBezTo>
                <a:cubicBezTo>
                  <a:pt x="1579206" y="25111"/>
                  <a:pt x="1581616" y="34121"/>
                  <a:pt x="1581616" y="45786"/>
                </a:cubicBezTo>
                <a:cubicBezTo>
                  <a:pt x="1581616" y="60455"/>
                  <a:pt x="1578822" y="71596"/>
                  <a:pt x="1573234" y="79209"/>
                </a:cubicBezTo>
                <a:cubicBezTo>
                  <a:pt x="1568344" y="85775"/>
                  <a:pt x="1561954" y="89058"/>
                  <a:pt x="1554060" y="89058"/>
                </a:cubicBezTo>
                <a:cubicBezTo>
                  <a:pt x="1546936" y="89058"/>
                  <a:pt x="1540928" y="86509"/>
                  <a:pt x="1536038" y="81410"/>
                </a:cubicBezTo>
                <a:lnTo>
                  <a:pt x="1540754" y="76066"/>
                </a:lnTo>
                <a:cubicBezTo>
                  <a:pt x="1544316" y="79978"/>
                  <a:pt x="1548682" y="81934"/>
                  <a:pt x="1553850" y="81934"/>
                </a:cubicBezTo>
                <a:cubicBezTo>
                  <a:pt x="1559368" y="81934"/>
                  <a:pt x="1563804" y="79489"/>
                  <a:pt x="1567158" y="74599"/>
                </a:cubicBezTo>
                <a:cubicBezTo>
                  <a:pt x="1571068" y="68942"/>
                  <a:pt x="1573198" y="60315"/>
                  <a:pt x="1573548" y="48720"/>
                </a:cubicBezTo>
                <a:cubicBezTo>
                  <a:pt x="1568240" y="55216"/>
                  <a:pt x="1562232" y="58464"/>
                  <a:pt x="1555526" y="58464"/>
                </a:cubicBezTo>
                <a:cubicBezTo>
                  <a:pt x="1549030" y="58464"/>
                  <a:pt x="1543932" y="56438"/>
                  <a:pt x="1540230" y="52387"/>
                </a:cubicBezTo>
                <a:cubicBezTo>
                  <a:pt x="1536458" y="48126"/>
                  <a:pt x="1534572" y="42119"/>
                  <a:pt x="1534572" y="34366"/>
                </a:cubicBezTo>
                <a:cubicBezTo>
                  <a:pt x="1534572" y="27171"/>
                  <a:pt x="1536702" y="21199"/>
                  <a:pt x="1540964" y="16449"/>
                </a:cubicBezTo>
                <a:cubicBezTo>
                  <a:pt x="1545084" y="11909"/>
                  <a:pt x="1550148" y="9639"/>
                  <a:pt x="1556156" y="9639"/>
                </a:cubicBezTo>
                <a:close/>
                <a:moveTo>
                  <a:pt x="194356" y="9639"/>
                </a:moveTo>
                <a:lnTo>
                  <a:pt x="198652" y="11001"/>
                </a:lnTo>
                <a:cubicBezTo>
                  <a:pt x="195160" y="34680"/>
                  <a:pt x="187826" y="53959"/>
                  <a:pt x="176650" y="68837"/>
                </a:cubicBezTo>
                <a:cubicBezTo>
                  <a:pt x="182866" y="76660"/>
                  <a:pt x="191354" y="83889"/>
                  <a:pt x="202110" y="90525"/>
                </a:cubicBezTo>
                <a:cubicBezTo>
                  <a:pt x="199944" y="92132"/>
                  <a:pt x="198304" y="94018"/>
                  <a:pt x="197186" y="96183"/>
                </a:cubicBezTo>
                <a:cubicBezTo>
                  <a:pt x="186638" y="89338"/>
                  <a:pt x="178292" y="82108"/>
                  <a:pt x="172144" y="74495"/>
                </a:cubicBezTo>
                <a:cubicBezTo>
                  <a:pt x="164112" y="83645"/>
                  <a:pt x="154682" y="90665"/>
                  <a:pt x="143856" y="95554"/>
                </a:cubicBezTo>
                <a:cubicBezTo>
                  <a:pt x="142668" y="93179"/>
                  <a:pt x="141236" y="91259"/>
                  <a:pt x="139560" y="89792"/>
                </a:cubicBezTo>
                <a:cubicBezTo>
                  <a:pt x="150246" y="85391"/>
                  <a:pt x="159712" y="78406"/>
                  <a:pt x="167954" y="68837"/>
                </a:cubicBezTo>
                <a:cubicBezTo>
                  <a:pt x="159362" y="56264"/>
                  <a:pt x="153146" y="38871"/>
                  <a:pt x="149304" y="16659"/>
                </a:cubicBezTo>
                <a:lnTo>
                  <a:pt x="145322" y="16659"/>
                </a:lnTo>
                <a:lnTo>
                  <a:pt x="145322" y="9953"/>
                </a:lnTo>
                <a:lnTo>
                  <a:pt x="193100" y="9953"/>
                </a:lnTo>
                <a:close/>
                <a:moveTo>
                  <a:pt x="1337918" y="9534"/>
                </a:moveTo>
                <a:cubicBezTo>
                  <a:pt x="1344414" y="9604"/>
                  <a:pt x="1349618" y="11280"/>
                  <a:pt x="1353530" y="14563"/>
                </a:cubicBezTo>
                <a:cubicBezTo>
                  <a:pt x="1357652" y="17986"/>
                  <a:pt x="1359712" y="22666"/>
                  <a:pt x="1359712" y="28603"/>
                </a:cubicBezTo>
                <a:cubicBezTo>
                  <a:pt x="1359712" y="37753"/>
                  <a:pt x="1355136" y="43970"/>
                  <a:pt x="1345986" y="47253"/>
                </a:cubicBezTo>
                <a:lnTo>
                  <a:pt x="1345986" y="47672"/>
                </a:lnTo>
                <a:cubicBezTo>
                  <a:pt x="1350736" y="48790"/>
                  <a:pt x="1354578" y="50990"/>
                  <a:pt x="1357512" y="54273"/>
                </a:cubicBezTo>
                <a:cubicBezTo>
                  <a:pt x="1360724" y="57835"/>
                  <a:pt x="1362332" y="62166"/>
                  <a:pt x="1362332" y="67265"/>
                </a:cubicBezTo>
                <a:cubicBezTo>
                  <a:pt x="1362332" y="73901"/>
                  <a:pt x="1359992" y="79244"/>
                  <a:pt x="1355312" y="83296"/>
                </a:cubicBezTo>
                <a:cubicBezTo>
                  <a:pt x="1350842" y="87137"/>
                  <a:pt x="1345148" y="89058"/>
                  <a:pt x="1338234" y="89058"/>
                </a:cubicBezTo>
                <a:cubicBezTo>
                  <a:pt x="1328454" y="89058"/>
                  <a:pt x="1320352" y="85566"/>
                  <a:pt x="1313926" y="78581"/>
                </a:cubicBezTo>
                <a:lnTo>
                  <a:pt x="1318326" y="73028"/>
                </a:lnTo>
                <a:cubicBezTo>
                  <a:pt x="1324124" y="78965"/>
                  <a:pt x="1330584" y="81934"/>
                  <a:pt x="1337710" y="81934"/>
                </a:cubicBezTo>
                <a:cubicBezTo>
                  <a:pt x="1342458" y="81934"/>
                  <a:pt x="1346300" y="80606"/>
                  <a:pt x="1349234" y="77952"/>
                </a:cubicBezTo>
                <a:cubicBezTo>
                  <a:pt x="1352238" y="75158"/>
                  <a:pt x="1353740" y="71526"/>
                  <a:pt x="1353740" y="67056"/>
                </a:cubicBezTo>
                <a:cubicBezTo>
                  <a:pt x="1353740" y="56438"/>
                  <a:pt x="1345638" y="51130"/>
                  <a:pt x="1329432" y="51130"/>
                </a:cubicBezTo>
                <a:lnTo>
                  <a:pt x="1329432" y="44424"/>
                </a:lnTo>
                <a:cubicBezTo>
                  <a:pt x="1343822" y="44424"/>
                  <a:pt x="1351016" y="39360"/>
                  <a:pt x="1351016" y="29232"/>
                </a:cubicBezTo>
                <a:cubicBezTo>
                  <a:pt x="1351016" y="25390"/>
                  <a:pt x="1349828" y="22317"/>
                  <a:pt x="1347454" y="20012"/>
                </a:cubicBezTo>
                <a:cubicBezTo>
                  <a:pt x="1345008" y="17707"/>
                  <a:pt x="1341726" y="16519"/>
                  <a:pt x="1337604" y="16449"/>
                </a:cubicBezTo>
                <a:cubicBezTo>
                  <a:pt x="1331806" y="16519"/>
                  <a:pt x="1326428" y="19104"/>
                  <a:pt x="1321470" y="24203"/>
                </a:cubicBezTo>
                <a:lnTo>
                  <a:pt x="1316754" y="18650"/>
                </a:lnTo>
                <a:cubicBezTo>
                  <a:pt x="1323320" y="12642"/>
                  <a:pt x="1330374" y="9604"/>
                  <a:pt x="1337918" y="9534"/>
                </a:cubicBezTo>
                <a:close/>
                <a:moveTo>
                  <a:pt x="1101660" y="4295"/>
                </a:moveTo>
                <a:lnTo>
                  <a:pt x="1110148" y="4295"/>
                </a:lnTo>
                <a:lnTo>
                  <a:pt x="1110148" y="77952"/>
                </a:lnTo>
                <a:cubicBezTo>
                  <a:pt x="1110148" y="80606"/>
                  <a:pt x="1111020" y="81934"/>
                  <a:pt x="1112766" y="81934"/>
                </a:cubicBezTo>
                <a:cubicBezTo>
                  <a:pt x="1113396" y="81934"/>
                  <a:pt x="1114058" y="81864"/>
                  <a:pt x="1114758" y="81724"/>
                </a:cubicBezTo>
                <a:lnTo>
                  <a:pt x="1116014" y="88325"/>
                </a:lnTo>
                <a:cubicBezTo>
                  <a:pt x="1114408" y="88814"/>
                  <a:pt x="1112696" y="89058"/>
                  <a:pt x="1110880" y="89058"/>
                </a:cubicBezTo>
                <a:cubicBezTo>
                  <a:pt x="1104734" y="89058"/>
                  <a:pt x="1101660" y="85147"/>
                  <a:pt x="1101660" y="77324"/>
                </a:cubicBezTo>
                <a:close/>
                <a:moveTo>
                  <a:pt x="539686" y="4295"/>
                </a:moveTo>
                <a:lnTo>
                  <a:pt x="548172" y="4295"/>
                </a:lnTo>
                <a:lnTo>
                  <a:pt x="548172" y="77952"/>
                </a:lnTo>
                <a:cubicBezTo>
                  <a:pt x="548172" y="80606"/>
                  <a:pt x="549046" y="81934"/>
                  <a:pt x="550792" y="81934"/>
                </a:cubicBezTo>
                <a:cubicBezTo>
                  <a:pt x="551420" y="81934"/>
                  <a:pt x="552084" y="81864"/>
                  <a:pt x="552782" y="81724"/>
                </a:cubicBezTo>
                <a:lnTo>
                  <a:pt x="554040" y="88325"/>
                </a:lnTo>
                <a:cubicBezTo>
                  <a:pt x="552434" y="88814"/>
                  <a:pt x="550722" y="89058"/>
                  <a:pt x="548906" y="89058"/>
                </a:cubicBezTo>
                <a:cubicBezTo>
                  <a:pt x="542758" y="89058"/>
                  <a:pt x="539686" y="85147"/>
                  <a:pt x="539686" y="77324"/>
                </a:cubicBezTo>
                <a:close/>
                <a:moveTo>
                  <a:pt x="1090374" y="2933"/>
                </a:moveTo>
                <a:cubicBezTo>
                  <a:pt x="1093586" y="2933"/>
                  <a:pt x="1096626" y="3562"/>
                  <a:pt x="1099488" y="4819"/>
                </a:cubicBezTo>
                <a:lnTo>
                  <a:pt x="1097602" y="11420"/>
                </a:lnTo>
                <a:cubicBezTo>
                  <a:pt x="1095438" y="10372"/>
                  <a:pt x="1093272" y="9848"/>
                  <a:pt x="1091106" y="9848"/>
                </a:cubicBezTo>
                <a:cubicBezTo>
                  <a:pt x="1085658" y="9848"/>
                  <a:pt x="1082934" y="13690"/>
                  <a:pt x="1082934" y="21374"/>
                </a:cubicBezTo>
                <a:lnTo>
                  <a:pt x="1082934" y="31118"/>
                </a:lnTo>
                <a:lnTo>
                  <a:pt x="1095088" y="31118"/>
                </a:lnTo>
                <a:lnTo>
                  <a:pt x="1095088" y="38138"/>
                </a:lnTo>
                <a:lnTo>
                  <a:pt x="1082934" y="38138"/>
                </a:lnTo>
                <a:lnTo>
                  <a:pt x="1082934" y="87696"/>
                </a:lnTo>
                <a:lnTo>
                  <a:pt x="1074342" y="87696"/>
                </a:lnTo>
                <a:lnTo>
                  <a:pt x="1074342" y="38138"/>
                </a:lnTo>
                <a:lnTo>
                  <a:pt x="1066590" y="38138"/>
                </a:lnTo>
                <a:lnTo>
                  <a:pt x="1066590" y="31642"/>
                </a:lnTo>
                <a:lnTo>
                  <a:pt x="1074342" y="31118"/>
                </a:lnTo>
                <a:lnTo>
                  <a:pt x="1074342" y="21269"/>
                </a:lnTo>
                <a:cubicBezTo>
                  <a:pt x="1074342" y="9045"/>
                  <a:pt x="1079686" y="2933"/>
                  <a:pt x="1090374" y="2933"/>
                </a:cubicBezTo>
                <a:close/>
                <a:moveTo>
                  <a:pt x="90524" y="1047"/>
                </a:moveTo>
                <a:lnTo>
                  <a:pt x="95134" y="7019"/>
                </a:lnTo>
                <a:cubicBezTo>
                  <a:pt x="83750" y="9674"/>
                  <a:pt x="69954" y="11665"/>
                  <a:pt x="53748" y="12992"/>
                </a:cubicBezTo>
                <a:lnTo>
                  <a:pt x="53748" y="30908"/>
                </a:lnTo>
                <a:lnTo>
                  <a:pt x="88010" y="30908"/>
                </a:lnTo>
                <a:lnTo>
                  <a:pt x="89268" y="30594"/>
                </a:lnTo>
                <a:lnTo>
                  <a:pt x="93354" y="31851"/>
                </a:lnTo>
                <a:cubicBezTo>
                  <a:pt x="90840" y="49244"/>
                  <a:pt x="85670" y="63598"/>
                  <a:pt x="77846" y="74914"/>
                </a:cubicBezTo>
                <a:cubicBezTo>
                  <a:pt x="83016" y="81829"/>
                  <a:pt x="89302" y="86928"/>
                  <a:pt x="96706" y="90211"/>
                </a:cubicBezTo>
                <a:cubicBezTo>
                  <a:pt x="94680" y="91957"/>
                  <a:pt x="93110" y="93843"/>
                  <a:pt x="91992" y="95869"/>
                </a:cubicBezTo>
                <a:cubicBezTo>
                  <a:pt x="84798" y="92097"/>
                  <a:pt x="78720" y="86893"/>
                  <a:pt x="73760" y="80257"/>
                </a:cubicBezTo>
                <a:cubicBezTo>
                  <a:pt x="68172" y="86893"/>
                  <a:pt x="61642" y="92097"/>
                  <a:pt x="54168" y="95869"/>
                </a:cubicBezTo>
                <a:cubicBezTo>
                  <a:pt x="53050" y="93773"/>
                  <a:pt x="51654" y="91887"/>
                  <a:pt x="49976" y="90211"/>
                </a:cubicBezTo>
                <a:cubicBezTo>
                  <a:pt x="57520" y="86858"/>
                  <a:pt x="64122" y="81619"/>
                  <a:pt x="69780" y="74495"/>
                </a:cubicBezTo>
                <a:cubicBezTo>
                  <a:pt x="63982" y="64785"/>
                  <a:pt x="59512" y="52387"/>
                  <a:pt x="56368" y="37299"/>
                </a:cubicBezTo>
                <a:lnTo>
                  <a:pt x="53748" y="37299"/>
                </a:lnTo>
                <a:lnTo>
                  <a:pt x="53748" y="43586"/>
                </a:lnTo>
                <a:cubicBezTo>
                  <a:pt x="53748" y="67335"/>
                  <a:pt x="50360" y="84832"/>
                  <a:pt x="43586" y="96078"/>
                </a:cubicBezTo>
                <a:cubicBezTo>
                  <a:pt x="41978" y="94472"/>
                  <a:pt x="40128" y="93179"/>
                  <a:pt x="38032" y="92202"/>
                </a:cubicBezTo>
                <a:cubicBezTo>
                  <a:pt x="44110" y="81724"/>
                  <a:pt x="47148" y="65519"/>
                  <a:pt x="47148" y="43586"/>
                </a:cubicBezTo>
                <a:lnTo>
                  <a:pt x="47148" y="7543"/>
                </a:lnTo>
                <a:cubicBezTo>
                  <a:pt x="66148" y="5867"/>
                  <a:pt x="80606" y="3702"/>
                  <a:pt x="90524" y="1047"/>
                </a:cubicBezTo>
                <a:close/>
                <a:moveTo>
                  <a:pt x="254602" y="209"/>
                </a:moveTo>
                <a:lnTo>
                  <a:pt x="261832" y="209"/>
                </a:lnTo>
                <a:lnTo>
                  <a:pt x="261832" y="12992"/>
                </a:lnTo>
                <a:lnTo>
                  <a:pt x="300284" y="12992"/>
                </a:lnTo>
                <a:lnTo>
                  <a:pt x="300284" y="19697"/>
                </a:lnTo>
                <a:lnTo>
                  <a:pt x="261832" y="19697"/>
                </a:lnTo>
                <a:lnTo>
                  <a:pt x="261832" y="46520"/>
                </a:lnTo>
                <a:lnTo>
                  <a:pt x="304580" y="46520"/>
                </a:lnTo>
                <a:lnTo>
                  <a:pt x="304580" y="53120"/>
                </a:lnTo>
                <a:lnTo>
                  <a:pt x="266862" y="53120"/>
                </a:lnTo>
                <a:cubicBezTo>
                  <a:pt x="277828" y="67859"/>
                  <a:pt x="291134" y="78651"/>
                  <a:pt x="306780" y="85496"/>
                </a:cubicBezTo>
                <a:cubicBezTo>
                  <a:pt x="305174" y="86893"/>
                  <a:pt x="303568" y="88814"/>
                  <a:pt x="301960" y="91259"/>
                </a:cubicBezTo>
                <a:cubicBezTo>
                  <a:pt x="286244" y="83505"/>
                  <a:pt x="272868" y="71910"/>
                  <a:pt x="261832" y="56473"/>
                </a:cubicBezTo>
                <a:lnTo>
                  <a:pt x="261832" y="95554"/>
                </a:lnTo>
                <a:lnTo>
                  <a:pt x="254602" y="95554"/>
                </a:lnTo>
                <a:lnTo>
                  <a:pt x="254602" y="56788"/>
                </a:lnTo>
                <a:cubicBezTo>
                  <a:pt x="243916" y="71666"/>
                  <a:pt x="230714" y="83051"/>
                  <a:pt x="214998" y="90944"/>
                </a:cubicBezTo>
                <a:cubicBezTo>
                  <a:pt x="213530" y="88709"/>
                  <a:pt x="211890" y="86788"/>
                  <a:pt x="210074" y="85182"/>
                </a:cubicBezTo>
                <a:cubicBezTo>
                  <a:pt x="225860" y="78406"/>
                  <a:pt x="239060" y="67719"/>
                  <a:pt x="249678" y="53120"/>
                </a:cubicBezTo>
                <a:lnTo>
                  <a:pt x="212168" y="53120"/>
                </a:lnTo>
                <a:lnTo>
                  <a:pt x="212168" y="46520"/>
                </a:lnTo>
                <a:lnTo>
                  <a:pt x="254602" y="46520"/>
                </a:lnTo>
                <a:lnTo>
                  <a:pt x="254602" y="19697"/>
                </a:lnTo>
                <a:lnTo>
                  <a:pt x="217198" y="19697"/>
                </a:lnTo>
                <a:lnTo>
                  <a:pt x="217198" y="12992"/>
                </a:lnTo>
                <a:lnTo>
                  <a:pt x="254602" y="12992"/>
                </a:lnTo>
                <a:close/>
                <a:moveTo>
                  <a:pt x="124052" y="104"/>
                </a:moveTo>
                <a:lnTo>
                  <a:pt x="130864" y="104"/>
                </a:lnTo>
                <a:lnTo>
                  <a:pt x="130864" y="22526"/>
                </a:lnTo>
                <a:lnTo>
                  <a:pt x="145112" y="22526"/>
                </a:lnTo>
                <a:lnTo>
                  <a:pt x="145112" y="29127"/>
                </a:lnTo>
                <a:lnTo>
                  <a:pt x="130864" y="29127"/>
                </a:lnTo>
                <a:lnTo>
                  <a:pt x="130864" y="33318"/>
                </a:lnTo>
                <a:cubicBezTo>
                  <a:pt x="134216" y="36671"/>
                  <a:pt x="140084" y="43411"/>
                  <a:pt x="148466" y="53540"/>
                </a:cubicBezTo>
                <a:lnTo>
                  <a:pt x="144064" y="59721"/>
                </a:lnTo>
                <a:cubicBezTo>
                  <a:pt x="141132" y="54972"/>
                  <a:pt x="136730" y="48860"/>
                  <a:pt x="130864" y="41386"/>
                </a:cubicBezTo>
                <a:lnTo>
                  <a:pt x="130864" y="95450"/>
                </a:lnTo>
                <a:lnTo>
                  <a:pt x="124052" y="95450"/>
                </a:lnTo>
                <a:lnTo>
                  <a:pt x="124052" y="41281"/>
                </a:lnTo>
                <a:cubicBezTo>
                  <a:pt x="119302" y="56508"/>
                  <a:pt x="113854" y="68173"/>
                  <a:pt x="107708" y="76276"/>
                </a:cubicBezTo>
                <a:cubicBezTo>
                  <a:pt x="106660" y="73831"/>
                  <a:pt x="105264" y="71596"/>
                  <a:pt x="103516" y="69570"/>
                </a:cubicBezTo>
                <a:cubicBezTo>
                  <a:pt x="111550" y="60071"/>
                  <a:pt x="117732" y="46590"/>
                  <a:pt x="122062" y="29127"/>
                </a:cubicBezTo>
                <a:lnTo>
                  <a:pt x="106346" y="29127"/>
                </a:lnTo>
                <a:lnTo>
                  <a:pt x="106346" y="22526"/>
                </a:lnTo>
                <a:lnTo>
                  <a:pt x="124052" y="22526"/>
                </a:lnTo>
                <a:close/>
                <a:moveTo>
                  <a:pt x="358958" y="0"/>
                </a:moveTo>
                <a:lnTo>
                  <a:pt x="366816" y="1152"/>
                </a:lnTo>
                <a:cubicBezTo>
                  <a:pt x="364930" y="6461"/>
                  <a:pt x="363184" y="10896"/>
                  <a:pt x="361578" y="14459"/>
                </a:cubicBezTo>
                <a:lnTo>
                  <a:pt x="399402" y="14459"/>
                </a:lnTo>
                <a:lnTo>
                  <a:pt x="399402" y="95240"/>
                </a:lnTo>
                <a:lnTo>
                  <a:pt x="392172" y="95240"/>
                </a:lnTo>
                <a:lnTo>
                  <a:pt x="392172" y="89792"/>
                </a:lnTo>
                <a:lnTo>
                  <a:pt x="335384" y="89792"/>
                </a:lnTo>
                <a:lnTo>
                  <a:pt x="335384" y="95764"/>
                </a:lnTo>
                <a:lnTo>
                  <a:pt x="328364" y="95764"/>
                </a:lnTo>
                <a:lnTo>
                  <a:pt x="328364" y="14459"/>
                </a:lnTo>
                <a:lnTo>
                  <a:pt x="354558" y="14459"/>
                </a:lnTo>
                <a:cubicBezTo>
                  <a:pt x="356304" y="9988"/>
                  <a:pt x="357770" y="5168"/>
                  <a:pt x="358958" y="0"/>
                </a:cubicBezTo>
                <a:close/>
                <a:moveTo>
                  <a:pt x="26298" y="0"/>
                </a:moveTo>
                <a:lnTo>
                  <a:pt x="32688" y="0"/>
                </a:lnTo>
                <a:lnTo>
                  <a:pt x="32688" y="29337"/>
                </a:lnTo>
                <a:lnTo>
                  <a:pt x="42224" y="29337"/>
                </a:lnTo>
                <a:lnTo>
                  <a:pt x="42224" y="35623"/>
                </a:lnTo>
                <a:lnTo>
                  <a:pt x="14354" y="35623"/>
                </a:lnTo>
                <a:lnTo>
                  <a:pt x="14354" y="43796"/>
                </a:lnTo>
                <a:cubicBezTo>
                  <a:pt x="14354" y="47078"/>
                  <a:pt x="14318" y="49558"/>
                  <a:pt x="14248" y="51235"/>
                </a:cubicBezTo>
                <a:lnTo>
                  <a:pt x="35728" y="51235"/>
                </a:lnTo>
                <a:lnTo>
                  <a:pt x="35728" y="95554"/>
                </a:lnTo>
                <a:lnTo>
                  <a:pt x="29336" y="95554"/>
                </a:lnTo>
                <a:lnTo>
                  <a:pt x="29336" y="57521"/>
                </a:lnTo>
                <a:lnTo>
                  <a:pt x="14038" y="57521"/>
                </a:lnTo>
                <a:cubicBezTo>
                  <a:pt x="13130" y="74006"/>
                  <a:pt x="10128" y="86788"/>
                  <a:pt x="5028" y="95869"/>
                </a:cubicBezTo>
                <a:cubicBezTo>
                  <a:pt x="3632" y="94332"/>
                  <a:pt x="1954" y="92935"/>
                  <a:pt x="0" y="91678"/>
                </a:cubicBezTo>
                <a:cubicBezTo>
                  <a:pt x="5238" y="81549"/>
                  <a:pt x="7858" y="65589"/>
                  <a:pt x="7858" y="43796"/>
                </a:cubicBezTo>
                <a:lnTo>
                  <a:pt x="7858" y="2305"/>
                </a:lnTo>
                <a:lnTo>
                  <a:pt x="14354" y="2305"/>
                </a:lnTo>
                <a:lnTo>
                  <a:pt x="14354" y="29337"/>
                </a:lnTo>
                <a:lnTo>
                  <a:pt x="26298" y="29337"/>
                </a:lnTo>
                <a:close/>
              </a:path>
            </a:pathLst>
          </a:custGeom>
          <a:solidFill>
            <a:srgbClr val="E6E6E6"/>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fontAlgn="base"/>
            <a:endParaRPr lang="zh-CN" altLang="en-US" sz="800">
              <a:solidFill>
                <a:srgbClr val="E6E6E6"/>
              </a:solidFill>
            </a:endParaRPr>
          </a:p>
        </p:txBody>
      </p:sp>
      <p:sp>
        <p:nvSpPr>
          <p:cNvPr id="6" name="文本框 5">
            <a:extLst>
              <a:ext uri="{FF2B5EF4-FFF2-40B4-BE49-F238E27FC236}">
                <a16:creationId xmlns:a16="http://schemas.microsoft.com/office/drawing/2014/main" id="{441F0FE0-FE81-4426-91B6-6B3A8200C3CF}"/>
              </a:ext>
            </a:extLst>
          </p:cNvPr>
          <p:cNvSpPr txBox="1"/>
          <p:nvPr userDrawn="1"/>
        </p:nvSpPr>
        <p:spPr>
          <a:xfrm>
            <a:off x="-16011023" y="-21258374"/>
            <a:ext cx="1965874" cy="113995"/>
          </a:xfrm>
          <a:custGeom>
            <a:avLst/>
            <a:gdLst/>
            <a:ahLst/>
            <a:cxnLst/>
            <a:rect l="l" t="t" r="r" b="b"/>
            <a:pathLst>
              <a:path w="1965874" h="113994">
                <a:moveTo>
                  <a:pt x="891806" y="87487"/>
                </a:moveTo>
                <a:cubicBezTo>
                  <a:pt x="887684" y="90420"/>
                  <a:pt x="885624" y="93808"/>
                  <a:pt x="885624" y="97650"/>
                </a:cubicBezTo>
                <a:cubicBezTo>
                  <a:pt x="885624" y="100793"/>
                  <a:pt x="887126" y="103308"/>
                  <a:pt x="890130" y="105194"/>
                </a:cubicBezTo>
                <a:cubicBezTo>
                  <a:pt x="893134" y="107080"/>
                  <a:pt x="897290" y="108023"/>
                  <a:pt x="902598" y="108023"/>
                </a:cubicBezTo>
                <a:cubicBezTo>
                  <a:pt x="908046" y="108023"/>
                  <a:pt x="912586" y="106765"/>
                  <a:pt x="916218" y="104251"/>
                </a:cubicBezTo>
                <a:cubicBezTo>
                  <a:pt x="919572" y="101876"/>
                  <a:pt x="921248" y="99082"/>
                  <a:pt x="921248" y="95869"/>
                </a:cubicBezTo>
                <a:cubicBezTo>
                  <a:pt x="921248" y="90909"/>
                  <a:pt x="917302" y="88430"/>
                  <a:pt x="909408" y="88430"/>
                </a:cubicBezTo>
                <a:lnTo>
                  <a:pt x="899036" y="88430"/>
                </a:lnTo>
                <a:cubicBezTo>
                  <a:pt x="896870" y="88430"/>
                  <a:pt x="894460" y="88115"/>
                  <a:pt x="891806" y="87487"/>
                </a:cubicBezTo>
                <a:close/>
                <a:moveTo>
                  <a:pt x="429472" y="75438"/>
                </a:moveTo>
                <a:cubicBezTo>
                  <a:pt x="431288" y="75438"/>
                  <a:pt x="432824" y="76066"/>
                  <a:pt x="434082" y="77324"/>
                </a:cubicBezTo>
                <a:cubicBezTo>
                  <a:pt x="435340" y="78651"/>
                  <a:pt x="435968" y="80327"/>
                  <a:pt x="435968" y="82353"/>
                </a:cubicBezTo>
                <a:cubicBezTo>
                  <a:pt x="435968" y="84309"/>
                  <a:pt x="435340" y="85915"/>
                  <a:pt x="434082" y="87172"/>
                </a:cubicBezTo>
                <a:cubicBezTo>
                  <a:pt x="432824" y="88430"/>
                  <a:pt x="431288" y="89058"/>
                  <a:pt x="429472" y="89058"/>
                </a:cubicBezTo>
                <a:cubicBezTo>
                  <a:pt x="427726" y="89058"/>
                  <a:pt x="426224" y="88430"/>
                  <a:pt x="424966" y="87172"/>
                </a:cubicBezTo>
                <a:cubicBezTo>
                  <a:pt x="423710" y="85915"/>
                  <a:pt x="423080" y="84309"/>
                  <a:pt x="423080" y="82353"/>
                </a:cubicBezTo>
                <a:cubicBezTo>
                  <a:pt x="423080" y="80327"/>
                  <a:pt x="423710" y="78651"/>
                  <a:pt x="424966" y="77324"/>
                </a:cubicBezTo>
                <a:cubicBezTo>
                  <a:pt x="426224" y="76066"/>
                  <a:pt x="427726" y="75438"/>
                  <a:pt x="429472" y="75438"/>
                </a:cubicBezTo>
                <a:close/>
                <a:moveTo>
                  <a:pt x="335384" y="66846"/>
                </a:moveTo>
                <a:lnTo>
                  <a:pt x="335384" y="83191"/>
                </a:lnTo>
                <a:lnTo>
                  <a:pt x="392172" y="83191"/>
                </a:lnTo>
                <a:lnTo>
                  <a:pt x="392172" y="66846"/>
                </a:lnTo>
                <a:close/>
                <a:moveTo>
                  <a:pt x="856868" y="57731"/>
                </a:moveTo>
                <a:cubicBezTo>
                  <a:pt x="847158" y="58848"/>
                  <a:pt x="840174" y="60629"/>
                  <a:pt x="835914" y="63074"/>
                </a:cubicBezTo>
                <a:cubicBezTo>
                  <a:pt x="832002" y="65449"/>
                  <a:pt x="830046" y="68627"/>
                  <a:pt x="830046" y="72609"/>
                </a:cubicBezTo>
                <a:cubicBezTo>
                  <a:pt x="830046" y="78965"/>
                  <a:pt x="833538" y="82143"/>
                  <a:pt x="840524" y="82143"/>
                </a:cubicBezTo>
                <a:cubicBezTo>
                  <a:pt x="845552" y="82143"/>
                  <a:pt x="851000" y="79524"/>
                  <a:pt x="856868" y="74285"/>
                </a:cubicBezTo>
                <a:close/>
                <a:moveTo>
                  <a:pt x="482440" y="50606"/>
                </a:moveTo>
                <a:lnTo>
                  <a:pt x="482440" y="80781"/>
                </a:lnTo>
                <a:lnTo>
                  <a:pt x="496270" y="80781"/>
                </a:lnTo>
                <a:cubicBezTo>
                  <a:pt x="510870" y="80781"/>
                  <a:pt x="518168" y="75507"/>
                  <a:pt x="518168" y="64960"/>
                </a:cubicBezTo>
                <a:cubicBezTo>
                  <a:pt x="518168" y="55391"/>
                  <a:pt x="510870" y="50606"/>
                  <a:pt x="496270" y="50606"/>
                </a:cubicBezTo>
                <a:close/>
                <a:moveTo>
                  <a:pt x="1220056" y="49977"/>
                </a:moveTo>
                <a:cubicBezTo>
                  <a:pt x="1212652" y="54657"/>
                  <a:pt x="1208950" y="60664"/>
                  <a:pt x="1208950" y="67999"/>
                </a:cubicBezTo>
                <a:cubicBezTo>
                  <a:pt x="1208950" y="72190"/>
                  <a:pt x="1210522" y="75682"/>
                  <a:pt x="1213666" y="78476"/>
                </a:cubicBezTo>
                <a:cubicBezTo>
                  <a:pt x="1216878" y="81270"/>
                  <a:pt x="1220860" y="82667"/>
                  <a:pt x="1225610" y="82667"/>
                </a:cubicBezTo>
                <a:cubicBezTo>
                  <a:pt x="1230150" y="82667"/>
                  <a:pt x="1233886" y="81375"/>
                  <a:pt x="1236820" y="78790"/>
                </a:cubicBezTo>
                <a:cubicBezTo>
                  <a:pt x="1239614" y="76276"/>
                  <a:pt x="1241012" y="73063"/>
                  <a:pt x="1241012" y="69151"/>
                </a:cubicBezTo>
                <a:cubicBezTo>
                  <a:pt x="1241012" y="64401"/>
                  <a:pt x="1238916" y="60420"/>
                  <a:pt x="1234724" y="57207"/>
                </a:cubicBezTo>
                <a:cubicBezTo>
                  <a:pt x="1232140" y="55321"/>
                  <a:pt x="1227250" y="52911"/>
                  <a:pt x="1220056" y="49977"/>
                </a:cubicBezTo>
                <a:close/>
                <a:moveTo>
                  <a:pt x="335384" y="44215"/>
                </a:moveTo>
                <a:lnTo>
                  <a:pt x="335384" y="60350"/>
                </a:lnTo>
                <a:lnTo>
                  <a:pt x="392172" y="60350"/>
                </a:lnTo>
                <a:lnTo>
                  <a:pt x="392172" y="44215"/>
                </a:lnTo>
                <a:close/>
                <a:moveTo>
                  <a:pt x="62130" y="37299"/>
                </a:moveTo>
                <a:cubicBezTo>
                  <a:pt x="64786" y="49942"/>
                  <a:pt x="68662" y="60490"/>
                  <a:pt x="73760" y="68942"/>
                </a:cubicBezTo>
                <a:cubicBezTo>
                  <a:pt x="79558" y="60071"/>
                  <a:pt x="83644" y="49523"/>
                  <a:pt x="86020" y="37299"/>
                </a:cubicBezTo>
                <a:close/>
                <a:moveTo>
                  <a:pt x="961320" y="36880"/>
                </a:moveTo>
                <a:cubicBezTo>
                  <a:pt x="956220" y="36880"/>
                  <a:pt x="952100" y="38976"/>
                  <a:pt x="948956" y="43167"/>
                </a:cubicBezTo>
                <a:cubicBezTo>
                  <a:pt x="945742" y="47288"/>
                  <a:pt x="944136" y="52736"/>
                  <a:pt x="944136" y="59512"/>
                </a:cubicBezTo>
                <a:cubicBezTo>
                  <a:pt x="944136" y="66217"/>
                  <a:pt x="945742" y="71631"/>
                  <a:pt x="948956" y="75752"/>
                </a:cubicBezTo>
                <a:cubicBezTo>
                  <a:pt x="952100" y="79873"/>
                  <a:pt x="956220" y="81934"/>
                  <a:pt x="961320" y="81934"/>
                </a:cubicBezTo>
                <a:cubicBezTo>
                  <a:pt x="966418" y="81934"/>
                  <a:pt x="970574" y="79873"/>
                  <a:pt x="973788" y="75752"/>
                </a:cubicBezTo>
                <a:cubicBezTo>
                  <a:pt x="977000" y="71631"/>
                  <a:pt x="978608" y="66217"/>
                  <a:pt x="978608" y="59512"/>
                </a:cubicBezTo>
                <a:cubicBezTo>
                  <a:pt x="978608" y="52806"/>
                  <a:pt x="977000" y="47358"/>
                  <a:pt x="973788" y="43167"/>
                </a:cubicBezTo>
                <a:cubicBezTo>
                  <a:pt x="970574" y="38976"/>
                  <a:pt x="966418" y="36880"/>
                  <a:pt x="961320" y="36880"/>
                </a:cubicBezTo>
                <a:close/>
                <a:moveTo>
                  <a:pt x="655890" y="36566"/>
                </a:moveTo>
                <a:cubicBezTo>
                  <a:pt x="651560" y="36566"/>
                  <a:pt x="647822" y="38173"/>
                  <a:pt x="644680" y="41386"/>
                </a:cubicBezTo>
                <a:cubicBezTo>
                  <a:pt x="641396" y="44808"/>
                  <a:pt x="639476" y="49384"/>
                  <a:pt x="638918" y="55111"/>
                </a:cubicBezTo>
                <a:lnTo>
                  <a:pt x="670560" y="55111"/>
                </a:lnTo>
                <a:cubicBezTo>
                  <a:pt x="670560" y="42748"/>
                  <a:pt x="665670" y="36566"/>
                  <a:pt x="655890" y="36566"/>
                </a:cubicBezTo>
                <a:close/>
                <a:moveTo>
                  <a:pt x="901236" y="36042"/>
                </a:moveTo>
                <a:cubicBezTo>
                  <a:pt x="897604" y="36042"/>
                  <a:pt x="894600" y="37265"/>
                  <a:pt x="892224" y="39709"/>
                </a:cubicBezTo>
                <a:cubicBezTo>
                  <a:pt x="889780" y="42224"/>
                  <a:pt x="888558" y="45612"/>
                  <a:pt x="888558" y="49872"/>
                </a:cubicBezTo>
                <a:cubicBezTo>
                  <a:pt x="888558" y="53994"/>
                  <a:pt x="889816" y="57381"/>
                  <a:pt x="892330" y="60036"/>
                </a:cubicBezTo>
                <a:cubicBezTo>
                  <a:pt x="894774" y="62620"/>
                  <a:pt x="897744" y="63912"/>
                  <a:pt x="901236" y="63912"/>
                </a:cubicBezTo>
                <a:cubicBezTo>
                  <a:pt x="904728" y="63912"/>
                  <a:pt x="907696" y="62620"/>
                  <a:pt x="910142" y="60036"/>
                </a:cubicBezTo>
                <a:cubicBezTo>
                  <a:pt x="912656" y="57381"/>
                  <a:pt x="913914" y="53994"/>
                  <a:pt x="913914" y="49872"/>
                </a:cubicBezTo>
                <a:cubicBezTo>
                  <a:pt x="913914" y="45681"/>
                  <a:pt x="912656" y="42294"/>
                  <a:pt x="910142" y="39709"/>
                </a:cubicBezTo>
                <a:cubicBezTo>
                  <a:pt x="907766" y="37265"/>
                  <a:pt x="904798" y="36042"/>
                  <a:pt x="901236" y="36042"/>
                </a:cubicBezTo>
                <a:close/>
                <a:moveTo>
                  <a:pt x="429472" y="32689"/>
                </a:moveTo>
                <a:cubicBezTo>
                  <a:pt x="431288" y="32689"/>
                  <a:pt x="432824" y="33318"/>
                  <a:pt x="434082" y="34575"/>
                </a:cubicBezTo>
                <a:cubicBezTo>
                  <a:pt x="435340" y="35902"/>
                  <a:pt x="435968" y="37579"/>
                  <a:pt x="435968" y="39605"/>
                </a:cubicBezTo>
                <a:cubicBezTo>
                  <a:pt x="435968" y="41560"/>
                  <a:pt x="435340" y="43167"/>
                  <a:pt x="434082" y="44424"/>
                </a:cubicBezTo>
                <a:cubicBezTo>
                  <a:pt x="432824" y="45681"/>
                  <a:pt x="431288" y="46310"/>
                  <a:pt x="429472" y="46310"/>
                </a:cubicBezTo>
                <a:cubicBezTo>
                  <a:pt x="427726" y="46310"/>
                  <a:pt x="426224" y="45681"/>
                  <a:pt x="424966" y="44424"/>
                </a:cubicBezTo>
                <a:cubicBezTo>
                  <a:pt x="423710" y="43167"/>
                  <a:pt x="423080" y="41560"/>
                  <a:pt x="423080" y="39605"/>
                </a:cubicBezTo>
                <a:cubicBezTo>
                  <a:pt x="423080" y="37579"/>
                  <a:pt x="423710" y="35902"/>
                  <a:pt x="424966" y="34575"/>
                </a:cubicBezTo>
                <a:cubicBezTo>
                  <a:pt x="426224" y="33318"/>
                  <a:pt x="427726" y="32689"/>
                  <a:pt x="429472" y="32689"/>
                </a:cubicBezTo>
                <a:close/>
                <a:moveTo>
                  <a:pt x="1121644" y="31118"/>
                </a:moveTo>
                <a:lnTo>
                  <a:pt x="1130550" y="31118"/>
                </a:lnTo>
                <a:lnTo>
                  <a:pt x="1142600" y="63493"/>
                </a:lnTo>
                <a:lnTo>
                  <a:pt x="1148258" y="79419"/>
                </a:lnTo>
                <a:lnTo>
                  <a:pt x="1148780" y="79419"/>
                </a:lnTo>
                <a:cubicBezTo>
                  <a:pt x="1149130" y="78371"/>
                  <a:pt x="1149934" y="75682"/>
                  <a:pt x="1151190" y="71351"/>
                </a:cubicBezTo>
                <a:cubicBezTo>
                  <a:pt x="1152168" y="67999"/>
                  <a:pt x="1152972" y="65379"/>
                  <a:pt x="1153600" y="63493"/>
                </a:cubicBezTo>
                <a:lnTo>
                  <a:pt x="1164182" y="31118"/>
                </a:lnTo>
                <a:lnTo>
                  <a:pt x="1172564" y="31118"/>
                </a:lnTo>
                <a:lnTo>
                  <a:pt x="1150982" y="92935"/>
                </a:lnTo>
                <a:cubicBezTo>
                  <a:pt x="1146440" y="105927"/>
                  <a:pt x="1139560" y="112423"/>
                  <a:pt x="1130340" y="112423"/>
                </a:cubicBezTo>
                <a:cubicBezTo>
                  <a:pt x="1127896" y="112423"/>
                  <a:pt x="1125730" y="112039"/>
                  <a:pt x="1123844" y="111271"/>
                </a:cubicBezTo>
                <a:lnTo>
                  <a:pt x="1125626" y="104355"/>
                </a:lnTo>
                <a:cubicBezTo>
                  <a:pt x="1127162" y="104914"/>
                  <a:pt x="1128630" y="105194"/>
                  <a:pt x="1130026" y="105194"/>
                </a:cubicBezTo>
                <a:cubicBezTo>
                  <a:pt x="1135894" y="105194"/>
                  <a:pt x="1140294" y="100933"/>
                  <a:pt x="1143228" y="92411"/>
                </a:cubicBezTo>
                <a:lnTo>
                  <a:pt x="1144486" y="88011"/>
                </a:lnTo>
                <a:close/>
                <a:moveTo>
                  <a:pt x="567422" y="31118"/>
                </a:moveTo>
                <a:lnTo>
                  <a:pt x="575910" y="31118"/>
                </a:lnTo>
                <a:lnTo>
                  <a:pt x="575910" y="66008"/>
                </a:lnTo>
                <a:cubicBezTo>
                  <a:pt x="575910" y="71456"/>
                  <a:pt x="576782" y="75403"/>
                  <a:pt x="578528" y="77847"/>
                </a:cubicBezTo>
                <a:cubicBezTo>
                  <a:pt x="580274" y="80362"/>
                  <a:pt x="583138" y="81619"/>
                  <a:pt x="587120" y="81619"/>
                </a:cubicBezTo>
                <a:cubicBezTo>
                  <a:pt x="592290" y="81619"/>
                  <a:pt x="597598" y="78301"/>
                  <a:pt x="603046" y="71666"/>
                </a:cubicBezTo>
                <a:lnTo>
                  <a:pt x="603046" y="31118"/>
                </a:lnTo>
                <a:lnTo>
                  <a:pt x="611532" y="31118"/>
                </a:lnTo>
                <a:lnTo>
                  <a:pt x="611532" y="87696"/>
                </a:lnTo>
                <a:lnTo>
                  <a:pt x="604512" y="87696"/>
                </a:lnTo>
                <a:lnTo>
                  <a:pt x="603780" y="78686"/>
                </a:lnTo>
                <a:lnTo>
                  <a:pt x="603466" y="78686"/>
                </a:lnTo>
                <a:cubicBezTo>
                  <a:pt x="597458" y="85601"/>
                  <a:pt x="591172" y="89058"/>
                  <a:pt x="584606" y="89058"/>
                </a:cubicBezTo>
                <a:cubicBezTo>
                  <a:pt x="573150" y="89058"/>
                  <a:pt x="567422" y="81724"/>
                  <a:pt x="567422" y="67056"/>
                </a:cubicBezTo>
                <a:close/>
                <a:moveTo>
                  <a:pt x="1033548" y="29651"/>
                </a:moveTo>
                <a:cubicBezTo>
                  <a:pt x="1045072" y="29651"/>
                  <a:pt x="1050836" y="37020"/>
                  <a:pt x="1050836" y="51758"/>
                </a:cubicBezTo>
                <a:lnTo>
                  <a:pt x="1050836" y="87696"/>
                </a:lnTo>
                <a:lnTo>
                  <a:pt x="1042244" y="87696"/>
                </a:lnTo>
                <a:lnTo>
                  <a:pt x="1042244" y="52806"/>
                </a:lnTo>
                <a:cubicBezTo>
                  <a:pt x="1042244" y="42329"/>
                  <a:pt x="1038506" y="37090"/>
                  <a:pt x="1031032" y="37090"/>
                </a:cubicBezTo>
                <a:cubicBezTo>
                  <a:pt x="1026214" y="37090"/>
                  <a:pt x="1020834" y="40163"/>
                  <a:pt x="1014898" y="46310"/>
                </a:cubicBezTo>
                <a:lnTo>
                  <a:pt x="1014898" y="87696"/>
                </a:lnTo>
                <a:lnTo>
                  <a:pt x="1006410" y="87696"/>
                </a:lnTo>
                <a:lnTo>
                  <a:pt x="1006410" y="31118"/>
                </a:lnTo>
                <a:lnTo>
                  <a:pt x="1013326" y="31118"/>
                </a:lnTo>
                <a:lnTo>
                  <a:pt x="1014164" y="39395"/>
                </a:lnTo>
                <a:lnTo>
                  <a:pt x="1014478" y="39395"/>
                </a:lnTo>
                <a:cubicBezTo>
                  <a:pt x="1021114" y="32899"/>
                  <a:pt x="1027470" y="29651"/>
                  <a:pt x="1033548" y="29651"/>
                </a:cubicBezTo>
                <a:close/>
                <a:moveTo>
                  <a:pt x="961320" y="29651"/>
                </a:moveTo>
                <a:cubicBezTo>
                  <a:pt x="968584" y="29651"/>
                  <a:pt x="974660" y="32270"/>
                  <a:pt x="979550" y="37509"/>
                </a:cubicBezTo>
                <a:cubicBezTo>
                  <a:pt x="984788" y="43027"/>
                  <a:pt x="987408" y="50361"/>
                  <a:pt x="987408" y="59512"/>
                </a:cubicBezTo>
                <a:cubicBezTo>
                  <a:pt x="987408" y="68522"/>
                  <a:pt x="984788" y="75787"/>
                  <a:pt x="979550" y="81305"/>
                </a:cubicBezTo>
                <a:cubicBezTo>
                  <a:pt x="974660" y="86474"/>
                  <a:pt x="968584" y="89058"/>
                  <a:pt x="961320" y="89058"/>
                </a:cubicBezTo>
                <a:cubicBezTo>
                  <a:pt x="954124" y="89058"/>
                  <a:pt x="948082" y="86474"/>
                  <a:pt x="943194" y="81305"/>
                </a:cubicBezTo>
                <a:cubicBezTo>
                  <a:pt x="937954" y="75787"/>
                  <a:pt x="935334" y="68522"/>
                  <a:pt x="935334" y="59512"/>
                </a:cubicBezTo>
                <a:cubicBezTo>
                  <a:pt x="935334" y="50361"/>
                  <a:pt x="937954" y="43027"/>
                  <a:pt x="943194" y="37509"/>
                </a:cubicBezTo>
                <a:cubicBezTo>
                  <a:pt x="948012" y="32270"/>
                  <a:pt x="954054" y="29651"/>
                  <a:pt x="961320" y="29651"/>
                </a:cubicBezTo>
                <a:close/>
                <a:moveTo>
                  <a:pt x="901236" y="29651"/>
                </a:moveTo>
                <a:cubicBezTo>
                  <a:pt x="903820" y="29651"/>
                  <a:pt x="906440" y="30140"/>
                  <a:pt x="909094" y="31118"/>
                </a:cubicBezTo>
                <a:lnTo>
                  <a:pt x="928686" y="31118"/>
                </a:lnTo>
                <a:lnTo>
                  <a:pt x="928686" y="37719"/>
                </a:lnTo>
                <a:lnTo>
                  <a:pt x="916742" y="37719"/>
                </a:lnTo>
                <a:cubicBezTo>
                  <a:pt x="920026" y="40862"/>
                  <a:pt x="921666" y="44948"/>
                  <a:pt x="921666" y="49977"/>
                </a:cubicBezTo>
                <a:cubicBezTo>
                  <a:pt x="921666" y="55914"/>
                  <a:pt x="919676" y="60734"/>
                  <a:pt x="915694" y="64436"/>
                </a:cubicBezTo>
                <a:cubicBezTo>
                  <a:pt x="911852" y="67999"/>
                  <a:pt x="907034" y="69780"/>
                  <a:pt x="901236" y="69780"/>
                </a:cubicBezTo>
                <a:cubicBezTo>
                  <a:pt x="898092" y="69780"/>
                  <a:pt x="895194" y="69081"/>
                  <a:pt x="892540" y="67684"/>
                </a:cubicBezTo>
                <a:cubicBezTo>
                  <a:pt x="890024" y="69850"/>
                  <a:pt x="888768" y="72224"/>
                  <a:pt x="888768" y="74809"/>
                </a:cubicBezTo>
                <a:cubicBezTo>
                  <a:pt x="888768" y="79070"/>
                  <a:pt x="892120" y="81200"/>
                  <a:pt x="898826" y="81200"/>
                </a:cubicBezTo>
                <a:lnTo>
                  <a:pt x="910142" y="81200"/>
                </a:lnTo>
                <a:cubicBezTo>
                  <a:pt x="923134" y="81200"/>
                  <a:pt x="929630" y="85671"/>
                  <a:pt x="929630" y="94611"/>
                </a:cubicBezTo>
                <a:cubicBezTo>
                  <a:pt x="929630" y="99920"/>
                  <a:pt x="927080" y="104425"/>
                  <a:pt x="921982" y="108127"/>
                </a:cubicBezTo>
                <a:cubicBezTo>
                  <a:pt x="916602" y="112039"/>
                  <a:pt x="909758" y="113995"/>
                  <a:pt x="901446" y="113995"/>
                </a:cubicBezTo>
                <a:cubicBezTo>
                  <a:pt x="894390" y="113995"/>
                  <a:pt x="888768" y="112668"/>
                  <a:pt x="884576" y="110013"/>
                </a:cubicBezTo>
                <a:cubicBezTo>
                  <a:pt x="880246" y="107289"/>
                  <a:pt x="878080" y="103517"/>
                  <a:pt x="878080" y="98698"/>
                </a:cubicBezTo>
                <a:cubicBezTo>
                  <a:pt x="878080" y="93738"/>
                  <a:pt x="880874" y="89408"/>
                  <a:pt x="886462" y="85706"/>
                </a:cubicBezTo>
                <a:lnTo>
                  <a:pt x="886462" y="85286"/>
                </a:lnTo>
                <a:cubicBezTo>
                  <a:pt x="883040" y="83191"/>
                  <a:pt x="881328" y="80083"/>
                  <a:pt x="881328" y="75961"/>
                </a:cubicBezTo>
                <a:cubicBezTo>
                  <a:pt x="881328" y="72050"/>
                  <a:pt x="883424" y="68557"/>
                  <a:pt x="887614" y="65484"/>
                </a:cubicBezTo>
                <a:lnTo>
                  <a:pt x="887614" y="65065"/>
                </a:lnTo>
                <a:cubicBezTo>
                  <a:pt x="882726" y="61153"/>
                  <a:pt x="880280" y="56089"/>
                  <a:pt x="880280" y="49872"/>
                </a:cubicBezTo>
                <a:cubicBezTo>
                  <a:pt x="880280" y="43865"/>
                  <a:pt x="882342" y="38976"/>
                  <a:pt x="886462" y="35204"/>
                </a:cubicBezTo>
                <a:cubicBezTo>
                  <a:pt x="890444" y="31502"/>
                  <a:pt x="895368" y="29651"/>
                  <a:pt x="901236" y="29651"/>
                </a:cubicBezTo>
                <a:close/>
                <a:moveTo>
                  <a:pt x="846182" y="29651"/>
                </a:moveTo>
                <a:cubicBezTo>
                  <a:pt x="858964" y="29651"/>
                  <a:pt x="865354" y="37299"/>
                  <a:pt x="865354" y="52597"/>
                </a:cubicBezTo>
                <a:lnTo>
                  <a:pt x="865354" y="87696"/>
                </a:lnTo>
                <a:lnTo>
                  <a:pt x="858334" y="87696"/>
                </a:lnTo>
                <a:lnTo>
                  <a:pt x="857602" y="80781"/>
                </a:lnTo>
                <a:lnTo>
                  <a:pt x="857288" y="80781"/>
                </a:lnTo>
                <a:cubicBezTo>
                  <a:pt x="850792" y="86299"/>
                  <a:pt x="844434" y="89058"/>
                  <a:pt x="838218" y="89058"/>
                </a:cubicBezTo>
                <a:cubicBezTo>
                  <a:pt x="833398" y="89058"/>
                  <a:pt x="829486" y="87696"/>
                  <a:pt x="826484" y="84972"/>
                </a:cubicBezTo>
                <a:cubicBezTo>
                  <a:pt x="823340" y="82038"/>
                  <a:pt x="821768" y="78092"/>
                  <a:pt x="821768" y="73133"/>
                </a:cubicBezTo>
                <a:cubicBezTo>
                  <a:pt x="821768" y="66986"/>
                  <a:pt x="824598" y="62236"/>
                  <a:pt x="830256" y="58883"/>
                </a:cubicBezTo>
                <a:cubicBezTo>
                  <a:pt x="835704" y="55670"/>
                  <a:pt x="844574" y="53365"/>
                  <a:pt x="856868" y="51968"/>
                </a:cubicBezTo>
                <a:cubicBezTo>
                  <a:pt x="857008" y="41840"/>
                  <a:pt x="852992" y="36776"/>
                  <a:pt x="844818" y="36776"/>
                </a:cubicBezTo>
                <a:cubicBezTo>
                  <a:pt x="839300" y="36776"/>
                  <a:pt x="833574" y="38871"/>
                  <a:pt x="827636" y="43062"/>
                </a:cubicBezTo>
                <a:lnTo>
                  <a:pt x="824178" y="37090"/>
                </a:lnTo>
                <a:cubicBezTo>
                  <a:pt x="831722" y="32131"/>
                  <a:pt x="839056" y="29651"/>
                  <a:pt x="846182" y="29651"/>
                </a:cubicBezTo>
                <a:close/>
                <a:moveTo>
                  <a:pt x="811434" y="29651"/>
                </a:moveTo>
                <a:cubicBezTo>
                  <a:pt x="813738" y="29651"/>
                  <a:pt x="815730" y="30070"/>
                  <a:pt x="817406" y="30908"/>
                </a:cubicBezTo>
                <a:lnTo>
                  <a:pt x="815730" y="38347"/>
                </a:lnTo>
                <a:cubicBezTo>
                  <a:pt x="813844" y="37719"/>
                  <a:pt x="812062" y="37404"/>
                  <a:pt x="810386" y="37404"/>
                </a:cubicBezTo>
                <a:cubicBezTo>
                  <a:pt x="804170" y="37404"/>
                  <a:pt x="799314" y="41875"/>
                  <a:pt x="795822" y="50815"/>
                </a:cubicBezTo>
                <a:lnTo>
                  <a:pt x="795822" y="87696"/>
                </a:lnTo>
                <a:lnTo>
                  <a:pt x="787336" y="87696"/>
                </a:lnTo>
                <a:lnTo>
                  <a:pt x="787336" y="31118"/>
                </a:lnTo>
                <a:lnTo>
                  <a:pt x="794250" y="31118"/>
                </a:lnTo>
                <a:lnTo>
                  <a:pt x="795090" y="41490"/>
                </a:lnTo>
                <a:lnTo>
                  <a:pt x="795404" y="41490"/>
                </a:lnTo>
                <a:cubicBezTo>
                  <a:pt x="799664" y="33597"/>
                  <a:pt x="805008" y="29651"/>
                  <a:pt x="811434" y="29651"/>
                </a:cubicBezTo>
                <a:close/>
                <a:moveTo>
                  <a:pt x="655786" y="29651"/>
                </a:moveTo>
                <a:cubicBezTo>
                  <a:pt x="662840" y="29651"/>
                  <a:pt x="668324" y="32026"/>
                  <a:pt x="672236" y="36776"/>
                </a:cubicBezTo>
                <a:cubicBezTo>
                  <a:pt x="676148" y="41456"/>
                  <a:pt x="678102" y="47917"/>
                  <a:pt x="678102" y="56159"/>
                </a:cubicBezTo>
                <a:cubicBezTo>
                  <a:pt x="678102" y="58394"/>
                  <a:pt x="677964" y="60105"/>
                  <a:pt x="677684" y="61293"/>
                </a:cubicBezTo>
                <a:lnTo>
                  <a:pt x="639022" y="61293"/>
                </a:lnTo>
                <a:cubicBezTo>
                  <a:pt x="639302" y="67579"/>
                  <a:pt x="641188" y="72644"/>
                  <a:pt x="644680" y="76485"/>
                </a:cubicBezTo>
                <a:cubicBezTo>
                  <a:pt x="648172" y="80327"/>
                  <a:pt x="652748" y="82248"/>
                  <a:pt x="658406" y="82248"/>
                </a:cubicBezTo>
                <a:cubicBezTo>
                  <a:pt x="663434" y="82248"/>
                  <a:pt x="668220" y="80711"/>
                  <a:pt x="672760" y="77638"/>
                </a:cubicBezTo>
                <a:lnTo>
                  <a:pt x="675902" y="83296"/>
                </a:lnTo>
                <a:cubicBezTo>
                  <a:pt x="669896" y="87137"/>
                  <a:pt x="663714" y="89058"/>
                  <a:pt x="657358" y="89058"/>
                </a:cubicBezTo>
                <a:cubicBezTo>
                  <a:pt x="649674" y="89058"/>
                  <a:pt x="643352" y="86439"/>
                  <a:pt x="638394" y="81200"/>
                </a:cubicBezTo>
                <a:cubicBezTo>
                  <a:pt x="633154" y="75752"/>
                  <a:pt x="630536" y="68522"/>
                  <a:pt x="630536" y="59512"/>
                </a:cubicBezTo>
                <a:cubicBezTo>
                  <a:pt x="630536" y="50641"/>
                  <a:pt x="633120" y="43341"/>
                  <a:pt x="638288" y="37614"/>
                </a:cubicBezTo>
                <a:cubicBezTo>
                  <a:pt x="643178" y="32305"/>
                  <a:pt x="649010" y="29651"/>
                  <a:pt x="655786" y="29651"/>
                </a:cubicBezTo>
                <a:close/>
                <a:moveTo>
                  <a:pt x="231970" y="22526"/>
                </a:moveTo>
                <a:cubicBezTo>
                  <a:pt x="237140" y="29791"/>
                  <a:pt x="240528" y="36391"/>
                  <a:pt x="242134" y="42329"/>
                </a:cubicBezTo>
                <a:lnTo>
                  <a:pt x="235638" y="44948"/>
                </a:lnTo>
                <a:cubicBezTo>
                  <a:pt x="233892" y="38662"/>
                  <a:pt x="230678" y="31956"/>
                  <a:pt x="225998" y="24831"/>
                </a:cubicBezTo>
                <a:close/>
                <a:moveTo>
                  <a:pt x="285406" y="22002"/>
                </a:moveTo>
                <a:lnTo>
                  <a:pt x="292636" y="24412"/>
                </a:lnTo>
                <a:cubicBezTo>
                  <a:pt x="288026" y="33353"/>
                  <a:pt x="283974" y="40303"/>
                  <a:pt x="280482" y="45262"/>
                </a:cubicBezTo>
                <a:lnTo>
                  <a:pt x="274614" y="43167"/>
                </a:lnTo>
                <a:cubicBezTo>
                  <a:pt x="279084" y="36252"/>
                  <a:pt x="282682" y="29197"/>
                  <a:pt x="285406" y="22002"/>
                </a:cubicBezTo>
                <a:close/>
                <a:moveTo>
                  <a:pt x="335384" y="21164"/>
                </a:moveTo>
                <a:lnTo>
                  <a:pt x="335384" y="37719"/>
                </a:lnTo>
                <a:lnTo>
                  <a:pt x="392172" y="37719"/>
                </a:lnTo>
                <a:lnTo>
                  <a:pt x="392172" y="21164"/>
                </a:lnTo>
                <a:close/>
                <a:moveTo>
                  <a:pt x="1289360" y="20955"/>
                </a:moveTo>
                <a:cubicBezTo>
                  <a:pt x="1287754" y="24098"/>
                  <a:pt x="1285728" y="27800"/>
                  <a:pt x="1283284" y="32061"/>
                </a:cubicBezTo>
                <a:lnTo>
                  <a:pt x="1264738" y="59512"/>
                </a:lnTo>
                <a:lnTo>
                  <a:pt x="1289256" y="59512"/>
                </a:lnTo>
                <a:lnTo>
                  <a:pt x="1289256" y="34575"/>
                </a:lnTo>
                <a:cubicBezTo>
                  <a:pt x="1289256" y="30524"/>
                  <a:pt x="1289466" y="25984"/>
                  <a:pt x="1289884" y="20955"/>
                </a:cubicBezTo>
                <a:close/>
                <a:moveTo>
                  <a:pt x="1625440" y="18126"/>
                </a:moveTo>
                <a:lnTo>
                  <a:pt x="1625440" y="80572"/>
                </a:lnTo>
                <a:lnTo>
                  <a:pt x="1634870" y="80572"/>
                </a:lnTo>
                <a:cubicBezTo>
                  <a:pt x="1644020" y="80572"/>
                  <a:pt x="1650970" y="77778"/>
                  <a:pt x="1655720" y="72190"/>
                </a:cubicBezTo>
                <a:cubicBezTo>
                  <a:pt x="1660260" y="66741"/>
                  <a:pt x="1662530" y="59023"/>
                  <a:pt x="1662530" y="49034"/>
                </a:cubicBezTo>
                <a:cubicBezTo>
                  <a:pt x="1662530" y="28429"/>
                  <a:pt x="1653310" y="18126"/>
                  <a:pt x="1634870" y="18126"/>
                </a:cubicBezTo>
                <a:close/>
                <a:moveTo>
                  <a:pt x="720566" y="18126"/>
                </a:moveTo>
                <a:lnTo>
                  <a:pt x="720566" y="80572"/>
                </a:lnTo>
                <a:lnTo>
                  <a:pt x="729996" y="80572"/>
                </a:lnTo>
                <a:cubicBezTo>
                  <a:pt x="739146" y="80572"/>
                  <a:pt x="746096" y="77778"/>
                  <a:pt x="750846" y="72190"/>
                </a:cubicBezTo>
                <a:cubicBezTo>
                  <a:pt x="755386" y="66741"/>
                  <a:pt x="757656" y="59023"/>
                  <a:pt x="757656" y="49034"/>
                </a:cubicBezTo>
                <a:cubicBezTo>
                  <a:pt x="757656" y="28429"/>
                  <a:pt x="748436" y="18126"/>
                  <a:pt x="729996" y="18126"/>
                </a:cubicBezTo>
                <a:close/>
                <a:moveTo>
                  <a:pt x="482440" y="17916"/>
                </a:moveTo>
                <a:lnTo>
                  <a:pt x="482440" y="43900"/>
                </a:lnTo>
                <a:lnTo>
                  <a:pt x="494176" y="43900"/>
                </a:lnTo>
                <a:cubicBezTo>
                  <a:pt x="507098" y="43900"/>
                  <a:pt x="513558" y="39535"/>
                  <a:pt x="513558" y="30803"/>
                </a:cubicBezTo>
                <a:cubicBezTo>
                  <a:pt x="513558" y="26193"/>
                  <a:pt x="511986" y="22875"/>
                  <a:pt x="508844" y="20850"/>
                </a:cubicBezTo>
                <a:cubicBezTo>
                  <a:pt x="505840" y="18894"/>
                  <a:pt x="501126" y="17916"/>
                  <a:pt x="494700" y="17916"/>
                </a:cubicBezTo>
                <a:close/>
                <a:moveTo>
                  <a:pt x="155694" y="16659"/>
                </a:moveTo>
                <a:cubicBezTo>
                  <a:pt x="159048" y="36077"/>
                  <a:pt x="164636" y="51549"/>
                  <a:pt x="172458" y="63074"/>
                </a:cubicBezTo>
                <a:cubicBezTo>
                  <a:pt x="181540" y="50431"/>
                  <a:pt x="187756" y="34959"/>
                  <a:pt x="191108" y="16659"/>
                </a:cubicBezTo>
                <a:close/>
                <a:moveTo>
                  <a:pt x="1556156" y="16344"/>
                </a:moveTo>
                <a:cubicBezTo>
                  <a:pt x="1552314" y="16344"/>
                  <a:pt x="1549136" y="18021"/>
                  <a:pt x="1546622" y="21374"/>
                </a:cubicBezTo>
                <a:cubicBezTo>
                  <a:pt x="1544036" y="24726"/>
                  <a:pt x="1542744" y="29057"/>
                  <a:pt x="1542744" y="34366"/>
                </a:cubicBezTo>
                <a:cubicBezTo>
                  <a:pt x="1542744" y="39814"/>
                  <a:pt x="1543896" y="44075"/>
                  <a:pt x="1546202" y="47148"/>
                </a:cubicBezTo>
                <a:cubicBezTo>
                  <a:pt x="1548716" y="50431"/>
                  <a:pt x="1552278" y="52073"/>
                  <a:pt x="1556890" y="52073"/>
                </a:cubicBezTo>
                <a:cubicBezTo>
                  <a:pt x="1562896" y="52073"/>
                  <a:pt x="1568414" y="48545"/>
                  <a:pt x="1573444" y="41490"/>
                </a:cubicBezTo>
                <a:cubicBezTo>
                  <a:pt x="1572536" y="24726"/>
                  <a:pt x="1566772" y="16344"/>
                  <a:pt x="1556156" y="16344"/>
                </a:cubicBezTo>
                <a:close/>
                <a:moveTo>
                  <a:pt x="1225504" y="16344"/>
                </a:moveTo>
                <a:cubicBezTo>
                  <a:pt x="1221872" y="16344"/>
                  <a:pt x="1218868" y="17532"/>
                  <a:pt x="1216494" y="19907"/>
                </a:cubicBezTo>
                <a:cubicBezTo>
                  <a:pt x="1214120" y="22352"/>
                  <a:pt x="1212932" y="25460"/>
                  <a:pt x="1212932" y="29232"/>
                </a:cubicBezTo>
                <a:cubicBezTo>
                  <a:pt x="1212932" y="33493"/>
                  <a:pt x="1214748" y="37090"/>
                  <a:pt x="1218380" y="40024"/>
                </a:cubicBezTo>
                <a:cubicBezTo>
                  <a:pt x="1220894" y="42049"/>
                  <a:pt x="1225016" y="44180"/>
                  <a:pt x="1230744" y="46415"/>
                </a:cubicBezTo>
                <a:cubicBezTo>
                  <a:pt x="1236332" y="41665"/>
                  <a:pt x="1239126" y="36356"/>
                  <a:pt x="1239126" y="30489"/>
                </a:cubicBezTo>
                <a:cubicBezTo>
                  <a:pt x="1239126" y="26438"/>
                  <a:pt x="1237938" y="23120"/>
                  <a:pt x="1235564" y="20535"/>
                </a:cubicBezTo>
                <a:cubicBezTo>
                  <a:pt x="1233048" y="17741"/>
                  <a:pt x="1229696" y="16344"/>
                  <a:pt x="1225504" y="16344"/>
                </a:cubicBezTo>
                <a:close/>
                <a:moveTo>
                  <a:pt x="1912018" y="11001"/>
                </a:moveTo>
                <a:lnTo>
                  <a:pt x="1920926" y="11001"/>
                </a:lnTo>
                <a:lnTo>
                  <a:pt x="1949948" y="60664"/>
                </a:lnTo>
                <a:lnTo>
                  <a:pt x="1958226" y="76381"/>
                </a:lnTo>
                <a:lnTo>
                  <a:pt x="1958748" y="76381"/>
                </a:lnTo>
                <a:cubicBezTo>
                  <a:pt x="1957980" y="65135"/>
                  <a:pt x="1957596" y="57172"/>
                  <a:pt x="1957596" y="52492"/>
                </a:cubicBezTo>
                <a:lnTo>
                  <a:pt x="1957596" y="11001"/>
                </a:lnTo>
                <a:lnTo>
                  <a:pt x="1965874" y="11001"/>
                </a:lnTo>
                <a:lnTo>
                  <a:pt x="1965874" y="87696"/>
                </a:lnTo>
                <a:lnTo>
                  <a:pt x="1956862" y="87696"/>
                </a:lnTo>
                <a:lnTo>
                  <a:pt x="1928050" y="38033"/>
                </a:lnTo>
                <a:lnTo>
                  <a:pt x="1919668" y="22317"/>
                </a:lnTo>
                <a:lnTo>
                  <a:pt x="1919144" y="22317"/>
                </a:lnTo>
                <a:cubicBezTo>
                  <a:pt x="1919842" y="35029"/>
                  <a:pt x="1920192" y="42818"/>
                  <a:pt x="1920192" y="45681"/>
                </a:cubicBezTo>
                <a:lnTo>
                  <a:pt x="1920192" y="87696"/>
                </a:lnTo>
                <a:lnTo>
                  <a:pt x="1912018" y="87696"/>
                </a:lnTo>
                <a:close/>
                <a:moveTo>
                  <a:pt x="1807244" y="11001"/>
                </a:moveTo>
                <a:lnTo>
                  <a:pt x="1815940" y="11001"/>
                </a:lnTo>
                <a:lnTo>
                  <a:pt x="1815940" y="87696"/>
                </a:lnTo>
                <a:lnTo>
                  <a:pt x="1807244" y="87696"/>
                </a:lnTo>
                <a:close/>
                <a:moveTo>
                  <a:pt x="1692944" y="11001"/>
                </a:moveTo>
                <a:lnTo>
                  <a:pt x="1736636" y="11001"/>
                </a:lnTo>
                <a:lnTo>
                  <a:pt x="1736636" y="18335"/>
                </a:lnTo>
                <a:lnTo>
                  <a:pt x="1701640" y="18335"/>
                </a:lnTo>
                <a:lnTo>
                  <a:pt x="1701640" y="43586"/>
                </a:lnTo>
                <a:lnTo>
                  <a:pt x="1731082" y="43586"/>
                </a:lnTo>
                <a:lnTo>
                  <a:pt x="1731082" y="50920"/>
                </a:lnTo>
                <a:lnTo>
                  <a:pt x="1701640" y="50920"/>
                </a:lnTo>
                <a:lnTo>
                  <a:pt x="1701640" y="80362"/>
                </a:lnTo>
                <a:lnTo>
                  <a:pt x="1737788" y="80362"/>
                </a:lnTo>
                <a:lnTo>
                  <a:pt x="1737788" y="87696"/>
                </a:lnTo>
                <a:lnTo>
                  <a:pt x="1692944" y="87696"/>
                </a:lnTo>
                <a:close/>
                <a:moveTo>
                  <a:pt x="1616744" y="11001"/>
                </a:moveTo>
                <a:lnTo>
                  <a:pt x="1635604" y="11001"/>
                </a:lnTo>
                <a:cubicBezTo>
                  <a:pt x="1647268" y="11001"/>
                  <a:pt x="1656174" y="14319"/>
                  <a:pt x="1662322" y="20955"/>
                </a:cubicBezTo>
                <a:cubicBezTo>
                  <a:pt x="1668398" y="27520"/>
                  <a:pt x="1671436" y="36880"/>
                  <a:pt x="1671436" y="49034"/>
                </a:cubicBezTo>
                <a:cubicBezTo>
                  <a:pt x="1671436" y="61258"/>
                  <a:pt x="1668434" y="70723"/>
                  <a:pt x="1662426" y="77428"/>
                </a:cubicBezTo>
                <a:cubicBezTo>
                  <a:pt x="1656280" y="84274"/>
                  <a:pt x="1647442" y="87696"/>
                  <a:pt x="1635918" y="87696"/>
                </a:cubicBezTo>
                <a:lnTo>
                  <a:pt x="1616744" y="87696"/>
                </a:lnTo>
                <a:close/>
                <a:moveTo>
                  <a:pt x="1484232" y="11001"/>
                </a:moveTo>
                <a:lnTo>
                  <a:pt x="1520904" y="11001"/>
                </a:lnTo>
                <a:lnTo>
                  <a:pt x="1520904" y="18335"/>
                </a:lnTo>
                <a:lnTo>
                  <a:pt x="1491776" y="18335"/>
                </a:lnTo>
                <a:lnTo>
                  <a:pt x="1489680" y="41595"/>
                </a:lnTo>
                <a:cubicBezTo>
                  <a:pt x="1493522" y="39430"/>
                  <a:pt x="1497504" y="38347"/>
                  <a:pt x="1501624" y="38347"/>
                </a:cubicBezTo>
                <a:cubicBezTo>
                  <a:pt x="1508400" y="38347"/>
                  <a:pt x="1513814" y="40303"/>
                  <a:pt x="1517866" y="44215"/>
                </a:cubicBezTo>
                <a:cubicBezTo>
                  <a:pt x="1522336" y="48545"/>
                  <a:pt x="1524570" y="54762"/>
                  <a:pt x="1524570" y="62865"/>
                </a:cubicBezTo>
                <a:cubicBezTo>
                  <a:pt x="1524570" y="70827"/>
                  <a:pt x="1522022" y="77289"/>
                  <a:pt x="1516922" y="82248"/>
                </a:cubicBezTo>
                <a:cubicBezTo>
                  <a:pt x="1512242" y="86788"/>
                  <a:pt x="1506550" y="89058"/>
                  <a:pt x="1499844" y="89058"/>
                </a:cubicBezTo>
                <a:cubicBezTo>
                  <a:pt x="1490484" y="89058"/>
                  <a:pt x="1482416" y="85671"/>
                  <a:pt x="1475640" y="78895"/>
                </a:cubicBezTo>
                <a:lnTo>
                  <a:pt x="1479936" y="73237"/>
                </a:lnTo>
                <a:cubicBezTo>
                  <a:pt x="1485594" y="79035"/>
                  <a:pt x="1491986" y="81934"/>
                  <a:pt x="1499110" y="81934"/>
                </a:cubicBezTo>
                <a:cubicBezTo>
                  <a:pt x="1503860" y="81934"/>
                  <a:pt x="1507842" y="80222"/>
                  <a:pt x="1511054" y="76800"/>
                </a:cubicBezTo>
                <a:cubicBezTo>
                  <a:pt x="1514338" y="73307"/>
                  <a:pt x="1515980" y="68732"/>
                  <a:pt x="1515980" y="63074"/>
                </a:cubicBezTo>
                <a:cubicBezTo>
                  <a:pt x="1515980" y="57486"/>
                  <a:pt x="1514478" y="53051"/>
                  <a:pt x="1511474" y="49768"/>
                </a:cubicBezTo>
                <a:cubicBezTo>
                  <a:pt x="1508540" y="46555"/>
                  <a:pt x="1504558" y="44948"/>
                  <a:pt x="1499530" y="44948"/>
                </a:cubicBezTo>
                <a:cubicBezTo>
                  <a:pt x="1495478" y="44948"/>
                  <a:pt x="1491148" y="46485"/>
                  <a:pt x="1486538" y="49558"/>
                </a:cubicBezTo>
                <a:lnTo>
                  <a:pt x="1481822" y="46624"/>
                </a:lnTo>
                <a:close/>
                <a:moveTo>
                  <a:pt x="1430216" y="11001"/>
                </a:moveTo>
                <a:lnTo>
                  <a:pt x="1477678" y="11001"/>
                </a:lnTo>
                <a:lnTo>
                  <a:pt x="1477678" y="16135"/>
                </a:lnTo>
                <a:cubicBezTo>
                  <a:pt x="1469158" y="27171"/>
                  <a:pt x="1463254" y="38277"/>
                  <a:pt x="1459972" y="49453"/>
                </a:cubicBezTo>
                <a:cubicBezTo>
                  <a:pt x="1457318" y="58674"/>
                  <a:pt x="1455642" y="71421"/>
                  <a:pt x="1454942" y="87696"/>
                </a:cubicBezTo>
                <a:lnTo>
                  <a:pt x="1446038" y="87696"/>
                </a:lnTo>
                <a:cubicBezTo>
                  <a:pt x="1447224" y="59966"/>
                  <a:pt x="1454488" y="36845"/>
                  <a:pt x="1467830" y="18335"/>
                </a:cubicBezTo>
                <a:lnTo>
                  <a:pt x="1430216" y="18335"/>
                </a:lnTo>
                <a:close/>
                <a:moveTo>
                  <a:pt x="1379458" y="11001"/>
                </a:moveTo>
                <a:lnTo>
                  <a:pt x="1416128" y="11001"/>
                </a:lnTo>
                <a:lnTo>
                  <a:pt x="1416128" y="18335"/>
                </a:lnTo>
                <a:lnTo>
                  <a:pt x="1387002" y="18335"/>
                </a:lnTo>
                <a:lnTo>
                  <a:pt x="1384906" y="41595"/>
                </a:lnTo>
                <a:cubicBezTo>
                  <a:pt x="1388748" y="39430"/>
                  <a:pt x="1392728" y="38347"/>
                  <a:pt x="1396850" y="38347"/>
                </a:cubicBezTo>
                <a:cubicBezTo>
                  <a:pt x="1403626" y="38347"/>
                  <a:pt x="1409038" y="40303"/>
                  <a:pt x="1413090" y="44215"/>
                </a:cubicBezTo>
                <a:cubicBezTo>
                  <a:pt x="1417560" y="48545"/>
                  <a:pt x="1419796" y="54762"/>
                  <a:pt x="1419796" y="62865"/>
                </a:cubicBezTo>
                <a:cubicBezTo>
                  <a:pt x="1419796" y="70827"/>
                  <a:pt x="1417246" y="77289"/>
                  <a:pt x="1412148" y="82248"/>
                </a:cubicBezTo>
                <a:cubicBezTo>
                  <a:pt x="1407468" y="86788"/>
                  <a:pt x="1401774" y="89058"/>
                  <a:pt x="1395068" y="89058"/>
                </a:cubicBezTo>
                <a:cubicBezTo>
                  <a:pt x="1385708" y="89058"/>
                  <a:pt x="1377642" y="85671"/>
                  <a:pt x="1370866" y="78895"/>
                </a:cubicBezTo>
                <a:lnTo>
                  <a:pt x="1375162" y="73237"/>
                </a:lnTo>
                <a:cubicBezTo>
                  <a:pt x="1380820" y="79035"/>
                  <a:pt x="1387210" y="81934"/>
                  <a:pt x="1394336" y="81934"/>
                </a:cubicBezTo>
                <a:cubicBezTo>
                  <a:pt x="1399086" y="81934"/>
                  <a:pt x="1403066" y="80222"/>
                  <a:pt x="1406280" y="76800"/>
                </a:cubicBezTo>
                <a:cubicBezTo>
                  <a:pt x="1409562" y="73307"/>
                  <a:pt x="1411204" y="68732"/>
                  <a:pt x="1411204" y="63074"/>
                </a:cubicBezTo>
                <a:cubicBezTo>
                  <a:pt x="1411204" y="57486"/>
                  <a:pt x="1409702" y="53051"/>
                  <a:pt x="1406698" y="49768"/>
                </a:cubicBezTo>
                <a:cubicBezTo>
                  <a:pt x="1403766" y="46555"/>
                  <a:pt x="1399784" y="44948"/>
                  <a:pt x="1394754" y="44948"/>
                </a:cubicBezTo>
                <a:cubicBezTo>
                  <a:pt x="1390704" y="44948"/>
                  <a:pt x="1386372" y="46485"/>
                  <a:pt x="1381762" y="49558"/>
                </a:cubicBezTo>
                <a:lnTo>
                  <a:pt x="1377048" y="46624"/>
                </a:lnTo>
                <a:close/>
                <a:moveTo>
                  <a:pt x="1288208" y="11001"/>
                </a:moveTo>
                <a:lnTo>
                  <a:pt x="1297324" y="11001"/>
                </a:lnTo>
                <a:lnTo>
                  <a:pt x="1297324" y="59512"/>
                </a:lnTo>
                <a:lnTo>
                  <a:pt x="1307800" y="59512"/>
                </a:lnTo>
                <a:lnTo>
                  <a:pt x="1307800" y="66322"/>
                </a:lnTo>
                <a:lnTo>
                  <a:pt x="1297324" y="66322"/>
                </a:lnTo>
                <a:lnTo>
                  <a:pt x="1297324" y="87696"/>
                </a:lnTo>
                <a:lnTo>
                  <a:pt x="1289256" y="87696"/>
                </a:lnTo>
                <a:lnTo>
                  <a:pt x="1289256" y="66322"/>
                </a:lnTo>
                <a:lnTo>
                  <a:pt x="1255622" y="66322"/>
                </a:lnTo>
                <a:lnTo>
                  <a:pt x="1255622" y="60769"/>
                </a:lnTo>
                <a:close/>
                <a:moveTo>
                  <a:pt x="711870" y="11001"/>
                </a:moveTo>
                <a:lnTo>
                  <a:pt x="730728" y="11001"/>
                </a:lnTo>
                <a:cubicBezTo>
                  <a:pt x="742394" y="11001"/>
                  <a:pt x="751300" y="14319"/>
                  <a:pt x="757446" y="20955"/>
                </a:cubicBezTo>
                <a:cubicBezTo>
                  <a:pt x="763524" y="27520"/>
                  <a:pt x="766562" y="36880"/>
                  <a:pt x="766562" y="49034"/>
                </a:cubicBezTo>
                <a:cubicBezTo>
                  <a:pt x="766562" y="61258"/>
                  <a:pt x="763558" y="70723"/>
                  <a:pt x="757550" y="77428"/>
                </a:cubicBezTo>
                <a:cubicBezTo>
                  <a:pt x="751404" y="84274"/>
                  <a:pt x="742568" y="87696"/>
                  <a:pt x="731042" y="87696"/>
                </a:cubicBezTo>
                <a:lnTo>
                  <a:pt x="711870" y="87696"/>
                </a:lnTo>
                <a:close/>
                <a:moveTo>
                  <a:pt x="473744" y="11001"/>
                </a:moveTo>
                <a:lnTo>
                  <a:pt x="495956" y="11001"/>
                </a:lnTo>
                <a:cubicBezTo>
                  <a:pt x="513418" y="11001"/>
                  <a:pt x="522150" y="17253"/>
                  <a:pt x="522150" y="29756"/>
                </a:cubicBezTo>
                <a:cubicBezTo>
                  <a:pt x="522150" y="38347"/>
                  <a:pt x="518344" y="43900"/>
                  <a:pt x="510730" y="46415"/>
                </a:cubicBezTo>
                <a:lnTo>
                  <a:pt x="510730" y="46834"/>
                </a:lnTo>
                <a:cubicBezTo>
                  <a:pt x="521346" y="48860"/>
                  <a:pt x="526656" y="55006"/>
                  <a:pt x="526656" y="65274"/>
                </a:cubicBezTo>
                <a:cubicBezTo>
                  <a:pt x="526656" y="72539"/>
                  <a:pt x="523966" y="78162"/>
                  <a:pt x="518588" y="82143"/>
                </a:cubicBezTo>
                <a:cubicBezTo>
                  <a:pt x="513488" y="85845"/>
                  <a:pt x="506504" y="87696"/>
                  <a:pt x="497632" y="87696"/>
                </a:cubicBezTo>
                <a:lnTo>
                  <a:pt x="473744" y="87696"/>
                </a:lnTo>
                <a:close/>
                <a:moveTo>
                  <a:pt x="1225714" y="9848"/>
                </a:moveTo>
                <a:cubicBezTo>
                  <a:pt x="1232140" y="9848"/>
                  <a:pt x="1237240" y="11734"/>
                  <a:pt x="1241012" y="15506"/>
                </a:cubicBezTo>
                <a:cubicBezTo>
                  <a:pt x="1244714" y="19208"/>
                  <a:pt x="1246564" y="24063"/>
                  <a:pt x="1246564" y="30070"/>
                </a:cubicBezTo>
                <a:cubicBezTo>
                  <a:pt x="1246564" y="37055"/>
                  <a:pt x="1243106" y="43272"/>
                  <a:pt x="1236192" y="48720"/>
                </a:cubicBezTo>
                <a:lnTo>
                  <a:pt x="1236192" y="49244"/>
                </a:lnTo>
                <a:cubicBezTo>
                  <a:pt x="1244854" y="54273"/>
                  <a:pt x="1249184" y="60979"/>
                  <a:pt x="1249184" y="69361"/>
                </a:cubicBezTo>
                <a:cubicBezTo>
                  <a:pt x="1249184" y="74949"/>
                  <a:pt x="1247018" y="79594"/>
                  <a:pt x="1242688" y="83296"/>
                </a:cubicBezTo>
                <a:cubicBezTo>
                  <a:pt x="1238218" y="87137"/>
                  <a:pt x="1232490" y="89058"/>
                  <a:pt x="1225504" y="89058"/>
                </a:cubicBezTo>
                <a:cubicBezTo>
                  <a:pt x="1218450" y="89058"/>
                  <a:pt x="1212652" y="87137"/>
                  <a:pt x="1208112" y="83296"/>
                </a:cubicBezTo>
                <a:cubicBezTo>
                  <a:pt x="1203502" y="79454"/>
                  <a:pt x="1201196" y="74564"/>
                  <a:pt x="1201196" y="68627"/>
                </a:cubicBezTo>
                <a:cubicBezTo>
                  <a:pt x="1201196" y="59617"/>
                  <a:pt x="1205946" y="52492"/>
                  <a:pt x="1215446" y="47253"/>
                </a:cubicBezTo>
                <a:lnTo>
                  <a:pt x="1215446" y="46834"/>
                </a:lnTo>
                <a:cubicBezTo>
                  <a:pt x="1208532" y="42154"/>
                  <a:pt x="1205074" y="36287"/>
                  <a:pt x="1205074" y="29232"/>
                </a:cubicBezTo>
                <a:cubicBezTo>
                  <a:pt x="1205074" y="23504"/>
                  <a:pt x="1207064" y="18824"/>
                  <a:pt x="1211046" y="15192"/>
                </a:cubicBezTo>
                <a:cubicBezTo>
                  <a:pt x="1214888" y="11630"/>
                  <a:pt x="1219778" y="9848"/>
                  <a:pt x="1225714" y="9848"/>
                </a:cubicBezTo>
                <a:close/>
                <a:moveTo>
                  <a:pt x="1866098" y="9639"/>
                </a:moveTo>
                <a:cubicBezTo>
                  <a:pt x="1874620" y="9639"/>
                  <a:pt x="1881920" y="12747"/>
                  <a:pt x="1887998" y="18964"/>
                </a:cubicBezTo>
                <a:lnTo>
                  <a:pt x="1883178" y="24622"/>
                </a:lnTo>
                <a:cubicBezTo>
                  <a:pt x="1878568" y="19732"/>
                  <a:pt x="1872944" y="17287"/>
                  <a:pt x="1866308" y="17287"/>
                </a:cubicBezTo>
                <a:cubicBezTo>
                  <a:pt x="1858346" y="17287"/>
                  <a:pt x="1852024" y="20116"/>
                  <a:pt x="1847344" y="25774"/>
                </a:cubicBezTo>
                <a:cubicBezTo>
                  <a:pt x="1842594" y="31502"/>
                  <a:pt x="1840220" y="39290"/>
                  <a:pt x="1840220" y="49139"/>
                </a:cubicBezTo>
                <a:cubicBezTo>
                  <a:pt x="1840220" y="59128"/>
                  <a:pt x="1842490" y="66986"/>
                  <a:pt x="1847030" y="72713"/>
                </a:cubicBezTo>
                <a:cubicBezTo>
                  <a:pt x="1851640" y="78511"/>
                  <a:pt x="1858066" y="81410"/>
                  <a:pt x="1866308" y="81410"/>
                </a:cubicBezTo>
                <a:cubicBezTo>
                  <a:pt x="1872664" y="81410"/>
                  <a:pt x="1877520" y="79803"/>
                  <a:pt x="1880872" y="76590"/>
                </a:cubicBezTo>
                <a:lnTo>
                  <a:pt x="1880872" y="55635"/>
                </a:lnTo>
                <a:lnTo>
                  <a:pt x="1864214" y="55635"/>
                </a:lnTo>
                <a:lnTo>
                  <a:pt x="1864214" y="48406"/>
                </a:lnTo>
                <a:lnTo>
                  <a:pt x="1888940" y="48406"/>
                </a:lnTo>
                <a:lnTo>
                  <a:pt x="1888940" y="80257"/>
                </a:lnTo>
                <a:cubicBezTo>
                  <a:pt x="1883282" y="86125"/>
                  <a:pt x="1875458" y="89058"/>
                  <a:pt x="1865470" y="89058"/>
                </a:cubicBezTo>
                <a:cubicBezTo>
                  <a:pt x="1855272" y="89058"/>
                  <a:pt x="1847066" y="85531"/>
                  <a:pt x="1840848" y="78476"/>
                </a:cubicBezTo>
                <a:cubicBezTo>
                  <a:pt x="1834492" y="71281"/>
                  <a:pt x="1831314" y="61572"/>
                  <a:pt x="1831314" y="49349"/>
                </a:cubicBezTo>
                <a:cubicBezTo>
                  <a:pt x="1831314" y="37195"/>
                  <a:pt x="1834596" y="27486"/>
                  <a:pt x="1841162" y="20221"/>
                </a:cubicBezTo>
                <a:cubicBezTo>
                  <a:pt x="1847518" y="13166"/>
                  <a:pt x="1855830" y="9639"/>
                  <a:pt x="1866098" y="9639"/>
                </a:cubicBezTo>
                <a:close/>
                <a:moveTo>
                  <a:pt x="1771888" y="9639"/>
                </a:moveTo>
                <a:cubicBezTo>
                  <a:pt x="1780828" y="9639"/>
                  <a:pt x="1788266" y="12782"/>
                  <a:pt x="1794204" y="19069"/>
                </a:cubicBezTo>
                <a:lnTo>
                  <a:pt x="1789594" y="24622"/>
                </a:lnTo>
                <a:cubicBezTo>
                  <a:pt x="1784496" y="19732"/>
                  <a:pt x="1778592" y="17287"/>
                  <a:pt x="1771888" y="17287"/>
                </a:cubicBezTo>
                <a:cubicBezTo>
                  <a:pt x="1767416" y="17287"/>
                  <a:pt x="1763820" y="18335"/>
                  <a:pt x="1761096" y="20431"/>
                </a:cubicBezTo>
                <a:cubicBezTo>
                  <a:pt x="1758372" y="22596"/>
                  <a:pt x="1757010" y="25460"/>
                  <a:pt x="1757010" y="29022"/>
                </a:cubicBezTo>
                <a:cubicBezTo>
                  <a:pt x="1757010" y="32515"/>
                  <a:pt x="1758406" y="35414"/>
                  <a:pt x="1761200" y="37719"/>
                </a:cubicBezTo>
                <a:cubicBezTo>
                  <a:pt x="1762806" y="39046"/>
                  <a:pt x="1765670" y="40582"/>
                  <a:pt x="1769792" y="42329"/>
                </a:cubicBezTo>
                <a:lnTo>
                  <a:pt x="1780898" y="47044"/>
                </a:lnTo>
                <a:cubicBezTo>
                  <a:pt x="1791516" y="51723"/>
                  <a:pt x="1796824" y="58569"/>
                  <a:pt x="1796824" y="67579"/>
                </a:cubicBezTo>
                <a:cubicBezTo>
                  <a:pt x="1796824" y="73726"/>
                  <a:pt x="1794518" y="78825"/>
                  <a:pt x="1789908" y="82877"/>
                </a:cubicBezTo>
                <a:cubicBezTo>
                  <a:pt x="1785088" y="86998"/>
                  <a:pt x="1778802" y="89058"/>
                  <a:pt x="1771050" y="89058"/>
                </a:cubicBezTo>
                <a:cubicBezTo>
                  <a:pt x="1760432" y="89058"/>
                  <a:pt x="1751562" y="85251"/>
                  <a:pt x="1744436" y="77638"/>
                </a:cubicBezTo>
                <a:lnTo>
                  <a:pt x="1749674" y="71666"/>
                </a:lnTo>
                <a:cubicBezTo>
                  <a:pt x="1755682" y="78162"/>
                  <a:pt x="1762842" y="81410"/>
                  <a:pt x="1771154" y="81410"/>
                </a:cubicBezTo>
                <a:cubicBezTo>
                  <a:pt x="1776322" y="81410"/>
                  <a:pt x="1780444" y="80187"/>
                  <a:pt x="1783518" y="77743"/>
                </a:cubicBezTo>
                <a:cubicBezTo>
                  <a:pt x="1786520" y="75368"/>
                  <a:pt x="1788022" y="72190"/>
                  <a:pt x="1788022" y="68208"/>
                </a:cubicBezTo>
                <a:cubicBezTo>
                  <a:pt x="1788022" y="64506"/>
                  <a:pt x="1786766" y="61502"/>
                  <a:pt x="1784250" y="59197"/>
                </a:cubicBezTo>
                <a:cubicBezTo>
                  <a:pt x="1782644" y="57800"/>
                  <a:pt x="1779536" y="56089"/>
                  <a:pt x="1774926" y="54063"/>
                </a:cubicBezTo>
                <a:lnTo>
                  <a:pt x="1763820" y="49139"/>
                </a:lnTo>
                <a:cubicBezTo>
                  <a:pt x="1753412" y="44669"/>
                  <a:pt x="1748208" y="38173"/>
                  <a:pt x="1748208" y="29651"/>
                </a:cubicBezTo>
                <a:cubicBezTo>
                  <a:pt x="1748208" y="23853"/>
                  <a:pt x="1750444" y="19069"/>
                  <a:pt x="1754914" y="15297"/>
                </a:cubicBezTo>
                <a:cubicBezTo>
                  <a:pt x="1759384" y="11525"/>
                  <a:pt x="1765042" y="9639"/>
                  <a:pt x="1771888" y="9639"/>
                </a:cubicBezTo>
                <a:close/>
                <a:moveTo>
                  <a:pt x="1556156" y="9639"/>
                </a:moveTo>
                <a:cubicBezTo>
                  <a:pt x="1563838" y="9639"/>
                  <a:pt x="1569916" y="12677"/>
                  <a:pt x="1574386" y="18754"/>
                </a:cubicBezTo>
                <a:cubicBezTo>
                  <a:pt x="1579206" y="25111"/>
                  <a:pt x="1581616" y="34121"/>
                  <a:pt x="1581616" y="45786"/>
                </a:cubicBezTo>
                <a:cubicBezTo>
                  <a:pt x="1581616" y="60455"/>
                  <a:pt x="1578822" y="71596"/>
                  <a:pt x="1573234" y="79209"/>
                </a:cubicBezTo>
                <a:cubicBezTo>
                  <a:pt x="1568344" y="85775"/>
                  <a:pt x="1561954" y="89058"/>
                  <a:pt x="1554060" y="89058"/>
                </a:cubicBezTo>
                <a:cubicBezTo>
                  <a:pt x="1546936" y="89058"/>
                  <a:pt x="1540928" y="86509"/>
                  <a:pt x="1536038" y="81410"/>
                </a:cubicBezTo>
                <a:lnTo>
                  <a:pt x="1540754" y="76066"/>
                </a:lnTo>
                <a:cubicBezTo>
                  <a:pt x="1544316" y="79978"/>
                  <a:pt x="1548682" y="81934"/>
                  <a:pt x="1553850" y="81934"/>
                </a:cubicBezTo>
                <a:cubicBezTo>
                  <a:pt x="1559368" y="81934"/>
                  <a:pt x="1563804" y="79489"/>
                  <a:pt x="1567158" y="74599"/>
                </a:cubicBezTo>
                <a:cubicBezTo>
                  <a:pt x="1571068" y="68942"/>
                  <a:pt x="1573198" y="60315"/>
                  <a:pt x="1573548" y="48720"/>
                </a:cubicBezTo>
                <a:cubicBezTo>
                  <a:pt x="1568240" y="55216"/>
                  <a:pt x="1562232" y="58464"/>
                  <a:pt x="1555526" y="58464"/>
                </a:cubicBezTo>
                <a:cubicBezTo>
                  <a:pt x="1549030" y="58464"/>
                  <a:pt x="1543932" y="56438"/>
                  <a:pt x="1540230" y="52387"/>
                </a:cubicBezTo>
                <a:cubicBezTo>
                  <a:pt x="1536458" y="48126"/>
                  <a:pt x="1534572" y="42119"/>
                  <a:pt x="1534572" y="34366"/>
                </a:cubicBezTo>
                <a:cubicBezTo>
                  <a:pt x="1534572" y="27171"/>
                  <a:pt x="1536702" y="21199"/>
                  <a:pt x="1540964" y="16449"/>
                </a:cubicBezTo>
                <a:cubicBezTo>
                  <a:pt x="1545084" y="11909"/>
                  <a:pt x="1550148" y="9639"/>
                  <a:pt x="1556156" y="9639"/>
                </a:cubicBezTo>
                <a:close/>
                <a:moveTo>
                  <a:pt x="194356" y="9639"/>
                </a:moveTo>
                <a:lnTo>
                  <a:pt x="198652" y="11001"/>
                </a:lnTo>
                <a:cubicBezTo>
                  <a:pt x="195160" y="34680"/>
                  <a:pt x="187826" y="53959"/>
                  <a:pt x="176650" y="68837"/>
                </a:cubicBezTo>
                <a:cubicBezTo>
                  <a:pt x="182866" y="76660"/>
                  <a:pt x="191354" y="83889"/>
                  <a:pt x="202110" y="90525"/>
                </a:cubicBezTo>
                <a:cubicBezTo>
                  <a:pt x="199944" y="92132"/>
                  <a:pt x="198304" y="94018"/>
                  <a:pt x="197186" y="96183"/>
                </a:cubicBezTo>
                <a:cubicBezTo>
                  <a:pt x="186638" y="89338"/>
                  <a:pt x="178292" y="82108"/>
                  <a:pt x="172144" y="74495"/>
                </a:cubicBezTo>
                <a:cubicBezTo>
                  <a:pt x="164112" y="83645"/>
                  <a:pt x="154682" y="90665"/>
                  <a:pt x="143856" y="95554"/>
                </a:cubicBezTo>
                <a:cubicBezTo>
                  <a:pt x="142668" y="93179"/>
                  <a:pt x="141236" y="91259"/>
                  <a:pt x="139560" y="89792"/>
                </a:cubicBezTo>
                <a:cubicBezTo>
                  <a:pt x="150246" y="85391"/>
                  <a:pt x="159712" y="78406"/>
                  <a:pt x="167954" y="68837"/>
                </a:cubicBezTo>
                <a:cubicBezTo>
                  <a:pt x="159362" y="56264"/>
                  <a:pt x="153146" y="38871"/>
                  <a:pt x="149304" y="16659"/>
                </a:cubicBezTo>
                <a:lnTo>
                  <a:pt x="145322" y="16659"/>
                </a:lnTo>
                <a:lnTo>
                  <a:pt x="145322" y="9953"/>
                </a:lnTo>
                <a:lnTo>
                  <a:pt x="193100" y="9953"/>
                </a:lnTo>
                <a:close/>
                <a:moveTo>
                  <a:pt x="1337918" y="9534"/>
                </a:moveTo>
                <a:cubicBezTo>
                  <a:pt x="1344414" y="9604"/>
                  <a:pt x="1349618" y="11280"/>
                  <a:pt x="1353530" y="14563"/>
                </a:cubicBezTo>
                <a:cubicBezTo>
                  <a:pt x="1357652" y="17986"/>
                  <a:pt x="1359712" y="22666"/>
                  <a:pt x="1359712" y="28603"/>
                </a:cubicBezTo>
                <a:cubicBezTo>
                  <a:pt x="1359712" y="37753"/>
                  <a:pt x="1355136" y="43970"/>
                  <a:pt x="1345986" y="47253"/>
                </a:cubicBezTo>
                <a:lnTo>
                  <a:pt x="1345986" y="47672"/>
                </a:lnTo>
                <a:cubicBezTo>
                  <a:pt x="1350736" y="48790"/>
                  <a:pt x="1354578" y="50990"/>
                  <a:pt x="1357512" y="54273"/>
                </a:cubicBezTo>
                <a:cubicBezTo>
                  <a:pt x="1360724" y="57835"/>
                  <a:pt x="1362332" y="62166"/>
                  <a:pt x="1362332" y="67265"/>
                </a:cubicBezTo>
                <a:cubicBezTo>
                  <a:pt x="1362332" y="73901"/>
                  <a:pt x="1359992" y="79244"/>
                  <a:pt x="1355312" y="83296"/>
                </a:cubicBezTo>
                <a:cubicBezTo>
                  <a:pt x="1350842" y="87137"/>
                  <a:pt x="1345148" y="89058"/>
                  <a:pt x="1338234" y="89058"/>
                </a:cubicBezTo>
                <a:cubicBezTo>
                  <a:pt x="1328454" y="89058"/>
                  <a:pt x="1320352" y="85566"/>
                  <a:pt x="1313926" y="78581"/>
                </a:cubicBezTo>
                <a:lnTo>
                  <a:pt x="1318326" y="73028"/>
                </a:lnTo>
                <a:cubicBezTo>
                  <a:pt x="1324124" y="78965"/>
                  <a:pt x="1330584" y="81934"/>
                  <a:pt x="1337710" y="81934"/>
                </a:cubicBezTo>
                <a:cubicBezTo>
                  <a:pt x="1342458" y="81934"/>
                  <a:pt x="1346300" y="80606"/>
                  <a:pt x="1349234" y="77952"/>
                </a:cubicBezTo>
                <a:cubicBezTo>
                  <a:pt x="1352238" y="75158"/>
                  <a:pt x="1353740" y="71526"/>
                  <a:pt x="1353740" y="67056"/>
                </a:cubicBezTo>
                <a:cubicBezTo>
                  <a:pt x="1353740" y="56438"/>
                  <a:pt x="1345638" y="51130"/>
                  <a:pt x="1329432" y="51130"/>
                </a:cubicBezTo>
                <a:lnTo>
                  <a:pt x="1329432" y="44424"/>
                </a:lnTo>
                <a:cubicBezTo>
                  <a:pt x="1343822" y="44424"/>
                  <a:pt x="1351016" y="39360"/>
                  <a:pt x="1351016" y="29232"/>
                </a:cubicBezTo>
                <a:cubicBezTo>
                  <a:pt x="1351016" y="25390"/>
                  <a:pt x="1349828" y="22317"/>
                  <a:pt x="1347454" y="20012"/>
                </a:cubicBezTo>
                <a:cubicBezTo>
                  <a:pt x="1345008" y="17707"/>
                  <a:pt x="1341726" y="16519"/>
                  <a:pt x="1337604" y="16449"/>
                </a:cubicBezTo>
                <a:cubicBezTo>
                  <a:pt x="1331806" y="16519"/>
                  <a:pt x="1326428" y="19104"/>
                  <a:pt x="1321470" y="24203"/>
                </a:cubicBezTo>
                <a:lnTo>
                  <a:pt x="1316754" y="18650"/>
                </a:lnTo>
                <a:cubicBezTo>
                  <a:pt x="1323320" y="12642"/>
                  <a:pt x="1330374" y="9604"/>
                  <a:pt x="1337918" y="9534"/>
                </a:cubicBezTo>
                <a:close/>
                <a:moveTo>
                  <a:pt x="1101660" y="4295"/>
                </a:moveTo>
                <a:lnTo>
                  <a:pt x="1110148" y="4295"/>
                </a:lnTo>
                <a:lnTo>
                  <a:pt x="1110148" y="77952"/>
                </a:lnTo>
                <a:cubicBezTo>
                  <a:pt x="1110148" y="80606"/>
                  <a:pt x="1111020" y="81934"/>
                  <a:pt x="1112766" y="81934"/>
                </a:cubicBezTo>
                <a:cubicBezTo>
                  <a:pt x="1113396" y="81934"/>
                  <a:pt x="1114058" y="81864"/>
                  <a:pt x="1114758" y="81724"/>
                </a:cubicBezTo>
                <a:lnTo>
                  <a:pt x="1116014" y="88325"/>
                </a:lnTo>
                <a:cubicBezTo>
                  <a:pt x="1114408" y="88814"/>
                  <a:pt x="1112696" y="89058"/>
                  <a:pt x="1110880" y="89058"/>
                </a:cubicBezTo>
                <a:cubicBezTo>
                  <a:pt x="1104734" y="89058"/>
                  <a:pt x="1101660" y="85147"/>
                  <a:pt x="1101660" y="77324"/>
                </a:cubicBezTo>
                <a:close/>
                <a:moveTo>
                  <a:pt x="539686" y="4295"/>
                </a:moveTo>
                <a:lnTo>
                  <a:pt x="548172" y="4295"/>
                </a:lnTo>
                <a:lnTo>
                  <a:pt x="548172" y="77952"/>
                </a:lnTo>
                <a:cubicBezTo>
                  <a:pt x="548172" y="80606"/>
                  <a:pt x="549046" y="81934"/>
                  <a:pt x="550792" y="81934"/>
                </a:cubicBezTo>
                <a:cubicBezTo>
                  <a:pt x="551420" y="81934"/>
                  <a:pt x="552084" y="81864"/>
                  <a:pt x="552782" y="81724"/>
                </a:cubicBezTo>
                <a:lnTo>
                  <a:pt x="554040" y="88325"/>
                </a:lnTo>
                <a:cubicBezTo>
                  <a:pt x="552434" y="88814"/>
                  <a:pt x="550722" y="89058"/>
                  <a:pt x="548906" y="89058"/>
                </a:cubicBezTo>
                <a:cubicBezTo>
                  <a:pt x="542758" y="89058"/>
                  <a:pt x="539686" y="85147"/>
                  <a:pt x="539686" y="77324"/>
                </a:cubicBezTo>
                <a:close/>
                <a:moveTo>
                  <a:pt x="1090374" y="2933"/>
                </a:moveTo>
                <a:cubicBezTo>
                  <a:pt x="1093586" y="2933"/>
                  <a:pt x="1096626" y="3562"/>
                  <a:pt x="1099488" y="4819"/>
                </a:cubicBezTo>
                <a:lnTo>
                  <a:pt x="1097602" y="11420"/>
                </a:lnTo>
                <a:cubicBezTo>
                  <a:pt x="1095438" y="10372"/>
                  <a:pt x="1093272" y="9848"/>
                  <a:pt x="1091106" y="9848"/>
                </a:cubicBezTo>
                <a:cubicBezTo>
                  <a:pt x="1085658" y="9848"/>
                  <a:pt x="1082934" y="13690"/>
                  <a:pt x="1082934" y="21374"/>
                </a:cubicBezTo>
                <a:lnTo>
                  <a:pt x="1082934" y="31118"/>
                </a:lnTo>
                <a:lnTo>
                  <a:pt x="1095088" y="31118"/>
                </a:lnTo>
                <a:lnTo>
                  <a:pt x="1095088" y="38138"/>
                </a:lnTo>
                <a:lnTo>
                  <a:pt x="1082934" y="38138"/>
                </a:lnTo>
                <a:lnTo>
                  <a:pt x="1082934" y="87696"/>
                </a:lnTo>
                <a:lnTo>
                  <a:pt x="1074342" y="87696"/>
                </a:lnTo>
                <a:lnTo>
                  <a:pt x="1074342" y="38138"/>
                </a:lnTo>
                <a:lnTo>
                  <a:pt x="1066590" y="38138"/>
                </a:lnTo>
                <a:lnTo>
                  <a:pt x="1066590" y="31642"/>
                </a:lnTo>
                <a:lnTo>
                  <a:pt x="1074342" y="31118"/>
                </a:lnTo>
                <a:lnTo>
                  <a:pt x="1074342" y="21269"/>
                </a:lnTo>
                <a:cubicBezTo>
                  <a:pt x="1074342" y="9045"/>
                  <a:pt x="1079686" y="2933"/>
                  <a:pt x="1090374" y="2933"/>
                </a:cubicBezTo>
                <a:close/>
                <a:moveTo>
                  <a:pt x="90524" y="1047"/>
                </a:moveTo>
                <a:lnTo>
                  <a:pt x="95134" y="7019"/>
                </a:lnTo>
                <a:cubicBezTo>
                  <a:pt x="83750" y="9674"/>
                  <a:pt x="69954" y="11665"/>
                  <a:pt x="53748" y="12992"/>
                </a:cubicBezTo>
                <a:lnTo>
                  <a:pt x="53748" y="30908"/>
                </a:lnTo>
                <a:lnTo>
                  <a:pt x="88010" y="30908"/>
                </a:lnTo>
                <a:lnTo>
                  <a:pt x="89268" y="30594"/>
                </a:lnTo>
                <a:lnTo>
                  <a:pt x="93354" y="31851"/>
                </a:lnTo>
                <a:cubicBezTo>
                  <a:pt x="90840" y="49244"/>
                  <a:pt x="85670" y="63598"/>
                  <a:pt x="77846" y="74914"/>
                </a:cubicBezTo>
                <a:cubicBezTo>
                  <a:pt x="83016" y="81829"/>
                  <a:pt x="89302" y="86928"/>
                  <a:pt x="96706" y="90211"/>
                </a:cubicBezTo>
                <a:cubicBezTo>
                  <a:pt x="94680" y="91957"/>
                  <a:pt x="93110" y="93843"/>
                  <a:pt x="91992" y="95869"/>
                </a:cubicBezTo>
                <a:cubicBezTo>
                  <a:pt x="84798" y="92097"/>
                  <a:pt x="78720" y="86893"/>
                  <a:pt x="73760" y="80257"/>
                </a:cubicBezTo>
                <a:cubicBezTo>
                  <a:pt x="68172" y="86893"/>
                  <a:pt x="61642" y="92097"/>
                  <a:pt x="54168" y="95869"/>
                </a:cubicBezTo>
                <a:cubicBezTo>
                  <a:pt x="53050" y="93773"/>
                  <a:pt x="51654" y="91887"/>
                  <a:pt x="49976" y="90211"/>
                </a:cubicBezTo>
                <a:cubicBezTo>
                  <a:pt x="57520" y="86858"/>
                  <a:pt x="64122" y="81619"/>
                  <a:pt x="69780" y="74495"/>
                </a:cubicBezTo>
                <a:cubicBezTo>
                  <a:pt x="63982" y="64785"/>
                  <a:pt x="59512" y="52387"/>
                  <a:pt x="56368" y="37299"/>
                </a:cubicBezTo>
                <a:lnTo>
                  <a:pt x="53748" y="37299"/>
                </a:lnTo>
                <a:lnTo>
                  <a:pt x="53748" y="43586"/>
                </a:lnTo>
                <a:cubicBezTo>
                  <a:pt x="53748" y="67335"/>
                  <a:pt x="50360" y="84832"/>
                  <a:pt x="43586" y="96078"/>
                </a:cubicBezTo>
                <a:cubicBezTo>
                  <a:pt x="41978" y="94472"/>
                  <a:pt x="40128" y="93179"/>
                  <a:pt x="38032" y="92202"/>
                </a:cubicBezTo>
                <a:cubicBezTo>
                  <a:pt x="44110" y="81724"/>
                  <a:pt x="47148" y="65519"/>
                  <a:pt x="47148" y="43586"/>
                </a:cubicBezTo>
                <a:lnTo>
                  <a:pt x="47148" y="7543"/>
                </a:lnTo>
                <a:cubicBezTo>
                  <a:pt x="66148" y="5867"/>
                  <a:pt x="80606" y="3702"/>
                  <a:pt x="90524" y="1047"/>
                </a:cubicBezTo>
                <a:close/>
                <a:moveTo>
                  <a:pt x="254602" y="209"/>
                </a:moveTo>
                <a:lnTo>
                  <a:pt x="261832" y="209"/>
                </a:lnTo>
                <a:lnTo>
                  <a:pt x="261832" y="12992"/>
                </a:lnTo>
                <a:lnTo>
                  <a:pt x="300284" y="12992"/>
                </a:lnTo>
                <a:lnTo>
                  <a:pt x="300284" y="19697"/>
                </a:lnTo>
                <a:lnTo>
                  <a:pt x="261832" y="19697"/>
                </a:lnTo>
                <a:lnTo>
                  <a:pt x="261832" y="46520"/>
                </a:lnTo>
                <a:lnTo>
                  <a:pt x="304580" y="46520"/>
                </a:lnTo>
                <a:lnTo>
                  <a:pt x="304580" y="53120"/>
                </a:lnTo>
                <a:lnTo>
                  <a:pt x="266862" y="53120"/>
                </a:lnTo>
                <a:cubicBezTo>
                  <a:pt x="277828" y="67859"/>
                  <a:pt x="291134" y="78651"/>
                  <a:pt x="306780" y="85496"/>
                </a:cubicBezTo>
                <a:cubicBezTo>
                  <a:pt x="305174" y="86893"/>
                  <a:pt x="303568" y="88814"/>
                  <a:pt x="301960" y="91259"/>
                </a:cubicBezTo>
                <a:cubicBezTo>
                  <a:pt x="286244" y="83505"/>
                  <a:pt x="272868" y="71910"/>
                  <a:pt x="261832" y="56473"/>
                </a:cubicBezTo>
                <a:lnTo>
                  <a:pt x="261832" y="95554"/>
                </a:lnTo>
                <a:lnTo>
                  <a:pt x="254602" y="95554"/>
                </a:lnTo>
                <a:lnTo>
                  <a:pt x="254602" y="56788"/>
                </a:lnTo>
                <a:cubicBezTo>
                  <a:pt x="243916" y="71666"/>
                  <a:pt x="230714" y="83051"/>
                  <a:pt x="214998" y="90944"/>
                </a:cubicBezTo>
                <a:cubicBezTo>
                  <a:pt x="213530" y="88709"/>
                  <a:pt x="211890" y="86788"/>
                  <a:pt x="210074" y="85182"/>
                </a:cubicBezTo>
                <a:cubicBezTo>
                  <a:pt x="225860" y="78406"/>
                  <a:pt x="239060" y="67719"/>
                  <a:pt x="249678" y="53120"/>
                </a:cubicBezTo>
                <a:lnTo>
                  <a:pt x="212168" y="53120"/>
                </a:lnTo>
                <a:lnTo>
                  <a:pt x="212168" y="46520"/>
                </a:lnTo>
                <a:lnTo>
                  <a:pt x="254602" y="46520"/>
                </a:lnTo>
                <a:lnTo>
                  <a:pt x="254602" y="19697"/>
                </a:lnTo>
                <a:lnTo>
                  <a:pt x="217198" y="19697"/>
                </a:lnTo>
                <a:lnTo>
                  <a:pt x="217198" y="12992"/>
                </a:lnTo>
                <a:lnTo>
                  <a:pt x="254602" y="12992"/>
                </a:lnTo>
                <a:close/>
                <a:moveTo>
                  <a:pt x="124052" y="104"/>
                </a:moveTo>
                <a:lnTo>
                  <a:pt x="130864" y="104"/>
                </a:lnTo>
                <a:lnTo>
                  <a:pt x="130864" y="22526"/>
                </a:lnTo>
                <a:lnTo>
                  <a:pt x="145112" y="22526"/>
                </a:lnTo>
                <a:lnTo>
                  <a:pt x="145112" y="29127"/>
                </a:lnTo>
                <a:lnTo>
                  <a:pt x="130864" y="29127"/>
                </a:lnTo>
                <a:lnTo>
                  <a:pt x="130864" y="33318"/>
                </a:lnTo>
                <a:cubicBezTo>
                  <a:pt x="134216" y="36671"/>
                  <a:pt x="140084" y="43411"/>
                  <a:pt x="148466" y="53540"/>
                </a:cubicBezTo>
                <a:lnTo>
                  <a:pt x="144064" y="59721"/>
                </a:lnTo>
                <a:cubicBezTo>
                  <a:pt x="141132" y="54972"/>
                  <a:pt x="136730" y="48860"/>
                  <a:pt x="130864" y="41386"/>
                </a:cubicBezTo>
                <a:lnTo>
                  <a:pt x="130864" y="95450"/>
                </a:lnTo>
                <a:lnTo>
                  <a:pt x="124052" y="95450"/>
                </a:lnTo>
                <a:lnTo>
                  <a:pt x="124052" y="41281"/>
                </a:lnTo>
                <a:cubicBezTo>
                  <a:pt x="119302" y="56508"/>
                  <a:pt x="113854" y="68173"/>
                  <a:pt x="107708" y="76276"/>
                </a:cubicBezTo>
                <a:cubicBezTo>
                  <a:pt x="106660" y="73831"/>
                  <a:pt x="105264" y="71596"/>
                  <a:pt x="103516" y="69570"/>
                </a:cubicBezTo>
                <a:cubicBezTo>
                  <a:pt x="111550" y="60071"/>
                  <a:pt x="117732" y="46590"/>
                  <a:pt x="122062" y="29127"/>
                </a:cubicBezTo>
                <a:lnTo>
                  <a:pt x="106346" y="29127"/>
                </a:lnTo>
                <a:lnTo>
                  <a:pt x="106346" y="22526"/>
                </a:lnTo>
                <a:lnTo>
                  <a:pt x="124052" y="22526"/>
                </a:lnTo>
                <a:close/>
                <a:moveTo>
                  <a:pt x="358958" y="0"/>
                </a:moveTo>
                <a:lnTo>
                  <a:pt x="366816" y="1152"/>
                </a:lnTo>
                <a:cubicBezTo>
                  <a:pt x="364930" y="6461"/>
                  <a:pt x="363184" y="10896"/>
                  <a:pt x="361578" y="14459"/>
                </a:cubicBezTo>
                <a:lnTo>
                  <a:pt x="399402" y="14459"/>
                </a:lnTo>
                <a:lnTo>
                  <a:pt x="399402" y="95240"/>
                </a:lnTo>
                <a:lnTo>
                  <a:pt x="392172" y="95240"/>
                </a:lnTo>
                <a:lnTo>
                  <a:pt x="392172" y="89792"/>
                </a:lnTo>
                <a:lnTo>
                  <a:pt x="335384" y="89792"/>
                </a:lnTo>
                <a:lnTo>
                  <a:pt x="335384" y="95764"/>
                </a:lnTo>
                <a:lnTo>
                  <a:pt x="328364" y="95764"/>
                </a:lnTo>
                <a:lnTo>
                  <a:pt x="328364" y="14459"/>
                </a:lnTo>
                <a:lnTo>
                  <a:pt x="354558" y="14459"/>
                </a:lnTo>
                <a:cubicBezTo>
                  <a:pt x="356304" y="9988"/>
                  <a:pt x="357770" y="5168"/>
                  <a:pt x="358958" y="0"/>
                </a:cubicBezTo>
                <a:close/>
                <a:moveTo>
                  <a:pt x="26298" y="0"/>
                </a:moveTo>
                <a:lnTo>
                  <a:pt x="32688" y="0"/>
                </a:lnTo>
                <a:lnTo>
                  <a:pt x="32688" y="29337"/>
                </a:lnTo>
                <a:lnTo>
                  <a:pt x="42224" y="29337"/>
                </a:lnTo>
                <a:lnTo>
                  <a:pt x="42224" y="35623"/>
                </a:lnTo>
                <a:lnTo>
                  <a:pt x="14354" y="35623"/>
                </a:lnTo>
                <a:lnTo>
                  <a:pt x="14354" y="43796"/>
                </a:lnTo>
                <a:cubicBezTo>
                  <a:pt x="14354" y="47078"/>
                  <a:pt x="14318" y="49558"/>
                  <a:pt x="14248" y="51235"/>
                </a:cubicBezTo>
                <a:lnTo>
                  <a:pt x="35728" y="51235"/>
                </a:lnTo>
                <a:lnTo>
                  <a:pt x="35728" y="95554"/>
                </a:lnTo>
                <a:lnTo>
                  <a:pt x="29336" y="95554"/>
                </a:lnTo>
                <a:lnTo>
                  <a:pt x="29336" y="57521"/>
                </a:lnTo>
                <a:lnTo>
                  <a:pt x="14038" y="57521"/>
                </a:lnTo>
                <a:cubicBezTo>
                  <a:pt x="13130" y="74006"/>
                  <a:pt x="10128" y="86788"/>
                  <a:pt x="5028" y="95869"/>
                </a:cubicBezTo>
                <a:cubicBezTo>
                  <a:pt x="3632" y="94332"/>
                  <a:pt x="1954" y="92935"/>
                  <a:pt x="0" y="91678"/>
                </a:cubicBezTo>
                <a:cubicBezTo>
                  <a:pt x="5238" y="81549"/>
                  <a:pt x="7858" y="65589"/>
                  <a:pt x="7858" y="43796"/>
                </a:cubicBezTo>
                <a:lnTo>
                  <a:pt x="7858" y="2305"/>
                </a:lnTo>
                <a:lnTo>
                  <a:pt x="14354" y="2305"/>
                </a:lnTo>
                <a:lnTo>
                  <a:pt x="14354" y="29337"/>
                </a:lnTo>
                <a:lnTo>
                  <a:pt x="26298" y="29337"/>
                </a:lnTo>
                <a:close/>
              </a:path>
            </a:pathLst>
          </a:custGeom>
          <a:solidFill>
            <a:srgbClr val="E6E6E6"/>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fontAlgn="base"/>
            <a:endParaRPr lang="zh-CN" altLang="en-US" sz="800">
              <a:solidFill>
                <a:srgbClr val="E6E6E6"/>
              </a:solidFill>
            </a:endParaRPr>
          </a:p>
        </p:txBody>
      </p:sp>
      <p:sp>
        <p:nvSpPr>
          <p:cNvPr id="7" name="矩形 6">
            <a:extLst>
              <a:ext uri="{FF2B5EF4-FFF2-40B4-BE49-F238E27FC236}">
                <a16:creationId xmlns:a16="http://schemas.microsoft.com/office/drawing/2014/main" id="{8289A45E-A6D0-4936-AA0B-344C6675BDAA}"/>
              </a:ext>
            </a:extLst>
          </p:cNvPr>
          <p:cNvSpPr/>
          <p:nvPr userDrawn="1"/>
        </p:nvSpPr>
        <p:spPr>
          <a:xfrm>
            <a:off x="-15098004" y="6488668"/>
            <a:ext cx="1197764" cy="369332"/>
          </a:xfrm>
          <a:prstGeom prst="rect">
            <a:avLst/>
          </a:prstGeom>
        </p:spPr>
        <p:txBody>
          <a:bodyPr wrap="none">
            <a:normAutofit/>
          </a:bodyPr>
          <a:lstStyle/>
          <a:p>
            <a:r>
              <a:rPr lang="vi-VN" altLang="vi-VN">
                <a:solidFill>
                  <a:srgbClr val="E6E6E6"/>
                </a:solidFill>
                <a:latin typeface="Noto Sans"/>
                <a:ea typeface="Noto Sans"/>
              </a:rPr>
              <a:t>61536760</a:t>
            </a:r>
            <a:endParaRPr lang="zh-CN" altLang="en-US">
              <a:solidFill>
                <a:srgbClr val="E6E6E6"/>
              </a:solidFill>
            </a:endParaRPr>
          </a:p>
        </p:txBody>
      </p:sp>
      <p:pic>
        <p:nvPicPr>
          <p:cNvPr id="9" name="图片 8">
            <a:extLst>
              <a:ext uri="{FF2B5EF4-FFF2-40B4-BE49-F238E27FC236}">
                <a16:creationId xmlns:a16="http://schemas.microsoft.com/office/drawing/2014/main" id="{97245D35-B148-4C0A-8648-52AB737CE059}"/>
              </a:ext>
            </a:extLst>
          </p:cNvPr>
          <p:cNvPicPr>
            <a:picLocks noChangeAspect="1"/>
          </p:cNvPicPr>
          <p:nvPr userDrawn="1"/>
        </p:nvPicPr>
        <p:blipFill>
          <a:blip r:embed="rId2">
            <a:extLst>
              <a:ext uri="{BEBA8EAE-BF5A-486C-A8C5-ECC9F3942E4B}">
                <a14:imgProps xmlns:a14="http://schemas.microsoft.com/office/drawing/2010/main">
                  <a14:imgLayer r:embed="rId3">
                    <a14:imgEffect>
                      <a14:saturation sat="112000"/>
                    </a14:imgEffect>
                  </a14:imgLayer>
                </a14:imgProps>
              </a:ext>
              <a:ext uri="{28A0092B-C50C-407E-A947-70E740481C1C}">
                <a14:useLocalDpi xmlns:a14="http://schemas.microsoft.com/office/drawing/2010/main" val="0"/>
              </a:ext>
            </a:extLst>
          </a:blip>
          <a:stretch>
            <a:fillRect/>
          </a:stretch>
        </p:blipFill>
        <p:spPr>
          <a:xfrm>
            <a:off x="762" y="428"/>
            <a:ext cx="12190476" cy="6857143"/>
          </a:xfrm>
          <a:prstGeom prst="rect">
            <a:avLst/>
          </a:prstGeom>
        </p:spPr>
      </p:pic>
    </p:spTree>
    <p:extLst>
      <p:ext uri="{BB962C8B-B14F-4D97-AF65-F5344CB8AC3E}">
        <p14:creationId xmlns:p14="http://schemas.microsoft.com/office/powerpoint/2010/main" val="97022481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1_空白">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F9B6907-6BBF-4117-B1BF-AABA6B18BCE6}"/>
              </a:ext>
            </a:extLst>
          </p:cNvPr>
          <p:cNvSpPr txBox="1"/>
          <p:nvPr userDrawn="1"/>
        </p:nvSpPr>
        <p:spPr>
          <a:xfrm>
            <a:off x="2378578" y="-10793573"/>
            <a:ext cx="1965874" cy="113995"/>
          </a:xfrm>
          <a:custGeom>
            <a:avLst/>
            <a:gdLst/>
            <a:ahLst/>
            <a:cxnLst/>
            <a:rect l="l" t="t" r="r" b="b"/>
            <a:pathLst>
              <a:path w="1965874" h="113994">
                <a:moveTo>
                  <a:pt x="891806" y="87487"/>
                </a:moveTo>
                <a:cubicBezTo>
                  <a:pt x="887684" y="90420"/>
                  <a:pt x="885624" y="93808"/>
                  <a:pt x="885624" y="97650"/>
                </a:cubicBezTo>
                <a:cubicBezTo>
                  <a:pt x="885624" y="100793"/>
                  <a:pt x="887126" y="103308"/>
                  <a:pt x="890130" y="105194"/>
                </a:cubicBezTo>
                <a:cubicBezTo>
                  <a:pt x="893134" y="107080"/>
                  <a:pt x="897290" y="108023"/>
                  <a:pt x="902598" y="108023"/>
                </a:cubicBezTo>
                <a:cubicBezTo>
                  <a:pt x="908046" y="108023"/>
                  <a:pt x="912586" y="106765"/>
                  <a:pt x="916218" y="104251"/>
                </a:cubicBezTo>
                <a:cubicBezTo>
                  <a:pt x="919572" y="101876"/>
                  <a:pt x="921248" y="99082"/>
                  <a:pt x="921248" y="95869"/>
                </a:cubicBezTo>
                <a:cubicBezTo>
                  <a:pt x="921248" y="90909"/>
                  <a:pt x="917302" y="88430"/>
                  <a:pt x="909408" y="88430"/>
                </a:cubicBezTo>
                <a:lnTo>
                  <a:pt x="899036" y="88430"/>
                </a:lnTo>
                <a:cubicBezTo>
                  <a:pt x="896870" y="88430"/>
                  <a:pt x="894460" y="88115"/>
                  <a:pt x="891806" y="87487"/>
                </a:cubicBezTo>
                <a:close/>
                <a:moveTo>
                  <a:pt x="429472" y="75438"/>
                </a:moveTo>
                <a:cubicBezTo>
                  <a:pt x="431288" y="75438"/>
                  <a:pt x="432824" y="76066"/>
                  <a:pt x="434082" y="77324"/>
                </a:cubicBezTo>
                <a:cubicBezTo>
                  <a:pt x="435340" y="78651"/>
                  <a:pt x="435968" y="80327"/>
                  <a:pt x="435968" y="82353"/>
                </a:cubicBezTo>
                <a:cubicBezTo>
                  <a:pt x="435968" y="84309"/>
                  <a:pt x="435340" y="85915"/>
                  <a:pt x="434082" y="87172"/>
                </a:cubicBezTo>
                <a:cubicBezTo>
                  <a:pt x="432824" y="88430"/>
                  <a:pt x="431288" y="89058"/>
                  <a:pt x="429472" y="89058"/>
                </a:cubicBezTo>
                <a:cubicBezTo>
                  <a:pt x="427726" y="89058"/>
                  <a:pt x="426224" y="88430"/>
                  <a:pt x="424966" y="87172"/>
                </a:cubicBezTo>
                <a:cubicBezTo>
                  <a:pt x="423710" y="85915"/>
                  <a:pt x="423080" y="84309"/>
                  <a:pt x="423080" y="82353"/>
                </a:cubicBezTo>
                <a:cubicBezTo>
                  <a:pt x="423080" y="80327"/>
                  <a:pt x="423710" y="78651"/>
                  <a:pt x="424966" y="77324"/>
                </a:cubicBezTo>
                <a:cubicBezTo>
                  <a:pt x="426224" y="76066"/>
                  <a:pt x="427726" y="75438"/>
                  <a:pt x="429472" y="75438"/>
                </a:cubicBezTo>
                <a:close/>
                <a:moveTo>
                  <a:pt x="335384" y="66846"/>
                </a:moveTo>
                <a:lnTo>
                  <a:pt x="335384" y="83191"/>
                </a:lnTo>
                <a:lnTo>
                  <a:pt x="392172" y="83191"/>
                </a:lnTo>
                <a:lnTo>
                  <a:pt x="392172" y="66846"/>
                </a:lnTo>
                <a:close/>
                <a:moveTo>
                  <a:pt x="856868" y="57731"/>
                </a:moveTo>
                <a:cubicBezTo>
                  <a:pt x="847158" y="58848"/>
                  <a:pt x="840174" y="60629"/>
                  <a:pt x="835914" y="63074"/>
                </a:cubicBezTo>
                <a:cubicBezTo>
                  <a:pt x="832002" y="65449"/>
                  <a:pt x="830046" y="68627"/>
                  <a:pt x="830046" y="72609"/>
                </a:cubicBezTo>
                <a:cubicBezTo>
                  <a:pt x="830046" y="78965"/>
                  <a:pt x="833538" y="82143"/>
                  <a:pt x="840524" y="82143"/>
                </a:cubicBezTo>
                <a:cubicBezTo>
                  <a:pt x="845552" y="82143"/>
                  <a:pt x="851000" y="79524"/>
                  <a:pt x="856868" y="74285"/>
                </a:cubicBezTo>
                <a:close/>
                <a:moveTo>
                  <a:pt x="482440" y="50606"/>
                </a:moveTo>
                <a:lnTo>
                  <a:pt x="482440" y="80781"/>
                </a:lnTo>
                <a:lnTo>
                  <a:pt x="496270" y="80781"/>
                </a:lnTo>
                <a:cubicBezTo>
                  <a:pt x="510870" y="80781"/>
                  <a:pt x="518168" y="75507"/>
                  <a:pt x="518168" y="64960"/>
                </a:cubicBezTo>
                <a:cubicBezTo>
                  <a:pt x="518168" y="55391"/>
                  <a:pt x="510870" y="50606"/>
                  <a:pt x="496270" y="50606"/>
                </a:cubicBezTo>
                <a:close/>
                <a:moveTo>
                  <a:pt x="1220056" y="49977"/>
                </a:moveTo>
                <a:cubicBezTo>
                  <a:pt x="1212652" y="54657"/>
                  <a:pt x="1208950" y="60664"/>
                  <a:pt x="1208950" y="67999"/>
                </a:cubicBezTo>
                <a:cubicBezTo>
                  <a:pt x="1208950" y="72190"/>
                  <a:pt x="1210522" y="75682"/>
                  <a:pt x="1213666" y="78476"/>
                </a:cubicBezTo>
                <a:cubicBezTo>
                  <a:pt x="1216878" y="81270"/>
                  <a:pt x="1220860" y="82667"/>
                  <a:pt x="1225610" y="82667"/>
                </a:cubicBezTo>
                <a:cubicBezTo>
                  <a:pt x="1230150" y="82667"/>
                  <a:pt x="1233886" y="81375"/>
                  <a:pt x="1236820" y="78790"/>
                </a:cubicBezTo>
                <a:cubicBezTo>
                  <a:pt x="1239614" y="76276"/>
                  <a:pt x="1241012" y="73063"/>
                  <a:pt x="1241012" y="69151"/>
                </a:cubicBezTo>
                <a:cubicBezTo>
                  <a:pt x="1241012" y="64401"/>
                  <a:pt x="1238916" y="60420"/>
                  <a:pt x="1234724" y="57207"/>
                </a:cubicBezTo>
                <a:cubicBezTo>
                  <a:pt x="1232140" y="55321"/>
                  <a:pt x="1227250" y="52911"/>
                  <a:pt x="1220056" y="49977"/>
                </a:cubicBezTo>
                <a:close/>
                <a:moveTo>
                  <a:pt x="335384" y="44215"/>
                </a:moveTo>
                <a:lnTo>
                  <a:pt x="335384" y="60350"/>
                </a:lnTo>
                <a:lnTo>
                  <a:pt x="392172" y="60350"/>
                </a:lnTo>
                <a:lnTo>
                  <a:pt x="392172" y="44215"/>
                </a:lnTo>
                <a:close/>
                <a:moveTo>
                  <a:pt x="62130" y="37299"/>
                </a:moveTo>
                <a:cubicBezTo>
                  <a:pt x="64786" y="49942"/>
                  <a:pt x="68662" y="60490"/>
                  <a:pt x="73760" y="68942"/>
                </a:cubicBezTo>
                <a:cubicBezTo>
                  <a:pt x="79558" y="60071"/>
                  <a:pt x="83644" y="49523"/>
                  <a:pt x="86020" y="37299"/>
                </a:cubicBezTo>
                <a:close/>
                <a:moveTo>
                  <a:pt x="961320" y="36880"/>
                </a:moveTo>
                <a:cubicBezTo>
                  <a:pt x="956220" y="36880"/>
                  <a:pt x="952100" y="38976"/>
                  <a:pt x="948956" y="43167"/>
                </a:cubicBezTo>
                <a:cubicBezTo>
                  <a:pt x="945742" y="47288"/>
                  <a:pt x="944136" y="52736"/>
                  <a:pt x="944136" y="59512"/>
                </a:cubicBezTo>
                <a:cubicBezTo>
                  <a:pt x="944136" y="66217"/>
                  <a:pt x="945742" y="71631"/>
                  <a:pt x="948956" y="75752"/>
                </a:cubicBezTo>
                <a:cubicBezTo>
                  <a:pt x="952100" y="79873"/>
                  <a:pt x="956220" y="81934"/>
                  <a:pt x="961320" y="81934"/>
                </a:cubicBezTo>
                <a:cubicBezTo>
                  <a:pt x="966418" y="81934"/>
                  <a:pt x="970574" y="79873"/>
                  <a:pt x="973788" y="75752"/>
                </a:cubicBezTo>
                <a:cubicBezTo>
                  <a:pt x="977000" y="71631"/>
                  <a:pt x="978608" y="66217"/>
                  <a:pt x="978608" y="59512"/>
                </a:cubicBezTo>
                <a:cubicBezTo>
                  <a:pt x="978608" y="52806"/>
                  <a:pt x="977000" y="47358"/>
                  <a:pt x="973788" y="43167"/>
                </a:cubicBezTo>
                <a:cubicBezTo>
                  <a:pt x="970574" y="38976"/>
                  <a:pt x="966418" y="36880"/>
                  <a:pt x="961320" y="36880"/>
                </a:cubicBezTo>
                <a:close/>
                <a:moveTo>
                  <a:pt x="655890" y="36566"/>
                </a:moveTo>
                <a:cubicBezTo>
                  <a:pt x="651560" y="36566"/>
                  <a:pt x="647822" y="38173"/>
                  <a:pt x="644680" y="41386"/>
                </a:cubicBezTo>
                <a:cubicBezTo>
                  <a:pt x="641396" y="44808"/>
                  <a:pt x="639476" y="49384"/>
                  <a:pt x="638918" y="55111"/>
                </a:cubicBezTo>
                <a:lnTo>
                  <a:pt x="670560" y="55111"/>
                </a:lnTo>
                <a:cubicBezTo>
                  <a:pt x="670560" y="42748"/>
                  <a:pt x="665670" y="36566"/>
                  <a:pt x="655890" y="36566"/>
                </a:cubicBezTo>
                <a:close/>
                <a:moveTo>
                  <a:pt x="901236" y="36042"/>
                </a:moveTo>
                <a:cubicBezTo>
                  <a:pt x="897604" y="36042"/>
                  <a:pt x="894600" y="37265"/>
                  <a:pt x="892224" y="39709"/>
                </a:cubicBezTo>
                <a:cubicBezTo>
                  <a:pt x="889780" y="42224"/>
                  <a:pt x="888558" y="45612"/>
                  <a:pt x="888558" y="49872"/>
                </a:cubicBezTo>
                <a:cubicBezTo>
                  <a:pt x="888558" y="53994"/>
                  <a:pt x="889816" y="57381"/>
                  <a:pt x="892330" y="60036"/>
                </a:cubicBezTo>
                <a:cubicBezTo>
                  <a:pt x="894774" y="62620"/>
                  <a:pt x="897744" y="63912"/>
                  <a:pt x="901236" y="63912"/>
                </a:cubicBezTo>
                <a:cubicBezTo>
                  <a:pt x="904728" y="63912"/>
                  <a:pt x="907696" y="62620"/>
                  <a:pt x="910142" y="60036"/>
                </a:cubicBezTo>
                <a:cubicBezTo>
                  <a:pt x="912656" y="57381"/>
                  <a:pt x="913914" y="53994"/>
                  <a:pt x="913914" y="49872"/>
                </a:cubicBezTo>
                <a:cubicBezTo>
                  <a:pt x="913914" y="45681"/>
                  <a:pt x="912656" y="42294"/>
                  <a:pt x="910142" y="39709"/>
                </a:cubicBezTo>
                <a:cubicBezTo>
                  <a:pt x="907766" y="37265"/>
                  <a:pt x="904798" y="36042"/>
                  <a:pt x="901236" y="36042"/>
                </a:cubicBezTo>
                <a:close/>
                <a:moveTo>
                  <a:pt x="429472" y="32689"/>
                </a:moveTo>
                <a:cubicBezTo>
                  <a:pt x="431288" y="32689"/>
                  <a:pt x="432824" y="33318"/>
                  <a:pt x="434082" y="34575"/>
                </a:cubicBezTo>
                <a:cubicBezTo>
                  <a:pt x="435340" y="35902"/>
                  <a:pt x="435968" y="37579"/>
                  <a:pt x="435968" y="39605"/>
                </a:cubicBezTo>
                <a:cubicBezTo>
                  <a:pt x="435968" y="41560"/>
                  <a:pt x="435340" y="43167"/>
                  <a:pt x="434082" y="44424"/>
                </a:cubicBezTo>
                <a:cubicBezTo>
                  <a:pt x="432824" y="45681"/>
                  <a:pt x="431288" y="46310"/>
                  <a:pt x="429472" y="46310"/>
                </a:cubicBezTo>
                <a:cubicBezTo>
                  <a:pt x="427726" y="46310"/>
                  <a:pt x="426224" y="45681"/>
                  <a:pt x="424966" y="44424"/>
                </a:cubicBezTo>
                <a:cubicBezTo>
                  <a:pt x="423710" y="43167"/>
                  <a:pt x="423080" y="41560"/>
                  <a:pt x="423080" y="39605"/>
                </a:cubicBezTo>
                <a:cubicBezTo>
                  <a:pt x="423080" y="37579"/>
                  <a:pt x="423710" y="35902"/>
                  <a:pt x="424966" y="34575"/>
                </a:cubicBezTo>
                <a:cubicBezTo>
                  <a:pt x="426224" y="33318"/>
                  <a:pt x="427726" y="32689"/>
                  <a:pt x="429472" y="32689"/>
                </a:cubicBezTo>
                <a:close/>
                <a:moveTo>
                  <a:pt x="1121644" y="31118"/>
                </a:moveTo>
                <a:lnTo>
                  <a:pt x="1130550" y="31118"/>
                </a:lnTo>
                <a:lnTo>
                  <a:pt x="1142600" y="63493"/>
                </a:lnTo>
                <a:lnTo>
                  <a:pt x="1148258" y="79419"/>
                </a:lnTo>
                <a:lnTo>
                  <a:pt x="1148780" y="79419"/>
                </a:lnTo>
                <a:cubicBezTo>
                  <a:pt x="1149130" y="78371"/>
                  <a:pt x="1149934" y="75682"/>
                  <a:pt x="1151190" y="71351"/>
                </a:cubicBezTo>
                <a:cubicBezTo>
                  <a:pt x="1152168" y="67999"/>
                  <a:pt x="1152972" y="65379"/>
                  <a:pt x="1153600" y="63493"/>
                </a:cubicBezTo>
                <a:lnTo>
                  <a:pt x="1164182" y="31118"/>
                </a:lnTo>
                <a:lnTo>
                  <a:pt x="1172564" y="31118"/>
                </a:lnTo>
                <a:lnTo>
                  <a:pt x="1150982" y="92935"/>
                </a:lnTo>
                <a:cubicBezTo>
                  <a:pt x="1146440" y="105927"/>
                  <a:pt x="1139560" y="112423"/>
                  <a:pt x="1130340" y="112423"/>
                </a:cubicBezTo>
                <a:cubicBezTo>
                  <a:pt x="1127896" y="112423"/>
                  <a:pt x="1125730" y="112039"/>
                  <a:pt x="1123844" y="111271"/>
                </a:cubicBezTo>
                <a:lnTo>
                  <a:pt x="1125626" y="104355"/>
                </a:lnTo>
                <a:cubicBezTo>
                  <a:pt x="1127162" y="104914"/>
                  <a:pt x="1128630" y="105194"/>
                  <a:pt x="1130026" y="105194"/>
                </a:cubicBezTo>
                <a:cubicBezTo>
                  <a:pt x="1135894" y="105194"/>
                  <a:pt x="1140294" y="100933"/>
                  <a:pt x="1143228" y="92411"/>
                </a:cubicBezTo>
                <a:lnTo>
                  <a:pt x="1144486" y="88011"/>
                </a:lnTo>
                <a:close/>
                <a:moveTo>
                  <a:pt x="567422" y="31118"/>
                </a:moveTo>
                <a:lnTo>
                  <a:pt x="575910" y="31118"/>
                </a:lnTo>
                <a:lnTo>
                  <a:pt x="575910" y="66008"/>
                </a:lnTo>
                <a:cubicBezTo>
                  <a:pt x="575910" y="71456"/>
                  <a:pt x="576782" y="75403"/>
                  <a:pt x="578528" y="77847"/>
                </a:cubicBezTo>
                <a:cubicBezTo>
                  <a:pt x="580274" y="80362"/>
                  <a:pt x="583138" y="81619"/>
                  <a:pt x="587120" y="81619"/>
                </a:cubicBezTo>
                <a:cubicBezTo>
                  <a:pt x="592290" y="81619"/>
                  <a:pt x="597598" y="78301"/>
                  <a:pt x="603046" y="71666"/>
                </a:cubicBezTo>
                <a:lnTo>
                  <a:pt x="603046" y="31118"/>
                </a:lnTo>
                <a:lnTo>
                  <a:pt x="611532" y="31118"/>
                </a:lnTo>
                <a:lnTo>
                  <a:pt x="611532" y="87696"/>
                </a:lnTo>
                <a:lnTo>
                  <a:pt x="604512" y="87696"/>
                </a:lnTo>
                <a:lnTo>
                  <a:pt x="603780" y="78686"/>
                </a:lnTo>
                <a:lnTo>
                  <a:pt x="603466" y="78686"/>
                </a:lnTo>
                <a:cubicBezTo>
                  <a:pt x="597458" y="85601"/>
                  <a:pt x="591172" y="89058"/>
                  <a:pt x="584606" y="89058"/>
                </a:cubicBezTo>
                <a:cubicBezTo>
                  <a:pt x="573150" y="89058"/>
                  <a:pt x="567422" y="81724"/>
                  <a:pt x="567422" y="67056"/>
                </a:cubicBezTo>
                <a:close/>
                <a:moveTo>
                  <a:pt x="1033548" y="29651"/>
                </a:moveTo>
                <a:cubicBezTo>
                  <a:pt x="1045072" y="29651"/>
                  <a:pt x="1050836" y="37020"/>
                  <a:pt x="1050836" y="51758"/>
                </a:cubicBezTo>
                <a:lnTo>
                  <a:pt x="1050836" y="87696"/>
                </a:lnTo>
                <a:lnTo>
                  <a:pt x="1042244" y="87696"/>
                </a:lnTo>
                <a:lnTo>
                  <a:pt x="1042244" y="52806"/>
                </a:lnTo>
                <a:cubicBezTo>
                  <a:pt x="1042244" y="42329"/>
                  <a:pt x="1038506" y="37090"/>
                  <a:pt x="1031032" y="37090"/>
                </a:cubicBezTo>
                <a:cubicBezTo>
                  <a:pt x="1026214" y="37090"/>
                  <a:pt x="1020834" y="40163"/>
                  <a:pt x="1014898" y="46310"/>
                </a:cubicBezTo>
                <a:lnTo>
                  <a:pt x="1014898" y="87696"/>
                </a:lnTo>
                <a:lnTo>
                  <a:pt x="1006410" y="87696"/>
                </a:lnTo>
                <a:lnTo>
                  <a:pt x="1006410" y="31118"/>
                </a:lnTo>
                <a:lnTo>
                  <a:pt x="1013326" y="31118"/>
                </a:lnTo>
                <a:lnTo>
                  <a:pt x="1014164" y="39395"/>
                </a:lnTo>
                <a:lnTo>
                  <a:pt x="1014478" y="39395"/>
                </a:lnTo>
                <a:cubicBezTo>
                  <a:pt x="1021114" y="32899"/>
                  <a:pt x="1027470" y="29651"/>
                  <a:pt x="1033548" y="29651"/>
                </a:cubicBezTo>
                <a:close/>
                <a:moveTo>
                  <a:pt x="961320" y="29651"/>
                </a:moveTo>
                <a:cubicBezTo>
                  <a:pt x="968584" y="29651"/>
                  <a:pt x="974660" y="32270"/>
                  <a:pt x="979550" y="37509"/>
                </a:cubicBezTo>
                <a:cubicBezTo>
                  <a:pt x="984788" y="43027"/>
                  <a:pt x="987408" y="50361"/>
                  <a:pt x="987408" y="59512"/>
                </a:cubicBezTo>
                <a:cubicBezTo>
                  <a:pt x="987408" y="68522"/>
                  <a:pt x="984788" y="75787"/>
                  <a:pt x="979550" y="81305"/>
                </a:cubicBezTo>
                <a:cubicBezTo>
                  <a:pt x="974660" y="86474"/>
                  <a:pt x="968584" y="89058"/>
                  <a:pt x="961320" y="89058"/>
                </a:cubicBezTo>
                <a:cubicBezTo>
                  <a:pt x="954124" y="89058"/>
                  <a:pt x="948082" y="86474"/>
                  <a:pt x="943194" y="81305"/>
                </a:cubicBezTo>
                <a:cubicBezTo>
                  <a:pt x="937954" y="75787"/>
                  <a:pt x="935334" y="68522"/>
                  <a:pt x="935334" y="59512"/>
                </a:cubicBezTo>
                <a:cubicBezTo>
                  <a:pt x="935334" y="50361"/>
                  <a:pt x="937954" y="43027"/>
                  <a:pt x="943194" y="37509"/>
                </a:cubicBezTo>
                <a:cubicBezTo>
                  <a:pt x="948012" y="32270"/>
                  <a:pt x="954054" y="29651"/>
                  <a:pt x="961320" y="29651"/>
                </a:cubicBezTo>
                <a:close/>
                <a:moveTo>
                  <a:pt x="901236" y="29651"/>
                </a:moveTo>
                <a:cubicBezTo>
                  <a:pt x="903820" y="29651"/>
                  <a:pt x="906440" y="30140"/>
                  <a:pt x="909094" y="31118"/>
                </a:cubicBezTo>
                <a:lnTo>
                  <a:pt x="928686" y="31118"/>
                </a:lnTo>
                <a:lnTo>
                  <a:pt x="928686" y="37719"/>
                </a:lnTo>
                <a:lnTo>
                  <a:pt x="916742" y="37719"/>
                </a:lnTo>
                <a:cubicBezTo>
                  <a:pt x="920026" y="40862"/>
                  <a:pt x="921666" y="44948"/>
                  <a:pt x="921666" y="49977"/>
                </a:cubicBezTo>
                <a:cubicBezTo>
                  <a:pt x="921666" y="55914"/>
                  <a:pt x="919676" y="60734"/>
                  <a:pt x="915694" y="64436"/>
                </a:cubicBezTo>
                <a:cubicBezTo>
                  <a:pt x="911852" y="67999"/>
                  <a:pt x="907034" y="69780"/>
                  <a:pt x="901236" y="69780"/>
                </a:cubicBezTo>
                <a:cubicBezTo>
                  <a:pt x="898092" y="69780"/>
                  <a:pt x="895194" y="69081"/>
                  <a:pt x="892540" y="67684"/>
                </a:cubicBezTo>
                <a:cubicBezTo>
                  <a:pt x="890024" y="69850"/>
                  <a:pt x="888768" y="72224"/>
                  <a:pt x="888768" y="74809"/>
                </a:cubicBezTo>
                <a:cubicBezTo>
                  <a:pt x="888768" y="79070"/>
                  <a:pt x="892120" y="81200"/>
                  <a:pt x="898826" y="81200"/>
                </a:cubicBezTo>
                <a:lnTo>
                  <a:pt x="910142" y="81200"/>
                </a:lnTo>
                <a:cubicBezTo>
                  <a:pt x="923134" y="81200"/>
                  <a:pt x="929630" y="85671"/>
                  <a:pt x="929630" y="94611"/>
                </a:cubicBezTo>
                <a:cubicBezTo>
                  <a:pt x="929630" y="99920"/>
                  <a:pt x="927080" y="104425"/>
                  <a:pt x="921982" y="108127"/>
                </a:cubicBezTo>
                <a:cubicBezTo>
                  <a:pt x="916602" y="112039"/>
                  <a:pt x="909758" y="113995"/>
                  <a:pt x="901446" y="113995"/>
                </a:cubicBezTo>
                <a:cubicBezTo>
                  <a:pt x="894390" y="113995"/>
                  <a:pt x="888768" y="112668"/>
                  <a:pt x="884576" y="110013"/>
                </a:cubicBezTo>
                <a:cubicBezTo>
                  <a:pt x="880246" y="107289"/>
                  <a:pt x="878080" y="103517"/>
                  <a:pt x="878080" y="98698"/>
                </a:cubicBezTo>
                <a:cubicBezTo>
                  <a:pt x="878080" y="93738"/>
                  <a:pt x="880874" y="89408"/>
                  <a:pt x="886462" y="85706"/>
                </a:cubicBezTo>
                <a:lnTo>
                  <a:pt x="886462" y="85286"/>
                </a:lnTo>
                <a:cubicBezTo>
                  <a:pt x="883040" y="83191"/>
                  <a:pt x="881328" y="80083"/>
                  <a:pt x="881328" y="75961"/>
                </a:cubicBezTo>
                <a:cubicBezTo>
                  <a:pt x="881328" y="72050"/>
                  <a:pt x="883424" y="68557"/>
                  <a:pt x="887614" y="65484"/>
                </a:cubicBezTo>
                <a:lnTo>
                  <a:pt x="887614" y="65065"/>
                </a:lnTo>
                <a:cubicBezTo>
                  <a:pt x="882726" y="61153"/>
                  <a:pt x="880280" y="56089"/>
                  <a:pt x="880280" y="49872"/>
                </a:cubicBezTo>
                <a:cubicBezTo>
                  <a:pt x="880280" y="43865"/>
                  <a:pt x="882342" y="38976"/>
                  <a:pt x="886462" y="35204"/>
                </a:cubicBezTo>
                <a:cubicBezTo>
                  <a:pt x="890444" y="31502"/>
                  <a:pt x="895368" y="29651"/>
                  <a:pt x="901236" y="29651"/>
                </a:cubicBezTo>
                <a:close/>
                <a:moveTo>
                  <a:pt x="846182" y="29651"/>
                </a:moveTo>
                <a:cubicBezTo>
                  <a:pt x="858964" y="29651"/>
                  <a:pt x="865354" y="37299"/>
                  <a:pt x="865354" y="52597"/>
                </a:cubicBezTo>
                <a:lnTo>
                  <a:pt x="865354" y="87696"/>
                </a:lnTo>
                <a:lnTo>
                  <a:pt x="858334" y="87696"/>
                </a:lnTo>
                <a:lnTo>
                  <a:pt x="857602" y="80781"/>
                </a:lnTo>
                <a:lnTo>
                  <a:pt x="857288" y="80781"/>
                </a:lnTo>
                <a:cubicBezTo>
                  <a:pt x="850792" y="86299"/>
                  <a:pt x="844434" y="89058"/>
                  <a:pt x="838218" y="89058"/>
                </a:cubicBezTo>
                <a:cubicBezTo>
                  <a:pt x="833398" y="89058"/>
                  <a:pt x="829486" y="87696"/>
                  <a:pt x="826484" y="84972"/>
                </a:cubicBezTo>
                <a:cubicBezTo>
                  <a:pt x="823340" y="82038"/>
                  <a:pt x="821768" y="78092"/>
                  <a:pt x="821768" y="73133"/>
                </a:cubicBezTo>
                <a:cubicBezTo>
                  <a:pt x="821768" y="66986"/>
                  <a:pt x="824598" y="62236"/>
                  <a:pt x="830256" y="58883"/>
                </a:cubicBezTo>
                <a:cubicBezTo>
                  <a:pt x="835704" y="55670"/>
                  <a:pt x="844574" y="53365"/>
                  <a:pt x="856868" y="51968"/>
                </a:cubicBezTo>
                <a:cubicBezTo>
                  <a:pt x="857008" y="41840"/>
                  <a:pt x="852992" y="36776"/>
                  <a:pt x="844818" y="36776"/>
                </a:cubicBezTo>
                <a:cubicBezTo>
                  <a:pt x="839300" y="36776"/>
                  <a:pt x="833574" y="38871"/>
                  <a:pt x="827636" y="43062"/>
                </a:cubicBezTo>
                <a:lnTo>
                  <a:pt x="824178" y="37090"/>
                </a:lnTo>
                <a:cubicBezTo>
                  <a:pt x="831722" y="32131"/>
                  <a:pt x="839056" y="29651"/>
                  <a:pt x="846182" y="29651"/>
                </a:cubicBezTo>
                <a:close/>
                <a:moveTo>
                  <a:pt x="811434" y="29651"/>
                </a:moveTo>
                <a:cubicBezTo>
                  <a:pt x="813738" y="29651"/>
                  <a:pt x="815730" y="30070"/>
                  <a:pt x="817406" y="30908"/>
                </a:cubicBezTo>
                <a:lnTo>
                  <a:pt x="815730" y="38347"/>
                </a:lnTo>
                <a:cubicBezTo>
                  <a:pt x="813844" y="37719"/>
                  <a:pt x="812062" y="37404"/>
                  <a:pt x="810386" y="37404"/>
                </a:cubicBezTo>
                <a:cubicBezTo>
                  <a:pt x="804170" y="37404"/>
                  <a:pt x="799314" y="41875"/>
                  <a:pt x="795822" y="50815"/>
                </a:cubicBezTo>
                <a:lnTo>
                  <a:pt x="795822" y="87696"/>
                </a:lnTo>
                <a:lnTo>
                  <a:pt x="787336" y="87696"/>
                </a:lnTo>
                <a:lnTo>
                  <a:pt x="787336" y="31118"/>
                </a:lnTo>
                <a:lnTo>
                  <a:pt x="794250" y="31118"/>
                </a:lnTo>
                <a:lnTo>
                  <a:pt x="795090" y="41490"/>
                </a:lnTo>
                <a:lnTo>
                  <a:pt x="795404" y="41490"/>
                </a:lnTo>
                <a:cubicBezTo>
                  <a:pt x="799664" y="33597"/>
                  <a:pt x="805008" y="29651"/>
                  <a:pt x="811434" y="29651"/>
                </a:cubicBezTo>
                <a:close/>
                <a:moveTo>
                  <a:pt x="655786" y="29651"/>
                </a:moveTo>
                <a:cubicBezTo>
                  <a:pt x="662840" y="29651"/>
                  <a:pt x="668324" y="32026"/>
                  <a:pt x="672236" y="36776"/>
                </a:cubicBezTo>
                <a:cubicBezTo>
                  <a:pt x="676148" y="41456"/>
                  <a:pt x="678102" y="47917"/>
                  <a:pt x="678102" y="56159"/>
                </a:cubicBezTo>
                <a:cubicBezTo>
                  <a:pt x="678102" y="58394"/>
                  <a:pt x="677964" y="60105"/>
                  <a:pt x="677684" y="61293"/>
                </a:cubicBezTo>
                <a:lnTo>
                  <a:pt x="639022" y="61293"/>
                </a:lnTo>
                <a:cubicBezTo>
                  <a:pt x="639302" y="67579"/>
                  <a:pt x="641188" y="72644"/>
                  <a:pt x="644680" y="76485"/>
                </a:cubicBezTo>
                <a:cubicBezTo>
                  <a:pt x="648172" y="80327"/>
                  <a:pt x="652748" y="82248"/>
                  <a:pt x="658406" y="82248"/>
                </a:cubicBezTo>
                <a:cubicBezTo>
                  <a:pt x="663434" y="82248"/>
                  <a:pt x="668220" y="80711"/>
                  <a:pt x="672760" y="77638"/>
                </a:cubicBezTo>
                <a:lnTo>
                  <a:pt x="675902" y="83296"/>
                </a:lnTo>
                <a:cubicBezTo>
                  <a:pt x="669896" y="87137"/>
                  <a:pt x="663714" y="89058"/>
                  <a:pt x="657358" y="89058"/>
                </a:cubicBezTo>
                <a:cubicBezTo>
                  <a:pt x="649674" y="89058"/>
                  <a:pt x="643352" y="86439"/>
                  <a:pt x="638394" y="81200"/>
                </a:cubicBezTo>
                <a:cubicBezTo>
                  <a:pt x="633154" y="75752"/>
                  <a:pt x="630536" y="68522"/>
                  <a:pt x="630536" y="59512"/>
                </a:cubicBezTo>
                <a:cubicBezTo>
                  <a:pt x="630536" y="50641"/>
                  <a:pt x="633120" y="43341"/>
                  <a:pt x="638288" y="37614"/>
                </a:cubicBezTo>
                <a:cubicBezTo>
                  <a:pt x="643178" y="32305"/>
                  <a:pt x="649010" y="29651"/>
                  <a:pt x="655786" y="29651"/>
                </a:cubicBezTo>
                <a:close/>
                <a:moveTo>
                  <a:pt x="231970" y="22526"/>
                </a:moveTo>
                <a:cubicBezTo>
                  <a:pt x="237140" y="29791"/>
                  <a:pt x="240528" y="36391"/>
                  <a:pt x="242134" y="42329"/>
                </a:cubicBezTo>
                <a:lnTo>
                  <a:pt x="235638" y="44948"/>
                </a:lnTo>
                <a:cubicBezTo>
                  <a:pt x="233892" y="38662"/>
                  <a:pt x="230678" y="31956"/>
                  <a:pt x="225998" y="24831"/>
                </a:cubicBezTo>
                <a:close/>
                <a:moveTo>
                  <a:pt x="285406" y="22002"/>
                </a:moveTo>
                <a:lnTo>
                  <a:pt x="292636" y="24412"/>
                </a:lnTo>
                <a:cubicBezTo>
                  <a:pt x="288026" y="33353"/>
                  <a:pt x="283974" y="40303"/>
                  <a:pt x="280482" y="45262"/>
                </a:cubicBezTo>
                <a:lnTo>
                  <a:pt x="274614" y="43167"/>
                </a:lnTo>
                <a:cubicBezTo>
                  <a:pt x="279084" y="36252"/>
                  <a:pt x="282682" y="29197"/>
                  <a:pt x="285406" y="22002"/>
                </a:cubicBezTo>
                <a:close/>
                <a:moveTo>
                  <a:pt x="335384" y="21164"/>
                </a:moveTo>
                <a:lnTo>
                  <a:pt x="335384" y="37719"/>
                </a:lnTo>
                <a:lnTo>
                  <a:pt x="392172" y="37719"/>
                </a:lnTo>
                <a:lnTo>
                  <a:pt x="392172" y="21164"/>
                </a:lnTo>
                <a:close/>
                <a:moveTo>
                  <a:pt x="1289360" y="20955"/>
                </a:moveTo>
                <a:cubicBezTo>
                  <a:pt x="1287754" y="24098"/>
                  <a:pt x="1285728" y="27800"/>
                  <a:pt x="1283284" y="32061"/>
                </a:cubicBezTo>
                <a:lnTo>
                  <a:pt x="1264738" y="59512"/>
                </a:lnTo>
                <a:lnTo>
                  <a:pt x="1289256" y="59512"/>
                </a:lnTo>
                <a:lnTo>
                  <a:pt x="1289256" y="34575"/>
                </a:lnTo>
                <a:cubicBezTo>
                  <a:pt x="1289256" y="30524"/>
                  <a:pt x="1289466" y="25984"/>
                  <a:pt x="1289884" y="20955"/>
                </a:cubicBezTo>
                <a:close/>
                <a:moveTo>
                  <a:pt x="1625440" y="18126"/>
                </a:moveTo>
                <a:lnTo>
                  <a:pt x="1625440" y="80572"/>
                </a:lnTo>
                <a:lnTo>
                  <a:pt x="1634870" y="80572"/>
                </a:lnTo>
                <a:cubicBezTo>
                  <a:pt x="1644020" y="80572"/>
                  <a:pt x="1650970" y="77778"/>
                  <a:pt x="1655720" y="72190"/>
                </a:cubicBezTo>
                <a:cubicBezTo>
                  <a:pt x="1660260" y="66741"/>
                  <a:pt x="1662530" y="59023"/>
                  <a:pt x="1662530" y="49034"/>
                </a:cubicBezTo>
                <a:cubicBezTo>
                  <a:pt x="1662530" y="28429"/>
                  <a:pt x="1653310" y="18126"/>
                  <a:pt x="1634870" y="18126"/>
                </a:cubicBezTo>
                <a:close/>
                <a:moveTo>
                  <a:pt x="720566" y="18126"/>
                </a:moveTo>
                <a:lnTo>
                  <a:pt x="720566" y="80572"/>
                </a:lnTo>
                <a:lnTo>
                  <a:pt x="729996" y="80572"/>
                </a:lnTo>
                <a:cubicBezTo>
                  <a:pt x="739146" y="80572"/>
                  <a:pt x="746096" y="77778"/>
                  <a:pt x="750846" y="72190"/>
                </a:cubicBezTo>
                <a:cubicBezTo>
                  <a:pt x="755386" y="66741"/>
                  <a:pt x="757656" y="59023"/>
                  <a:pt x="757656" y="49034"/>
                </a:cubicBezTo>
                <a:cubicBezTo>
                  <a:pt x="757656" y="28429"/>
                  <a:pt x="748436" y="18126"/>
                  <a:pt x="729996" y="18126"/>
                </a:cubicBezTo>
                <a:close/>
                <a:moveTo>
                  <a:pt x="482440" y="17916"/>
                </a:moveTo>
                <a:lnTo>
                  <a:pt x="482440" y="43900"/>
                </a:lnTo>
                <a:lnTo>
                  <a:pt x="494176" y="43900"/>
                </a:lnTo>
                <a:cubicBezTo>
                  <a:pt x="507098" y="43900"/>
                  <a:pt x="513558" y="39535"/>
                  <a:pt x="513558" y="30803"/>
                </a:cubicBezTo>
                <a:cubicBezTo>
                  <a:pt x="513558" y="26193"/>
                  <a:pt x="511986" y="22875"/>
                  <a:pt x="508844" y="20850"/>
                </a:cubicBezTo>
                <a:cubicBezTo>
                  <a:pt x="505840" y="18894"/>
                  <a:pt x="501126" y="17916"/>
                  <a:pt x="494700" y="17916"/>
                </a:cubicBezTo>
                <a:close/>
                <a:moveTo>
                  <a:pt x="155694" y="16659"/>
                </a:moveTo>
                <a:cubicBezTo>
                  <a:pt x="159048" y="36077"/>
                  <a:pt x="164636" y="51549"/>
                  <a:pt x="172458" y="63074"/>
                </a:cubicBezTo>
                <a:cubicBezTo>
                  <a:pt x="181540" y="50431"/>
                  <a:pt x="187756" y="34959"/>
                  <a:pt x="191108" y="16659"/>
                </a:cubicBezTo>
                <a:close/>
                <a:moveTo>
                  <a:pt x="1556156" y="16344"/>
                </a:moveTo>
                <a:cubicBezTo>
                  <a:pt x="1552314" y="16344"/>
                  <a:pt x="1549136" y="18021"/>
                  <a:pt x="1546622" y="21374"/>
                </a:cubicBezTo>
                <a:cubicBezTo>
                  <a:pt x="1544036" y="24726"/>
                  <a:pt x="1542744" y="29057"/>
                  <a:pt x="1542744" y="34366"/>
                </a:cubicBezTo>
                <a:cubicBezTo>
                  <a:pt x="1542744" y="39814"/>
                  <a:pt x="1543896" y="44075"/>
                  <a:pt x="1546202" y="47148"/>
                </a:cubicBezTo>
                <a:cubicBezTo>
                  <a:pt x="1548716" y="50431"/>
                  <a:pt x="1552278" y="52073"/>
                  <a:pt x="1556890" y="52073"/>
                </a:cubicBezTo>
                <a:cubicBezTo>
                  <a:pt x="1562896" y="52073"/>
                  <a:pt x="1568414" y="48545"/>
                  <a:pt x="1573444" y="41490"/>
                </a:cubicBezTo>
                <a:cubicBezTo>
                  <a:pt x="1572536" y="24726"/>
                  <a:pt x="1566772" y="16344"/>
                  <a:pt x="1556156" y="16344"/>
                </a:cubicBezTo>
                <a:close/>
                <a:moveTo>
                  <a:pt x="1225504" y="16344"/>
                </a:moveTo>
                <a:cubicBezTo>
                  <a:pt x="1221872" y="16344"/>
                  <a:pt x="1218868" y="17532"/>
                  <a:pt x="1216494" y="19907"/>
                </a:cubicBezTo>
                <a:cubicBezTo>
                  <a:pt x="1214120" y="22352"/>
                  <a:pt x="1212932" y="25460"/>
                  <a:pt x="1212932" y="29232"/>
                </a:cubicBezTo>
                <a:cubicBezTo>
                  <a:pt x="1212932" y="33493"/>
                  <a:pt x="1214748" y="37090"/>
                  <a:pt x="1218380" y="40024"/>
                </a:cubicBezTo>
                <a:cubicBezTo>
                  <a:pt x="1220894" y="42049"/>
                  <a:pt x="1225016" y="44180"/>
                  <a:pt x="1230744" y="46415"/>
                </a:cubicBezTo>
                <a:cubicBezTo>
                  <a:pt x="1236332" y="41665"/>
                  <a:pt x="1239126" y="36356"/>
                  <a:pt x="1239126" y="30489"/>
                </a:cubicBezTo>
                <a:cubicBezTo>
                  <a:pt x="1239126" y="26438"/>
                  <a:pt x="1237938" y="23120"/>
                  <a:pt x="1235564" y="20535"/>
                </a:cubicBezTo>
                <a:cubicBezTo>
                  <a:pt x="1233048" y="17741"/>
                  <a:pt x="1229696" y="16344"/>
                  <a:pt x="1225504" y="16344"/>
                </a:cubicBezTo>
                <a:close/>
                <a:moveTo>
                  <a:pt x="1912018" y="11001"/>
                </a:moveTo>
                <a:lnTo>
                  <a:pt x="1920926" y="11001"/>
                </a:lnTo>
                <a:lnTo>
                  <a:pt x="1949948" y="60664"/>
                </a:lnTo>
                <a:lnTo>
                  <a:pt x="1958226" y="76381"/>
                </a:lnTo>
                <a:lnTo>
                  <a:pt x="1958748" y="76381"/>
                </a:lnTo>
                <a:cubicBezTo>
                  <a:pt x="1957980" y="65135"/>
                  <a:pt x="1957596" y="57172"/>
                  <a:pt x="1957596" y="52492"/>
                </a:cubicBezTo>
                <a:lnTo>
                  <a:pt x="1957596" y="11001"/>
                </a:lnTo>
                <a:lnTo>
                  <a:pt x="1965874" y="11001"/>
                </a:lnTo>
                <a:lnTo>
                  <a:pt x="1965874" y="87696"/>
                </a:lnTo>
                <a:lnTo>
                  <a:pt x="1956862" y="87696"/>
                </a:lnTo>
                <a:lnTo>
                  <a:pt x="1928050" y="38033"/>
                </a:lnTo>
                <a:lnTo>
                  <a:pt x="1919668" y="22317"/>
                </a:lnTo>
                <a:lnTo>
                  <a:pt x="1919144" y="22317"/>
                </a:lnTo>
                <a:cubicBezTo>
                  <a:pt x="1919842" y="35029"/>
                  <a:pt x="1920192" y="42818"/>
                  <a:pt x="1920192" y="45681"/>
                </a:cubicBezTo>
                <a:lnTo>
                  <a:pt x="1920192" y="87696"/>
                </a:lnTo>
                <a:lnTo>
                  <a:pt x="1912018" y="87696"/>
                </a:lnTo>
                <a:close/>
                <a:moveTo>
                  <a:pt x="1807244" y="11001"/>
                </a:moveTo>
                <a:lnTo>
                  <a:pt x="1815940" y="11001"/>
                </a:lnTo>
                <a:lnTo>
                  <a:pt x="1815940" y="87696"/>
                </a:lnTo>
                <a:lnTo>
                  <a:pt x="1807244" y="87696"/>
                </a:lnTo>
                <a:close/>
                <a:moveTo>
                  <a:pt x="1692944" y="11001"/>
                </a:moveTo>
                <a:lnTo>
                  <a:pt x="1736636" y="11001"/>
                </a:lnTo>
                <a:lnTo>
                  <a:pt x="1736636" y="18335"/>
                </a:lnTo>
                <a:lnTo>
                  <a:pt x="1701640" y="18335"/>
                </a:lnTo>
                <a:lnTo>
                  <a:pt x="1701640" y="43586"/>
                </a:lnTo>
                <a:lnTo>
                  <a:pt x="1731082" y="43586"/>
                </a:lnTo>
                <a:lnTo>
                  <a:pt x="1731082" y="50920"/>
                </a:lnTo>
                <a:lnTo>
                  <a:pt x="1701640" y="50920"/>
                </a:lnTo>
                <a:lnTo>
                  <a:pt x="1701640" y="80362"/>
                </a:lnTo>
                <a:lnTo>
                  <a:pt x="1737788" y="80362"/>
                </a:lnTo>
                <a:lnTo>
                  <a:pt x="1737788" y="87696"/>
                </a:lnTo>
                <a:lnTo>
                  <a:pt x="1692944" y="87696"/>
                </a:lnTo>
                <a:close/>
                <a:moveTo>
                  <a:pt x="1616744" y="11001"/>
                </a:moveTo>
                <a:lnTo>
                  <a:pt x="1635604" y="11001"/>
                </a:lnTo>
                <a:cubicBezTo>
                  <a:pt x="1647268" y="11001"/>
                  <a:pt x="1656174" y="14319"/>
                  <a:pt x="1662322" y="20955"/>
                </a:cubicBezTo>
                <a:cubicBezTo>
                  <a:pt x="1668398" y="27520"/>
                  <a:pt x="1671436" y="36880"/>
                  <a:pt x="1671436" y="49034"/>
                </a:cubicBezTo>
                <a:cubicBezTo>
                  <a:pt x="1671436" y="61258"/>
                  <a:pt x="1668434" y="70723"/>
                  <a:pt x="1662426" y="77428"/>
                </a:cubicBezTo>
                <a:cubicBezTo>
                  <a:pt x="1656280" y="84274"/>
                  <a:pt x="1647442" y="87696"/>
                  <a:pt x="1635918" y="87696"/>
                </a:cubicBezTo>
                <a:lnTo>
                  <a:pt x="1616744" y="87696"/>
                </a:lnTo>
                <a:close/>
                <a:moveTo>
                  <a:pt x="1484232" y="11001"/>
                </a:moveTo>
                <a:lnTo>
                  <a:pt x="1520904" y="11001"/>
                </a:lnTo>
                <a:lnTo>
                  <a:pt x="1520904" y="18335"/>
                </a:lnTo>
                <a:lnTo>
                  <a:pt x="1491776" y="18335"/>
                </a:lnTo>
                <a:lnTo>
                  <a:pt x="1489680" y="41595"/>
                </a:lnTo>
                <a:cubicBezTo>
                  <a:pt x="1493522" y="39430"/>
                  <a:pt x="1497504" y="38347"/>
                  <a:pt x="1501624" y="38347"/>
                </a:cubicBezTo>
                <a:cubicBezTo>
                  <a:pt x="1508400" y="38347"/>
                  <a:pt x="1513814" y="40303"/>
                  <a:pt x="1517866" y="44215"/>
                </a:cubicBezTo>
                <a:cubicBezTo>
                  <a:pt x="1522336" y="48545"/>
                  <a:pt x="1524570" y="54762"/>
                  <a:pt x="1524570" y="62865"/>
                </a:cubicBezTo>
                <a:cubicBezTo>
                  <a:pt x="1524570" y="70827"/>
                  <a:pt x="1522022" y="77289"/>
                  <a:pt x="1516922" y="82248"/>
                </a:cubicBezTo>
                <a:cubicBezTo>
                  <a:pt x="1512242" y="86788"/>
                  <a:pt x="1506550" y="89058"/>
                  <a:pt x="1499844" y="89058"/>
                </a:cubicBezTo>
                <a:cubicBezTo>
                  <a:pt x="1490484" y="89058"/>
                  <a:pt x="1482416" y="85671"/>
                  <a:pt x="1475640" y="78895"/>
                </a:cubicBezTo>
                <a:lnTo>
                  <a:pt x="1479936" y="73237"/>
                </a:lnTo>
                <a:cubicBezTo>
                  <a:pt x="1485594" y="79035"/>
                  <a:pt x="1491986" y="81934"/>
                  <a:pt x="1499110" y="81934"/>
                </a:cubicBezTo>
                <a:cubicBezTo>
                  <a:pt x="1503860" y="81934"/>
                  <a:pt x="1507842" y="80222"/>
                  <a:pt x="1511054" y="76800"/>
                </a:cubicBezTo>
                <a:cubicBezTo>
                  <a:pt x="1514338" y="73307"/>
                  <a:pt x="1515980" y="68732"/>
                  <a:pt x="1515980" y="63074"/>
                </a:cubicBezTo>
                <a:cubicBezTo>
                  <a:pt x="1515980" y="57486"/>
                  <a:pt x="1514478" y="53051"/>
                  <a:pt x="1511474" y="49768"/>
                </a:cubicBezTo>
                <a:cubicBezTo>
                  <a:pt x="1508540" y="46555"/>
                  <a:pt x="1504558" y="44948"/>
                  <a:pt x="1499530" y="44948"/>
                </a:cubicBezTo>
                <a:cubicBezTo>
                  <a:pt x="1495478" y="44948"/>
                  <a:pt x="1491148" y="46485"/>
                  <a:pt x="1486538" y="49558"/>
                </a:cubicBezTo>
                <a:lnTo>
                  <a:pt x="1481822" y="46624"/>
                </a:lnTo>
                <a:close/>
                <a:moveTo>
                  <a:pt x="1430216" y="11001"/>
                </a:moveTo>
                <a:lnTo>
                  <a:pt x="1477678" y="11001"/>
                </a:lnTo>
                <a:lnTo>
                  <a:pt x="1477678" y="16135"/>
                </a:lnTo>
                <a:cubicBezTo>
                  <a:pt x="1469158" y="27171"/>
                  <a:pt x="1463254" y="38277"/>
                  <a:pt x="1459972" y="49453"/>
                </a:cubicBezTo>
                <a:cubicBezTo>
                  <a:pt x="1457318" y="58674"/>
                  <a:pt x="1455642" y="71421"/>
                  <a:pt x="1454942" y="87696"/>
                </a:cubicBezTo>
                <a:lnTo>
                  <a:pt x="1446038" y="87696"/>
                </a:lnTo>
                <a:cubicBezTo>
                  <a:pt x="1447224" y="59966"/>
                  <a:pt x="1454488" y="36845"/>
                  <a:pt x="1467830" y="18335"/>
                </a:cubicBezTo>
                <a:lnTo>
                  <a:pt x="1430216" y="18335"/>
                </a:lnTo>
                <a:close/>
                <a:moveTo>
                  <a:pt x="1379458" y="11001"/>
                </a:moveTo>
                <a:lnTo>
                  <a:pt x="1416128" y="11001"/>
                </a:lnTo>
                <a:lnTo>
                  <a:pt x="1416128" y="18335"/>
                </a:lnTo>
                <a:lnTo>
                  <a:pt x="1387002" y="18335"/>
                </a:lnTo>
                <a:lnTo>
                  <a:pt x="1384906" y="41595"/>
                </a:lnTo>
                <a:cubicBezTo>
                  <a:pt x="1388748" y="39430"/>
                  <a:pt x="1392728" y="38347"/>
                  <a:pt x="1396850" y="38347"/>
                </a:cubicBezTo>
                <a:cubicBezTo>
                  <a:pt x="1403626" y="38347"/>
                  <a:pt x="1409038" y="40303"/>
                  <a:pt x="1413090" y="44215"/>
                </a:cubicBezTo>
                <a:cubicBezTo>
                  <a:pt x="1417560" y="48545"/>
                  <a:pt x="1419796" y="54762"/>
                  <a:pt x="1419796" y="62865"/>
                </a:cubicBezTo>
                <a:cubicBezTo>
                  <a:pt x="1419796" y="70827"/>
                  <a:pt x="1417246" y="77289"/>
                  <a:pt x="1412148" y="82248"/>
                </a:cubicBezTo>
                <a:cubicBezTo>
                  <a:pt x="1407468" y="86788"/>
                  <a:pt x="1401774" y="89058"/>
                  <a:pt x="1395068" y="89058"/>
                </a:cubicBezTo>
                <a:cubicBezTo>
                  <a:pt x="1385708" y="89058"/>
                  <a:pt x="1377642" y="85671"/>
                  <a:pt x="1370866" y="78895"/>
                </a:cubicBezTo>
                <a:lnTo>
                  <a:pt x="1375162" y="73237"/>
                </a:lnTo>
                <a:cubicBezTo>
                  <a:pt x="1380820" y="79035"/>
                  <a:pt x="1387210" y="81934"/>
                  <a:pt x="1394336" y="81934"/>
                </a:cubicBezTo>
                <a:cubicBezTo>
                  <a:pt x="1399086" y="81934"/>
                  <a:pt x="1403066" y="80222"/>
                  <a:pt x="1406280" y="76800"/>
                </a:cubicBezTo>
                <a:cubicBezTo>
                  <a:pt x="1409562" y="73307"/>
                  <a:pt x="1411204" y="68732"/>
                  <a:pt x="1411204" y="63074"/>
                </a:cubicBezTo>
                <a:cubicBezTo>
                  <a:pt x="1411204" y="57486"/>
                  <a:pt x="1409702" y="53051"/>
                  <a:pt x="1406698" y="49768"/>
                </a:cubicBezTo>
                <a:cubicBezTo>
                  <a:pt x="1403766" y="46555"/>
                  <a:pt x="1399784" y="44948"/>
                  <a:pt x="1394754" y="44948"/>
                </a:cubicBezTo>
                <a:cubicBezTo>
                  <a:pt x="1390704" y="44948"/>
                  <a:pt x="1386372" y="46485"/>
                  <a:pt x="1381762" y="49558"/>
                </a:cubicBezTo>
                <a:lnTo>
                  <a:pt x="1377048" y="46624"/>
                </a:lnTo>
                <a:close/>
                <a:moveTo>
                  <a:pt x="1288208" y="11001"/>
                </a:moveTo>
                <a:lnTo>
                  <a:pt x="1297324" y="11001"/>
                </a:lnTo>
                <a:lnTo>
                  <a:pt x="1297324" y="59512"/>
                </a:lnTo>
                <a:lnTo>
                  <a:pt x="1307800" y="59512"/>
                </a:lnTo>
                <a:lnTo>
                  <a:pt x="1307800" y="66322"/>
                </a:lnTo>
                <a:lnTo>
                  <a:pt x="1297324" y="66322"/>
                </a:lnTo>
                <a:lnTo>
                  <a:pt x="1297324" y="87696"/>
                </a:lnTo>
                <a:lnTo>
                  <a:pt x="1289256" y="87696"/>
                </a:lnTo>
                <a:lnTo>
                  <a:pt x="1289256" y="66322"/>
                </a:lnTo>
                <a:lnTo>
                  <a:pt x="1255622" y="66322"/>
                </a:lnTo>
                <a:lnTo>
                  <a:pt x="1255622" y="60769"/>
                </a:lnTo>
                <a:close/>
                <a:moveTo>
                  <a:pt x="711870" y="11001"/>
                </a:moveTo>
                <a:lnTo>
                  <a:pt x="730728" y="11001"/>
                </a:lnTo>
                <a:cubicBezTo>
                  <a:pt x="742394" y="11001"/>
                  <a:pt x="751300" y="14319"/>
                  <a:pt x="757446" y="20955"/>
                </a:cubicBezTo>
                <a:cubicBezTo>
                  <a:pt x="763524" y="27520"/>
                  <a:pt x="766562" y="36880"/>
                  <a:pt x="766562" y="49034"/>
                </a:cubicBezTo>
                <a:cubicBezTo>
                  <a:pt x="766562" y="61258"/>
                  <a:pt x="763558" y="70723"/>
                  <a:pt x="757550" y="77428"/>
                </a:cubicBezTo>
                <a:cubicBezTo>
                  <a:pt x="751404" y="84274"/>
                  <a:pt x="742568" y="87696"/>
                  <a:pt x="731042" y="87696"/>
                </a:cubicBezTo>
                <a:lnTo>
                  <a:pt x="711870" y="87696"/>
                </a:lnTo>
                <a:close/>
                <a:moveTo>
                  <a:pt x="473744" y="11001"/>
                </a:moveTo>
                <a:lnTo>
                  <a:pt x="495956" y="11001"/>
                </a:lnTo>
                <a:cubicBezTo>
                  <a:pt x="513418" y="11001"/>
                  <a:pt x="522150" y="17253"/>
                  <a:pt x="522150" y="29756"/>
                </a:cubicBezTo>
                <a:cubicBezTo>
                  <a:pt x="522150" y="38347"/>
                  <a:pt x="518344" y="43900"/>
                  <a:pt x="510730" y="46415"/>
                </a:cubicBezTo>
                <a:lnTo>
                  <a:pt x="510730" y="46834"/>
                </a:lnTo>
                <a:cubicBezTo>
                  <a:pt x="521346" y="48860"/>
                  <a:pt x="526656" y="55006"/>
                  <a:pt x="526656" y="65274"/>
                </a:cubicBezTo>
                <a:cubicBezTo>
                  <a:pt x="526656" y="72539"/>
                  <a:pt x="523966" y="78162"/>
                  <a:pt x="518588" y="82143"/>
                </a:cubicBezTo>
                <a:cubicBezTo>
                  <a:pt x="513488" y="85845"/>
                  <a:pt x="506504" y="87696"/>
                  <a:pt x="497632" y="87696"/>
                </a:cubicBezTo>
                <a:lnTo>
                  <a:pt x="473744" y="87696"/>
                </a:lnTo>
                <a:close/>
                <a:moveTo>
                  <a:pt x="1225714" y="9848"/>
                </a:moveTo>
                <a:cubicBezTo>
                  <a:pt x="1232140" y="9848"/>
                  <a:pt x="1237240" y="11734"/>
                  <a:pt x="1241012" y="15506"/>
                </a:cubicBezTo>
                <a:cubicBezTo>
                  <a:pt x="1244714" y="19208"/>
                  <a:pt x="1246564" y="24063"/>
                  <a:pt x="1246564" y="30070"/>
                </a:cubicBezTo>
                <a:cubicBezTo>
                  <a:pt x="1246564" y="37055"/>
                  <a:pt x="1243106" y="43272"/>
                  <a:pt x="1236192" y="48720"/>
                </a:cubicBezTo>
                <a:lnTo>
                  <a:pt x="1236192" y="49244"/>
                </a:lnTo>
                <a:cubicBezTo>
                  <a:pt x="1244854" y="54273"/>
                  <a:pt x="1249184" y="60979"/>
                  <a:pt x="1249184" y="69361"/>
                </a:cubicBezTo>
                <a:cubicBezTo>
                  <a:pt x="1249184" y="74949"/>
                  <a:pt x="1247018" y="79594"/>
                  <a:pt x="1242688" y="83296"/>
                </a:cubicBezTo>
                <a:cubicBezTo>
                  <a:pt x="1238218" y="87137"/>
                  <a:pt x="1232490" y="89058"/>
                  <a:pt x="1225504" y="89058"/>
                </a:cubicBezTo>
                <a:cubicBezTo>
                  <a:pt x="1218450" y="89058"/>
                  <a:pt x="1212652" y="87137"/>
                  <a:pt x="1208112" y="83296"/>
                </a:cubicBezTo>
                <a:cubicBezTo>
                  <a:pt x="1203502" y="79454"/>
                  <a:pt x="1201196" y="74564"/>
                  <a:pt x="1201196" y="68627"/>
                </a:cubicBezTo>
                <a:cubicBezTo>
                  <a:pt x="1201196" y="59617"/>
                  <a:pt x="1205946" y="52492"/>
                  <a:pt x="1215446" y="47253"/>
                </a:cubicBezTo>
                <a:lnTo>
                  <a:pt x="1215446" y="46834"/>
                </a:lnTo>
                <a:cubicBezTo>
                  <a:pt x="1208532" y="42154"/>
                  <a:pt x="1205074" y="36287"/>
                  <a:pt x="1205074" y="29232"/>
                </a:cubicBezTo>
                <a:cubicBezTo>
                  <a:pt x="1205074" y="23504"/>
                  <a:pt x="1207064" y="18824"/>
                  <a:pt x="1211046" y="15192"/>
                </a:cubicBezTo>
                <a:cubicBezTo>
                  <a:pt x="1214888" y="11630"/>
                  <a:pt x="1219778" y="9848"/>
                  <a:pt x="1225714" y="9848"/>
                </a:cubicBezTo>
                <a:close/>
                <a:moveTo>
                  <a:pt x="1866098" y="9639"/>
                </a:moveTo>
                <a:cubicBezTo>
                  <a:pt x="1874620" y="9639"/>
                  <a:pt x="1881920" y="12747"/>
                  <a:pt x="1887998" y="18964"/>
                </a:cubicBezTo>
                <a:lnTo>
                  <a:pt x="1883178" y="24622"/>
                </a:lnTo>
                <a:cubicBezTo>
                  <a:pt x="1878568" y="19732"/>
                  <a:pt x="1872944" y="17287"/>
                  <a:pt x="1866308" y="17287"/>
                </a:cubicBezTo>
                <a:cubicBezTo>
                  <a:pt x="1858346" y="17287"/>
                  <a:pt x="1852024" y="20116"/>
                  <a:pt x="1847344" y="25774"/>
                </a:cubicBezTo>
                <a:cubicBezTo>
                  <a:pt x="1842594" y="31502"/>
                  <a:pt x="1840220" y="39290"/>
                  <a:pt x="1840220" y="49139"/>
                </a:cubicBezTo>
                <a:cubicBezTo>
                  <a:pt x="1840220" y="59128"/>
                  <a:pt x="1842490" y="66986"/>
                  <a:pt x="1847030" y="72713"/>
                </a:cubicBezTo>
                <a:cubicBezTo>
                  <a:pt x="1851640" y="78511"/>
                  <a:pt x="1858066" y="81410"/>
                  <a:pt x="1866308" y="81410"/>
                </a:cubicBezTo>
                <a:cubicBezTo>
                  <a:pt x="1872664" y="81410"/>
                  <a:pt x="1877520" y="79803"/>
                  <a:pt x="1880872" y="76590"/>
                </a:cubicBezTo>
                <a:lnTo>
                  <a:pt x="1880872" y="55635"/>
                </a:lnTo>
                <a:lnTo>
                  <a:pt x="1864214" y="55635"/>
                </a:lnTo>
                <a:lnTo>
                  <a:pt x="1864214" y="48406"/>
                </a:lnTo>
                <a:lnTo>
                  <a:pt x="1888940" y="48406"/>
                </a:lnTo>
                <a:lnTo>
                  <a:pt x="1888940" y="80257"/>
                </a:lnTo>
                <a:cubicBezTo>
                  <a:pt x="1883282" y="86125"/>
                  <a:pt x="1875458" y="89058"/>
                  <a:pt x="1865470" y="89058"/>
                </a:cubicBezTo>
                <a:cubicBezTo>
                  <a:pt x="1855272" y="89058"/>
                  <a:pt x="1847066" y="85531"/>
                  <a:pt x="1840848" y="78476"/>
                </a:cubicBezTo>
                <a:cubicBezTo>
                  <a:pt x="1834492" y="71281"/>
                  <a:pt x="1831314" y="61572"/>
                  <a:pt x="1831314" y="49349"/>
                </a:cubicBezTo>
                <a:cubicBezTo>
                  <a:pt x="1831314" y="37195"/>
                  <a:pt x="1834596" y="27486"/>
                  <a:pt x="1841162" y="20221"/>
                </a:cubicBezTo>
                <a:cubicBezTo>
                  <a:pt x="1847518" y="13166"/>
                  <a:pt x="1855830" y="9639"/>
                  <a:pt x="1866098" y="9639"/>
                </a:cubicBezTo>
                <a:close/>
                <a:moveTo>
                  <a:pt x="1771888" y="9639"/>
                </a:moveTo>
                <a:cubicBezTo>
                  <a:pt x="1780828" y="9639"/>
                  <a:pt x="1788266" y="12782"/>
                  <a:pt x="1794204" y="19069"/>
                </a:cubicBezTo>
                <a:lnTo>
                  <a:pt x="1789594" y="24622"/>
                </a:lnTo>
                <a:cubicBezTo>
                  <a:pt x="1784496" y="19732"/>
                  <a:pt x="1778592" y="17287"/>
                  <a:pt x="1771888" y="17287"/>
                </a:cubicBezTo>
                <a:cubicBezTo>
                  <a:pt x="1767416" y="17287"/>
                  <a:pt x="1763820" y="18335"/>
                  <a:pt x="1761096" y="20431"/>
                </a:cubicBezTo>
                <a:cubicBezTo>
                  <a:pt x="1758372" y="22596"/>
                  <a:pt x="1757010" y="25460"/>
                  <a:pt x="1757010" y="29022"/>
                </a:cubicBezTo>
                <a:cubicBezTo>
                  <a:pt x="1757010" y="32515"/>
                  <a:pt x="1758406" y="35414"/>
                  <a:pt x="1761200" y="37719"/>
                </a:cubicBezTo>
                <a:cubicBezTo>
                  <a:pt x="1762806" y="39046"/>
                  <a:pt x="1765670" y="40582"/>
                  <a:pt x="1769792" y="42329"/>
                </a:cubicBezTo>
                <a:lnTo>
                  <a:pt x="1780898" y="47044"/>
                </a:lnTo>
                <a:cubicBezTo>
                  <a:pt x="1791516" y="51723"/>
                  <a:pt x="1796824" y="58569"/>
                  <a:pt x="1796824" y="67579"/>
                </a:cubicBezTo>
                <a:cubicBezTo>
                  <a:pt x="1796824" y="73726"/>
                  <a:pt x="1794518" y="78825"/>
                  <a:pt x="1789908" y="82877"/>
                </a:cubicBezTo>
                <a:cubicBezTo>
                  <a:pt x="1785088" y="86998"/>
                  <a:pt x="1778802" y="89058"/>
                  <a:pt x="1771050" y="89058"/>
                </a:cubicBezTo>
                <a:cubicBezTo>
                  <a:pt x="1760432" y="89058"/>
                  <a:pt x="1751562" y="85251"/>
                  <a:pt x="1744436" y="77638"/>
                </a:cubicBezTo>
                <a:lnTo>
                  <a:pt x="1749674" y="71666"/>
                </a:lnTo>
                <a:cubicBezTo>
                  <a:pt x="1755682" y="78162"/>
                  <a:pt x="1762842" y="81410"/>
                  <a:pt x="1771154" y="81410"/>
                </a:cubicBezTo>
                <a:cubicBezTo>
                  <a:pt x="1776322" y="81410"/>
                  <a:pt x="1780444" y="80187"/>
                  <a:pt x="1783518" y="77743"/>
                </a:cubicBezTo>
                <a:cubicBezTo>
                  <a:pt x="1786520" y="75368"/>
                  <a:pt x="1788022" y="72190"/>
                  <a:pt x="1788022" y="68208"/>
                </a:cubicBezTo>
                <a:cubicBezTo>
                  <a:pt x="1788022" y="64506"/>
                  <a:pt x="1786766" y="61502"/>
                  <a:pt x="1784250" y="59197"/>
                </a:cubicBezTo>
                <a:cubicBezTo>
                  <a:pt x="1782644" y="57800"/>
                  <a:pt x="1779536" y="56089"/>
                  <a:pt x="1774926" y="54063"/>
                </a:cubicBezTo>
                <a:lnTo>
                  <a:pt x="1763820" y="49139"/>
                </a:lnTo>
                <a:cubicBezTo>
                  <a:pt x="1753412" y="44669"/>
                  <a:pt x="1748208" y="38173"/>
                  <a:pt x="1748208" y="29651"/>
                </a:cubicBezTo>
                <a:cubicBezTo>
                  <a:pt x="1748208" y="23853"/>
                  <a:pt x="1750444" y="19069"/>
                  <a:pt x="1754914" y="15297"/>
                </a:cubicBezTo>
                <a:cubicBezTo>
                  <a:pt x="1759384" y="11525"/>
                  <a:pt x="1765042" y="9639"/>
                  <a:pt x="1771888" y="9639"/>
                </a:cubicBezTo>
                <a:close/>
                <a:moveTo>
                  <a:pt x="1556156" y="9639"/>
                </a:moveTo>
                <a:cubicBezTo>
                  <a:pt x="1563838" y="9639"/>
                  <a:pt x="1569916" y="12677"/>
                  <a:pt x="1574386" y="18754"/>
                </a:cubicBezTo>
                <a:cubicBezTo>
                  <a:pt x="1579206" y="25111"/>
                  <a:pt x="1581616" y="34121"/>
                  <a:pt x="1581616" y="45786"/>
                </a:cubicBezTo>
                <a:cubicBezTo>
                  <a:pt x="1581616" y="60455"/>
                  <a:pt x="1578822" y="71596"/>
                  <a:pt x="1573234" y="79209"/>
                </a:cubicBezTo>
                <a:cubicBezTo>
                  <a:pt x="1568344" y="85775"/>
                  <a:pt x="1561954" y="89058"/>
                  <a:pt x="1554060" y="89058"/>
                </a:cubicBezTo>
                <a:cubicBezTo>
                  <a:pt x="1546936" y="89058"/>
                  <a:pt x="1540928" y="86509"/>
                  <a:pt x="1536038" y="81410"/>
                </a:cubicBezTo>
                <a:lnTo>
                  <a:pt x="1540754" y="76066"/>
                </a:lnTo>
                <a:cubicBezTo>
                  <a:pt x="1544316" y="79978"/>
                  <a:pt x="1548682" y="81934"/>
                  <a:pt x="1553850" y="81934"/>
                </a:cubicBezTo>
                <a:cubicBezTo>
                  <a:pt x="1559368" y="81934"/>
                  <a:pt x="1563804" y="79489"/>
                  <a:pt x="1567158" y="74599"/>
                </a:cubicBezTo>
                <a:cubicBezTo>
                  <a:pt x="1571068" y="68942"/>
                  <a:pt x="1573198" y="60315"/>
                  <a:pt x="1573548" y="48720"/>
                </a:cubicBezTo>
                <a:cubicBezTo>
                  <a:pt x="1568240" y="55216"/>
                  <a:pt x="1562232" y="58464"/>
                  <a:pt x="1555526" y="58464"/>
                </a:cubicBezTo>
                <a:cubicBezTo>
                  <a:pt x="1549030" y="58464"/>
                  <a:pt x="1543932" y="56438"/>
                  <a:pt x="1540230" y="52387"/>
                </a:cubicBezTo>
                <a:cubicBezTo>
                  <a:pt x="1536458" y="48126"/>
                  <a:pt x="1534572" y="42119"/>
                  <a:pt x="1534572" y="34366"/>
                </a:cubicBezTo>
                <a:cubicBezTo>
                  <a:pt x="1534572" y="27171"/>
                  <a:pt x="1536702" y="21199"/>
                  <a:pt x="1540964" y="16449"/>
                </a:cubicBezTo>
                <a:cubicBezTo>
                  <a:pt x="1545084" y="11909"/>
                  <a:pt x="1550148" y="9639"/>
                  <a:pt x="1556156" y="9639"/>
                </a:cubicBezTo>
                <a:close/>
                <a:moveTo>
                  <a:pt x="194356" y="9639"/>
                </a:moveTo>
                <a:lnTo>
                  <a:pt x="198652" y="11001"/>
                </a:lnTo>
                <a:cubicBezTo>
                  <a:pt x="195160" y="34680"/>
                  <a:pt x="187826" y="53959"/>
                  <a:pt x="176650" y="68837"/>
                </a:cubicBezTo>
                <a:cubicBezTo>
                  <a:pt x="182866" y="76660"/>
                  <a:pt x="191354" y="83889"/>
                  <a:pt x="202110" y="90525"/>
                </a:cubicBezTo>
                <a:cubicBezTo>
                  <a:pt x="199944" y="92132"/>
                  <a:pt x="198304" y="94018"/>
                  <a:pt x="197186" y="96183"/>
                </a:cubicBezTo>
                <a:cubicBezTo>
                  <a:pt x="186638" y="89338"/>
                  <a:pt x="178292" y="82108"/>
                  <a:pt x="172144" y="74495"/>
                </a:cubicBezTo>
                <a:cubicBezTo>
                  <a:pt x="164112" y="83645"/>
                  <a:pt x="154682" y="90665"/>
                  <a:pt x="143856" y="95554"/>
                </a:cubicBezTo>
                <a:cubicBezTo>
                  <a:pt x="142668" y="93179"/>
                  <a:pt x="141236" y="91259"/>
                  <a:pt x="139560" y="89792"/>
                </a:cubicBezTo>
                <a:cubicBezTo>
                  <a:pt x="150246" y="85391"/>
                  <a:pt x="159712" y="78406"/>
                  <a:pt x="167954" y="68837"/>
                </a:cubicBezTo>
                <a:cubicBezTo>
                  <a:pt x="159362" y="56264"/>
                  <a:pt x="153146" y="38871"/>
                  <a:pt x="149304" y="16659"/>
                </a:cubicBezTo>
                <a:lnTo>
                  <a:pt x="145322" y="16659"/>
                </a:lnTo>
                <a:lnTo>
                  <a:pt x="145322" y="9953"/>
                </a:lnTo>
                <a:lnTo>
                  <a:pt x="193100" y="9953"/>
                </a:lnTo>
                <a:close/>
                <a:moveTo>
                  <a:pt x="1337918" y="9534"/>
                </a:moveTo>
                <a:cubicBezTo>
                  <a:pt x="1344414" y="9604"/>
                  <a:pt x="1349618" y="11280"/>
                  <a:pt x="1353530" y="14563"/>
                </a:cubicBezTo>
                <a:cubicBezTo>
                  <a:pt x="1357652" y="17986"/>
                  <a:pt x="1359712" y="22666"/>
                  <a:pt x="1359712" y="28603"/>
                </a:cubicBezTo>
                <a:cubicBezTo>
                  <a:pt x="1359712" y="37753"/>
                  <a:pt x="1355136" y="43970"/>
                  <a:pt x="1345986" y="47253"/>
                </a:cubicBezTo>
                <a:lnTo>
                  <a:pt x="1345986" y="47672"/>
                </a:lnTo>
                <a:cubicBezTo>
                  <a:pt x="1350736" y="48790"/>
                  <a:pt x="1354578" y="50990"/>
                  <a:pt x="1357512" y="54273"/>
                </a:cubicBezTo>
                <a:cubicBezTo>
                  <a:pt x="1360724" y="57835"/>
                  <a:pt x="1362332" y="62166"/>
                  <a:pt x="1362332" y="67265"/>
                </a:cubicBezTo>
                <a:cubicBezTo>
                  <a:pt x="1362332" y="73901"/>
                  <a:pt x="1359992" y="79244"/>
                  <a:pt x="1355312" y="83296"/>
                </a:cubicBezTo>
                <a:cubicBezTo>
                  <a:pt x="1350842" y="87137"/>
                  <a:pt x="1345148" y="89058"/>
                  <a:pt x="1338234" y="89058"/>
                </a:cubicBezTo>
                <a:cubicBezTo>
                  <a:pt x="1328454" y="89058"/>
                  <a:pt x="1320352" y="85566"/>
                  <a:pt x="1313926" y="78581"/>
                </a:cubicBezTo>
                <a:lnTo>
                  <a:pt x="1318326" y="73028"/>
                </a:lnTo>
                <a:cubicBezTo>
                  <a:pt x="1324124" y="78965"/>
                  <a:pt x="1330584" y="81934"/>
                  <a:pt x="1337710" y="81934"/>
                </a:cubicBezTo>
                <a:cubicBezTo>
                  <a:pt x="1342458" y="81934"/>
                  <a:pt x="1346300" y="80606"/>
                  <a:pt x="1349234" y="77952"/>
                </a:cubicBezTo>
                <a:cubicBezTo>
                  <a:pt x="1352238" y="75158"/>
                  <a:pt x="1353740" y="71526"/>
                  <a:pt x="1353740" y="67056"/>
                </a:cubicBezTo>
                <a:cubicBezTo>
                  <a:pt x="1353740" y="56438"/>
                  <a:pt x="1345638" y="51130"/>
                  <a:pt x="1329432" y="51130"/>
                </a:cubicBezTo>
                <a:lnTo>
                  <a:pt x="1329432" y="44424"/>
                </a:lnTo>
                <a:cubicBezTo>
                  <a:pt x="1343822" y="44424"/>
                  <a:pt x="1351016" y="39360"/>
                  <a:pt x="1351016" y="29232"/>
                </a:cubicBezTo>
                <a:cubicBezTo>
                  <a:pt x="1351016" y="25390"/>
                  <a:pt x="1349828" y="22317"/>
                  <a:pt x="1347454" y="20012"/>
                </a:cubicBezTo>
                <a:cubicBezTo>
                  <a:pt x="1345008" y="17707"/>
                  <a:pt x="1341726" y="16519"/>
                  <a:pt x="1337604" y="16449"/>
                </a:cubicBezTo>
                <a:cubicBezTo>
                  <a:pt x="1331806" y="16519"/>
                  <a:pt x="1326428" y="19104"/>
                  <a:pt x="1321470" y="24203"/>
                </a:cubicBezTo>
                <a:lnTo>
                  <a:pt x="1316754" y="18650"/>
                </a:lnTo>
                <a:cubicBezTo>
                  <a:pt x="1323320" y="12642"/>
                  <a:pt x="1330374" y="9604"/>
                  <a:pt x="1337918" y="9534"/>
                </a:cubicBezTo>
                <a:close/>
                <a:moveTo>
                  <a:pt x="1101660" y="4295"/>
                </a:moveTo>
                <a:lnTo>
                  <a:pt x="1110148" y="4295"/>
                </a:lnTo>
                <a:lnTo>
                  <a:pt x="1110148" y="77952"/>
                </a:lnTo>
                <a:cubicBezTo>
                  <a:pt x="1110148" y="80606"/>
                  <a:pt x="1111020" y="81934"/>
                  <a:pt x="1112766" y="81934"/>
                </a:cubicBezTo>
                <a:cubicBezTo>
                  <a:pt x="1113396" y="81934"/>
                  <a:pt x="1114058" y="81864"/>
                  <a:pt x="1114758" y="81724"/>
                </a:cubicBezTo>
                <a:lnTo>
                  <a:pt x="1116014" y="88325"/>
                </a:lnTo>
                <a:cubicBezTo>
                  <a:pt x="1114408" y="88814"/>
                  <a:pt x="1112696" y="89058"/>
                  <a:pt x="1110880" y="89058"/>
                </a:cubicBezTo>
                <a:cubicBezTo>
                  <a:pt x="1104734" y="89058"/>
                  <a:pt x="1101660" y="85147"/>
                  <a:pt x="1101660" y="77324"/>
                </a:cubicBezTo>
                <a:close/>
                <a:moveTo>
                  <a:pt x="539686" y="4295"/>
                </a:moveTo>
                <a:lnTo>
                  <a:pt x="548172" y="4295"/>
                </a:lnTo>
                <a:lnTo>
                  <a:pt x="548172" y="77952"/>
                </a:lnTo>
                <a:cubicBezTo>
                  <a:pt x="548172" y="80606"/>
                  <a:pt x="549046" y="81934"/>
                  <a:pt x="550792" y="81934"/>
                </a:cubicBezTo>
                <a:cubicBezTo>
                  <a:pt x="551420" y="81934"/>
                  <a:pt x="552084" y="81864"/>
                  <a:pt x="552782" y="81724"/>
                </a:cubicBezTo>
                <a:lnTo>
                  <a:pt x="554040" y="88325"/>
                </a:lnTo>
                <a:cubicBezTo>
                  <a:pt x="552434" y="88814"/>
                  <a:pt x="550722" y="89058"/>
                  <a:pt x="548906" y="89058"/>
                </a:cubicBezTo>
                <a:cubicBezTo>
                  <a:pt x="542758" y="89058"/>
                  <a:pt x="539686" y="85147"/>
                  <a:pt x="539686" y="77324"/>
                </a:cubicBezTo>
                <a:close/>
                <a:moveTo>
                  <a:pt x="1090374" y="2933"/>
                </a:moveTo>
                <a:cubicBezTo>
                  <a:pt x="1093586" y="2933"/>
                  <a:pt x="1096626" y="3562"/>
                  <a:pt x="1099488" y="4819"/>
                </a:cubicBezTo>
                <a:lnTo>
                  <a:pt x="1097602" y="11420"/>
                </a:lnTo>
                <a:cubicBezTo>
                  <a:pt x="1095438" y="10372"/>
                  <a:pt x="1093272" y="9848"/>
                  <a:pt x="1091106" y="9848"/>
                </a:cubicBezTo>
                <a:cubicBezTo>
                  <a:pt x="1085658" y="9848"/>
                  <a:pt x="1082934" y="13690"/>
                  <a:pt x="1082934" y="21374"/>
                </a:cubicBezTo>
                <a:lnTo>
                  <a:pt x="1082934" y="31118"/>
                </a:lnTo>
                <a:lnTo>
                  <a:pt x="1095088" y="31118"/>
                </a:lnTo>
                <a:lnTo>
                  <a:pt x="1095088" y="38138"/>
                </a:lnTo>
                <a:lnTo>
                  <a:pt x="1082934" y="38138"/>
                </a:lnTo>
                <a:lnTo>
                  <a:pt x="1082934" y="87696"/>
                </a:lnTo>
                <a:lnTo>
                  <a:pt x="1074342" y="87696"/>
                </a:lnTo>
                <a:lnTo>
                  <a:pt x="1074342" y="38138"/>
                </a:lnTo>
                <a:lnTo>
                  <a:pt x="1066590" y="38138"/>
                </a:lnTo>
                <a:lnTo>
                  <a:pt x="1066590" y="31642"/>
                </a:lnTo>
                <a:lnTo>
                  <a:pt x="1074342" y="31118"/>
                </a:lnTo>
                <a:lnTo>
                  <a:pt x="1074342" y="21269"/>
                </a:lnTo>
                <a:cubicBezTo>
                  <a:pt x="1074342" y="9045"/>
                  <a:pt x="1079686" y="2933"/>
                  <a:pt x="1090374" y="2933"/>
                </a:cubicBezTo>
                <a:close/>
                <a:moveTo>
                  <a:pt x="90524" y="1047"/>
                </a:moveTo>
                <a:lnTo>
                  <a:pt x="95134" y="7019"/>
                </a:lnTo>
                <a:cubicBezTo>
                  <a:pt x="83750" y="9674"/>
                  <a:pt x="69954" y="11665"/>
                  <a:pt x="53748" y="12992"/>
                </a:cubicBezTo>
                <a:lnTo>
                  <a:pt x="53748" y="30908"/>
                </a:lnTo>
                <a:lnTo>
                  <a:pt x="88010" y="30908"/>
                </a:lnTo>
                <a:lnTo>
                  <a:pt x="89268" y="30594"/>
                </a:lnTo>
                <a:lnTo>
                  <a:pt x="93354" y="31851"/>
                </a:lnTo>
                <a:cubicBezTo>
                  <a:pt x="90840" y="49244"/>
                  <a:pt x="85670" y="63598"/>
                  <a:pt x="77846" y="74914"/>
                </a:cubicBezTo>
                <a:cubicBezTo>
                  <a:pt x="83016" y="81829"/>
                  <a:pt x="89302" y="86928"/>
                  <a:pt x="96706" y="90211"/>
                </a:cubicBezTo>
                <a:cubicBezTo>
                  <a:pt x="94680" y="91957"/>
                  <a:pt x="93110" y="93843"/>
                  <a:pt x="91992" y="95869"/>
                </a:cubicBezTo>
                <a:cubicBezTo>
                  <a:pt x="84798" y="92097"/>
                  <a:pt x="78720" y="86893"/>
                  <a:pt x="73760" y="80257"/>
                </a:cubicBezTo>
                <a:cubicBezTo>
                  <a:pt x="68172" y="86893"/>
                  <a:pt x="61642" y="92097"/>
                  <a:pt x="54168" y="95869"/>
                </a:cubicBezTo>
                <a:cubicBezTo>
                  <a:pt x="53050" y="93773"/>
                  <a:pt x="51654" y="91887"/>
                  <a:pt x="49976" y="90211"/>
                </a:cubicBezTo>
                <a:cubicBezTo>
                  <a:pt x="57520" y="86858"/>
                  <a:pt x="64122" y="81619"/>
                  <a:pt x="69780" y="74495"/>
                </a:cubicBezTo>
                <a:cubicBezTo>
                  <a:pt x="63982" y="64785"/>
                  <a:pt x="59512" y="52387"/>
                  <a:pt x="56368" y="37299"/>
                </a:cubicBezTo>
                <a:lnTo>
                  <a:pt x="53748" y="37299"/>
                </a:lnTo>
                <a:lnTo>
                  <a:pt x="53748" y="43586"/>
                </a:lnTo>
                <a:cubicBezTo>
                  <a:pt x="53748" y="67335"/>
                  <a:pt x="50360" y="84832"/>
                  <a:pt x="43586" y="96078"/>
                </a:cubicBezTo>
                <a:cubicBezTo>
                  <a:pt x="41978" y="94472"/>
                  <a:pt x="40128" y="93179"/>
                  <a:pt x="38032" y="92202"/>
                </a:cubicBezTo>
                <a:cubicBezTo>
                  <a:pt x="44110" y="81724"/>
                  <a:pt x="47148" y="65519"/>
                  <a:pt x="47148" y="43586"/>
                </a:cubicBezTo>
                <a:lnTo>
                  <a:pt x="47148" y="7543"/>
                </a:lnTo>
                <a:cubicBezTo>
                  <a:pt x="66148" y="5867"/>
                  <a:pt x="80606" y="3702"/>
                  <a:pt x="90524" y="1047"/>
                </a:cubicBezTo>
                <a:close/>
                <a:moveTo>
                  <a:pt x="254602" y="209"/>
                </a:moveTo>
                <a:lnTo>
                  <a:pt x="261832" y="209"/>
                </a:lnTo>
                <a:lnTo>
                  <a:pt x="261832" y="12992"/>
                </a:lnTo>
                <a:lnTo>
                  <a:pt x="300284" y="12992"/>
                </a:lnTo>
                <a:lnTo>
                  <a:pt x="300284" y="19697"/>
                </a:lnTo>
                <a:lnTo>
                  <a:pt x="261832" y="19697"/>
                </a:lnTo>
                <a:lnTo>
                  <a:pt x="261832" y="46520"/>
                </a:lnTo>
                <a:lnTo>
                  <a:pt x="304580" y="46520"/>
                </a:lnTo>
                <a:lnTo>
                  <a:pt x="304580" y="53120"/>
                </a:lnTo>
                <a:lnTo>
                  <a:pt x="266862" y="53120"/>
                </a:lnTo>
                <a:cubicBezTo>
                  <a:pt x="277828" y="67859"/>
                  <a:pt x="291134" y="78651"/>
                  <a:pt x="306780" y="85496"/>
                </a:cubicBezTo>
                <a:cubicBezTo>
                  <a:pt x="305174" y="86893"/>
                  <a:pt x="303568" y="88814"/>
                  <a:pt x="301960" y="91259"/>
                </a:cubicBezTo>
                <a:cubicBezTo>
                  <a:pt x="286244" y="83505"/>
                  <a:pt x="272868" y="71910"/>
                  <a:pt x="261832" y="56473"/>
                </a:cubicBezTo>
                <a:lnTo>
                  <a:pt x="261832" y="95554"/>
                </a:lnTo>
                <a:lnTo>
                  <a:pt x="254602" y="95554"/>
                </a:lnTo>
                <a:lnTo>
                  <a:pt x="254602" y="56788"/>
                </a:lnTo>
                <a:cubicBezTo>
                  <a:pt x="243916" y="71666"/>
                  <a:pt x="230714" y="83051"/>
                  <a:pt x="214998" y="90944"/>
                </a:cubicBezTo>
                <a:cubicBezTo>
                  <a:pt x="213530" y="88709"/>
                  <a:pt x="211890" y="86788"/>
                  <a:pt x="210074" y="85182"/>
                </a:cubicBezTo>
                <a:cubicBezTo>
                  <a:pt x="225860" y="78406"/>
                  <a:pt x="239060" y="67719"/>
                  <a:pt x="249678" y="53120"/>
                </a:cubicBezTo>
                <a:lnTo>
                  <a:pt x="212168" y="53120"/>
                </a:lnTo>
                <a:lnTo>
                  <a:pt x="212168" y="46520"/>
                </a:lnTo>
                <a:lnTo>
                  <a:pt x="254602" y="46520"/>
                </a:lnTo>
                <a:lnTo>
                  <a:pt x="254602" y="19697"/>
                </a:lnTo>
                <a:lnTo>
                  <a:pt x="217198" y="19697"/>
                </a:lnTo>
                <a:lnTo>
                  <a:pt x="217198" y="12992"/>
                </a:lnTo>
                <a:lnTo>
                  <a:pt x="254602" y="12992"/>
                </a:lnTo>
                <a:close/>
                <a:moveTo>
                  <a:pt x="124052" y="104"/>
                </a:moveTo>
                <a:lnTo>
                  <a:pt x="130864" y="104"/>
                </a:lnTo>
                <a:lnTo>
                  <a:pt x="130864" y="22526"/>
                </a:lnTo>
                <a:lnTo>
                  <a:pt x="145112" y="22526"/>
                </a:lnTo>
                <a:lnTo>
                  <a:pt x="145112" y="29127"/>
                </a:lnTo>
                <a:lnTo>
                  <a:pt x="130864" y="29127"/>
                </a:lnTo>
                <a:lnTo>
                  <a:pt x="130864" y="33318"/>
                </a:lnTo>
                <a:cubicBezTo>
                  <a:pt x="134216" y="36671"/>
                  <a:pt x="140084" y="43411"/>
                  <a:pt x="148466" y="53540"/>
                </a:cubicBezTo>
                <a:lnTo>
                  <a:pt x="144064" y="59721"/>
                </a:lnTo>
                <a:cubicBezTo>
                  <a:pt x="141132" y="54972"/>
                  <a:pt x="136730" y="48860"/>
                  <a:pt x="130864" y="41386"/>
                </a:cubicBezTo>
                <a:lnTo>
                  <a:pt x="130864" y="95450"/>
                </a:lnTo>
                <a:lnTo>
                  <a:pt x="124052" y="95450"/>
                </a:lnTo>
                <a:lnTo>
                  <a:pt x="124052" y="41281"/>
                </a:lnTo>
                <a:cubicBezTo>
                  <a:pt x="119302" y="56508"/>
                  <a:pt x="113854" y="68173"/>
                  <a:pt x="107708" y="76276"/>
                </a:cubicBezTo>
                <a:cubicBezTo>
                  <a:pt x="106660" y="73831"/>
                  <a:pt x="105264" y="71596"/>
                  <a:pt x="103516" y="69570"/>
                </a:cubicBezTo>
                <a:cubicBezTo>
                  <a:pt x="111550" y="60071"/>
                  <a:pt x="117732" y="46590"/>
                  <a:pt x="122062" y="29127"/>
                </a:cubicBezTo>
                <a:lnTo>
                  <a:pt x="106346" y="29127"/>
                </a:lnTo>
                <a:lnTo>
                  <a:pt x="106346" y="22526"/>
                </a:lnTo>
                <a:lnTo>
                  <a:pt x="124052" y="22526"/>
                </a:lnTo>
                <a:close/>
                <a:moveTo>
                  <a:pt x="358958" y="0"/>
                </a:moveTo>
                <a:lnTo>
                  <a:pt x="366816" y="1152"/>
                </a:lnTo>
                <a:cubicBezTo>
                  <a:pt x="364930" y="6461"/>
                  <a:pt x="363184" y="10896"/>
                  <a:pt x="361578" y="14459"/>
                </a:cubicBezTo>
                <a:lnTo>
                  <a:pt x="399402" y="14459"/>
                </a:lnTo>
                <a:lnTo>
                  <a:pt x="399402" y="95240"/>
                </a:lnTo>
                <a:lnTo>
                  <a:pt x="392172" y="95240"/>
                </a:lnTo>
                <a:lnTo>
                  <a:pt x="392172" y="89792"/>
                </a:lnTo>
                <a:lnTo>
                  <a:pt x="335384" y="89792"/>
                </a:lnTo>
                <a:lnTo>
                  <a:pt x="335384" y="95764"/>
                </a:lnTo>
                <a:lnTo>
                  <a:pt x="328364" y="95764"/>
                </a:lnTo>
                <a:lnTo>
                  <a:pt x="328364" y="14459"/>
                </a:lnTo>
                <a:lnTo>
                  <a:pt x="354558" y="14459"/>
                </a:lnTo>
                <a:cubicBezTo>
                  <a:pt x="356304" y="9988"/>
                  <a:pt x="357770" y="5168"/>
                  <a:pt x="358958" y="0"/>
                </a:cubicBezTo>
                <a:close/>
                <a:moveTo>
                  <a:pt x="26298" y="0"/>
                </a:moveTo>
                <a:lnTo>
                  <a:pt x="32688" y="0"/>
                </a:lnTo>
                <a:lnTo>
                  <a:pt x="32688" y="29337"/>
                </a:lnTo>
                <a:lnTo>
                  <a:pt x="42224" y="29337"/>
                </a:lnTo>
                <a:lnTo>
                  <a:pt x="42224" y="35623"/>
                </a:lnTo>
                <a:lnTo>
                  <a:pt x="14354" y="35623"/>
                </a:lnTo>
                <a:lnTo>
                  <a:pt x="14354" y="43796"/>
                </a:lnTo>
                <a:cubicBezTo>
                  <a:pt x="14354" y="47078"/>
                  <a:pt x="14318" y="49558"/>
                  <a:pt x="14248" y="51235"/>
                </a:cubicBezTo>
                <a:lnTo>
                  <a:pt x="35728" y="51235"/>
                </a:lnTo>
                <a:lnTo>
                  <a:pt x="35728" y="95554"/>
                </a:lnTo>
                <a:lnTo>
                  <a:pt x="29336" y="95554"/>
                </a:lnTo>
                <a:lnTo>
                  <a:pt x="29336" y="57521"/>
                </a:lnTo>
                <a:lnTo>
                  <a:pt x="14038" y="57521"/>
                </a:lnTo>
                <a:cubicBezTo>
                  <a:pt x="13130" y="74006"/>
                  <a:pt x="10128" y="86788"/>
                  <a:pt x="5028" y="95869"/>
                </a:cubicBezTo>
                <a:cubicBezTo>
                  <a:pt x="3632" y="94332"/>
                  <a:pt x="1954" y="92935"/>
                  <a:pt x="0" y="91678"/>
                </a:cubicBezTo>
                <a:cubicBezTo>
                  <a:pt x="5238" y="81549"/>
                  <a:pt x="7858" y="65589"/>
                  <a:pt x="7858" y="43796"/>
                </a:cubicBezTo>
                <a:lnTo>
                  <a:pt x="7858" y="2305"/>
                </a:lnTo>
                <a:lnTo>
                  <a:pt x="14354" y="2305"/>
                </a:lnTo>
                <a:lnTo>
                  <a:pt x="14354" y="29337"/>
                </a:lnTo>
                <a:lnTo>
                  <a:pt x="26298" y="29337"/>
                </a:lnTo>
                <a:close/>
              </a:path>
            </a:pathLst>
          </a:custGeom>
          <a:solidFill>
            <a:srgbClr val="E6E6E6"/>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fontAlgn="base"/>
            <a:endParaRPr lang="zh-CN" altLang="en-US" sz="800">
              <a:solidFill>
                <a:srgbClr val="E6E6E6"/>
              </a:solidFill>
            </a:endParaRPr>
          </a:p>
        </p:txBody>
      </p:sp>
      <p:sp>
        <p:nvSpPr>
          <p:cNvPr id="4" name="文本框 3">
            <a:extLst>
              <a:ext uri="{FF2B5EF4-FFF2-40B4-BE49-F238E27FC236}">
                <a16:creationId xmlns:a16="http://schemas.microsoft.com/office/drawing/2014/main" id="{0A0EF643-CDBD-45C0-9A15-9537830847D1}"/>
              </a:ext>
            </a:extLst>
          </p:cNvPr>
          <p:cNvSpPr txBox="1"/>
          <p:nvPr userDrawn="1"/>
        </p:nvSpPr>
        <p:spPr>
          <a:xfrm>
            <a:off x="38852977" y="20296026"/>
            <a:ext cx="1965874" cy="113995"/>
          </a:xfrm>
          <a:custGeom>
            <a:avLst/>
            <a:gdLst/>
            <a:ahLst/>
            <a:cxnLst/>
            <a:rect l="l" t="t" r="r" b="b"/>
            <a:pathLst>
              <a:path w="1965874" h="113994">
                <a:moveTo>
                  <a:pt x="891806" y="87487"/>
                </a:moveTo>
                <a:cubicBezTo>
                  <a:pt x="887684" y="90420"/>
                  <a:pt x="885624" y="93808"/>
                  <a:pt x="885624" y="97650"/>
                </a:cubicBezTo>
                <a:cubicBezTo>
                  <a:pt x="885624" y="100793"/>
                  <a:pt x="887126" y="103308"/>
                  <a:pt x="890130" y="105194"/>
                </a:cubicBezTo>
                <a:cubicBezTo>
                  <a:pt x="893134" y="107080"/>
                  <a:pt x="897290" y="108023"/>
                  <a:pt x="902598" y="108023"/>
                </a:cubicBezTo>
                <a:cubicBezTo>
                  <a:pt x="908046" y="108023"/>
                  <a:pt x="912586" y="106765"/>
                  <a:pt x="916218" y="104251"/>
                </a:cubicBezTo>
                <a:cubicBezTo>
                  <a:pt x="919572" y="101876"/>
                  <a:pt x="921248" y="99082"/>
                  <a:pt x="921248" y="95869"/>
                </a:cubicBezTo>
                <a:cubicBezTo>
                  <a:pt x="921248" y="90909"/>
                  <a:pt x="917302" y="88430"/>
                  <a:pt x="909408" y="88430"/>
                </a:cubicBezTo>
                <a:lnTo>
                  <a:pt x="899036" y="88430"/>
                </a:lnTo>
                <a:cubicBezTo>
                  <a:pt x="896870" y="88430"/>
                  <a:pt x="894460" y="88115"/>
                  <a:pt x="891806" y="87487"/>
                </a:cubicBezTo>
                <a:close/>
                <a:moveTo>
                  <a:pt x="429472" y="75438"/>
                </a:moveTo>
                <a:cubicBezTo>
                  <a:pt x="431288" y="75438"/>
                  <a:pt x="432824" y="76066"/>
                  <a:pt x="434082" y="77324"/>
                </a:cubicBezTo>
                <a:cubicBezTo>
                  <a:pt x="435340" y="78651"/>
                  <a:pt x="435968" y="80327"/>
                  <a:pt x="435968" y="82353"/>
                </a:cubicBezTo>
                <a:cubicBezTo>
                  <a:pt x="435968" y="84309"/>
                  <a:pt x="435340" y="85915"/>
                  <a:pt x="434082" y="87172"/>
                </a:cubicBezTo>
                <a:cubicBezTo>
                  <a:pt x="432824" y="88430"/>
                  <a:pt x="431288" y="89058"/>
                  <a:pt x="429472" y="89058"/>
                </a:cubicBezTo>
                <a:cubicBezTo>
                  <a:pt x="427726" y="89058"/>
                  <a:pt x="426224" y="88430"/>
                  <a:pt x="424966" y="87172"/>
                </a:cubicBezTo>
                <a:cubicBezTo>
                  <a:pt x="423710" y="85915"/>
                  <a:pt x="423080" y="84309"/>
                  <a:pt x="423080" y="82353"/>
                </a:cubicBezTo>
                <a:cubicBezTo>
                  <a:pt x="423080" y="80327"/>
                  <a:pt x="423710" y="78651"/>
                  <a:pt x="424966" y="77324"/>
                </a:cubicBezTo>
                <a:cubicBezTo>
                  <a:pt x="426224" y="76066"/>
                  <a:pt x="427726" y="75438"/>
                  <a:pt x="429472" y="75438"/>
                </a:cubicBezTo>
                <a:close/>
                <a:moveTo>
                  <a:pt x="335384" y="66846"/>
                </a:moveTo>
                <a:lnTo>
                  <a:pt x="335384" y="83191"/>
                </a:lnTo>
                <a:lnTo>
                  <a:pt x="392172" y="83191"/>
                </a:lnTo>
                <a:lnTo>
                  <a:pt x="392172" y="66846"/>
                </a:lnTo>
                <a:close/>
                <a:moveTo>
                  <a:pt x="856868" y="57731"/>
                </a:moveTo>
                <a:cubicBezTo>
                  <a:pt x="847158" y="58848"/>
                  <a:pt x="840174" y="60629"/>
                  <a:pt x="835914" y="63074"/>
                </a:cubicBezTo>
                <a:cubicBezTo>
                  <a:pt x="832002" y="65449"/>
                  <a:pt x="830046" y="68627"/>
                  <a:pt x="830046" y="72609"/>
                </a:cubicBezTo>
                <a:cubicBezTo>
                  <a:pt x="830046" y="78965"/>
                  <a:pt x="833538" y="82143"/>
                  <a:pt x="840524" y="82143"/>
                </a:cubicBezTo>
                <a:cubicBezTo>
                  <a:pt x="845552" y="82143"/>
                  <a:pt x="851000" y="79524"/>
                  <a:pt x="856868" y="74285"/>
                </a:cubicBezTo>
                <a:close/>
                <a:moveTo>
                  <a:pt x="482440" y="50606"/>
                </a:moveTo>
                <a:lnTo>
                  <a:pt x="482440" y="80781"/>
                </a:lnTo>
                <a:lnTo>
                  <a:pt x="496270" y="80781"/>
                </a:lnTo>
                <a:cubicBezTo>
                  <a:pt x="510870" y="80781"/>
                  <a:pt x="518168" y="75507"/>
                  <a:pt x="518168" y="64960"/>
                </a:cubicBezTo>
                <a:cubicBezTo>
                  <a:pt x="518168" y="55391"/>
                  <a:pt x="510870" y="50606"/>
                  <a:pt x="496270" y="50606"/>
                </a:cubicBezTo>
                <a:close/>
                <a:moveTo>
                  <a:pt x="1220056" y="49977"/>
                </a:moveTo>
                <a:cubicBezTo>
                  <a:pt x="1212652" y="54657"/>
                  <a:pt x="1208950" y="60664"/>
                  <a:pt x="1208950" y="67999"/>
                </a:cubicBezTo>
                <a:cubicBezTo>
                  <a:pt x="1208950" y="72190"/>
                  <a:pt x="1210522" y="75682"/>
                  <a:pt x="1213666" y="78476"/>
                </a:cubicBezTo>
                <a:cubicBezTo>
                  <a:pt x="1216878" y="81270"/>
                  <a:pt x="1220860" y="82667"/>
                  <a:pt x="1225610" y="82667"/>
                </a:cubicBezTo>
                <a:cubicBezTo>
                  <a:pt x="1230150" y="82667"/>
                  <a:pt x="1233886" y="81375"/>
                  <a:pt x="1236820" y="78790"/>
                </a:cubicBezTo>
                <a:cubicBezTo>
                  <a:pt x="1239614" y="76276"/>
                  <a:pt x="1241012" y="73063"/>
                  <a:pt x="1241012" y="69151"/>
                </a:cubicBezTo>
                <a:cubicBezTo>
                  <a:pt x="1241012" y="64401"/>
                  <a:pt x="1238916" y="60420"/>
                  <a:pt x="1234724" y="57207"/>
                </a:cubicBezTo>
                <a:cubicBezTo>
                  <a:pt x="1232140" y="55321"/>
                  <a:pt x="1227250" y="52911"/>
                  <a:pt x="1220056" y="49977"/>
                </a:cubicBezTo>
                <a:close/>
                <a:moveTo>
                  <a:pt x="335384" y="44215"/>
                </a:moveTo>
                <a:lnTo>
                  <a:pt x="335384" y="60350"/>
                </a:lnTo>
                <a:lnTo>
                  <a:pt x="392172" y="60350"/>
                </a:lnTo>
                <a:lnTo>
                  <a:pt x="392172" y="44215"/>
                </a:lnTo>
                <a:close/>
                <a:moveTo>
                  <a:pt x="62130" y="37299"/>
                </a:moveTo>
                <a:cubicBezTo>
                  <a:pt x="64786" y="49942"/>
                  <a:pt x="68662" y="60490"/>
                  <a:pt x="73760" y="68942"/>
                </a:cubicBezTo>
                <a:cubicBezTo>
                  <a:pt x="79558" y="60071"/>
                  <a:pt x="83644" y="49523"/>
                  <a:pt x="86020" y="37299"/>
                </a:cubicBezTo>
                <a:close/>
                <a:moveTo>
                  <a:pt x="961320" y="36880"/>
                </a:moveTo>
                <a:cubicBezTo>
                  <a:pt x="956220" y="36880"/>
                  <a:pt x="952100" y="38976"/>
                  <a:pt x="948956" y="43167"/>
                </a:cubicBezTo>
                <a:cubicBezTo>
                  <a:pt x="945742" y="47288"/>
                  <a:pt x="944136" y="52736"/>
                  <a:pt x="944136" y="59512"/>
                </a:cubicBezTo>
                <a:cubicBezTo>
                  <a:pt x="944136" y="66217"/>
                  <a:pt x="945742" y="71631"/>
                  <a:pt x="948956" y="75752"/>
                </a:cubicBezTo>
                <a:cubicBezTo>
                  <a:pt x="952100" y="79873"/>
                  <a:pt x="956220" y="81934"/>
                  <a:pt x="961320" y="81934"/>
                </a:cubicBezTo>
                <a:cubicBezTo>
                  <a:pt x="966418" y="81934"/>
                  <a:pt x="970574" y="79873"/>
                  <a:pt x="973788" y="75752"/>
                </a:cubicBezTo>
                <a:cubicBezTo>
                  <a:pt x="977000" y="71631"/>
                  <a:pt x="978608" y="66217"/>
                  <a:pt x="978608" y="59512"/>
                </a:cubicBezTo>
                <a:cubicBezTo>
                  <a:pt x="978608" y="52806"/>
                  <a:pt x="977000" y="47358"/>
                  <a:pt x="973788" y="43167"/>
                </a:cubicBezTo>
                <a:cubicBezTo>
                  <a:pt x="970574" y="38976"/>
                  <a:pt x="966418" y="36880"/>
                  <a:pt x="961320" y="36880"/>
                </a:cubicBezTo>
                <a:close/>
                <a:moveTo>
                  <a:pt x="655890" y="36566"/>
                </a:moveTo>
                <a:cubicBezTo>
                  <a:pt x="651560" y="36566"/>
                  <a:pt x="647822" y="38173"/>
                  <a:pt x="644680" y="41386"/>
                </a:cubicBezTo>
                <a:cubicBezTo>
                  <a:pt x="641396" y="44808"/>
                  <a:pt x="639476" y="49384"/>
                  <a:pt x="638918" y="55111"/>
                </a:cubicBezTo>
                <a:lnTo>
                  <a:pt x="670560" y="55111"/>
                </a:lnTo>
                <a:cubicBezTo>
                  <a:pt x="670560" y="42748"/>
                  <a:pt x="665670" y="36566"/>
                  <a:pt x="655890" y="36566"/>
                </a:cubicBezTo>
                <a:close/>
                <a:moveTo>
                  <a:pt x="901236" y="36042"/>
                </a:moveTo>
                <a:cubicBezTo>
                  <a:pt x="897604" y="36042"/>
                  <a:pt x="894600" y="37265"/>
                  <a:pt x="892224" y="39709"/>
                </a:cubicBezTo>
                <a:cubicBezTo>
                  <a:pt x="889780" y="42224"/>
                  <a:pt x="888558" y="45612"/>
                  <a:pt x="888558" y="49872"/>
                </a:cubicBezTo>
                <a:cubicBezTo>
                  <a:pt x="888558" y="53994"/>
                  <a:pt x="889816" y="57381"/>
                  <a:pt x="892330" y="60036"/>
                </a:cubicBezTo>
                <a:cubicBezTo>
                  <a:pt x="894774" y="62620"/>
                  <a:pt x="897744" y="63912"/>
                  <a:pt x="901236" y="63912"/>
                </a:cubicBezTo>
                <a:cubicBezTo>
                  <a:pt x="904728" y="63912"/>
                  <a:pt x="907696" y="62620"/>
                  <a:pt x="910142" y="60036"/>
                </a:cubicBezTo>
                <a:cubicBezTo>
                  <a:pt x="912656" y="57381"/>
                  <a:pt x="913914" y="53994"/>
                  <a:pt x="913914" y="49872"/>
                </a:cubicBezTo>
                <a:cubicBezTo>
                  <a:pt x="913914" y="45681"/>
                  <a:pt x="912656" y="42294"/>
                  <a:pt x="910142" y="39709"/>
                </a:cubicBezTo>
                <a:cubicBezTo>
                  <a:pt x="907766" y="37265"/>
                  <a:pt x="904798" y="36042"/>
                  <a:pt x="901236" y="36042"/>
                </a:cubicBezTo>
                <a:close/>
                <a:moveTo>
                  <a:pt x="429472" y="32689"/>
                </a:moveTo>
                <a:cubicBezTo>
                  <a:pt x="431288" y="32689"/>
                  <a:pt x="432824" y="33318"/>
                  <a:pt x="434082" y="34575"/>
                </a:cubicBezTo>
                <a:cubicBezTo>
                  <a:pt x="435340" y="35902"/>
                  <a:pt x="435968" y="37579"/>
                  <a:pt x="435968" y="39605"/>
                </a:cubicBezTo>
                <a:cubicBezTo>
                  <a:pt x="435968" y="41560"/>
                  <a:pt x="435340" y="43167"/>
                  <a:pt x="434082" y="44424"/>
                </a:cubicBezTo>
                <a:cubicBezTo>
                  <a:pt x="432824" y="45681"/>
                  <a:pt x="431288" y="46310"/>
                  <a:pt x="429472" y="46310"/>
                </a:cubicBezTo>
                <a:cubicBezTo>
                  <a:pt x="427726" y="46310"/>
                  <a:pt x="426224" y="45681"/>
                  <a:pt x="424966" y="44424"/>
                </a:cubicBezTo>
                <a:cubicBezTo>
                  <a:pt x="423710" y="43167"/>
                  <a:pt x="423080" y="41560"/>
                  <a:pt x="423080" y="39605"/>
                </a:cubicBezTo>
                <a:cubicBezTo>
                  <a:pt x="423080" y="37579"/>
                  <a:pt x="423710" y="35902"/>
                  <a:pt x="424966" y="34575"/>
                </a:cubicBezTo>
                <a:cubicBezTo>
                  <a:pt x="426224" y="33318"/>
                  <a:pt x="427726" y="32689"/>
                  <a:pt x="429472" y="32689"/>
                </a:cubicBezTo>
                <a:close/>
                <a:moveTo>
                  <a:pt x="1121644" y="31118"/>
                </a:moveTo>
                <a:lnTo>
                  <a:pt x="1130550" y="31118"/>
                </a:lnTo>
                <a:lnTo>
                  <a:pt x="1142600" y="63493"/>
                </a:lnTo>
                <a:lnTo>
                  <a:pt x="1148258" y="79419"/>
                </a:lnTo>
                <a:lnTo>
                  <a:pt x="1148780" y="79419"/>
                </a:lnTo>
                <a:cubicBezTo>
                  <a:pt x="1149130" y="78371"/>
                  <a:pt x="1149934" y="75682"/>
                  <a:pt x="1151190" y="71351"/>
                </a:cubicBezTo>
                <a:cubicBezTo>
                  <a:pt x="1152168" y="67999"/>
                  <a:pt x="1152972" y="65379"/>
                  <a:pt x="1153600" y="63493"/>
                </a:cubicBezTo>
                <a:lnTo>
                  <a:pt x="1164182" y="31118"/>
                </a:lnTo>
                <a:lnTo>
                  <a:pt x="1172564" y="31118"/>
                </a:lnTo>
                <a:lnTo>
                  <a:pt x="1150982" y="92935"/>
                </a:lnTo>
                <a:cubicBezTo>
                  <a:pt x="1146440" y="105927"/>
                  <a:pt x="1139560" y="112423"/>
                  <a:pt x="1130340" y="112423"/>
                </a:cubicBezTo>
                <a:cubicBezTo>
                  <a:pt x="1127896" y="112423"/>
                  <a:pt x="1125730" y="112039"/>
                  <a:pt x="1123844" y="111271"/>
                </a:cubicBezTo>
                <a:lnTo>
                  <a:pt x="1125626" y="104355"/>
                </a:lnTo>
                <a:cubicBezTo>
                  <a:pt x="1127162" y="104914"/>
                  <a:pt x="1128630" y="105194"/>
                  <a:pt x="1130026" y="105194"/>
                </a:cubicBezTo>
                <a:cubicBezTo>
                  <a:pt x="1135894" y="105194"/>
                  <a:pt x="1140294" y="100933"/>
                  <a:pt x="1143228" y="92411"/>
                </a:cubicBezTo>
                <a:lnTo>
                  <a:pt x="1144486" y="88011"/>
                </a:lnTo>
                <a:close/>
                <a:moveTo>
                  <a:pt x="567422" y="31118"/>
                </a:moveTo>
                <a:lnTo>
                  <a:pt x="575910" y="31118"/>
                </a:lnTo>
                <a:lnTo>
                  <a:pt x="575910" y="66008"/>
                </a:lnTo>
                <a:cubicBezTo>
                  <a:pt x="575910" y="71456"/>
                  <a:pt x="576782" y="75403"/>
                  <a:pt x="578528" y="77847"/>
                </a:cubicBezTo>
                <a:cubicBezTo>
                  <a:pt x="580274" y="80362"/>
                  <a:pt x="583138" y="81619"/>
                  <a:pt x="587120" y="81619"/>
                </a:cubicBezTo>
                <a:cubicBezTo>
                  <a:pt x="592290" y="81619"/>
                  <a:pt x="597598" y="78301"/>
                  <a:pt x="603046" y="71666"/>
                </a:cubicBezTo>
                <a:lnTo>
                  <a:pt x="603046" y="31118"/>
                </a:lnTo>
                <a:lnTo>
                  <a:pt x="611532" y="31118"/>
                </a:lnTo>
                <a:lnTo>
                  <a:pt x="611532" y="87696"/>
                </a:lnTo>
                <a:lnTo>
                  <a:pt x="604512" y="87696"/>
                </a:lnTo>
                <a:lnTo>
                  <a:pt x="603780" y="78686"/>
                </a:lnTo>
                <a:lnTo>
                  <a:pt x="603466" y="78686"/>
                </a:lnTo>
                <a:cubicBezTo>
                  <a:pt x="597458" y="85601"/>
                  <a:pt x="591172" y="89058"/>
                  <a:pt x="584606" y="89058"/>
                </a:cubicBezTo>
                <a:cubicBezTo>
                  <a:pt x="573150" y="89058"/>
                  <a:pt x="567422" y="81724"/>
                  <a:pt x="567422" y="67056"/>
                </a:cubicBezTo>
                <a:close/>
                <a:moveTo>
                  <a:pt x="1033548" y="29651"/>
                </a:moveTo>
                <a:cubicBezTo>
                  <a:pt x="1045072" y="29651"/>
                  <a:pt x="1050836" y="37020"/>
                  <a:pt x="1050836" y="51758"/>
                </a:cubicBezTo>
                <a:lnTo>
                  <a:pt x="1050836" y="87696"/>
                </a:lnTo>
                <a:lnTo>
                  <a:pt x="1042244" y="87696"/>
                </a:lnTo>
                <a:lnTo>
                  <a:pt x="1042244" y="52806"/>
                </a:lnTo>
                <a:cubicBezTo>
                  <a:pt x="1042244" y="42329"/>
                  <a:pt x="1038506" y="37090"/>
                  <a:pt x="1031032" y="37090"/>
                </a:cubicBezTo>
                <a:cubicBezTo>
                  <a:pt x="1026214" y="37090"/>
                  <a:pt x="1020834" y="40163"/>
                  <a:pt x="1014898" y="46310"/>
                </a:cubicBezTo>
                <a:lnTo>
                  <a:pt x="1014898" y="87696"/>
                </a:lnTo>
                <a:lnTo>
                  <a:pt x="1006410" y="87696"/>
                </a:lnTo>
                <a:lnTo>
                  <a:pt x="1006410" y="31118"/>
                </a:lnTo>
                <a:lnTo>
                  <a:pt x="1013326" y="31118"/>
                </a:lnTo>
                <a:lnTo>
                  <a:pt x="1014164" y="39395"/>
                </a:lnTo>
                <a:lnTo>
                  <a:pt x="1014478" y="39395"/>
                </a:lnTo>
                <a:cubicBezTo>
                  <a:pt x="1021114" y="32899"/>
                  <a:pt x="1027470" y="29651"/>
                  <a:pt x="1033548" y="29651"/>
                </a:cubicBezTo>
                <a:close/>
                <a:moveTo>
                  <a:pt x="961320" y="29651"/>
                </a:moveTo>
                <a:cubicBezTo>
                  <a:pt x="968584" y="29651"/>
                  <a:pt x="974660" y="32270"/>
                  <a:pt x="979550" y="37509"/>
                </a:cubicBezTo>
                <a:cubicBezTo>
                  <a:pt x="984788" y="43027"/>
                  <a:pt x="987408" y="50361"/>
                  <a:pt x="987408" y="59512"/>
                </a:cubicBezTo>
                <a:cubicBezTo>
                  <a:pt x="987408" y="68522"/>
                  <a:pt x="984788" y="75787"/>
                  <a:pt x="979550" y="81305"/>
                </a:cubicBezTo>
                <a:cubicBezTo>
                  <a:pt x="974660" y="86474"/>
                  <a:pt x="968584" y="89058"/>
                  <a:pt x="961320" y="89058"/>
                </a:cubicBezTo>
                <a:cubicBezTo>
                  <a:pt x="954124" y="89058"/>
                  <a:pt x="948082" y="86474"/>
                  <a:pt x="943194" y="81305"/>
                </a:cubicBezTo>
                <a:cubicBezTo>
                  <a:pt x="937954" y="75787"/>
                  <a:pt x="935334" y="68522"/>
                  <a:pt x="935334" y="59512"/>
                </a:cubicBezTo>
                <a:cubicBezTo>
                  <a:pt x="935334" y="50361"/>
                  <a:pt x="937954" y="43027"/>
                  <a:pt x="943194" y="37509"/>
                </a:cubicBezTo>
                <a:cubicBezTo>
                  <a:pt x="948012" y="32270"/>
                  <a:pt x="954054" y="29651"/>
                  <a:pt x="961320" y="29651"/>
                </a:cubicBezTo>
                <a:close/>
                <a:moveTo>
                  <a:pt x="901236" y="29651"/>
                </a:moveTo>
                <a:cubicBezTo>
                  <a:pt x="903820" y="29651"/>
                  <a:pt x="906440" y="30140"/>
                  <a:pt x="909094" y="31118"/>
                </a:cubicBezTo>
                <a:lnTo>
                  <a:pt x="928686" y="31118"/>
                </a:lnTo>
                <a:lnTo>
                  <a:pt x="928686" y="37719"/>
                </a:lnTo>
                <a:lnTo>
                  <a:pt x="916742" y="37719"/>
                </a:lnTo>
                <a:cubicBezTo>
                  <a:pt x="920026" y="40862"/>
                  <a:pt x="921666" y="44948"/>
                  <a:pt x="921666" y="49977"/>
                </a:cubicBezTo>
                <a:cubicBezTo>
                  <a:pt x="921666" y="55914"/>
                  <a:pt x="919676" y="60734"/>
                  <a:pt x="915694" y="64436"/>
                </a:cubicBezTo>
                <a:cubicBezTo>
                  <a:pt x="911852" y="67999"/>
                  <a:pt x="907034" y="69780"/>
                  <a:pt x="901236" y="69780"/>
                </a:cubicBezTo>
                <a:cubicBezTo>
                  <a:pt x="898092" y="69780"/>
                  <a:pt x="895194" y="69081"/>
                  <a:pt x="892540" y="67684"/>
                </a:cubicBezTo>
                <a:cubicBezTo>
                  <a:pt x="890024" y="69850"/>
                  <a:pt x="888768" y="72224"/>
                  <a:pt x="888768" y="74809"/>
                </a:cubicBezTo>
                <a:cubicBezTo>
                  <a:pt x="888768" y="79070"/>
                  <a:pt x="892120" y="81200"/>
                  <a:pt x="898826" y="81200"/>
                </a:cubicBezTo>
                <a:lnTo>
                  <a:pt x="910142" y="81200"/>
                </a:lnTo>
                <a:cubicBezTo>
                  <a:pt x="923134" y="81200"/>
                  <a:pt x="929630" y="85671"/>
                  <a:pt x="929630" y="94611"/>
                </a:cubicBezTo>
                <a:cubicBezTo>
                  <a:pt x="929630" y="99920"/>
                  <a:pt x="927080" y="104425"/>
                  <a:pt x="921982" y="108127"/>
                </a:cubicBezTo>
                <a:cubicBezTo>
                  <a:pt x="916602" y="112039"/>
                  <a:pt x="909758" y="113995"/>
                  <a:pt x="901446" y="113995"/>
                </a:cubicBezTo>
                <a:cubicBezTo>
                  <a:pt x="894390" y="113995"/>
                  <a:pt x="888768" y="112668"/>
                  <a:pt x="884576" y="110013"/>
                </a:cubicBezTo>
                <a:cubicBezTo>
                  <a:pt x="880246" y="107289"/>
                  <a:pt x="878080" y="103517"/>
                  <a:pt x="878080" y="98698"/>
                </a:cubicBezTo>
                <a:cubicBezTo>
                  <a:pt x="878080" y="93738"/>
                  <a:pt x="880874" y="89408"/>
                  <a:pt x="886462" y="85706"/>
                </a:cubicBezTo>
                <a:lnTo>
                  <a:pt x="886462" y="85286"/>
                </a:lnTo>
                <a:cubicBezTo>
                  <a:pt x="883040" y="83191"/>
                  <a:pt x="881328" y="80083"/>
                  <a:pt x="881328" y="75961"/>
                </a:cubicBezTo>
                <a:cubicBezTo>
                  <a:pt x="881328" y="72050"/>
                  <a:pt x="883424" y="68557"/>
                  <a:pt x="887614" y="65484"/>
                </a:cubicBezTo>
                <a:lnTo>
                  <a:pt x="887614" y="65065"/>
                </a:lnTo>
                <a:cubicBezTo>
                  <a:pt x="882726" y="61153"/>
                  <a:pt x="880280" y="56089"/>
                  <a:pt x="880280" y="49872"/>
                </a:cubicBezTo>
                <a:cubicBezTo>
                  <a:pt x="880280" y="43865"/>
                  <a:pt x="882342" y="38976"/>
                  <a:pt x="886462" y="35204"/>
                </a:cubicBezTo>
                <a:cubicBezTo>
                  <a:pt x="890444" y="31502"/>
                  <a:pt x="895368" y="29651"/>
                  <a:pt x="901236" y="29651"/>
                </a:cubicBezTo>
                <a:close/>
                <a:moveTo>
                  <a:pt x="846182" y="29651"/>
                </a:moveTo>
                <a:cubicBezTo>
                  <a:pt x="858964" y="29651"/>
                  <a:pt x="865354" y="37299"/>
                  <a:pt x="865354" y="52597"/>
                </a:cubicBezTo>
                <a:lnTo>
                  <a:pt x="865354" y="87696"/>
                </a:lnTo>
                <a:lnTo>
                  <a:pt x="858334" y="87696"/>
                </a:lnTo>
                <a:lnTo>
                  <a:pt x="857602" y="80781"/>
                </a:lnTo>
                <a:lnTo>
                  <a:pt x="857288" y="80781"/>
                </a:lnTo>
                <a:cubicBezTo>
                  <a:pt x="850792" y="86299"/>
                  <a:pt x="844434" y="89058"/>
                  <a:pt x="838218" y="89058"/>
                </a:cubicBezTo>
                <a:cubicBezTo>
                  <a:pt x="833398" y="89058"/>
                  <a:pt x="829486" y="87696"/>
                  <a:pt x="826484" y="84972"/>
                </a:cubicBezTo>
                <a:cubicBezTo>
                  <a:pt x="823340" y="82038"/>
                  <a:pt x="821768" y="78092"/>
                  <a:pt x="821768" y="73133"/>
                </a:cubicBezTo>
                <a:cubicBezTo>
                  <a:pt x="821768" y="66986"/>
                  <a:pt x="824598" y="62236"/>
                  <a:pt x="830256" y="58883"/>
                </a:cubicBezTo>
                <a:cubicBezTo>
                  <a:pt x="835704" y="55670"/>
                  <a:pt x="844574" y="53365"/>
                  <a:pt x="856868" y="51968"/>
                </a:cubicBezTo>
                <a:cubicBezTo>
                  <a:pt x="857008" y="41840"/>
                  <a:pt x="852992" y="36776"/>
                  <a:pt x="844818" y="36776"/>
                </a:cubicBezTo>
                <a:cubicBezTo>
                  <a:pt x="839300" y="36776"/>
                  <a:pt x="833574" y="38871"/>
                  <a:pt x="827636" y="43062"/>
                </a:cubicBezTo>
                <a:lnTo>
                  <a:pt x="824178" y="37090"/>
                </a:lnTo>
                <a:cubicBezTo>
                  <a:pt x="831722" y="32131"/>
                  <a:pt x="839056" y="29651"/>
                  <a:pt x="846182" y="29651"/>
                </a:cubicBezTo>
                <a:close/>
                <a:moveTo>
                  <a:pt x="811434" y="29651"/>
                </a:moveTo>
                <a:cubicBezTo>
                  <a:pt x="813738" y="29651"/>
                  <a:pt x="815730" y="30070"/>
                  <a:pt x="817406" y="30908"/>
                </a:cubicBezTo>
                <a:lnTo>
                  <a:pt x="815730" y="38347"/>
                </a:lnTo>
                <a:cubicBezTo>
                  <a:pt x="813844" y="37719"/>
                  <a:pt x="812062" y="37404"/>
                  <a:pt x="810386" y="37404"/>
                </a:cubicBezTo>
                <a:cubicBezTo>
                  <a:pt x="804170" y="37404"/>
                  <a:pt x="799314" y="41875"/>
                  <a:pt x="795822" y="50815"/>
                </a:cubicBezTo>
                <a:lnTo>
                  <a:pt x="795822" y="87696"/>
                </a:lnTo>
                <a:lnTo>
                  <a:pt x="787336" y="87696"/>
                </a:lnTo>
                <a:lnTo>
                  <a:pt x="787336" y="31118"/>
                </a:lnTo>
                <a:lnTo>
                  <a:pt x="794250" y="31118"/>
                </a:lnTo>
                <a:lnTo>
                  <a:pt x="795090" y="41490"/>
                </a:lnTo>
                <a:lnTo>
                  <a:pt x="795404" y="41490"/>
                </a:lnTo>
                <a:cubicBezTo>
                  <a:pt x="799664" y="33597"/>
                  <a:pt x="805008" y="29651"/>
                  <a:pt x="811434" y="29651"/>
                </a:cubicBezTo>
                <a:close/>
                <a:moveTo>
                  <a:pt x="655786" y="29651"/>
                </a:moveTo>
                <a:cubicBezTo>
                  <a:pt x="662840" y="29651"/>
                  <a:pt x="668324" y="32026"/>
                  <a:pt x="672236" y="36776"/>
                </a:cubicBezTo>
                <a:cubicBezTo>
                  <a:pt x="676148" y="41456"/>
                  <a:pt x="678102" y="47917"/>
                  <a:pt x="678102" y="56159"/>
                </a:cubicBezTo>
                <a:cubicBezTo>
                  <a:pt x="678102" y="58394"/>
                  <a:pt x="677964" y="60105"/>
                  <a:pt x="677684" y="61293"/>
                </a:cubicBezTo>
                <a:lnTo>
                  <a:pt x="639022" y="61293"/>
                </a:lnTo>
                <a:cubicBezTo>
                  <a:pt x="639302" y="67579"/>
                  <a:pt x="641188" y="72644"/>
                  <a:pt x="644680" y="76485"/>
                </a:cubicBezTo>
                <a:cubicBezTo>
                  <a:pt x="648172" y="80327"/>
                  <a:pt x="652748" y="82248"/>
                  <a:pt x="658406" y="82248"/>
                </a:cubicBezTo>
                <a:cubicBezTo>
                  <a:pt x="663434" y="82248"/>
                  <a:pt x="668220" y="80711"/>
                  <a:pt x="672760" y="77638"/>
                </a:cubicBezTo>
                <a:lnTo>
                  <a:pt x="675902" y="83296"/>
                </a:lnTo>
                <a:cubicBezTo>
                  <a:pt x="669896" y="87137"/>
                  <a:pt x="663714" y="89058"/>
                  <a:pt x="657358" y="89058"/>
                </a:cubicBezTo>
                <a:cubicBezTo>
                  <a:pt x="649674" y="89058"/>
                  <a:pt x="643352" y="86439"/>
                  <a:pt x="638394" y="81200"/>
                </a:cubicBezTo>
                <a:cubicBezTo>
                  <a:pt x="633154" y="75752"/>
                  <a:pt x="630536" y="68522"/>
                  <a:pt x="630536" y="59512"/>
                </a:cubicBezTo>
                <a:cubicBezTo>
                  <a:pt x="630536" y="50641"/>
                  <a:pt x="633120" y="43341"/>
                  <a:pt x="638288" y="37614"/>
                </a:cubicBezTo>
                <a:cubicBezTo>
                  <a:pt x="643178" y="32305"/>
                  <a:pt x="649010" y="29651"/>
                  <a:pt x="655786" y="29651"/>
                </a:cubicBezTo>
                <a:close/>
                <a:moveTo>
                  <a:pt x="231970" y="22526"/>
                </a:moveTo>
                <a:cubicBezTo>
                  <a:pt x="237140" y="29791"/>
                  <a:pt x="240528" y="36391"/>
                  <a:pt x="242134" y="42329"/>
                </a:cubicBezTo>
                <a:lnTo>
                  <a:pt x="235638" y="44948"/>
                </a:lnTo>
                <a:cubicBezTo>
                  <a:pt x="233892" y="38662"/>
                  <a:pt x="230678" y="31956"/>
                  <a:pt x="225998" y="24831"/>
                </a:cubicBezTo>
                <a:close/>
                <a:moveTo>
                  <a:pt x="285406" y="22002"/>
                </a:moveTo>
                <a:lnTo>
                  <a:pt x="292636" y="24412"/>
                </a:lnTo>
                <a:cubicBezTo>
                  <a:pt x="288026" y="33353"/>
                  <a:pt x="283974" y="40303"/>
                  <a:pt x="280482" y="45262"/>
                </a:cubicBezTo>
                <a:lnTo>
                  <a:pt x="274614" y="43167"/>
                </a:lnTo>
                <a:cubicBezTo>
                  <a:pt x="279084" y="36252"/>
                  <a:pt x="282682" y="29197"/>
                  <a:pt x="285406" y="22002"/>
                </a:cubicBezTo>
                <a:close/>
                <a:moveTo>
                  <a:pt x="335384" y="21164"/>
                </a:moveTo>
                <a:lnTo>
                  <a:pt x="335384" y="37719"/>
                </a:lnTo>
                <a:lnTo>
                  <a:pt x="392172" y="37719"/>
                </a:lnTo>
                <a:lnTo>
                  <a:pt x="392172" y="21164"/>
                </a:lnTo>
                <a:close/>
                <a:moveTo>
                  <a:pt x="1289360" y="20955"/>
                </a:moveTo>
                <a:cubicBezTo>
                  <a:pt x="1287754" y="24098"/>
                  <a:pt x="1285728" y="27800"/>
                  <a:pt x="1283284" y="32061"/>
                </a:cubicBezTo>
                <a:lnTo>
                  <a:pt x="1264738" y="59512"/>
                </a:lnTo>
                <a:lnTo>
                  <a:pt x="1289256" y="59512"/>
                </a:lnTo>
                <a:lnTo>
                  <a:pt x="1289256" y="34575"/>
                </a:lnTo>
                <a:cubicBezTo>
                  <a:pt x="1289256" y="30524"/>
                  <a:pt x="1289466" y="25984"/>
                  <a:pt x="1289884" y="20955"/>
                </a:cubicBezTo>
                <a:close/>
                <a:moveTo>
                  <a:pt x="1625440" y="18126"/>
                </a:moveTo>
                <a:lnTo>
                  <a:pt x="1625440" y="80572"/>
                </a:lnTo>
                <a:lnTo>
                  <a:pt x="1634870" y="80572"/>
                </a:lnTo>
                <a:cubicBezTo>
                  <a:pt x="1644020" y="80572"/>
                  <a:pt x="1650970" y="77778"/>
                  <a:pt x="1655720" y="72190"/>
                </a:cubicBezTo>
                <a:cubicBezTo>
                  <a:pt x="1660260" y="66741"/>
                  <a:pt x="1662530" y="59023"/>
                  <a:pt x="1662530" y="49034"/>
                </a:cubicBezTo>
                <a:cubicBezTo>
                  <a:pt x="1662530" y="28429"/>
                  <a:pt x="1653310" y="18126"/>
                  <a:pt x="1634870" y="18126"/>
                </a:cubicBezTo>
                <a:close/>
                <a:moveTo>
                  <a:pt x="720566" y="18126"/>
                </a:moveTo>
                <a:lnTo>
                  <a:pt x="720566" y="80572"/>
                </a:lnTo>
                <a:lnTo>
                  <a:pt x="729996" y="80572"/>
                </a:lnTo>
                <a:cubicBezTo>
                  <a:pt x="739146" y="80572"/>
                  <a:pt x="746096" y="77778"/>
                  <a:pt x="750846" y="72190"/>
                </a:cubicBezTo>
                <a:cubicBezTo>
                  <a:pt x="755386" y="66741"/>
                  <a:pt x="757656" y="59023"/>
                  <a:pt x="757656" y="49034"/>
                </a:cubicBezTo>
                <a:cubicBezTo>
                  <a:pt x="757656" y="28429"/>
                  <a:pt x="748436" y="18126"/>
                  <a:pt x="729996" y="18126"/>
                </a:cubicBezTo>
                <a:close/>
                <a:moveTo>
                  <a:pt x="482440" y="17916"/>
                </a:moveTo>
                <a:lnTo>
                  <a:pt x="482440" y="43900"/>
                </a:lnTo>
                <a:lnTo>
                  <a:pt x="494176" y="43900"/>
                </a:lnTo>
                <a:cubicBezTo>
                  <a:pt x="507098" y="43900"/>
                  <a:pt x="513558" y="39535"/>
                  <a:pt x="513558" y="30803"/>
                </a:cubicBezTo>
                <a:cubicBezTo>
                  <a:pt x="513558" y="26193"/>
                  <a:pt x="511986" y="22875"/>
                  <a:pt x="508844" y="20850"/>
                </a:cubicBezTo>
                <a:cubicBezTo>
                  <a:pt x="505840" y="18894"/>
                  <a:pt x="501126" y="17916"/>
                  <a:pt x="494700" y="17916"/>
                </a:cubicBezTo>
                <a:close/>
                <a:moveTo>
                  <a:pt x="155694" y="16659"/>
                </a:moveTo>
                <a:cubicBezTo>
                  <a:pt x="159048" y="36077"/>
                  <a:pt x="164636" y="51549"/>
                  <a:pt x="172458" y="63074"/>
                </a:cubicBezTo>
                <a:cubicBezTo>
                  <a:pt x="181540" y="50431"/>
                  <a:pt x="187756" y="34959"/>
                  <a:pt x="191108" y="16659"/>
                </a:cubicBezTo>
                <a:close/>
                <a:moveTo>
                  <a:pt x="1556156" y="16344"/>
                </a:moveTo>
                <a:cubicBezTo>
                  <a:pt x="1552314" y="16344"/>
                  <a:pt x="1549136" y="18021"/>
                  <a:pt x="1546622" y="21374"/>
                </a:cubicBezTo>
                <a:cubicBezTo>
                  <a:pt x="1544036" y="24726"/>
                  <a:pt x="1542744" y="29057"/>
                  <a:pt x="1542744" y="34366"/>
                </a:cubicBezTo>
                <a:cubicBezTo>
                  <a:pt x="1542744" y="39814"/>
                  <a:pt x="1543896" y="44075"/>
                  <a:pt x="1546202" y="47148"/>
                </a:cubicBezTo>
                <a:cubicBezTo>
                  <a:pt x="1548716" y="50431"/>
                  <a:pt x="1552278" y="52073"/>
                  <a:pt x="1556890" y="52073"/>
                </a:cubicBezTo>
                <a:cubicBezTo>
                  <a:pt x="1562896" y="52073"/>
                  <a:pt x="1568414" y="48545"/>
                  <a:pt x="1573444" y="41490"/>
                </a:cubicBezTo>
                <a:cubicBezTo>
                  <a:pt x="1572536" y="24726"/>
                  <a:pt x="1566772" y="16344"/>
                  <a:pt x="1556156" y="16344"/>
                </a:cubicBezTo>
                <a:close/>
                <a:moveTo>
                  <a:pt x="1225504" y="16344"/>
                </a:moveTo>
                <a:cubicBezTo>
                  <a:pt x="1221872" y="16344"/>
                  <a:pt x="1218868" y="17532"/>
                  <a:pt x="1216494" y="19907"/>
                </a:cubicBezTo>
                <a:cubicBezTo>
                  <a:pt x="1214120" y="22352"/>
                  <a:pt x="1212932" y="25460"/>
                  <a:pt x="1212932" y="29232"/>
                </a:cubicBezTo>
                <a:cubicBezTo>
                  <a:pt x="1212932" y="33493"/>
                  <a:pt x="1214748" y="37090"/>
                  <a:pt x="1218380" y="40024"/>
                </a:cubicBezTo>
                <a:cubicBezTo>
                  <a:pt x="1220894" y="42049"/>
                  <a:pt x="1225016" y="44180"/>
                  <a:pt x="1230744" y="46415"/>
                </a:cubicBezTo>
                <a:cubicBezTo>
                  <a:pt x="1236332" y="41665"/>
                  <a:pt x="1239126" y="36356"/>
                  <a:pt x="1239126" y="30489"/>
                </a:cubicBezTo>
                <a:cubicBezTo>
                  <a:pt x="1239126" y="26438"/>
                  <a:pt x="1237938" y="23120"/>
                  <a:pt x="1235564" y="20535"/>
                </a:cubicBezTo>
                <a:cubicBezTo>
                  <a:pt x="1233048" y="17741"/>
                  <a:pt x="1229696" y="16344"/>
                  <a:pt x="1225504" y="16344"/>
                </a:cubicBezTo>
                <a:close/>
                <a:moveTo>
                  <a:pt x="1912018" y="11001"/>
                </a:moveTo>
                <a:lnTo>
                  <a:pt x="1920926" y="11001"/>
                </a:lnTo>
                <a:lnTo>
                  <a:pt x="1949948" y="60664"/>
                </a:lnTo>
                <a:lnTo>
                  <a:pt x="1958226" y="76381"/>
                </a:lnTo>
                <a:lnTo>
                  <a:pt x="1958748" y="76381"/>
                </a:lnTo>
                <a:cubicBezTo>
                  <a:pt x="1957980" y="65135"/>
                  <a:pt x="1957596" y="57172"/>
                  <a:pt x="1957596" y="52492"/>
                </a:cubicBezTo>
                <a:lnTo>
                  <a:pt x="1957596" y="11001"/>
                </a:lnTo>
                <a:lnTo>
                  <a:pt x="1965874" y="11001"/>
                </a:lnTo>
                <a:lnTo>
                  <a:pt x="1965874" y="87696"/>
                </a:lnTo>
                <a:lnTo>
                  <a:pt x="1956862" y="87696"/>
                </a:lnTo>
                <a:lnTo>
                  <a:pt x="1928050" y="38033"/>
                </a:lnTo>
                <a:lnTo>
                  <a:pt x="1919668" y="22317"/>
                </a:lnTo>
                <a:lnTo>
                  <a:pt x="1919144" y="22317"/>
                </a:lnTo>
                <a:cubicBezTo>
                  <a:pt x="1919842" y="35029"/>
                  <a:pt x="1920192" y="42818"/>
                  <a:pt x="1920192" y="45681"/>
                </a:cubicBezTo>
                <a:lnTo>
                  <a:pt x="1920192" y="87696"/>
                </a:lnTo>
                <a:lnTo>
                  <a:pt x="1912018" y="87696"/>
                </a:lnTo>
                <a:close/>
                <a:moveTo>
                  <a:pt x="1807244" y="11001"/>
                </a:moveTo>
                <a:lnTo>
                  <a:pt x="1815940" y="11001"/>
                </a:lnTo>
                <a:lnTo>
                  <a:pt x="1815940" y="87696"/>
                </a:lnTo>
                <a:lnTo>
                  <a:pt x="1807244" y="87696"/>
                </a:lnTo>
                <a:close/>
                <a:moveTo>
                  <a:pt x="1692944" y="11001"/>
                </a:moveTo>
                <a:lnTo>
                  <a:pt x="1736636" y="11001"/>
                </a:lnTo>
                <a:lnTo>
                  <a:pt x="1736636" y="18335"/>
                </a:lnTo>
                <a:lnTo>
                  <a:pt x="1701640" y="18335"/>
                </a:lnTo>
                <a:lnTo>
                  <a:pt x="1701640" y="43586"/>
                </a:lnTo>
                <a:lnTo>
                  <a:pt x="1731082" y="43586"/>
                </a:lnTo>
                <a:lnTo>
                  <a:pt x="1731082" y="50920"/>
                </a:lnTo>
                <a:lnTo>
                  <a:pt x="1701640" y="50920"/>
                </a:lnTo>
                <a:lnTo>
                  <a:pt x="1701640" y="80362"/>
                </a:lnTo>
                <a:lnTo>
                  <a:pt x="1737788" y="80362"/>
                </a:lnTo>
                <a:lnTo>
                  <a:pt x="1737788" y="87696"/>
                </a:lnTo>
                <a:lnTo>
                  <a:pt x="1692944" y="87696"/>
                </a:lnTo>
                <a:close/>
                <a:moveTo>
                  <a:pt x="1616744" y="11001"/>
                </a:moveTo>
                <a:lnTo>
                  <a:pt x="1635604" y="11001"/>
                </a:lnTo>
                <a:cubicBezTo>
                  <a:pt x="1647268" y="11001"/>
                  <a:pt x="1656174" y="14319"/>
                  <a:pt x="1662322" y="20955"/>
                </a:cubicBezTo>
                <a:cubicBezTo>
                  <a:pt x="1668398" y="27520"/>
                  <a:pt x="1671436" y="36880"/>
                  <a:pt x="1671436" y="49034"/>
                </a:cubicBezTo>
                <a:cubicBezTo>
                  <a:pt x="1671436" y="61258"/>
                  <a:pt x="1668434" y="70723"/>
                  <a:pt x="1662426" y="77428"/>
                </a:cubicBezTo>
                <a:cubicBezTo>
                  <a:pt x="1656280" y="84274"/>
                  <a:pt x="1647442" y="87696"/>
                  <a:pt x="1635918" y="87696"/>
                </a:cubicBezTo>
                <a:lnTo>
                  <a:pt x="1616744" y="87696"/>
                </a:lnTo>
                <a:close/>
                <a:moveTo>
                  <a:pt x="1484232" y="11001"/>
                </a:moveTo>
                <a:lnTo>
                  <a:pt x="1520904" y="11001"/>
                </a:lnTo>
                <a:lnTo>
                  <a:pt x="1520904" y="18335"/>
                </a:lnTo>
                <a:lnTo>
                  <a:pt x="1491776" y="18335"/>
                </a:lnTo>
                <a:lnTo>
                  <a:pt x="1489680" y="41595"/>
                </a:lnTo>
                <a:cubicBezTo>
                  <a:pt x="1493522" y="39430"/>
                  <a:pt x="1497504" y="38347"/>
                  <a:pt x="1501624" y="38347"/>
                </a:cubicBezTo>
                <a:cubicBezTo>
                  <a:pt x="1508400" y="38347"/>
                  <a:pt x="1513814" y="40303"/>
                  <a:pt x="1517866" y="44215"/>
                </a:cubicBezTo>
                <a:cubicBezTo>
                  <a:pt x="1522336" y="48545"/>
                  <a:pt x="1524570" y="54762"/>
                  <a:pt x="1524570" y="62865"/>
                </a:cubicBezTo>
                <a:cubicBezTo>
                  <a:pt x="1524570" y="70827"/>
                  <a:pt x="1522022" y="77289"/>
                  <a:pt x="1516922" y="82248"/>
                </a:cubicBezTo>
                <a:cubicBezTo>
                  <a:pt x="1512242" y="86788"/>
                  <a:pt x="1506550" y="89058"/>
                  <a:pt x="1499844" y="89058"/>
                </a:cubicBezTo>
                <a:cubicBezTo>
                  <a:pt x="1490484" y="89058"/>
                  <a:pt x="1482416" y="85671"/>
                  <a:pt x="1475640" y="78895"/>
                </a:cubicBezTo>
                <a:lnTo>
                  <a:pt x="1479936" y="73237"/>
                </a:lnTo>
                <a:cubicBezTo>
                  <a:pt x="1485594" y="79035"/>
                  <a:pt x="1491986" y="81934"/>
                  <a:pt x="1499110" y="81934"/>
                </a:cubicBezTo>
                <a:cubicBezTo>
                  <a:pt x="1503860" y="81934"/>
                  <a:pt x="1507842" y="80222"/>
                  <a:pt x="1511054" y="76800"/>
                </a:cubicBezTo>
                <a:cubicBezTo>
                  <a:pt x="1514338" y="73307"/>
                  <a:pt x="1515980" y="68732"/>
                  <a:pt x="1515980" y="63074"/>
                </a:cubicBezTo>
                <a:cubicBezTo>
                  <a:pt x="1515980" y="57486"/>
                  <a:pt x="1514478" y="53051"/>
                  <a:pt x="1511474" y="49768"/>
                </a:cubicBezTo>
                <a:cubicBezTo>
                  <a:pt x="1508540" y="46555"/>
                  <a:pt x="1504558" y="44948"/>
                  <a:pt x="1499530" y="44948"/>
                </a:cubicBezTo>
                <a:cubicBezTo>
                  <a:pt x="1495478" y="44948"/>
                  <a:pt x="1491148" y="46485"/>
                  <a:pt x="1486538" y="49558"/>
                </a:cubicBezTo>
                <a:lnTo>
                  <a:pt x="1481822" y="46624"/>
                </a:lnTo>
                <a:close/>
                <a:moveTo>
                  <a:pt x="1430216" y="11001"/>
                </a:moveTo>
                <a:lnTo>
                  <a:pt x="1477678" y="11001"/>
                </a:lnTo>
                <a:lnTo>
                  <a:pt x="1477678" y="16135"/>
                </a:lnTo>
                <a:cubicBezTo>
                  <a:pt x="1469158" y="27171"/>
                  <a:pt x="1463254" y="38277"/>
                  <a:pt x="1459972" y="49453"/>
                </a:cubicBezTo>
                <a:cubicBezTo>
                  <a:pt x="1457318" y="58674"/>
                  <a:pt x="1455642" y="71421"/>
                  <a:pt x="1454942" y="87696"/>
                </a:cubicBezTo>
                <a:lnTo>
                  <a:pt x="1446038" y="87696"/>
                </a:lnTo>
                <a:cubicBezTo>
                  <a:pt x="1447224" y="59966"/>
                  <a:pt x="1454488" y="36845"/>
                  <a:pt x="1467830" y="18335"/>
                </a:cubicBezTo>
                <a:lnTo>
                  <a:pt x="1430216" y="18335"/>
                </a:lnTo>
                <a:close/>
                <a:moveTo>
                  <a:pt x="1379458" y="11001"/>
                </a:moveTo>
                <a:lnTo>
                  <a:pt x="1416128" y="11001"/>
                </a:lnTo>
                <a:lnTo>
                  <a:pt x="1416128" y="18335"/>
                </a:lnTo>
                <a:lnTo>
                  <a:pt x="1387002" y="18335"/>
                </a:lnTo>
                <a:lnTo>
                  <a:pt x="1384906" y="41595"/>
                </a:lnTo>
                <a:cubicBezTo>
                  <a:pt x="1388748" y="39430"/>
                  <a:pt x="1392728" y="38347"/>
                  <a:pt x="1396850" y="38347"/>
                </a:cubicBezTo>
                <a:cubicBezTo>
                  <a:pt x="1403626" y="38347"/>
                  <a:pt x="1409038" y="40303"/>
                  <a:pt x="1413090" y="44215"/>
                </a:cubicBezTo>
                <a:cubicBezTo>
                  <a:pt x="1417560" y="48545"/>
                  <a:pt x="1419796" y="54762"/>
                  <a:pt x="1419796" y="62865"/>
                </a:cubicBezTo>
                <a:cubicBezTo>
                  <a:pt x="1419796" y="70827"/>
                  <a:pt x="1417246" y="77289"/>
                  <a:pt x="1412148" y="82248"/>
                </a:cubicBezTo>
                <a:cubicBezTo>
                  <a:pt x="1407468" y="86788"/>
                  <a:pt x="1401774" y="89058"/>
                  <a:pt x="1395068" y="89058"/>
                </a:cubicBezTo>
                <a:cubicBezTo>
                  <a:pt x="1385708" y="89058"/>
                  <a:pt x="1377642" y="85671"/>
                  <a:pt x="1370866" y="78895"/>
                </a:cubicBezTo>
                <a:lnTo>
                  <a:pt x="1375162" y="73237"/>
                </a:lnTo>
                <a:cubicBezTo>
                  <a:pt x="1380820" y="79035"/>
                  <a:pt x="1387210" y="81934"/>
                  <a:pt x="1394336" y="81934"/>
                </a:cubicBezTo>
                <a:cubicBezTo>
                  <a:pt x="1399086" y="81934"/>
                  <a:pt x="1403066" y="80222"/>
                  <a:pt x="1406280" y="76800"/>
                </a:cubicBezTo>
                <a:cubicBezTo>
                  <a:pt x="1409562" y="73307"/>
                  <a:pt x="1411204" y="68732"/>
                  <a:pt x="1411204" y="63074"/>
                </a:cubicBezTo>
                <a:cubicBezTo>
                  <a:pt x="1411204" y="57486"/>
                  <a:pt x="1409702" y="53051"/>
                  <a:pt x="1406698" y="49768"/>
                </a:cubicBezTo>
                <a:cubicBezTo>
                  <a:pt x="1403766" y="46555"/>
                  <a:pt x="1399784" y="44948"/>
                  <a:pt x="1394754" y="44948"/>
                </a:cubicBezTo>
                <a:cubicBezTo>
                  <a:pt x="1390704" y="44948"/>
                  <a:pt x="1386372" y="46485"/>
                  <a:pt x="1381762" y="49558"/>
                </a:cubicBezTo>
                <a:lnTo>
                  <a:pt x="1377048" y="46624"/>
                </a:lnTo>
                <a:close/>
                <a:moveTo>
                  <a:pt x="1288208" y="11001"/>
                </a:moveTo>
                <a:lnTo>
                  <a:pt x="1297324" y="11001"/>
                </a:lnTo>
                <a:lnTo>
                  <a:pt x="1297324" y="59512"/>
                </a:lnTo>
                <a:lnTo>
                  <a:pt x="1307800" y="59512"/>
                </a:lnTo>
                <a:lnTo>
                  <a:pt x="1307800" y="66322"/>
                </a:lnTo>
                <a:lnTo>
                  <a:pt x="1297324" y="66322"/>
                </a:lnTo>
                <a:lnTo>
                  <a:pt x="1297324" y="87696"/>
                </a:lnTo>
                <a:lnTo>
                  <a:pt x="1289256" y="87696"/>
                </a:lnTo>
                <a:lnTo>
                  <a:pt x="1289256" y="66322"/>
                </a:lnTo>
                <a:lnTo>
                  <a:pt x="1255622" y="66322"/>
                </a:lnTo>
                <a:lnTo>
                  <a:pt x="1255622" y="60769"/>
                </a:lnTo>
                <a:close/>
                <a:moveTo>
                  <a:pt x="711870" y="11001"/>
                </a:moveTo>
                <a:lnTo>
                  <a:pt x="730728" y="11001"/>
                </a:lnTo>
                <a:cubicBezTo>
                  <a:pt x="742394" y="11001"/>
                  <a:pt x="751300" y="14319"/>
                  <a:pt x="757446" y="20955"/>
                </a:cubicBezTo>
                <a:cubicBezTo>
                  <a:pt x="763524" y="27520"/>
                  <a:pt x="766562" y="36880"/>
                  <a:pt x="766562" y="49034"/>
                </a:cubicBezTo>
                <a:cubicBezTo>
                  <a:pt x="766562" y="61258"/>
                  <a:pt x="763558" y="70723"/>
                  <a:pt x="757550" y="77428"/>
                </a:cubicBezTo>
                <a:cubicBezTo>
                  <a:pt x="751404" y="84274"/>
                  <a:pt x="742568" y="87696"/>
                  <a:pt x="731042" y="87696"/>
                </a:cubicBezTo>
                <a:lnTo>
                  <a:pt x="711870" y="87696"/>
                </a:lnTo>
                <a:close/>
                <a:moveTo>
                  <a:pt x="473744" y="11001"/>
                </a:moveTo>
                <a:lnTo>
                  <a:pt x="495956" y="11001"/>
                </a:lnTo>
                <a:cubicBezTo>
                  <a:pt x="513418" y="11001"/>
                  <a:pt x="522150" y="17253"/>
                  <a:pt x="522150" y="29756"/>
                </a:cubicBezTo>
                <a:cubicBezTo>
                  <a:pt x="522150" y="38347"/>
                  <a:pt x="518344" y="43900"/>
                  <a:pt x="510730" y="46415"/>
                </a:cubicBezTo>
                <a:lnTo>
                  <a:pt x="510730" y="46834"/>
                </a:lnTo>
                <a:cubicBezTo>
                  <a:pt x="521346" y="48860"/>
                  <a:pt x="526656" y="55006"/>
                  <a:pt x="526656" y="65274"/>
                </a:cubicBezTo>
                <a:cubicBezTo>
                  <a:pt x="526656" y="72539"/>
                  <a:pt x="523966" y="78162"/>
                  <a:pt x="518588" y="82143"/>
                </a:cubicBezTo>
                <a:cubicBezTo>
                  <a:pt x="513488" y="85845"/>
                  <a:pt x="506504" y="87696"/>
                  <a:pt x="497632" y="87696"/>
                </a:cubicBezTo>
                <a:lnTo>
                  <a:pt x="473744" y="87696"/>
                </a:lnTo>
                <a:close/>
                <a:moveTo>
                  <a:pt x="1225714" y="9848"/>
                </a:moveTo>
                <a:cubicBezTo>
                  <a:pt x="1232140" y="9848"/>
                  <a:pt x="1237240" y="11734"/>
                  <a:pt x="1241012" y="15506"/>
                </a:cubicBezTo>
                <a:cubicBezTo>
                  <a:pt x="1244714" y="19208"/>
                  <a:pt x="1246564" y="24063"/>
                  <a:pt x="1246564" y="30070"/>
                </a:cubicBezTo>
                <a:cubicBezTo>
                  <a:pt x="1246564" y="37055"/>
                  <a:pt x="1243106" y="43272"/>
                  <a:pt x="1236192" y="48720"/>
                </a:cubicBezTo>
                <a:lnTo>
                  <a:pt x="1236192" y="49244"/>
                </a:lnTo>
                <a:cubicBezTo>
                  <a:pt x="1244854" y="54273"/>
                  <a:pt x="1249184" y="60979"/>
                  <a:pt x="1249184" y="69361"/>
                </a:cubicBezTo>
                <a:cubicBezTo>
                  <a:pt x="1249184" y="74949"/>
                  <a:pt x="1247018" y="79594"/>
                  <a:pt x="1242688" y="83296"/>
                </a:cubicBezTo>
                <a:cubicBezTo>
                  <a:pt x="1238218" y="87137"/>
                  <a:pt x="1232490" y="89058"/>
                  <a:pt x="1225504" y="89058"/>
                </a:cubicBezTo>
                <a:cubicBezTo>
                  <a:pt x="1218450" y="89058"/>
                  <a:pt x="1212652" y="87137"/>
                  <a:pt x="1208112" y="83296"/>
                </a:cubicBezTo>
                <a:cubicBezTo>
                  <a:pt x="1203502" y="79454"/>
                  <a:pt x="1201196" y="74564"/>
                  <a:pt x="1201196" y="68627"/>
                </a:cubicBezTo>
                <a:cubicBezTo>
                  <a:pt x="1201196" y="59617"/>
                  <a:pt x="1205946" y="52492"/>
                  <a:pt x="1215446" y="47253"/>
                </a:cubicBezTo>
                <a:lnTo>
                  <a:pt x="1215446" y="46834"/>
                </a:lnTo>
                <a:cubicBezTo>
                  <a:pt x="1208532" y="42154"/>
                  <a:pt x="1205074" y="36287"/>
                  <a:pt x="1205074" y="29232"/>
                </a:cubicBezTo>
                <a:cubicBezTo>
                  <a:pt x="1205074" y="23504"/>
                  <a:pt x="1207064" y="18824"/>
                  <a:pt x="1211046" y="15192"/>
                </a:cubicBezTo>
                <a:cubicBezTo>
                  <a:pt x="1214888" y="11630"/>
                  <a:pt x="1219778" y="9848"/>
                  <a:pt x="1225714" y="9848"/>
                </a:cubicBezTo>
                <a:close/>
                <a:moveTo>
                  <a:pt x="1866098" y="9639"/>
                </a:moveTo>
                <a:cubicBezTo>
                  <a:pt x="1874620" y="9639"/>
                  <a:pt x="1881920" y="12747"/>
                  <a:pt x="1887998" y="18964"/>
                </a:cubicBezTo>
                <a:lnTo>
                  <a:pt x="1883178" y="24622"/>
                </a:lnTo>
                <a:cubicBezTo>
                  <a:pt x="1878568" y="19732"/>
                  <a:pt x="1872944" y="17287"/>
                  <a:pt x="1866308" y="17287"/>
                </a:cubicBezTo>
                <a:cubicBezTo>
                  <a:pt x="1858346" y="17287"/>
                  <a:pt x="1852024" y="20116"/>
                  <a:pt x="1847344" y="25774"/>
                </a:cubicBezTo>
                <a:cubicBezTo>
                  <a:pt x="1842594" y="31502"/>
                  <a:pt x="1840220" y="39290"/>
                  <a:pt x="1840220" y="49139"/>
                </a:cubicBezTo>
                <a:cubicBezTo>
                  <a:pt x="1840220" y="59128"/>
                  <a:pt x="1842490" y="66986"/>
                  <a:pt x="1847030" y="72713"/>
                </a:cubicBezTo>
                <a:cubicBezTo>
                  <a:pt x="1851640" y="78511"/>
                  <a:pt x="1858066" y="81410"/>
                  <a:pt x="1866308" y="81410"/>
                </a:cubicBezTo>
                <a:cubicBezTo>
                  <a:pt x="1872664" y="81410"/>
                  <a:pt x="1877520" y="79803"/>
                  <a:pt x="1880872" y="76590"/>
                </a:cubicBezTo>
                <a:lnTo>
                  <a:pt x="1880872" y="55635"/>
                </a:lnTo>
                <a:lnTo>
                  <a:pt x="1864214" y="55635"/>
                </a:lnTo>
                <a:lnTo>
                  <a:pt x="1864214" y="48406"/>
                </a:lnTo>
                <a:lnTo>
                  <a:pt x="1888940" y="48406"/>
                </a:lnTo>
                <a:lnTo>
                  <a:pt x="1888940" y="80257"/>
                </a:lnTo>
                <a:cubicBezTo>
                  <a:pt x="1883282" y="86125"/>
                  <a:pt x="1875458" y="89058"/>
                  <a:pt x="1865470" y="89058"/>
                </a:cubicBezTo>
                <a:cubicBezTo>
                  <a:pt x="1855272" y="89058"/>
                  <a:pt x="1847066" y="85531"/>
                  <a:pt x="1840848" y="78476"/>
                </a:cubicBezTo>
                <a:cubicBezTo>
                  <a:pt x="1834492" y="71281"/>
                  <a:pt x="1831314" y="61572"/>
                  <a:pt x="1831314" y="49349"/>
                </a:cubicBezTo>
                <a:cubicBezTo>
                  <a:pt x="1831314" y="37195"/>
                  <a:pt x="1834596" y="27486"/>
                  <a:pt x="1841162" y="20221"/>
                </a:cubicBezTo>
                <a:cubicBezTo>
                  <a:pt x="1847518" y="13166"/>
                  <a:pt x="1855830" y="9639"/>
                  <a:pt x="1866098" y="9639"/>
                </a:cubicBezTo>
                <a:close/>
                <a:moveTo>
                  <a:pt x="1771888" y="9639"/>
                </a:moveTo>
                <a:cubicBezTo>
                  <a:pt x="1780828" y="9639"/>
                  <a:pt x="1788266" y="12782"/>
                  <a:pt x="1794204" y="19069"/>
                </a:cubicBezTo>
                <a:lnTo>
                  <a:pt x="1789594" y="24622"/>
                </a:lnTo>
                <a:cubicBezTo>
                  <a:pt x="1784496" y="19732"/>
                  <a:pt x="1778592" y="17287"/>
                  <a:pt x="1771888" y="17287"/>
                </a:cubicBezTo>
                <a:cubicBezTo>
                  <a:pt x="1767416" y="17287"/>
                  <a:pt x="1763820" y="18335"/>
                  <a:pt x="1761096" y="20431"/>
                </a:cubicBezTo>
                <a:cubicBezTo>
                  <a:pt x="1758372" y="22596"/>
                  <a:pt x="1757010" y="25460"/>
                  <a:pt x="1757010" y="29022"/>
                </a:cubicBezTo>
                <a:cubicBezTo>
                  <a:pt x="1757010" y="32515"/>
                  <a:pt x="1758406" y="35414"/>
                  <a:pt x="1761200" y="37719"/>
                </a:cubicBezTo>
                <a:cubicBezTo>
                  <a:pt x="1762806" y="39046"/>
                  <a:pt x="1765670" y="40582"/>
                  <a:pt x="1769792" y="42329"/>
                </a:cubicBezTo>
                <a:lnTo>
                  <a:pt x="1780898" y="47044"/>
                </a:lnTo>
                <a:cubicBezTo>
                  <a:pt x="1791516" y="51723"/>
                  <a:pt x="1796824" y="58569"/>
                  <a:pt x="1796824" y="67579"/>
                </a:cubicBezTo>
                <a:cubicBezTo>
                  <a:pt x="1796824" y="73726"/>
                  <a:pt x="1794518" y="78825"/>
                  <a:pt x="1789908" y="82877"/>
                </a:cubicBezTo>
                <a:cubicBezTo>
                  <a:pt x="1785088" y="86998"/>
                  <a:pt x="1778802" y="89058"/>
                  <a:pt x="1771050" y="89058"/>
                </a:cubicBezTo>
                <a:cubicBezTo>
                  <a:pt x="1760432" y="89058"/>
                  <a:pt x="1751562" y="85251"/>
                  <a:pt x="1744436" y="77638"/>
                </a:cubicBezTo>
                <a:lnTo>
                  <a:pt x="1749674" y="71666"/>
                </a:lnTo>
                <a:cubicBezTo>
                  <a:pt x="1755682" y="78162"/>
                  <a:pt x="1762842" y="81410"/>
                  <a:pt x="1771154" y="81410"/>
                </a:cubicBezTo>
                <a:cubicBezTo>
                  <a:pt x="1776322" y="81410"/>
                  <a:pt x="1780444" y="80187"/>
                  <a:pt x="1783518" y="77743"/>
                </a:cubicBezTo>
                <a:cubicBezTo>
                  <a:pt x="1786520" y="75368"/>
                  <a:pt x="1788022" y="72190"/>
                  <a:pt x="1788022" y="68208"/>
                </a:cubicBezTo>
                <a:cubicBezTo>
                  <a:pt x="1788022" y="64506"/>
                  <a:pt x="1786766" y="61502"/>
                  <a:pt x="1784250" y="59197"/>
                </a:cubicBezTo>
                <a:cubicBezTo>
                  <a:pt x="1782644" y="57800"/>
                  <a:pt x="1779536" y="56089"/>
                  <a:pt x="1774926" y="54063"/>
                </a:cubicBezTo>
                <a:lnTo>
                  <a:pt x="1763820" y="49139"/>
                </a:lnTo>
                <a:cubicBezTo>
                  <a:pt x="1753412" y="44669"/>
                  <a:pt x="1748208" y="38173"/>
                  <a:pt x="1748208" y="29651"/>
                </a:cubicBezTo>
                <a:cubicBezTo>
                  <a:pt x="1748208" y="23853"/>
                  <a:pt x="1750444" y="19069"/>
                  <a:pt x="1754914" y="15297"/>
                </a:cubicBezTo>
                <a:cubicBezTo>
                  <a:pt x="1759384" y="11525"/>
                  <a:pt x="1765042" y="9639"/>
                  <a:pt x="1771888" y="9639"/>
                </a:cubicBezTo>
                <a:close/>
                <a:moveTo>
                  <a:pt x="1556156" y="9639"/>
                </a:moveTo>
                <a:cubicBezTo>
                  <a:pt x="1563838" y="9639"/>
                  <a:pt x="1569916" y="12677"/>
                  <a:pt x="1574386" y="18754"/>
                </a:cubicBezTo>
                <a:cubicBezTo>
                  <a:pt x="1579206" y="25111"/>
                  <a:pt x="1581616" y="34121"/>
                  <a:pt x="1581616" y="45786"/>
                </a:cubicBezTo>
                <a:cubicBezTo>
                  <a:pt x="1581616" y="60455"/>
                  <a:pt x="1578822" y="71596"/>
                  <a:pt x="1573234" y="79209"/>
                </a:cubicBezTo>
                <a:cubicBezTo>
                  <a:pt x="1568344" y="85775"/>
                  <a:pt x="1561954" y="89058"/>
                  <a:pt x="1554060" y="89058"/>
                </a:cubicBezTo>
                <a:cubicBezTo>
                  <a:pt x="1546936" y="89058"/>
                  <a:pt x="1540928" y="86509"/>
                  <a:pt x="1536038" y="81410"/>
                </a:cubicBezTo>
                <a:lnTo>
                  <a:pt x="1540754" y="76066"/>
                </a:lnTo>
                <a:cubicBezTo>
                  <a:pt x="1544316" y="79978"/>
                  <a:pt x="1548682" y="81934"/>
                  <a:pt x="1553850" y="81934"/>
                </a:cubicBezTo>
                <a:cubicBezTo>
                  <a:pt x="1559368" y="81934"/>
                  <a:pt x="1563804" y="79489"/>
                  <a:pt x="1567158" y="74599"/>
                </a:cubicBezTo>
                <a:cubicBezTo>
                  <a:pt x="1571068" y="68942"/>
                  <a:pt x="1573198" y="60315"/>
                  <a:pt x="1573548" y="48720"/>
                </a:cubicBezTo>
                <a:cubicBezTo>
                  <a:pt x="1568240" y="55216"/>
                  <a:pt x="1562232" y="58464"/>
                  <a:pt x="1555526" y="58464"/>
                </a:cubicBezTo>
                <a:cubicBezTo>
                  <a:pt x="1549030" y="58464"/>
                  <a:pt x="1543932" y="56438"/>
                  <a:pt x="1540230" y="52387"/>
                </a:cubicBezTo>
                <a:cubicBezTo>
                  <a:pt x="1536458" y="48126"/>
                  <a:pt x="1534572" y="42119"/>
                  <a:pt x="1534572" y="34366"/>
                </a:cubicBezTo>
                <a:cubicBezTo>
                  <a:pt x="1534572" y="27171"/>
                  <a:pt x="1536702" y="21199"/>
                  <a:pt x="1540964" y="16449"/>
                </a:cubicBezTo>
                <a:cubicBezTo>
                  <a:pt x="1545084" y="11909"/>
                  <a:pt x="1550148" y="9639"/>
                  <a:pt x="1556156" y="9639"/>
                </a:cubicBezTo>
                <a:close/>
                <a:moveTo>
                  <a:pt x="194356" y="9639"/>
                </a:moveTo>
                <a:lnTo>
                  <a:pt x="198652" y="11001"/>
                </a:lnTo>
                <a:cubicBezTo>
                  <a:pt x="195160" y="34680"/>
                  <a:pt x="187826" y="53959"/>
                  <a:pt x="176650" y="68837"/>
                </a:cubicBezTo>
                <a:cubicBezTo>
                  <a:pt x="182866" y="76660"/>
                  <a:pt x="191354" y="83889"/>
                  <a:pt x="202110" y="90525"/>
                </a:cubicBezTo>
                <a:cubicBezTo>
                  <a:pt x="199944" y="92132"/>
                  <a:pt x="198304" y="94018"/>
                  <a:pt x="197186" y="96183"/>
                </a:cubicBezTo>
                <a:cubicBezTo>
                  <a:pt x="186638" y="89338"/>
                  <a:pt x="178292" y="82108"/>
                  <a:pt x="172144" y="74495"/>
                </a:cubicBezTo>
                <a:cubicBezTo>
                  <a:pt x="164112" y="83645"/>
                  <a:pt x="154682" y="90665"/>
                  <a:pt x="143856" y="95554"/>
                </a:cubicBezTo>
                <a:cubicBezTo>
                  <a:pt x="142668" y="93179"/>
                  <a:pt x="141236" y="91259"/>
                  <a:pt x="139560" y="89792"/>
                </a:cubicBezTo>
                <a:cubicBezTo>
                  <a:pt x="150246" y="85391"/>
                  <a:pt x="159712" y="78406"/>
                  <a:pt x="167954" y="68837"/>
                </a:cubicBezTo>
                <a:cubicBezTo>
                  <a:pt x="159362" y="56264"/>
                  <a:pt x="153146" y="38871"/>
                  <a:pt x="149304" y="16659"/>
                </a:cubicBezTo>
                <a:lnTo>
                  <a:pt x="145322" y="16659"/>
                </a:lnTo>
                <a:lnTo>
                  <a:pt x="145322" y="9953"/>
                </a:lnTo>
                <a:lnTo>
                  <a:pt x="193100" y="9953"/>
                </a:lnTo>
                <a:close/>
                <a:moveTo>
                  <a:pt x="1337918" y="9534"/>
                </a:moveTo>
                <a:cubicBezTo>
                  <a:pt x="1344414" y="9604"/>
                  <a:pt x="1349618" y="11280"/>
                  <a:pt x="1353530" y="14563"/>
                </a:cubicBezTo>
                <a:cubicBezTo>
                  <a:pt x="1357652" y="17986"/>
                  <a:pt x="1359712" y="22666"/>
                  <a:pt x="1359712" y="28603"/>
                </a:cubicBezTo>
                <a:cubicBezTo>
                  <a:pt x="1359712" y="37753"/>
                  <a:pt x="1355136" y="43970"/>
                  <a:pt x="1345986" y="47253"/>
                </a:cubicBezTo>
                <a:lnTo>
                  <a:pt x="1345986" y="47672"/>
                </a:lnTo>
                <a:cubicBezTo>
                  <a:pt x="1350736" y="48790"/>
                  <a:pt x="1354578" y="50990"/>
                  <a:pt x="1357512" y="54273"/>
                </a:cubicBezTo>
                <a:cubicBezTo>
                  <a:pt x="1360724" y="57835"/>
                  <a:pt x="1362332" y="62166"/>
                  <a:pt x="1362332" y="67265"/>
                </a:cubicBezTo>
                <a:cubicBezTo>
                  <a:pt x="1362332" y="73901"/>
                  <a:pt x="1359992" y="79244"/>
                  <a:pt x="1355312" y="83296"/>
                </a:cubicBezTo>
                <a:cubicBezTo>
                  <a:pt x="1350842" y="87137"/>
                  <a:pt x="1345148" y="89058"/>
                  <a:pt x="1338234" y="89058"/>
                </a:cubicBezTo>
                <a:cubicBezTo>
                  <a:pt x="1328454" y="89058"/>
                  <a:pt x="1320352" y="85566"/>
                  <a:pt x="1313926" y="78581"/>
                </a:cubicBezTo>
                <a:lnTo>
                  <a:pt x="1318326" y="73028"/>
                </a:lnTo>
                <a:cubicBezTo>
                  <a:pt x="1324124" y="78965"/>
                  <a:pt x="1330584" y="81934"/>
                  <a:pt x="1337710" y="81934"/>
                </a:cubicBezTo>
                <a:cubicBezTo>
                  <a:pt x="1342458" y="81934"/>
                  <a:pt x="1346300" y="80606"/>
                  <a:pt x="1349234" y="77952"/>
                </a:cubicBezTo>
                <a:cubicBezTo>
                  <a:pt x="1352238" y="75158"/>
                  <a:pt x="1353740" y="71526"/>
                  <a:pt x="1353740" y="67056"/>
                </a:cubicBezTo>
                <a:cubicBezTo>
                  <a:pt x="1353740" y="56438"/>
                  <a:pt x="1345638" y="51130"/>
                  <a:pt x="1329432" y="51130"/>
                </a:cubicBezTo>
                <a:lnTo>
                  <a:pt x="1329432" y="44424"/>
                </a:lnTo>
                <a:cubicBezTo>
                  <a:pt x="1343822" y="44424"/>
                  <a:pt x="1351016" y="39360"/>
                  <a:pt x="1351016" y="29232"/>
                </a:cubicBezTo>
                <a:cubicBezTo>
                  <a:pt x="1351016" y="25390"/>
                  <a:pt x="1349828" y="22317"/>
                  <a:pt x="1347454" y="20012"/>
                </a:cubicBezTo>
                <a:cubicBezTo>
                  <a:pt x="1345008" y="17707"/>
                  <a:pt x="1341726" y="16519"/>
                  <a:pt x="1337604" y="16449"/>
                </a:cubicBezTo>
                <a:cubicBezTo>
                  <a:pt x="1331806" y="16519"/>
                  <a:pt x="1326428" y="19104"/>
                  <a:pt x="1321470" y="24203"/>
                </a:cubicBezTo>
                <a:lnTo>
                  <a:pt x="1316754" y="18650"/>
                </a:lnTo>
                <a:cubicBezTo>
                  <a:pt x="1323320" y="12642"/>
                  <a:pt x="1330374" y="9604"/>
                  <a:pt x="1337918" y="9534"/>
                </a:cubicBezTo>
                <a:close/>
                <a:moveTo>
                  <a:pt x="1101660" y="4295"/>
                </a:moveTo>
                <a:lnTo>
                  <a:pt x="1110148" y="4295"/>
                </a:lnTo>
                <a:lnTo>
                  <a:pt x="1110148" y="77952"/>
                </a:lnTo>
                <a:cubicBezTo>
                  <a:pt x="1110148" y="80606"/>
                  <a:pt x="1111020" y="81934"/>
                  <a:pt x="1112766" y="81934"/>
                </a:cubicBezTo>
                <a:cubicBezTo>
                  <a:pt x="1113396" y="81934"/>
                  <a:pt x="1114058" y="81864"/>
                  <a:pt x="1114758" y="81724"/>
                </a:cubicBezTo>
                <a:lnTo>
                  <a:pt x="1116014" y="88325"/>
                </a:lnTo>
                <a:cubicBezTo>
                  <a:pt x="1114408" y="88814"/>
                  <a:pt x="1112696" y="89058"/>
                  <a:pt x="1110880" y="89058"/>
                </a:cubicBezTo>
                <a:cubicBezTo>
                  <a:pt x="1104734" y="89058"/>
                  <a:pt x="1101660" y="85147"/>
                  <a:pt x="1101660" y="77324"/>
                </a:cubicBezTo>
                <a:close/>
                <a:moveTo>
                  <a:pt x="539686" y="4295"/>
                </a:moveTo>
                <a:lnTo>
                  <a:pt x="548172" y="4295"/>
                </a:lnTo>
                <a:lnTo>
                  <a:pt x="548172" y="77952"/>
                </a:lnTo>
                <a:cubicBezTo>
                  <a:pt x="548172" y="80606"/>
                  <a:pt x="549046" y="81934"/>
                  <a:pt x="550792" y="81934"/>
                </a:cubicBezTo>
                <a:cubicBezTo>
                  <a:pt x="551420" y="81934"/>
                  <a:pt x="552084" y="81864"/>
                  <a:pt x="552782" y="81724"/>
                </a:cubicBezTo>
                <a:lnTo>
                  <a:pt x="554040" y="88325"/>
                </a:lnTo>
                <a:cubicBezTo>
                  <a:pt x="552434" y="88814"/>
                  <a:pt x="550722" y="89058"/>
                  <a:pt x="548906" y="89058"/>
                </a:cubicBezTo>
                <a:cubicBezTo>
                  <a:pt x="542758" y="89058"/>
                  <a:pt x="539686" y="85147"/>
                  <a:pt x="539686" y="77324"/>
                </a:cubicBezTo>
                <a:close/>
                <a:moveTo>
                  <a:pt x="1090374" y="2933"/>
                </a:moveTo>
                <a:cubicBezTo>
                  <a:pt x="1093586" y="2933"/>
                  <a:pt x="1096626" y="3562"/>
                  <a:pt x="1099488" y="4819"/>
                </a:cubicBezTo>
                <a:lnTo>
                  <a:pt x="1097602" y="11420"/>
                </a:lnTo>
                <a:cubicBezTo>
                  <a:pt x="1095438" y="10372"/>
                  <a:pt x="1093272" y="9848"/>
                  <a:pt x="1091106" y="9848"/>
                </a:cubicBezTo>
                <a:cubicBezTo>
                  <a:pt x="1085658" y="9848"/>
                  <a:pt x="1082934" y="13690"/>
                  <a:pt x="1082934" y="21374"/>
                </a:cubicBezTo>
                <a:lnTo>
                  <a:pt x="1082934" y="31118"/>
                </a:lnTo>
                <a:lnTo>
                  <a:pt x="1095088" y="31118"/>
                </a:lnTo>
                <a:lnTo>
                  <a:pt x="1095088" y="38138"/>
                </a:lnTo>
                <a:lnTo>
                  <a:pt x="1082934" y="38138"/>
                </a:lnTo>
                <a:lnTo>
                  <a:pt x="1082934" y="87696"/>
                </a:lnTo>
                <a:lnTo>
                  <a:pt x="1074342" y="87696"/>
                </a:lnTo>
                <a:lnTo>
                  <a:pt x="1074342" y="38138"/>
                </a:lnTo>
                <a:lnTo>
                  <a:pt x="1066590" y="38138"/>
                </a:lnTo>
                <a:lnTo>
                  <a:pt x="1066590" y="31642"/>
                </a:lnTo>
                <a:lnTo>
                  <a:pt x="1074342" y="31118"/>
                </a:lnTo>
                <a:lnTo>
                  <a:pt x="1074342" y="21269"/>
                </a:lnTo>
                <a:cubicBezTo>
                  <a:pt x="1074342" y="9045"/>
                  <a:pt x="1079686" y="2933"/>
                  <a:pt x="1090374" y="2933"/>
                </a:cubicBezTo>
                <a:close/>
                <a:moveTo>
                  <a:pt x="90524" y="1047"/>
                </a:moveTo>
                <a:lnTo>
                  <a:pt x="95134" y="7019"/>
                </a:lnTo>
                <a:cubicBezTo>
                  <a:pt x="83750" y="9674"/>
                  <a:pt x="69954" y="11665"/>
                  <a:pt x="53748" y="12992"/>
                </a:cubicBezTo>
                <a:lnTo>
                  <a:pt x="53748" y="30908"/>
                </a:lnTo>
                <a:lnTo>
                  <a:pt x="88010" y="30908"/>
                </a:lnTo>
                <a:lnTo>
                  <a:pt x="89268" y="30594"/>
                </a:lnTo>
                <a:lnTo>
                  <a:pt x="93354" y="31851"/>
                </a:lnTo>
                <a:cubicBezTo>
                  <a:pt x="90840" y="49244"/>
                  <a:pt x="85670" y="63598"/>
                  <a:pt x="77846" y="74914"/>
                </a:cubicBezTo>
                <a:cubicBezTo>
                  <a:pt x="83016" y="81829"/>
                  <a:pt x="89302" y="86928"/>
                  <a:pt x="96706" y="90211"/>
                </a:cubicBezTo>
                <a:cubicBezTo>
                  <a:pt x="94680" y="91957"/>
                  <a:pt x="93110" y="93843"/>
                  <a:pt x="91992" y="95869"/>
                </a:cubicBezTo>
                <a:cubicBezTo>
                  <a:pt x="84798" y="92097"/>
                  <a:pt x="78720" y="86893"/>
                  <a:pt x="73760" y="80257"/>
                </a:cubicBezTo>
                <a:cubicBezTo>
                  <a:pt x="68172" y="86893"/>
                  <a:pt x="61642" y="92097"/>
                  <a:pt x="54168" y="95869"/>
                </a:cubicBezTo>
                <a:cubicBezTo>
                  <a:pt x="53050" y="93773"/>
                  <a:pt x="51654" y="91887"/>
                  <a:pt x="49976" y="90211"/>
                </a:cubicBezTo>
                <a:cubicBezTo>
                  <a:pt x="57520" y="86858"/>
                  <a:pt x="64122" y="81619"/>
                  <a:pt x="69780" y="74495"/>
                </a:cubicBezTo>
                <a:cubicBezTo>
                  <a:pt x="63982" y="64785"/>
                  <a:pt x="59512" y="52387"/>
                  <a:pt x="56368" y="37299"/>
                </a:cubicBezTo>
                <a:lnTo>
                  <a:pt x="53748" y="37299"/>
                </a:lnTo>
                <a:lnTo>
                  <a:pt x="53748" y="43586"/>
                </a:lnTo>
                <a:cubicBezTo>
                  <a:pt x="53748" y="67335"/>
                  <a:pt x="50360" y="84832"/>
                  <a:pt x="43586" y="96078"/>
                </a:cubicBezTo>
                <a:cubicBezTo>
                  <a:pt x="41978" y="94472"/>
                  <a:pt x="40128" y="93179"/>
                  <a:pt x="38032" y="92202"/>
                </a:cubicBezTo>
                <a:cubicBezTo>
                  <a:pt x="44110" y="81724"/>
                  <a:pt x="47148" y="65519"/>
                  <a:pt x="47148" y="43586"/>
                </a:cubicBezTo>
                <a:lnTo>
                  <a:pt x="47148" y="7543"/>
                </a:lnTo>
                <a:cubicBezTo>
                  <a:pt x="66148" y="5867"/>
                  <a:pt x="80606" y="3702"/>
                  <a:pt x="90524" y="1047"/>
                </a:cubicBezTo>
                <a:close/>
                <a:moveTo>
                  <a:pt x="254602" y="209"/>
                </a:moveTo>
                <a:lnTo>
                  <a:pt x="261832" y="209"/>
                </a:lnTo>
                <a:lnTo>
                  <a:pt x="261832" y="12992"/>
                </a:lnTo>
                <a:lnTo>
                  <a:pt x="300284" y="12992"/>
                </a:lnTo>
                <a:lnTo>
                  <a:pt x="300284" y="19697"/>
                </a:lnTo>
                <a:lnTo>
                  <a:pt x="261832" y="19697"/>
                </a:lnTo>
                <a:lnTo>
                  <a:pt x="261832" y="46520"/>
                </a:lnTo>
                <a:lnTo>
                  <a:pt x="304580" y="46520"/>
                </a:lnTo>
                <a:lnTo>
                  <a:pt x="304580" y="53120"/>
                </a:lnTo>
                <a:lnTo>
                  <a:pt x="266862" y="53120"/>
                </a:lnTo>
                <a:cubicBezTo>
                  <a:pt x="277828" y="67859"/>
                  <a:pt x="291134" y="78651"/>
                  <a:pt x="306780" y="85496"/>
                </a:cubicBezTo>
                <a:cubicBezTo>
                  <a:pt x="305174" y="86893"/>
                  <a:pt x="303568" y="88814"/>
                  <a:pt x="301960" y="91259"/>
                </a:cubicBezTo>
                <a:cubicBezTo>
                  <a:pt x="286244" y="83505"/>
                  <a:pt x="272868" y="71910"/>
                  <a:pt x="261832" y="56473"/>
                </a:cubicBezTo>
                <a:lnTo>
                  <a:pt x="261832" y="95554"/>
                </a:lnTo>
                <a:lnTo>
                  <a:pt x="254602" y="95554"/>
                </a:lnTo>
                <a:lnTo>
                  <a:pt x="254602" y="56788"/>
                </a:lnTo>
                <a:cubicBezTo>
                  <a:pt x="243916" y="71666"/>
                  <a:pt x="230714" y="83051"/>
                  <a:pt x="214998" y="90944"/>
                </a:cubicBezTo>
                <a:cubicBezTo>
                  <a:pt x="213530" y="88709"/>
                  <a:pt x="211890" y="86788"/>
                  <a:pt x="210074" y="85182"/>
                </a:cubicBezTo>
                <a:cubicBezTo>
                  <a:pt x="225860" y="78406"/>
                  <a:pt x="239060" y="67719"/>
                  <a:pt x="249678" y="53120"/>
                </a:cubicBezTo>
                <a:lnTo>
                  <a:pt x="212168" y="53120"/>
                </a:lnTo>
                <a:lnTo>
                  <a:pt x="212168" y="46520"/>
                </a:lnTo>
                <a:lnTo>
                  <a:pt x="254602" y="46520"/>
                </a:lnTo>
                <a:lnTo>
                  <a:pt x="254602" y="19697"/>
                </a:lnTo>
                <a:lnTo>
                  <a:pt x="217198" y="19697"/>
                </a:lnTo>
                <a:lnTo>
                  <a:pt x="217198" y="12992"/>
                </a:lnTo>
                <a:lnTo>
                  <a:pt x="254602" y="12992"/>
                </a:lnTo>
                <a:close/>
                <a:moveTo>
                  <a:pt x="124052" y="104"/>
                </a:moveTo>
                <a:lnTo>
                  <a:pt x="130864" y="104"/>
                </a:lnTo>
                <a:lnTo>
                  <a:pt x="130864" y="22526"/>
                </a:lnTo>
                <a:lnTo>
                  <a:pt x="145112" y="22526"/>
                </a:lnTo>
                <a:lnTo>
                  <a:pt x="145112" y="29127"/>
                </a:lnTo>
                <a:lnTo>
                  <a:pt x="130864" y="29127"/>
                </a:lnTo>
                <a:lnTo>
                  <a:pt x="130864" y="33318"/>
                </a:lnTo>
                <a:cubicBezTo>
                  <a:pt x="134216" y="36671"/>
                  <a:pt x="140084" y="43411"/>
                  <a:pt x="148466" y="53540"/>
                </a:cubicBezTo>
                <a:lnTo>
                  <a:pt x="144064" y="59721"/>
                </a:lnTo>
                <a:cubicBezTo>
                  <a:pt x="141132" y="54972"/>
                  <a:pt x="136730" y="48860"/>
                  <a:pt x="130864" y="41386"/>
                </a:cubicBezTo>
                <a:lnTo>
                  <a:pt x="130864" y="95450"/>
                </a:lnTo>
                <a:lnTo>
                  <a:pt x="124052" y="95450"/>
                </a:lnTo>
                <a:lnTo>
                  <a:pt x="124052" y="41281"/>
                </a:lnTo>
                <a:cubicBezTo>
                  <a:pt x="119302" y="56508"/>
                  <a:pt x="113854" y="68173"/>
                  <a:pt x="107708" y="76276"/>
                </a:cubicBezTo>
                <a:cubicBezTo>
                  <a:pt x="106660" y="73831"/>
                  <a:pt x="105264" y="71596"/>
                  <a:pt x="103516" y="69570"/>
                </a:cubicBezTo>
                <a:cubicBezTo>
                  <a:pt x="111550" y="60071"/>
                  <a:pt x="117732" y="46590"/>
                  <a:pt x="122062" y="29127"/>
                </a:cubicBezTo>
                <a:lnTo>
                  <a:pt x="106346" y="29127"/>
                </a:lnTo>
                <a:lnTo>
                  <a:pt x="106346" y="22526"/>
                </a:lnTo>
                <a:lnTo>
                  <a:pt x="124052" y="22526"/>
                </a:lnTo>
                <a:close/>
                <a:moveTo>
                  <a:pt x="358958" y="0"/>
                </a:moveTo>
                <a:lnTo>
                  <a:pt x="366816" y="1152"/>
                </a:lnTo>
                <a:cubicBezTo>
                  <a:pt x="364930" y="6461"/>
                  <a:pt x="363184" y="10896"/>
                  <a:pt x="361578" y="14459"/>
                </a:cubicBezTo>
                <a:lnTo>
                  <a:pt x="399402" y="14459"/>
                </a:lnTo>
                <a:lnTo>
                  <a:pt x="399402" y="95240"/>
                </a:lnTo>
                <a:lnTo>
                  <a:pt x="392172" y="95240"/>
                </a:lnTo>
                <a:lnTo>
                  <a:pt x="392172" y="89792"/>
                </a:lnTo>
                <a:lnTo>
                  <a:pt x="335384" y="89792"/>
                </a:lnTo>
                <a:lnTo>
                  <a:pt x="335384" y="95764"/>
                </a:lnTo>
                <a:lnTo>
                  <a:pt x="328364" y="95764"/>
                </a:lnTo>
                <a:lnTo>
                  <a:pt x="328364" y="14459"/>
                </a:lnTo>
                <a:lnTo>
                  <a:pt x="354558" y="14459"/>
                </a:lnTo>
                <a:cubicBezTo>
                  <a:pt x="356304" y="9988"/>
                  <a:pt x="357770" y="5168"/>
                  <a:pt x="358958" y="0"/>
                </a:cubicBezTo>
                <a:close/>
                <a:moveTo>
                  <a:pt x="26298" y="0"/>
                </a:moveTo>
                <a:lnTo>
                  <a:pt x="32688" y="0"/>
                </a:lnTo>
                <a:lnTo>
                  <a:pt x="32688" y="29337"/>
                </a:lnTo>
                <a:lnTo>
                  <a:pt x="42224" y="29337"/>
                </a:lnTo>
                <a:lnTo>
                  <a:pt x="42224" y="35623"/>
                </a:lnTo>
                <a:lnTo>
                  <a:pt x="14354" y="35623"/>
                </a:lnTo>
                <a:lnTo>
                  <a:pt x="14354" y="43796"/>
                </a:lnTo>
                <a:cubicBezTo>
                  <a:pt x="14354" y="47078"/>
                  <a:pt x="14318" y="49558"/>
                  <a:pt x="14248" y="51235"/>
                </a:cubicBezTo>
                <a:lnTo>
                  <a:pt x="35728" y="51235"/>
                </a:lnTo>
                <a:lnTo>
                  <a:pt x="35728" y="95554"/>
                </a:lnTo>
                <a:lnTo>
                  <a:pt x="29336" y="95554"/>
                </a:lnTo>
                <a:lnTo>
                  <a:pt x="29336" y="57521"/>
                </a:lnTo>
                <a:lnTo>
                  <a:pt x="14038" y="57521"/>
                </a:lnTo>
                <a:cubicBezTo>
                  <a:pt x="13130" y="74006"/>
                  <a:pt x="10128" y="86788"/>
                  <a:pt x="5028" y="95869"/>
                </a:cubicBezTo>
                <a:cubicBezTo>
                  <a:pt x="3632" y="94332"/>
                  <a:pt x="1954" y="92935"/>
                  <a:pt x="0" y="91678"/>
                </a:cubicBezTo>
                <a:cubicBezTo>
                  <a:pt x="5238" y="81549"/>
                  <a:pt x="7858" y="65589"/>
                  <a:pt x="7858" y="43796"/>
                </a:cubicBezTo>
                <a:lnTo>
                  <a:pt x="7858" y="2305"/>
                </a:lnTo>
                <a:lnTo>
                  <a:pt x="14354" y="2305"/>
                </a:lnTo>
                <a:lnTo>
                  <a:pt x="14354" y="29337"/>
                </a:lnTo>
                <a:lnTo>
                  <a:pt x="26298" y="29337"/>
                </a:lnTo>
                <a:close/>
              </a:path>
            </a:pathLst>
          </a:custGeom>
          <a:solidFill>
            <a:srgbClr val="E6E6E6"/>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fontAlgn="base"/>
            <a:endParaRPr lang="zh-CN" altLang="en-US" sz="800">
              <a:solidFill>
                <a:srgbClr val="E6E6E6"/>
              </a:solidFill>
            </a:endParaRPr>
          </a:p>
        </p:txBody>
      </p:sp>
      <p:sp>
        <p:nvSpPr>
          <p:cNvPr id="5" name="文本框 4">
            <a:extLst>
              <a:ext uri="{FF2B5EF4-FFF2-40B4-BE49-F238E27FC236}">
                <a16:creationId xmlns:a16="http://schemas.microsoft.com/office/drawing/2014/main" id="{9643FBB6-3649-409B-B354-54D19325ECFC}"/>
              </a:ext>
            </a:extLst>
          </p:cNvPr>
          <p:cNvSpPr txBox="1"/>
          <p:nvPr userDrawn="1"/>
        </p:nvSpPr>
        <p:spPr>
          <a:xfrm>
            <a:off x="-24850223" y="18772026"/>
            <a:ext cx="1965874" cy="113995"/>
          </a:xfrm>
          <a:custGeom>
            <a:avLst/>
            <a:gdLst/>
            <a:ahLst/>
            <a:cxnLst/>
            <a:rect l="l" t="t" r="r" b="b"/>
            <a:pathLst>
              <a:path w="1965874" h="113994">
                <a:moveTo>
                  <a:pt x="891806" y="87487"/>
                </a:moveTo>
                <a:cubicBezTo>
                  <a:pt x="887684" y="90420"/>
                  <a:pt x="885624" y="93808"/>
                  <a:pt x="885624" y="97650"/>
                </a:cubicBezTo>
                <a:cubicBezTo>
                  <a:pt x="885624" y="100793"/>
                  <a:pt x="887126" y="103308"/>
                  <a:pt x="890130" y="105194"/>
                </a:cubicBezTo>
                <a:cubicBezTo>
                  <a:pt x="893134" y="107080"/>
                  <a:pt x="897290" y="108023"/>
                  <a:pt x="902598" y="108023"/>
                </a:cubicBezTo>
                <a:cubicBezTo>
                  <a:pt x="908046" y="108023"/>
                  <a:pt x="912586" y="106765"/>
                  <a:pt x="916218" y="104251"/>
                </a:cubicBezTo>
                <a:cubicBezTo>
                  <a:pt x="919572" y="101876"/>
                  <a:pt x="921248" y="99082"/>
                  <a:pt x="921248" y="95869"/>
                </a:cubicBezTo>
                <a:cubicBezTo>
                  <a:pt x="921248" y="90909"/>
                  <a:pt x="917302" y="88430"/>
                  <a:pt x="909408" y="88430"/>
                </a:cubicBezTo>
                <a:lnTo>
                  <a:pt x="899036" y="88430"/>
                </a:lnTo>
                <a:cubicBezTo>
                  <a:pt x="896870" y="88430"/>
                  <a:pt x="894460" y="88115"/>
                  <a:pt x="891806" y="87487"/>
                </a:cubicBezTo>
                <a:close/>
                <a:moveTo>
                  <a:pt x="429472" y="75438"/>
                </a:moveTo>
                <a:cubicBezTo>
                  <a:pt x="431288" y="75438"/>
                  <a:pt x="432824" y="76066"/>
                  <a:pt x="434082" y="77324"/>
                </a:cubicBezTo>
                <a:cubicBezTo>
                  <a:pt x="435340" y="78651"/>
                  <a:pt x="435968" y="80327"/>
                  <a:pt x="435968" y="82353"/>
                </a:cubicBezTo>
                <a:cubicBezTo>
                  <a:pt x="435968" y="84309"/>
                  <a:pt x="435340" y="85915"/>
                  <a:pt x="434082" y="87172"/>
                </a:cubicBezTo>
                <a:cubicBezTo>
                  <a:pt x="432824" y="88430"/>
                  <a:pt x="431288" y="89058"/>
                  <a:pt x="429472" y="89058"/>
                </a:cubicBezTo>
                <a:cubicBezTo>
                  <a:pt x="427726" y="89058"/>
                  <a:pt x="426224" y="88430"/>
                  <a:pt x="424966" y="87172"/>
                </a:cubicBezTo>
                <a:cubicBezTo>
                  <a:pt x="423710" y="85915"/>
                  <a:pt x="423080" y="84309"/>
                  <a:pt x="423080" y="82353"/>
                </a:cubicBezTo>
                <a:cubicBezTo>
                  <a:pt x="423080" y="80327"/>
                  <a:pt x="423710" y="78651"/>
                  <a:pt x="424966" y="77324"/>
                </a:cubicBezTo>
                <a:cubicBezTo>
                  <a:pt x="426224" y="76066"/>
                  <a:pt x="427726" y="75438"/>
                  <a:pt x="429472" y="75438"/>
                </a:cubicBezTo>
                <a:close/>
                <a:moveTo>
                  <a:pt x="335384" y="66846"/>
                </a:moveTo>
                <a:lnTo>
                  <a:pt x="335384" y="83191"/>
                </a:lnTo>
                <a:lnTo>
                  <a:pt x="392172" y="83191"/>
                </a:lnTo>
                <a:lnTo>
                  <a:pt x="392172" y="66846"/>
                </a:lnTo>
                <a:close/>
                <a:moveTo>
                  <a:pt x="856868" y="57731"/>
                </a:moveTo>
                <a:cubicBezTo>
                  <a:pt x="847158" y="58848"/>
                  <a:pt x="840174" y="60629"/>
                  <a:pt x="835914" y="63074"/>
                </a:cubicBezTo>
                <a:cubicBezTo>
                  <a:pt x="832002" y="65449"/>
                  <a:pt x="830046" y="68627"/>
                  <a:pt x="830046" y="72609"/>
                </a:cubicBezTo>
                <a:cubicBezTo>
                  <a:pt x="830046" y="78965"/>
                  <a:pt x="833538" y="82143"/>
                  <a:pt x="840524" y="82143"/>
                </a:cubicBezTo>
                <a:cubicBezTo>
                  <a:pt x="845552" y="82143"/>
                  <a:pt x="851000" y="79524"/>
                  <a:pt x="856868" y="74285"/>
                </a:cubicBezTo>
                <a:close/>
                <a:moveTo>
                  <a:pt x="482440" y="50606"/>
                </a:moveTo>
                <a:lnTo>
                  <a:pt x="482440" y="80781"/>
                </a:lnTo>
                <a:lnTo>
                  <a:pt x="496270" y="80781"/>
                </a:lnTo>
                <a:cubicBezTo>
                  <a:pt x="510870" y="80781"/>
                  <a:pt x="518168" y="75507"/>
                  <a:pt x="518168" y="64960"/>
                </a:cubicBezTo>
                <a:cubicBezTo>
                  <a:pt x="518168" y="55391"/>
                  <a:pt x="510870" y="50606"/>
                  <a:pt x="496270" y="50606"/>
                </a:cubicBezTo>
                <a:close/>
                <a:moveTo>
                  <a:pt x="1220056" y="49977"/>
                </a:moveTo>
                <a:cubicBezTo>
                  <a:pt x="1212652" y="54657"/>
                  <a:pt x="1208950" y="60664"/>
                  <a:pt x="1208950" y="67999"/>
                </a:cubicBezTo>
                <a:cubicBezTo>
                  <a:pt x="1208950" y="72190"/>
                  <a:pt x="1210522" y="75682"/>
                  <a:pt x="1213666" y="78476"/>
                </a:cubicBezTo>
                <a:cubicBezTo>
                  <a:pt x="1216878" y="81270"/>
                  <a:pt x="1220860" y="82667"/>
                  <a:pt x="1225610" y="82667"/>
                </a:cubicBezTo>
                <a:cubicBezTo>
                  <a:pt x="1230150" y="82667"/>
                  <a:pt x="1233886" y="81375"/>
                  <a:pt x="1236820" y="78790"/>
                </a:cubicBezTo>
                <a:cubicBezTo>
                  <a:pt x="1239614" y="76276"/>
                  <a:pt x="1241012" y="73063"/>
                  <a:pt x="1241012" y="69151"/>
                </a:cubicBezTo>
                <a:cubicBezTo>
                  <a:pt x="1241012" y="64401"/>
                  <a:pt x="1238916" y="60420"/>
                  <a:pt x="1234724" y="57207"/>
                </a:cubicBezTo>
                <a:cubicBezTo>
                  <a:pt x="1232140" y="55321"/>
                  <a:pt x="1227250" y="52911"/>
                  <a:pt x="1220056" y="49977"/>
                </a:cubicBezTo>
                <a:close/>
                <a:moveTo>
                  <a:pt x="335384" y="44215"/>
                </a:moveTo>
                <a:lnTo>
                  <a:pt x="335384" y="60350"/>
                </a:lnTo>
                <a:lnTo>
                  <a:pt x="392172" y="60350"/>
                </a:lnTo>
                <a:lnTo>
                  <a:pt x="392172" y="44215"/>
                </a:lnTo>
                <a:close/>
                <a:moveTo>
                  <a:pt x="62130" y="37299"/>
                </a:moveTo>
                <a:cubicBezTo>
                  <a:pt x="64786" y="49942"/>
                  <a:pt x="68662" y="60490"/>
                  <a:pt x="73760" y="68942"/>
                </a:cubicBezTo>
                <a:cubicBezTo>
                  <a:pt x="79558" y="60071"/>
                  <a:pt x="83644" y="49523"/>
                  <a:pt x="86020" y="37299"/>
                </a:cubicBezTo>
                <a:close/>
                <a:moveTo>
                  <a:pt x="961320" y="36880"/>
                </a:moveTo>
                <a:cubicBezTo>
                  <a:pt x="956220" y="36880"/>
                  <a:pt x="952100" y="38976"/>
                  <a:pt x="948956" y="43167"/>
                </a:cubicBezTo>
                <a:cubicBezTo>
                  <a:pt x="945742" y="47288"/>
                  <a:pt x="944136" y="52736"/>
                  <a:pt x="944136" y="59512"/>
                </a:cubicBezTo>
                <a:cubicBezTo>
                  <a:pt x="944136" y="66217"/>
                  <a:pt x="945742" y="71631"/>
                  <a:pt x="948956" y="75752"/>
                </a:cubicBezTo>
                <a:cubicBezTo>
                  <a:pt x="952100" y="79873"/>
                  <a:pt x="956220" y="81934"/>
                  <a:pt x="961320" y="81934"/>
                </a:cubicBezTo>
                <a:cubicBezTo>
                  <a:pt x="966418" y="81934"/>
                  <a:pt x="970574" y="79873"/>
                  <a:pt x="973788" y="75752"/>
                </a:cubicBezTo>
                <a:cubicBezTo>
                  <a:pt x="977000" y="71631"/>
                  <a:pt x="978608" y="66217"/>
                  <a:pt x="978608" y="59512"/>
                </a:cubicBezTo>
                <a:cubicBezTo>
                  <a:pt x="978608" y="52806"/>
                  <a:pt x="977000" y="47358"/>
                  <a:pt x="973788" y="43167"/>
                </a:cubicBezTo>
                <a:cubicBezTo>
                  <a:pt x="970574" y="38976"/>
                  <a:pt x="966418" y="36880"/>
                  <a:pt x="961320" y="36880"/>
                </a:cubicBezTo>
                <a:close/>
                <a:moveTo>
                  <a:pt x="655890" y="36566"/>
                </a:moveTo>
                <a:cubicBezTo>
                  <a:pt x="651560" y="36566"/>
                  <a:pt x="647822" y="38173"/>
                  <a:pt x="644680" y="41386"/>
                </a:cubicBezTo>
                <a:cubicBezTo>
                  <a:pt x="641396" y="44808"/>
                  <a:pt x="639476" y="49384"/>
                  <a:pt x="638918" y="55111"/>
                </a:cubicBezTo>
                <a:lnTo>
                  <a:pt x="670560" y="55111"/>
                </a:lnTo>
                <a:cubicBezTo>
                  <a:pt x="670560" y="42748"/>
                  <a:pt x="665670" y="36566"/>
                  <a:pt x="655890" y="36566"/>
                </a:cubicBezTo>
                <a:close/>
                <a:moveTo>
                  <a:pt x="901236" y="36042"/>
                </a:moveTo>
                <a:cubicBezTo>
                  <a:pt x="897604" y="36042"/>
                  <a:pt x="894600" y="37265"/>
                  <a:pt x="892224" y="39709"/>
                </a:cubicBezTo>
                <a:cubicBezTo>
                  <a:pt x="889780" y="42224"/>
                  <a:pt x="888558" y="45612"/>
                  <a:pt x="888558" y="49872"/>
                </a:cubicBezTo>
                <a:cubicBezTo>
                  <a:pt x="888558" y="53994"/>
                  <a:pt x="889816" y="57381"/>
                  <a:pt x="892330" y="60036"/>
                </a:cubicBezTo>
                <a:cubicBezTo>
                  <a:pt x="894774" y="62620"/>
                  <a:pt x="897744" y="63912"/>
                  <a:pt x="901236" y="63912"/>
                </a:cubicBezTo>
                <a:cubicBezTo>
                  <a:pt x="904728" y="63912"/>
                  <a:pt x="907696" y="62620"/>
                  <a:pt x="910142" y="60036"/>
                </a:cubicBezTo>
                <a:cubicBezTo>
                  <a:pt x="912656" y="57381"/>
                  <a:pt x="913914" y="53994"/>
                  <a:pt x="913914" y="49872"/>
                </a:cubicBezTo>
                <a:cubicBezTo>
                  <a:pt x="913914" y="45681"/>
                  <a:pt x="912656" y="42294"/>
                  <a:pt x="910142" y="39709"/>
                </a:cubicBezTo>
                <a:cubicBezTo>
                  <a:pt x="907766" y="37265"/>
                  <a:pt x="904798" y="36042"/>
                  <a:pt x="901236" y="36042"/>
                </a:cubicBezTo>
                <a:close/>
                <a:moveTo>
                  <a:pt x="429472" y="32689"/>
                </a:moveTo>
                <a:cubicBezTo>
                  <a:pt x="431288" y="32689"/>
                  <a:pt x="432824" y="33318"/>
                  <a:pt x="434082" y="34575"/>
                </a:cubicBezTo>
                <a:cubicBezTo>
                  <a:pt x="435340" y="35902"/>
                  <a:pt x="435968" y="37579"/>
                  <a:pt x="435968" y="39605"/>
                </a:cubicBezTo>
                <a:cubicBezTo>
                  <a:pt x="435968" y="41560"/>
                  <a:pt x="435340" y="43167"/>
                  <a:pt x="434082" y="44424"/>
                </a:cubicBezTo>
                <a:cubicBezTo>
                  <a:pt x="432824" y="45681"/>
                  <a:pt x="431288" y="46310"/>
                  <a:pt x="429472" y="46310"/>
                </a:cubicBezTo>
                <a:cubicBezTo>
                  <a:pt x="427726" y="46310"/>
                  <a:pt x="426224" y="45681"/>
                  <a:pt x="424966" y="44424"/>
                </a:cubicBezTo>
                <a:cubicBezTo>
                  <a:pt x="423710" y="43167"/>
                  <a:pt x="423080" y="41560"/>
                  <a:pt x="423080" y="39605"/>
                </a:cubicBezTo>
                <a:cubicBezTo>
                  <a:pt x="423080" y="37579"/>
                  <a:pt x="423710" y="35902"/>
                  <a:pt x="424966" y="34575"/>
                </a:cubicBezTo>
                <a:cubicBezTo>
                  <a:pt x="426224" y="33318"/>
                  <a:pt x="427726" y="32689"/>
                  <a:pt x="429472" y="32689"/>
                </a:cubicBezTo>
                <a:close/>
                <a:moveTo>
                  <a:pt x="1121644" y="31118"/>
                </a:moveTo>
                <a:lnTo>
                  <a:pt x="1130550" y="31118"/>
                </a:lnTo>
                <a:lnTo>
                  <a:pt x="1142600" y="63493"/>
                </a:lnTo>
                <a:lnTo>
                  <a:pt x="1148258" y="79419"/>
                </a:lnTo>
                <a:lnTo>
                  <a:pt x="1148780" y="79419"/>
                </a:lnTo>
                <a:cubicBezTo>
                  <a:pt x="1149130" y="78371"/>
                  <a:pt x="1149934" y="75682"/>
                  <a:pt x="1151190" y="71351"/>
                </a:cubicBezTo>
                <a:cubicBezTo>
                  <a:pt x="1152168" y="67999"/>
                  <a:pt x="1152972" y="65379"/>
                  <a:pt x="1153600" y="63493"/>
                </a:cubicBezTo>
                <a:lnTo>
                  <a:pt x="1164182" y="31118"/>
                </a:lnTo>
                <a:lnTo>
                  <a:pt x="1172564" y="31118"/>
                </a:lnTo>
                <a:lnTo>
                  <a:pt x="1150982" y="92935"/>
                </a:lnTo>
                <a:cubicBezTo>
                  <a:pt x="1146440" y="105927"/>
                  <a:pt x="1139560" y="112423"/>
                  <a:pt x="1130340" y="112423"/>
                </a:cubicBezTo>
                <a:cubicBezTo>
                  <a:pt x="1127896" y="112423"/>
                  <a:pt x="1125730" y="112039"/>
                  <a:pt x="1123844" y="111271"/>
                </a:cubicBezTo>
                <a:lnTo>
                  <a:pt x="1125626" y="104355"/>
                </a:lnTo>
                <a:cubicBezTo>
                  <a:pt x="1127162" y="104914"/>
                  <a:pt x="1128630" y="105194"/>
                  <a:pt x="1130026" y="105194"/>
                </a:cubicBezTo>
                <a:cubicBezTo>
                  <a:pt x="1135894" y="105194"/>
                  <a:pt x="1140294" y="100933"/>
                  <a:pt x="1143228" y="92411"/>
                </a:cubicBezTo>
                <a:lnTo>
                  <a:pt x="1144486" y="88011"/>
                </a:lnTo>
                <a:close/>
                <a:moveTo>
                  <a:pt x="567422" y="31118"/>
                </a:moveTo>
                <a:lnTo>
                  <a:pt x="575910" y="31118"/>
                </a:lnTo>
                <a:lnTo>
                  <a:pt x="575910" y="66008"/>
                </a:lnTo>
                <a:cubicBezTo>
                  <a:pt x="575910" y="71456"/>
                  <a:pt x="576782" y="75403"/>
                  <a:pt x="578528" y="77847"/>
                </a:cubicBezTo>
                <a:cubicBezTo>
                  <a:pt x="580274" y="80362"/>
                  <a:pt x="583138" y="81619"/>
                  <a:pt x="587120" y="81619"/>
                </a:cubicBezTo>
                <a:cubicBezTo>
                  <a:pt x="592290" y="81619"/>
                  <a:pt x="597598" y="78301"/>
                  <a:pt x="603046" y="71666"/>
                </a:cubicBezTo>
                <a:lnTo>
                  <a:pt x="603046" y="31118"/>
                </a:lnTo>
                <a:lnTo>
                  <a:pt x="611532" y="31118"/>
                </a:lnTo>
                <a:lnTo>
                  <a:pt x="611532" y="87696"/>
                </a:lnTo>
                <a:lnTo>
                  <a:pt x="604512" y="87696"/>
                </a:lnTo>
                <a:lnTo>
                  <a:pt x="603780" y="78686"/>
                </a:lnTo>
                <a:lnTo>
                  <a:pt x="603466" y="78686"/>
                </a:lnTo>
                <a:cubicBezTo>
                  <a:pt x="597458" y="85601"/>
                  <a:pt x="591172" y="89058"/>
                  <a:pt x="584606" y="89058"/>
                </a:cubicBezTo>
                <a:cubicBezTo>
                  <a:pt x="573150" y="89058"/>
                  <a:pt x="567422" y="81724"/>
                  <a:pt x="567422" y="67056"/>
                </a:cubicBezTo>
                <a:close/>
                <a:moveTo>
                  <a:pt x="1033548" y="29651"/>
                </a:moveTo>
                <a:cubicBezTo>
                  <a:pt x="1045072" y="29651"/>
                  <a:pt x="1050836" y="37020"/>
                  <a:pt x="1050836" y="51758"/>
                </a:cubicBezTo>
                <a:lnTo>
                  <a:pt x="1050836" y="87696"/>
                </a:lnTo>
                <a:lnTo>
                  <a:pt x="1042244" y="87696"/>
                </a:lnTo>
                <a:lnTo>
                  <a:pt x="1042244" y="52806"/>
                </a:lnTo>
                <a:cubicBezTo>
                  <a:pt x="1042244" y="42329"/>
                  <a:pt x="1038506" y="37090"/>
                  <a:pt x="1031032" y="37090"/>
                </a:cubicBezTo>
                <a:cubicBezTo>
                  <a:pt x="1026214" y="37090"/>
                  <a:pt x="1020834" y="40163"/>
                  <a:pt x="1014898" y="46310"/>
                </a:cubicBezTo>
                <a:lnTo>
                  <a:pt x="1014898" y="87696"/>
                </a:lnTo>
                <a:lnTo>
                  <a:pt x="1006410" y="87696"/>
                </a:lnTo>
                <a:lnTo>
                  <a:pt x="1006410" y="31118"/>
                </a:lnTo>
                <a:lnTo>
                  <a:pt x="1013326" y="31118"/>
                </a:lnTo>
                <a:lnTo>
                  <a:pt x="1014164" y="39395"/>
                </a:lnTo>
                <a:lnTo>
                  <a:pt x="1014478" y="39395"/>
                </a:lnTo>
                <a:cubicBezTo>
                  <a:pt x="1021114" y="32899"/>
                  <a:pt x="1027470" y="29651"/>
                  <a:pt x="1033548" y="29651"/>
                </a:cubicBezTo>
                <a:close/>
                <a:moveTo>
                  <a:pt x="961320" y="29651"/>
                </a:moveTo>
                <a:cubicBezTo>
                  <a:pt x="968584" y="29651"/>
                  <a:pt x="974660" y="32270"/>
                  <a:pt x="979550" y="37509"/>
                </a:cubicBezTo>
                <a:cubicBezTo>
                  <a:pt x="984788" y="43027"/>
                  <a:pt x="987408" y="50361"/>
                  <a:pt x="987408" y="59512"/>
                </a:cubicBezTo>
                <a:cubicBezTo>
                  <a:pt x="987408" y="68522"/>
                  <a:pt x="984788" y="75787"/>
                  <a:pt x="979550" y="81305"/>
                </a:cubicBezTo>
                <a:cubicBezTo>
                  <a:pt x="974660" y="86474"/>
                  <a:pt x="968584" y="89058"/>
                  <a:pt x="961320" y="89058"/>
                </a:cubicBezTo>
                <a:cubicBezTo>
                  <a:pt x="954124" y="89058"/>
                  <a:pt x="948082" y="86474"/>
                  <a:pt x="943194" y="81305"/>
                </a:cubicBezTo>
                <a:cubicBezTo>
                  <a:pt x="937954" y="75787"/>
                  <a:pt x="935334" y="68522"/>
                  <a:pt x="935334" y="59512"/>
                </a:cubicBezTo>
                <a:cubicBezTo>
                  <a:pt x="935334" y="50361"/>
                  <a:pt x="937954" y="43027"/>
                  <a:pt x="943194" y="37509"/>
                </a:cubicBezTo>
                <a:cubicBezTo>
                  <a:pt x="948012" y="32270"/>
                  <a:pt x="954054" y="29651"/>
                  <a:pt x="961320" y="29651"/>
                </a:cubicBezTo>
                <a:close/>
                <a:moveTo>
                  <a:pt x="901236" y="29651"/>
                </a:moveTo>
                <a:cubicBezTo>
                  <a:pt x="903820" y="29651"/>
                  <a:pt x="906440" y="30140"/>
                  <a:pt x="909094" y="31118"/>
                </a:cubicBezTo>
                <a:lnTo>
                  <a:pt x="928686" y="31118"/>
                </a:lnTo>
                <a:lnTo>
                  <a:pt x="928686" y="37719"/>
                </a:lnTo>
                <a:lnTo>
                  <a:pt x="916742" y="37719"/>
                </a:lnTo>
                <a:cubicBezTo>
                  <a:pt x="920026" y="40862"/>
                  <a:pt x="921666" y="44948"/>
                  <a:pt x="921666" y="49977"/>
                </a:cubicBezTo>
                <a:cubicBezTo>
                  <a:pt x="921666" y="55914"/>
                  <a:pt x="919676" y="60734"/>
                  <a:pt x="915694" y="64436"/>
                </a:cubicBezTo>
                <a:cubicBezTo>
                  <a:pt x="911852" y="67999"/>
                  <a:pt x="907034" y="69780"/>
                  <a:pt x="901236" y="69780"/>
                </a:cubicBezTo>
                <a:cubicBezTo>
                  <a:pt x="898092" y="69780"/>
                  <a:pt x="895194" y="69081"/>
                  <a:pt x="892540" y="67684"/>
                </a:cubicBezTo>
                <a:cubicBezTo>
                  <a:pt x="890024" y="69850"/>
                  <a:pt x="888768" y="72224"/>
                  <a:pt x="888768" y="74809"/>
                </a:cubicBezTo>
                <a:cubicBezTo>
                  <a:pt x="888768" y="79070"/>
                  <a:pt x="892120" y="81200"/>
                  <a:pt x="898826" y="81200"/>
                </a:cubicBezTo>
                <a:lnTo>
                  <a:pt x="910142" y="81200"/>
                </a:lnTo>
                <a:cubicBezTo>
                  <a:pt x="923134" y="81200"/>
                  <a:pt x="929630" y="85671"/>
                  <a:pt x="929630" y="94611"/>
                </a:cubicBezTo>
                <a:cubicBezTo>
                  <a:pt x="929630" y="99920"/>
                  <a:pt x="927080" y="104425"/>
                  <a:pt x="921982" y="108127"/>
                </a:cubicBezTo>
                <a:cubicBezTo>
                  <a:pt x="916602" y="112039"/>
                  <a:pt x="909758" y="113995"/>
                  <a:pt x="901446" y="113995"/>
                </a:cubicBezTo>
                <a:cubicBezTo>
                  <a:pt x="894390" y="113995"/>
                  <a:pt x="888768" y="112668"/>
                  <a:pt x="884576" y="110013"/>
                </a:cubicBezTo>
                <a:cubicBezTo>
                  <a:pt x="880246" y="107289"/>
                  <a:pt x="878080" y="103517"/>
                  <a:pt x="878080" y="98698"/>
                </a:cubicBezTo>
                <a:cubicBezTo>
                  <a:pt x="878080" y="93738"/>
                  <a:pt x="880874" y="89408"/>
                  <a:pt x="886462" y="85706"/>
                </a:cubicBezTo>
                <a:lnTo>
                  <a:pt x="886462" y="85286"/>
                </a:lnTo>
                <a:cubicBezTo>
                  <a:pt x="883040" y="83191"/>
                  <a:pt x="881328" y="80083"/>
                  <a:pt x="881328" y="75961"/>
                </a:cubicBezTo>
                <a:cubicBezTo>
                  <a:pt x="881328" y="72050"/>
                  <a:pt x="883424" y="68557"/>
                  <a:pt x="887614" y="65484"/>
                </a:cubicBezTo>
                <a:lnTo>
                  <a:pt x="887614" y="65065"/>
                </a:lnTo>
                <a:cubicBezTo>
                  <a:pt x="882726" y="61153"/>
                  <a:pt x="880280" y="56089"/>
                  <a:pt x="880280" y="49872"/>
                </a:cubicBezTo>
                <a:cubicBezTo>
                  <a:pt x="880280" y="43865"/>
                  <a:pt x="882342" y="38976"/>
                  <a:pt x="886462" y="35204"/>
                </a:cubicBezTo>
                <a:cubicBezTo>
                  <a:pt x="890444" y="31502"/>
                  <a:pt x="895368" y="29651"/>
                  <a:pt x="901236" y="29651"/>
                </a:cubicBezTo>
                <a:close/>
                <a:moveTo>
                  <a:pt x="846182" y="29651"/>
                </a:moveTo>
                <a:cubicBezTo>
                  <a:pt x="858964" y="29651"/>
                  <a:pt x="865354" y="37299"/>
                  <a:pt x="865354" y="52597"/>
                </a:cubicBezTo>
                <a:lnTo>
                  <a:pt x="865354" y="87696"/>
                </a:lnTo>
                <a:lnTo>
                  <a:pt x="858334" y="87696"/>
                </a:lnTo>
                <a:lnTo>
                  <a:pt x="857602" y="80781"/>
                </a:lnTo>
                <a:lnTo>
                  <a:pt x="857288" y="80781"/>
                </a:lnTo>
                <a:cubicBezTo>
                  <a:pt x="850792" y="86299"/>
                  <a:pt x="844434" y="89058"/>
                  <a:pt x="838218" y="89058"/>
                </a:cubicBezTo>
                <a:cubicBezTo>
                  <a:pt x="833398" y="89058"/>
                  <a:pt x="829486" y="87696"/>
                  <a:pt x="826484" y="84972"/>
                </a:cubicBezTo>
                <a:cubicBezTo>
                  <a:pt x="823340" y="82038"/>
                  <a:pt x="821768" y="78092"/>
                  <a:pt x="821768" y="73133"/>
                </a:cubicBezTo>
                <a:cubicBezTo>
                  <a:pt x="821768" y="66986"/>
                  <a:pt x="824598" y="62236"/>
                  <a:pt x="830256" y="58883"/>
                </a:cubicBezTo>
                <a:cubicBezTo>
                  <a:pt x="835704" y="55670"/>
                  <a:pt x="844574" y="53365"/>
                  <a:pt x="856868" y="51968"/>
                </a:cubicBezTo>
                <a:cubicBezTo>
                  <a:pt x="857008" y="41840"/>
                  <a:pt x="852992" y="36776"/>
                  <a:pt x="844818" y="36776"/>
                </a:cubicBezTo>
                <a:cubicBezTo>
                  <a:pt x="839300" y="36776"/>
                  <a:pt x="833574" y="38871"/>
                  <a:pt x="827636" y="43062"/>
                </a:cubicBezTo>
                <a:lnTo>
                  <a:pt x="824178" y="37090"/>
                </a:lnTo>
                <a:cubicBezTo>
                  <a:pt x="831722" y="32131"/>
                  <a:pt x="839056" y="29651"/>
                  <a:pt x="846182" y="29651"/>
                </a:cubicBezTo>
                <a:close/>
                <a:moveTo>
                  <a:pt x="811434" y="29651"/>
                </a:moveTo>
                <a:cubicBezTo>
                  <a:pt x="813738" y="29651"/>
                  <a:pt x="815730" y="30070"/>
                  <a:pt x="817406" y="30908"/>
                </a:cubicBezTo>
                <a:lnTo>
                  <a:pt x="815730" y="38347"/>
                </a:lnTo>
                <a:cubicBezTo>
                  <a:pt x="813844" y="37719"/>
                  <a:pt x="812062" y="37404"/>
                  <a:pt x="810386" y="37404"/>
                </a:cubicBezTo>
                <a:cubicBezTo>
                  <a:pt x="804170" y="37404"/>
                  <a:pt x="799314" y="41875"/>
                  <a:pt x="795822" y="50815"/>
                </a:cubicBezTo>
                <a:lnTo>
                  <a:pt x="795822" y="87696"/>
                </a:lnTo>
                <a:lnTo>
                  <a:pt x="787336" y="87696"/>
                </a:lnTo>
                <a:lnTo>
                  <a:pt x="787336" y="31118"/>
                </a:lnTo>
                <a:lnTo>
                  <a:pt x="794250" y="31118"/>
                </a:lnTo>
                <a:lnTo>
                  <a:pt x="795090" y="41490"/>
                </a:lnTo>
                <a:lnTo>
                  <a:pt x="795404" y="41490"/>
                </a:lnTo>
                <a:cubicBezTo>
                  <a:pt x="799664" y="33597"/>
                  <a:pt x="805008" y="29651"/>
                  <a:pt x="811434" y="29651"/>
                </a:cubicBezTo>
                <a:close/>
                <a:moveTo>
                  <a:pt x="655786" y="29651"/>
                </a:moveTo>
                <a:cubicBezTo>
                  <a:pt x="662840" y="29651"/>
                  <a:pt x="668324" y="32026"/>
                  <a:pt x="672236" y="36776"/>
                </a:cubicBezTo>
                <a:cubicBezTo>
                  <a:pt x="676148" y="41456"/>
                  <a:pt x="678102" y="47917"/>
                  <a:pt x="678102" y="56159"/>
                </a:cubicBezTo>
                <a:cubicBezTo>
                  <a:pt x="678102" y="58394"/>
                  <a:pt x="677964" y="60105"/>
                  <a:pt x="677684" y="61293"/>
                </a:cubicBezTo>
                <a:lnTo>
                  <a:pt x="639022" y="61293"/>
                </a:lnTo>
                <a:cubicBezTo>
                  <a:pt x="639302" y="67579"/>
                  <a:pt x="641188" y="72644"/>
                  <a:pt x="644680" y="76485"/>
                </a:cubicBezTo>
                <a:cubicBezTo>
                  <a:pt x="648172" y="80327"/>
                  <a:pt x="652748" y="82248"/>
                  <a:pt x="658406" y="82248"/>
                </a:cubicBezTo>
                <a:cubicBezTo>
                  <a:pt x="663434" y="82248"/>
                  <a:pt x="668220" y="80711"/>
                  <a:pt x="672760" y="77638"/>
                </a:cubicBezTo>
                <a:lnTo>
                  <a:pt x="675902" y="83296"/>
                </a:lnTo>
                <a:cubicBezTo>
                  <a:pt x="669896" y="87137"/>
                  <a:pt x="663714" y="89058"/>
                  <a:pt x="657358" y="89058"/>
                </a:cubicBezTo>
                <a:cubicBezTo>
                  <a:pt x="649674" y="89058"/>
                  <a:pt x="643352" y="86439"/>
                  <a:pt x="638394" y="81200"/>
                </a:cubicBezTo>
                <a:cubicBezTo>
                  <a:pt x="633154" y="75752"/>
                  <a:pt x="630536" y="68522"/>
                  <a:pt x="630536" y="59512"/>
                </a:cubicBezTo>
                <a:cubicBezTo>
                  <a:pt x="630536" y="50641"/>
                  <a:pt x="633120" y="43341"/>
                  <a:pt x="638288" y="37614"/>
                </a:cubicBezTo>
                <a:cubicBezTo>
                  <a:pt x="643178" y="32305"/>
                  <a:pt x="649010" y="29651"/>
                  <a:pt x="655786" y="29651"/>
                </a:cubicBezTo>
                <a:close/>
                <a:moveTo>
                  <a:pt x="231970" y="22526"/>
                </a:moveTo>
                <a:cubicBezTo>
                  <a:pt x="237140" y="29791"/>
                  <a:pt x="240528" y="36391"/>
                  <a:pt x="242134" y="42329"/>
                </a:cubicBezTo>
                <a:lnTo>
                  <a:pt x="235638" y="44948"/>
                </a:lnTo>
                <a:cubicBezTo>
                  <a:pt x="233892" y="38662"/>
                  <a:pt x="230678" y="31956"/>
                  <a:pt x="225998" y="24831"/>
                </a:cubicBezTo>
                <a:close/>
                <a:moveTo>
                  <a:pt x="285406" y="22002"/>
                </a:moveTo>
                <a:lnTo>
                  <a:pt x="292636" y="24412"/>
                </a:lnTo>
                <a:cubicBezTo>
                  <a:pt x="288026" y="33353"/>
                  <a:pt x="283974" y="40303"/>
                  <a:pt x="280482" y="45262"/>
                </a:cubicBezTo>
                <a:lnTo>
                  <a:pt x="274614" y="43167"/>
                </a:lnTo>
                <a:cubicBezTo>
                  <a:pt x="279084" y="36252"/>
                  <a:pt x="282682" y="29197"/>
                  <a:pt x="285406" y="22002"/>
                </a:cubicBezTo>
                <a:close/>
                <a:moveTo>
                  <a:pt x="335384" y="21164"/>
                </a:moveTo>
                <a:lnTo>
                  <a:pt x="335384" y="37719"/>
                </a:lnTo>
                <a:lnTo>
                  <a:pt x="392172" y="37719"/>
                </a:lnTo>
                <a:lnTo>
                  <a:pt x="392172" y="21164"/>
                </a:lnTo>
                <a:close/>
                <a:moveTo>
                  <a:pt x="1289360" y="20955"/>
                </a:moveTo>
                <a:cubicBezTo>
                  <a:pt x="1287754" y="24098"/>
                  <a:pt x="1285728" y="27800"/>
                  <a:pt x="1283284" y="32061"/>
                </a:cubicBezTo>
                <a:lnTo>
                  <a:pt x="1264738" y="59512"/>
                </a:lnTo>
                <a:lnTo>
                  <a:pt x="1289256" y="59512"/>
                </a:lnTo>
                <a:lnTo>
                  <a:pt x="1289256" y="34575"/>
                </a:lnTo>
                <a:cubicBezTo>
                  <a:pt x="1289256" y="30524"/>
                  <a:pt x="1289466" y="25984"/>
                  <a:pt x="1289884" y="20955"/>
                </a:cubicBezTo>
                <a:close/>
                <a:moveTo>
                  <a:pt x="1625440" y="18126"/>
                </a:moveTo>
                <a:lnTo>
                  <a:pt x="1625440" y="80572"/>
                </a:lnTo>
                <a:lnTo>
                  <a:pt x="1634870" y="80572"/>
                </a:lnTo>
                <a:cubicBezTo>
                  <a:pt x="1644020" y="80572"/>
                  <a:pt x="1650970" y="77778"/>
                  <a:pt x="1655720" y="72190"/>
                </a:cubicBezTo>
                <a:cubicBezTo>
                  <a:pt x="1660260" y="66741"/>
                  <a:pt x="1662530" y="59023"/>
                  <a:pt x="1662530" y="49034"/>
                </a:cubicBezTo>
                <a:cubicBezTo>
                  <a:pt x="1662530" y="28429"/>
                  <a:pt x="1653310" y="18126"/>
                  <a:pt x="1634870" y="18126"/>
                </a:cubicBezTo>
                <a:close/>
                <a:moveTo>
                  <a:pt x="720566" y="18126"/>
                </a:moveTo>
                <a:lnTo>
                  <a:pt x="720566" y="80572"/>
                </a:lnTo>
                <a:lnTo>
                  <a:pt x="729996" y="80572"/>
                </a:lnTo>
                <a:cubicBezTo>
                  <a:pt x="739146" y="80572"/>
                  <a:pt x="746096" y="77778"/>
                  <a:pt x="750846" y="72190"/>
                </a:cubicBezTo>
                <a:cubicBezTo>
                  <a:pt x="755386" y="66741"/>
                  <a:pt x="757656" y="59023"/>
                  <a:pt x="757656" y="49034"/>
                </a:cubicBezTo>
                <a:cubicBezTo>
                  <a:pt x="757656" y="28429"/>
                  <a:pt x="748436" y="18126"/>
                  <a:pt x="729996" y="18126"/>
                </a:cubicBezTo>
                <a:close/>
                <a:moveTo>
                  <a:pt x="482440" y="17916"/>
                </a:moveTo>
                <a:lnTo>
                  <a:pt x="482440" y="43900"/>
                </a:lnTo>
                <a:lnTo>
                  <a:pt x="494176" y="43900"/>
                </a:lnTo>
                <a:cubicBezTo>
                  <a:pt x="507098" y="43900"/>
                  <a:pt x="513558" y="39535"/>
                  <a:pt x="513558" y="30803"/>
                </a:cubicBezTo>
                <a:cubicBezTo>
                  <a:pt x="513558" y="26193"/>
                  <a:pt x="511986" y="22875"/>
                  <a:pt x="508844" y="20850"/>
                </a:cubicBezTo>
                <a:cubicBezTo>
                  <a:pt x="505840" y="18894"/>
                  <a:pt x="501126" y="17916"/>
                  <a:pt x="494700" y="17916"/>
                </a:cubicBezTo>
                <a:close/>
                <a:moveTo>
                  <a:pt x="155694" y="16659"/>
                </a:moveTo>
                <a:cubicBezTo>
                  <a:pt x="159048" y="36077"/>
                  <a:pt x="164636" y="51549"/>
                  <a:pt x="172458" y="63074"/>
                </a:cubicBezTo>
                <a:cubicBezTo>
                  <a:pt x="181540" y="50431"/>
                  <a:pt x="187756" y="34959"/>
                  <a:pt x="191108" y="16659"/>
                </a:cubicBezTo>
                <a:close/>
                <a:moveTo>
                  <a:pt x="1556156" y="16344"/>
                </a:moveTo>
                <a:cubicBezTo>
                  <a:pt x="1552314" y="16344"/>
                  <a:pt x="1549136" y="18021"/>
                  <a:pt x="1546622" y="21374"/>
                </a:cubicBezTo>
                <a:cubicBezTo>
                  <a:pt x="1544036" y="24726"/>
                  <a:pt x="1542744" y="29057"/>
                  <a:pt x="1542744" y="34366"/>
                </a:cubicBezTo>
                <a:cubicBezTo>
                  <a:pt x="1542744" y="39814"/>
                  <a:pt x="1543896" y="44075"/>
                  <a:pt x="1546202" y="47148"/>
                </a:cubicBezTo>
                <a:cubicBezTo>
                  <a:pt x="1548716" y="50431"/>
                  <a:pt x="1552278" y="52073"/>
                  <a:pt x="1556890" y="52073"/>
                </a:cubicBezTo>
                <a:cubicBezTo>
                  <a:pt x="1562896" y="52073"/>
                  <a:pt x="1568414" y="48545"/>
                  <a:pt x="1573444" y="41490"/>
                </a:cubicBezTo>
                <a:cubicBezTo>
                  <a:pt x="1572536" y="24726"/>
                  <a:pt x="1566772" y="16344"/>
                  <a:pt x="1556156" y="16344"/>
                </a:cubicBezTo>
                <a:close/>
                <a:moveTo>
                  <a:pt x="1225504" y="16344"/>
                </a:moveTo>
                <a:cubicBezTo>
                  <a:pt x="1221872" y="16344"/>
                  <a:pt x="1218868" y="17532"/>
                  <a:pt x="1216494" y="19907"/>
                </a:cubicBezTo>
                <a:cubicBezTo>
                  <a:pt x="1214120" y="22352"/>
                  <a:pt x="1212932" y="25460"/>
                  <a:pt x="1212932" y="29232"/>
                </a:cubicBezTo>
                <a:cubicBezTo>
                  <a:pt x="1212932" y="33493"/>
                  <a:pt x="1214748" y="37090"/>
                  <a:pt x="1218380" y="40024"/>
                </a:cubicBezTo>
                <a:cubicBezTo>
                  <a:pt x="1220894" y="42049"/>
                  <a:pt x="1225016" y="44180"/>
                  <a:pt x="1230744" y="46415"/>
                </a:cubicBezTo>
                <a:cubicBezTo>
                  <a:pt x="1236332" y="41665"/>
                  <a:pt x="1239126" y="36356"/>
                  <a:pt x="1239126" y="30489"/>
                </a:cubicBezTo>
                <a:cubicBezTo>
                  <a:pt x="1239126" y="26438"/>
                  <a:pt x="1237938" y="23120"/>
                  <a:pt x="1235564" y="20535"/>
                </a:cubicBezTo>
                <a:cubicBezTo>
                  <a:pt x="1233048" y="17741"/>
                  <a:pt x="1229696" y="16344"/>
                  <a:pt x="1225504" y="16344"/>
                </a:cubicBezTo>
                <a:close/>
                <a:moveTo>
                  <a:pt x="1912018" y="11001"/>
                </a:moveTo>
                <a:lnTo>
                  <a:pt x="1920926" y="11001"/>
                </a:lnTo>
                <a:lnTo>
                  <a:pt x="1949948" y="60664"/>
                </a:lnTo>
                <a:lnTo>
                  <a:pt x="1958226" y="76381"/>
                </a:lnTo>
                <a:lnTo>
                  <a:pt x="1958748" y="76381"/>
                </a:lnTo>
                <a:cubicBezTo>
                  <a:pt x="1957980" y="65135"/>
                  <a:pt x="1957596" y="57172"/>
                  <a:pt x="1957596" y="52492"/>
                </a:cubicBezTo>
                <a:lnTo>
                  <a:pt x="1957596" y="11001"/>
                </a:lnTo>
                <a:lnTo>
                  <a:pt x="1965874" y="11001"/>
                </a:lnTo>
                <a:lnTo>
                  <a:pt x="1965874" y="87696"/>
                </a:lnTo>
                <a:lnTo>
                  <a:pt x="1956862" y="87696"/>
                </a:lnTo>
                <a:lnTo>
                  <a:pt x="1928050" y="38033"/>
                </a:lnTo>
                <a:lnTo>
                  <a:pt x="1919668" y="22317"/>
                </a:lnTo>
                <a:lnTo>
                  <a:pt x="1919144" y="22317"/>
                </a:lnTo>
                <a:cubicBezTo>
                  <a:pt x="1919842" y="35029"/>
                  <a:pt x="1920192" y="42818"/>
                  <a:pt x="1920192" y="45681"/>
                </a:cubicBezTo>
                <a:lnTo>
                  <a:pt x="1920192" y="87696"/>
                </a:lnTo>
                <a:lnTo>
                  <a:pt x="1912018" y="87696"/>
                </a:lnTo>
                <a:close/>
                <a:moveTo>
                  <a:pt x="1807244" y="11001"/>
                </a:moveTo>
                <a:lnTo>
                  <a:pt x="1815940" y="11001"/>
                </a:lnTo>
                <a:lnTo>
                  <a:pt x="1815940" y="87696"/>
                </a:lnTo>
                <a:lnTo>
                  <a:pt x="1807244" y="87696"/>
                </a:lnTo>
                <a:close/>
                <a:moveTo>
                  <a:pt x="1692944" y="11001"/>
                </a:moveTo>
                <a:lnTo>
                  <a:pt x="1736636" y="11001"/>
                </a:lnTo>
                <a:lnTo>
                  <a:pt x="1736636" y="18335"/>
                </a:lnTo>
                <a:lnTo>
                  <a:pt x="1701640" y="18335"/>
                </a:lnTo>
                <a:lnTo>
                  <a:pt x="1701640" y="43586"/>
                </a:lnTo>
                <a:lnTo>
                  <a:pt x="1731082" y="43586"/>
                </a:lnTo>
                <a:lnTo>
                  <a:pt x="1731082" y="50920"/>
                </a:lnTo>
                <a:lnTo>
                  <a:pt x="1701640" y="50920"/>
                </a:lnTo>
                <a:lnTo>
                  <a:pt x="1701640" y="80362"/>
                </a:lnTo>
                <a:lnTo>
                  <a:pt x="1737788" y="80362"/>
                </a:lnTo>
                <a:lnTo>
                  <a:pt x="1737788" y="87696"/>
                </a:lnTo>
                <a:lnTo>
                  <a:pt x="1692944" y="87696"/>
                </a:lnTo>
                <a:close/>
                <a:moveTo>
                  <a:pt x="1616744" y="11001"/>
                </a:moveTo>
                <a:lnTo>
                  <a:pt x="1635604" y="11001"/>
                </a:lnTo>
                <a:cubicBezTo>
                  <a:pt x="1647268" y="11001"/>
                  <a:pt x="1656174" y="14319"/>
                  <a:pt x="1662322" y="20955"/>
                </a:cubicBezTo>
                <a:cubicBezTo>
                  <a:pt x="1668398" y="27520"/>
                  <a:pt x="1671436" y="36880"/>
                  <a:pt x="1671436" y="49034"/>
                </a:cubicBezTo>
                <a:cubicBezTo>
                  <a:pt x="1671436" y="61258"/>
                  <a:pt x="1668434" y="70723"/>
                  <a:pt x="1662426" y="77428"/>
                </a:cubicBezTo>
                <a:cubicBezTo>
                  <a:pt x="1656280" y="84274"/>
                  <a:pt x="1647442" y="87696"/>
                  <a:pt x="1635918" y="87696"/>
                </a:cubicBezTo>
                <a:lnTo>
                  <a:pt x="1616744" y="87696"/>
                </a:lnTo>
                <a:close/>
                <a:moveTo>
                  <a:pt x="1484232" y="11001"/>
                </a:moveTo>
                <a:lnTo>
                  <a:pt x="1520904" y="11001"/>
                </a:lnTo>
                <a:lnTo>
                  <a:pt x="1520904" y="18335"/>
                </a:lnTo>
                <a:lnTo>
                  <a:pt x="1491776" y="18335"/>
                </a:lnTo>
                <a:lnTo>
                  <a:pt x="1489680" y="41595"/>
                </a:lnTo>
                <a:cubicBezTo>
                  <a:pt x="1493522" y="39430"/>
                  <a:pt x="1497504" y="38347"/>
                  <a:pt x="1501624" y="38347"/>
                </a:cubicBezTo>
                <a:cubicBezTo>
                  <a:pt x="1508400" y="38347"/>
                  <a:pt x="1513814" y="40303"/>
                  <a:pt x="1517866" y="44215"/>
                </a:cubicBezTo>
                <a:cubicBezTo>
                  <a:pt x="1522336" y="48545"/>
                  <a:pt x="1524570" y="54762"/>
                  <a:pt x="1524570" y="62865"/>
                </a:cubicBezTo>
                <a:cubicBezTo>
                  <a:pt x="1524570" y="70827"/>
                  <a:pt x="1522022" y="77289"/>
                  <a:pt x="1516922" y="82248"/>
                </a:cubicBezTo>
                <a:cubicBezTo>
                  <a:pt x="1512242" y="86788"/>
                  <a:pt x="1506550" y="89058"/>
                  <a:pt x="1499844" y="89058"/>
                </a:cubicBezTo>
                <a:cubicBezTo>
                  <a:pt x="1490484" y="89058"/>
                  <a:pt x="1482416" y="85671"/>
                  <a:pt x="1475640" y="78895"/>
                </a:cubicBezTo>
                <a:lnTo>
                  <a:pt x="1479936" y="73237"/>
                </a:lnTo>
                <a:cubicBezTo>
                  <a:pt x="1485594" y="79035"/>
                  <a:pt x="1491986" y="81934"/>
                  <a:pt x="1499110" y="81934"/>
                </a:cubicBezTo>
                <a:cubicBezTo>
                  <a:pt x="1503860" y="81934"/>
                  <a:pt x="1507842" y="80222"/>
                  <a:pt x="1511054" y="76800"/>
                </a:cubicBezTo>
                <a:cubicBezTo>
                  <a:pt x="1514338" y="73307"/>
                  <a:pt x="1515980" y="68732"/>
                  <a:pt x="1515980" y="63074"/>
                </a:cubicBezTo>
                <a:cubicBezTo>
                  <a:pt x="1515980" y="57486"/>
                  <a:pt x="1514478" y="53051"/>
                  <a:pt x="1511474" y="49768"/>
                </a:cubicBezTo>
                <a:cubicBezTo>
                  <a:pt x="1508540" y="46555"/>
                  <a:pt x="1504558" y="44948"/>
                  <a:pt x="1499530" y="44948"/>
                </a:cubicBezTo>
                <a:cubicBezTo>
                  <a:pt x="1495478" y="44948"/>
                  <a:pt x="1491148" y="46485"/>
                  <a:pt x="1486538" y="49558"/>
                </a:cubicBezTo>
                <a:lnTo>
                  <a:pt x="1481822" y="46624"/>
                </a:lnTo>
                <a:close/>
                <a:moveTo>
                  <a:pt x="1430216" y="11001"/>
                </a:moveTo>
                <a:lnTo>
                  <a:pt x="1477678" y="11001"/>
                </a:lnTo>
                <a:lnTo>
                  <a:pt x="1477678" y="16135"/>
                </a:lnTo>
                <a:cubicBezTo>
                  <a:pt x="1469158" y="27171"/>
                  <a:pt x="1463254" y="38277"/>
                  <a:pt x="1459972" y="49453"/>
                </a:cubicBezTo>
                <a:cubicBezTo>
                  <a:pt x="1457318" y="58674"/>
                  <a:pt x="1455642" y="71421"/>
                  <a:pt x="1454942" y="87696"/>
                </a:cubicBezTo>
                <a:lnTo>
                  <a:pt x="1446038" y="87696"/>
                </a:lnTo>
                <a:cubicBezTo>
                  <a:pt x="1447224" y="59966"/>
                  <a:pt x="1454488" y="36845"/>
                  <a:pt x="1467830" y="18335"/>
                </a:cubicBezTo>
                <a:lnTo>
                  <a:pt x="1430216" y="18335"/>
                </a:lnTo>
                <a:close/>
                <a:moveTo>
                  <a:pt x="1379458" y="11001"/>
                </a:moveTo>
                <a:lnTo>
                  <a:pt x="1416128" y="11001"/>
                </a:lnTo>
                <a:lnTo>
                  <a:pt x="1416128" y="18335"/>
                </a:lnTo>
                <a:lnTo>
                  <a:pt x="1387002" y="18335"/>
                </a:lnTo>
                <a:lnTo>
                  <a:pt x="1384906" y="41595"/>
                </a:lnTo>
                <a:cubicBezTo>
                  <a:pt x="1388748" y="39430"/>
                  <a:pt x="1392728" y="38347"/>
                  <a:pt x="1396850" y="38347"/>
                </a:cubicBezTo>
                <a:cubicBezTo>
                  <a:pt x="1403626" y="38347"/>
                  <a:pt x="1409038" y="40303"/>
                  <a:pt x="1413090" y="44215"/>
                </a:cubicBezTo>
                <a:cubicBezTo>
                  <a:pt x="1417560" y="48545"/>
                  <a:pt x="1419796" y="54762"/>
                  <a:pt x="1419796" y="62865"/>
                </a:cubicBezTo>
                <a:cubicBezTo>
                  <a:pt x="1419796" y="70827"/>
                  <a:pt x="1417246" y="77289"/>
                  <a:pt x="1412148" y="82248"/>
                </a:cubicBezTo>
                <a:cubicBezTo>
                  <a:pt x="1407468" y="86788"/>
                  <a:pt x="1401774" y="89058"/>
                  <a:pt x="1395068" y="89058"/>
                </a:cubicBezTo>
                <a:cubicBezTo>
                  <a:pt x="1385708" y="89058"/>
                  <a:pt x="1377642" y="85671"/>
                  <a:pt x="1370866" y="78895"/>
                </a:cubicBezTo>
                <a:lnTo>
                  <a:pt x="1375162" y="73237"/>
                </a:lnTo>
                <a:cubicBezTo>
                  <a:pt x="1380820" y="79035"/>
                  <a:pt x="1387210" y="81934"/>
                  <a:pt x="1394336" y="81934"/>
                </a:cubicBezTo>
                <a:cubicBezTo>
                  <a:pt x="1399086" y="81934"/>
                  <a:pt x="1403066" y="80222"/>
                  <a:pt x="1406280" y="76800"/>
                </a:cubicBezTo>
                <a:cubicBezTo>
                  <a:pt x="1409562" y="73307"/>
                  <a:pt x="1411204" y="68732"/>
                  <a:pt x="1411204" y="63074"/>
                </a:cubicBezTo>
                <a:cubicBezTo>
                  <a:pt x="1411204" y="57486"/>
                  <a:pt x="1409702" y="53051"/>
                  <a:pt x="1406698" y="49768"/>
                </a:cubicBezTo>
                <a:cubicBezTo>
                  <a:pt x="1403766" y="46555"/>
                  <a:pt x="1399784" y="44948"/>
                  <a:pt x="1394754" y="44948"/>
                </a:cubicBezTo>
                <a:cubicBezTo>
                  <a:pt x="1390704" y="44948"/>
                  <a:pt x="1386372" y="46485"/>
                  <a:pt x="1381762" y="49558"/>
                </a:cubicBezTo>
                <a:lnTo>
                  <a:pt x="1377048" y="46624"/>
                </a:lnTo>
                <a:close/>
                <a:moveTo>
                  <a:pt x="1288208" y="11001"/>
                </a:moveTo>
                <a:lnTo>
                  <a:pt x="1297324" y="11001"/>
                </a:lnTo>
                <a:lnTo>
                  <a:pt x="1297324" y="59512"/>
                </a:lnTo>
                <a:lnTo>
                  <a:pt x="1307800" y="59512"/>
                </a:lnTo>
                <a:lnTo>
                  <a:pt x="1307800" y="66322"/>
                </a:lnTo>
                <a:lnTo>
                  <a:pt x="1297324" y="66322"/>
                </a:lnTo>
                <a:lnTo>
                  <a:pt x="1297324" y="87696"/>
                </a:lnTo>
                <a:lnTo>
                  <a:pt x="1289256" y="87696"/>
                </a:lnTo>
                <a:lnTo>
                  <a:pt x="1289256" y="66322"/>
                </a:lnTo>
                <a:lnTo>
                  <a:pt x="1255622" y="66322"/>
                </a:lnTo>
                <a:lnTo>
                  <a:pt x="1255622" y="60769"/>
                </a:lnTo>
                <a:close/>
                <a:moveTo>
                  <a:pt x="711870" y="11001"/>
                </a:moveTo>
                <a:lnTo>
                  <a:pt x="730728" y="11001"/>
                </a:lnTo>
                <a:cubicBezTo>
                  <a:pt x="742394" y="11001"/>
                  <a:pt x="751300" y="14319"/>
                  <a:pt x="757446" y="20955"/>
                </a:cubicBezTo>
                <a:cubicBezTo>
                  <a:pt x="763524" y="27520"/>
                  <a:pt x="766562" y="36880"/>
                  <a:pt x="766562" y="49034"/>
                </a:cubicBezTo>
                <a:cubicBezTo>
                  <a:pt x="766562" y="61258"/>
                  <a:pt x="763558" y="70723"/>
                  <a:pt x="757550" y="77428"/>
                </a:cubicBezTo>
                <a:cubicBezTo>
                  <a:pt x="751404" y="84274"/>
                  <a:pt x="742568" y="87696"/>
                  <a:pt x="731042" y="87696"/>
                </a:cubicBezTo>
                <a:lnTo>
                  <a:pt x="711870" y="87696"/>
                </a:lnTo>
                <a:close/>
                <a:moveTo>
                  <a:pt x="473744" y="11001"/>
                </a:moveTo>
                <a:lnTo>
                  <a:pt x="495956" y="11001"/>
                </a:lnTo>
                <a:cubicBezTo>
                  <a:pt x="513418" y="11001"/>
                  <a:pt x="522150" y="17253"/>
                  <a:pt x="522150" y="29756"/>
                </a:cubicBezTo>
                <a:cubicBezTo>
                  <a:pt x="522150" y="38347"/>
                  <a:pt x="518344" y="43900"/>
                  <a:pt x="510730" y="46415"/>
                </a:cubicBezTo>
                <a:lnTo>
                  <a:pt x="510730" y="46834"/>
                </a:lnTo>
                <a:cubicBezTo>
                  <a:pt x="521346" y="48860"/>
                  <a:pt x="526656" y="55006"/>
                  <a:pt x="526656" y="65274"/>
                </a:cubicBezTo>
                <a:cubicBezTo>
                  <a:pt x="526656" y="72539"/>
                  <a:pt x="523966" y="78162"/>
                  <a:pt x="518588" y="82143"/>
                </a:cubicBezTo>
                <a:cubicBezTo>
                  <a:pt x="513488" y="85845"/>
                  <a:pt x="506504" y="87696"/>
                  <a:pt x="497632" y="87696"/>
                </a:cubicBezTo>
                <a:lnTo>
                  <a:pt x="473744" y="87696"/>
                </a:lnTo>
                <a:close/>
                <a:moveTo>
                  <a:pt x="1225714" y="9848"/>
                </a:moveTo>
                <a:cubicBezTo>
                  <a:pt x="1232140" y="9848"/>
                  <a:pt x="1237240" y="11734"/>
                  <a:pt x="1241012" y="15506"/>
                </a:cubicBezTo>
                <a:cubicBezTo>
                  <a:pt x="1244714" y="19208"/>
                  <a:pt x="1246564" y="24063"/>
                  <a:pt x="1246564" y="30070"/>
                </a:cubicBezTo>
                <a:cubicBezTo>
                  <a:pt x="1246564" y="37055"/>
                  <a:pt x="1243106" y="43272"/>
                  <a:pt x="1236192" y="48720"/>
                </a:cubicBezTo>
                <a:lnTo>
                  <a:pt x="1236192" y="49244"/>
                </a:lnTo>
                <a:cubicBezTo>
                  <a:pt x="1244854" y="54273"/>
                  <a:pt x="1249184" y="60979"/>
                  <a:pt x="1249184" y="69361"/>
                </a:cubicBezTo>
                <a:cubicBezTo>
                  <a:pt x="1249184" y="74949"/>
                  <a:pt x="1247018" y="79594"/>
                  <a:pt x="1242688" y="83296"/>
                </a:cubicBezTo>
                <a:cubicBezTo>
                  <a:pt x="1238218" y="87137"/>
                  <a:pt x="1232490" y="89058"/>
                  <a:pt x="1225504" y="89058"/>
                </a:cubicBezTo>
                <a:cubicBezTo>
                  <a:pt x="1218450" y="89058"/>
                  <a:pt x="1212652" y="87137"/>
                  <a:pt x="1208112" y="83296"/>
                </a:cubicBezTo>
                <a:cubicBezTo>
                  <a:pt x="1203502" y="79454"/>
                  <a:pt x="1201196" y="74564"/>
                  <a:pt x="1201196" y="68627"/>
                </a:cubicBezTo>
                <a:cubicBezTo>
                  <a:pt x="1201196" y="59617"/>
                  <a:pt x="1205946" y="52492"/>
                  <a:pt x="1215446" y="47253"/>
                </a:cubicBezTo>
                <a:lnTo>
                  <a:pt x="1215446" y="46834"/>
                </a:lnTo>
                <a:cubicBezTo>
                  <a:pt x="1208532" y="42154"/>
                  <a:pt x="1205074" y="36287"/>
                  <a:pt x="1205074" y="29232"/>
                </a:cubicBezTo>
                <a:cubicBezTo>
                  <a:pt x="1205074" y="23504"/>
                  <a:pt x="1207064" y="18824"/>
                  <a:pt x="1211046" y="15192"/>
                </a:cubicBezTo>
                <a:cubicBezTo>
                  <a:pt x="1214888" y="11630"/>
                  <a:pt x="1219778" y="9848"/>
                  <a:pt x="1225714" y="9848"/>
                </a:cubicBezTo>
                <a:close/>
                <a:moveTo>
                  <a:pt x="1866098" y="9639"/>
                </a:moveTo>
                <a:cubicBezTo>
                  <a:pt x="1874620" y="9639"/>
                  <a:pt x="1881920" y="12747"/>
                  <a:pt x="1887998" y="18964"/>
                </a:cubicBezTo>
                <a:lnTo>
                  <a:pt x="1883178" y="24622"/>
                </a:lnTo>
                <a:cubicBezTo>
                  <a:pt x="1878568" y="19732"/>
                  <a:pt x="1872944" y="17287"/>
                  <a:pt x="1866308" y="17287"/>
                </a:cubicBezTo>
                <a:cubicBezTo>
                  <a:pt x="1858346" y="17287"/>
                  <a:pt x="1852024" y="20116"/>
                  <a:pt x="1847344" y="25774"/>
                </a:cubicBezTo>
                <a:cubicBezTo>
                  <a:pt x="1842594" y="31502"/>
                  <a:pt x="1840220" y="39290"/>
                  <a:pt x="1840220" y="49139"/>
                </a:cubicBezTo>
                <a:cubicBezTo>
                  <a:pt x="1840220" y="59128"/>
                  <a:pt x="1842490" y="66986"/>
                  <a:pt x="1847030" y="72713"/>
                </a:cubicBezTo>
                <a:cubicBezTo>
                  <a:pt x="1851640" y="78511"/>
                  <a:pt x="1858066" y="81410"/>
                  <a:pt x="1866308" y="81410"/>
                </a:cubicBezTo>
                <a:cubicBezTo>
                  <a:pt x="1872664" y="81410"/>
                  <a:pt x="1877520" y="79803"/>
                  <a:pt x="1880872" y="76590"/>
                </a:cubicBezTo>
                <a:lnTo>
                  <a:pt x="1880872" y="55635"/>
                </a:lnTo>
                <a:lnTo>
                  <a:pt x="1864214" y="55635"/>
                </a:lnTo>
                <a:lnTo>
                  <a:pt x="1864214" y="48406"/>
                </a:lnTo>
                <a:lnTo>
                  <a:pt x="1888940" y="48406"/>
                </a:lnTo>
                <a:lnTo>
                  <a:pt x="1888940" y="80257"/>
                </a:lnTo>
                <a:cubicBezTo>
                  <a:pt x="1883282" y="86125"/>
                  <a:pt x="1875458" y="89058"/>
                  <a:pt x="1865470" y="89058"/>
                </a:cubicBezTo>
                <a:cubicBezTo>
                  <a:pt x="1855272" y="89058"/>
                  <a:pt x="1847066" y="85531"/>
                  <a:pt x="1840848" y="78476"/>
                </a:cubicBezTo>
                <a:cubicBezTo>
                  <a:pt x="1834492" y="71281"/>
                  <a:pt x="1831314" y="61572"/>
                  <a:pt x="1831314" y="49349"/>
                </a:cubicBezTo>
                <a:cubicBezTo>
                  <a:pt x="1831314" y="37195"/>
                  <a:pt x="1834596" y="27486"/>
                  <a:pt x="1841162" y="20221"/>
                </a:cubicBezTo>
                <a:cubicBezTo>
                  <a:pt x="1847518" y="13166"/>
                  <a:pt x="1855830" y="9639"/>
                  <a:pt x="1866098" y="9639"/>
                </a:cubicBezTo>
                <a:close/>
                <a:moveTo>
                  <a:pt x="1771888" y="9639"/>
                </a:moveTo>
                <a:cubicBezTo>
                  <a:pt x="1780828" y="9639"/>
                  <a:pt x="1788266" y="12782"/>
                  <a:pt x="1794204" y="19069"/>
                </a:cubicBezTo>
                <a:lnTo>
                  <a:pt x="1789594" y="24622"/>
                </a:lnTo>
                <a:cubicBezTo>
                  <a:pt x="1784496" y="19732"/>
                  <a:pt x="1778592" y="17287"/>
                  <a:pt x="1771888" y="17287"/>
                </a:cubicBezTo>
                <a:cubicBezTo>
                  <a:pt x="1767416" y="17287"/>
                  <a:pt x="1763820" y="18335"/>
                  <a:pt x="1761096" y="20431"/>
                </a:cubicBezTo>
                <a:cubicBezTo>
                  <a:pt x="1758372" y="22596"/>
                  <a:pt x="1757010" y="25460"/>
                  <a:pt x="1757010" y="29022"/>
                </a:cubicBezTo>
                <a:cubicBezTo>
                  <a:pt x="1757010" y="32515"/>
                  <a:pt x="1758406" y="35414"/>
                  <a:pt x="1761200" y="37719"/>
                </a:cubicBezTo>
                <a:cubicBezTo>
                  <a:pt x="1762806" y="39046"/>
                  <a:pt x="1765670" y="40582"/>
                  <a:pt x="1769792" y="42329"/>
                </a:cubicBezTo>
                <a:lnTo>
                  <a:pt x="1780898" y="47044"/>
                </a:lnTo>
                <a:cubicBezTo>
                  <a:pt x="1791516" y="51723"/>
                  <a:pt x="1796824" y="58569"/>
                  <a:pt x="1796824" y="67579"/>
                </a:cubicBezTo>
                <a:cubicBezTo>
                  <a:pt x="1796824" y="73726"/>
                  <a:pt x="1794518" y="78825"/>
                  <a:pt x="1789908" y="82877"/>
                </a:cubicBezTo>
                <a:cubicBezTo>
                  <a:pt x="1785088" y="86998"/>
                  <a:pt x="1778802" y="89058"/>
                  <a:pt x="1771050" y="89058"/>
                </a:cubicBezTo>
                <a:cubicBezTo>
                  <a:pt x="1760432" y="89058"/>
                  <a:pt x="1751562" y="85251"/>
                  <a:pt x="1744436" y="77638"/>
                </a:cubicBezTo>
                <a:lnTo>
                  <a:pt x="1749674" y="71666"/>
                </a:lnTo>
                <a:cubicBezTo>
                  <a:pt x="1755682" y="78162"/>
                  <a:pt x="1762842" y="81410"/>
                  <a:pt x="1771154" y="81410"/>
                </a:cubicBezTo>
                <a:cubicBezTo>
                  <a:pt x="1776322" y="81410"/>
                  <a:pt x="1780444" y="80187"/>
                  <a:pt x="1783518" y="77743"/>
                </a:cubicBezTo>
                <a:cubicBezTo>
                  <a:pt x="1786520" y="75368"/>
                  <a:pt x="1788022" y="72190"/>
                  <a:pt x="1788022" y="68208"/>
                </a:cubicBezTo>
                <a:cubicBezTo>
                  <a:pt x="1788022" y="64506"/>
                  <a:pt x="1786766" y="61502"/>
                  <a:pt x="1784250" y="59197"/>
                </a:cubicBezTo>
                <a:cubicBezTo>
                  <a:pt x="1782644" y="57800"/>
                  <a:pt x="1779536" y="56089"/>
                  <a:pt x="1774926" y="54063"/>
                </a:cubicBezTo>
                <a:lnTo>
                  <a:pt x="1763820" y="49139"/>
                </a:lnTo>
                <a:cubicBezTo>
                  <a:pt x="1753412" y="44669"/>
                  <a:pt x="1748208" y="38173"/>
                  <a:pt x="1748208" y="29651"/>
                </a:cubicBezTo>
                <a:cubicBezTo>
                  <a:pt x="1748208" y="23853"/>
                  <a:pt x="1750444" y="19069"/>
                  <a:pt x="1754914" y="15297"/>
                </a:cubicBezTo>
                <a:cubicBezTo>
                  <a:pt x="1759384" y="11525"/>
                  <a:pt x="1765042" y="9639"/>
                  <a:pt x="1771888" y="9639"/>
                </a:cubicBezTo>
                <a:close/>
                <a:moveTo>
                  <a:pt x="1556156" y="9639"/>
                </a:moveTo>
                <a:cubicBezTo>
                  <a:pt x="1563838" y="9639"/>
                  <a:pt x="1569916" y="12677"/>
                  <a:pt x="1574386" y="18754"/>
                </a:cubicBezTo>
                <a:cubicBezTo>
                  <a:pt x="1579206" y="25111"/>
                  <a:pt x="1581616" y="34121"/>
                  <a:pt x="1581616" y="45786"/>
                </a:cubicBezTo>
                <a:cubicBezTo>
                  <a:pt x="1581616" y="60455"/>
                  <a:pt x="1578822" y="71596"/>
                  <a:pt x="1573234" y="79209"/>
                </a:cubicBezTo>
                <a:cubicBezTo>
                  <a:pt x="1568344" y="85775"/>
                  <a:pt x="1561954" y="89058"/>
                  <a:pt x="1554060" y="89058"/>
                </a:cubicBezTo>
                <a:cubicBezTo>
                  <a:pt x="1546936" y="89058"/>
                  <a:pt x="1540928" y="86509"/>
                  <a:pt x="1536038" y="81410"/>
                </a:cubicBezTo>
                <a:lnTo>
                  <a:pt x="1540754" y="76066"/>
                </a:lnTo>
                <a:cubicBezTo>
                  <a:pt x="1544316" y="79978"/>
                  <a:pt x="1548682" y="81934"/>
                  <a:pt x="1553850" y="81934"/>
                </a:cubicBezTo>
                <a:cubicBezTo>
                  <a:pt x="1559368" y="81934"/>
                  <a:pt x="1563804" y="79489"/>
                  <a:pt x="1567158" y="74599"/>
                </a:cubicBezTo>
                <a:cubicBezTo>
                  <a:pt x="1571068" y="68942"/>
                  <a:pt x="1573198" y="60315"/>
                  <a:pt x="1573548" y="48720"/>
                </a:cubicBezTo>
                <a:cubicBezTo>
                  <a:pt x="1568240" y="55216"/>
                  <a:pt x="1562232" y="58464"/>
                  <a:pt x="1555526" y="58464"/>
                </a:cubicBezTo>
                <a:cubicBezTo>
                  <a:pt x="1549030" y="58464"/>
                  <a:pt x="1543932" y="56438"/>
                  <a:pt x="1540230" y="52387"/>
                </a:cubicBezTo>
                <a:cubicBezTo>
                  <a:pt x="1536458" y="48126"/>
                  <a:pt x="1534572" y="42119"/>
                  <a:pt x="1534572" y="34366"/>
                </a:cubicBezTo>
                <a:cubicBezTo>
                  <a:pt x="1534572" y="27171"/>
                  <a:pt x="1536702" y="21199"/>
                  <a:pt x="1540964" y="16449"/>
                </a:cubicBezTo>
                <a:cubicBezTo>
                  <a:pt x="1545084" y="11909"/>
                  <a:pt x="1550148" y="9639"/>
                  <a:pt x="1556156" y="9639"/>
                </a:cubicBezTo>
                <a:close/>
                <a:moveTo>
                  <a:pt x="194356" y="9639"/>
                </a:moveTo>
                <a:lnTo>
                  <a:pt x="198652" y="11001"/>
                </a:lnTo>
                <a:cubicBezTo>
                  <a:pt x="195160" y="34680"/>
                  <a:pt x="187826" y="53959"/>
                  <a:pt x="176650" y="68837"/>
                </a:cubicBezTo>
                <a:cubicBezTo>
                  <a:pt x="182866" y="76660"/>
                  <a:pt x="191354" y="83889"/>
                  <a:pt x="202110" y="90525"/>
                </a:cubicBezTo>
                <a:cubicBezTo>
                  <a:pt x="199944" y="92132"/>
                  <a:pt x="198304" y="94018"/>
                  <a:pt x="197186" y="96183"/>
                </a:cubicBezTo>
                <a:cubicBezTo>
                  <a:pt x="186638" y="89338"/>
                  <a:pt x="178292" y="82108"/>
                  <a:pt x="172144" y="74495"/>
                </a:cubicBezTo>
                <a:cubicBezTo>
                  <a:pt x="164112" y="83645"/>
                  <a:pt x="154682" y="90665"/>
                  <a:pt x="143856" y="95554"/>
                </a:cubicBezTo>
                <a:cubicBezTo>
                  <a:pt x="142668" y="93179"/>
                  <a:pt x="141236" y="91259"/>
                  <a:pt x="139560" y="89792"/>
                </a:cubicBezTo>
                <a:cubicBezTo>
                  <a:pt x="150246" y="85391"/>
                  <a:pt x="159712" y="78406"/>
                  <a:pt x="167954" y="68837"/>
                </a:cubicBezTo>
                <a:cubicBezTo>
                  <a:pt x="159362" y="56264"/>
                  <a:pt x="153146" y="38871"/>
                  <a:pt x="149304" y="16659"/>
                </a:cubicBezTo>
                <a:lnTo>
                  <a:pt x="145322" y="16659"/>
                </a:lnTo>
                <a:lnTo>
                  <a:pt x="145322" y="9953"/>
                </a:lnTo>
                <a:lnTo>
                  <a:pt x="193100" y="9953"/>
                </a:lnTo>
                <a:close/>
                <a:moveTo>
                  <a:pt x="1337918" y="9534"/>
                </a:moveTo>
                <a:cubicBezTo>
                  <a:pt x="1344414" y="9604"/>
                  <a:pt x="1349618" y="11280"/>
                  <a:pt x="1353530" y="14563"/>
                </a:cubicBezTo>
                <a:cubicBezTo>
                  <a:pt x="1357652" y="17986"/>
                  <a:pt x="1359712" y="22666"/>
                  <a:pt x="1359712" y="28603"/>
                </a:cubicBezTo>
                <a:cubicBezTo>
                  <a:pt x="1359712" y="37753"/>
                  <a:pt x="1355136" y="43970"/>
                  <a:pt x="1345986" y="47253"/>
                </a:cubicBezTo>
                <a:lnTo>
                  <a:pt x="1345986" y="47672"/>
                </a:lnTo>
                <a:cubicBezTo>
                  <a:pt x="1350736" y="48790"/>
                  <a:pt x="1354578" y="50990"/>
                  <a:pt x="1357512" y="54273"/>
                </a:cubicBezTo>
                <a:cubicBezTo>
                  <a:pt x="1360724" y="57835"/>
                  <a:pt x="1362332" y="62166"/>
                  <a:pt x="1362332" y="67265"/>
                </a:cubicBezTo>
                <a:cubicBezTo>
                  <a:pt x="1362332" y="73901"/>
                  <a:pt x="1359992" y="79244"/>
                  <a:pt x="1355312" y="83296"/>
                </a:cubicBezTo>
                <a:cubicBezTo>
                  <a:pt x="1350842" y="87137"/>
                  <a:pt x="1345148" y="89058"/>
                  <a:pt x="1338234" y="89058"/>
                </a:cubicBezTo>
                <a:cubicBezTo>
                  <a:pt x="1328454" y="89058"/>
                  <a:pt x="1320352" y="85566"/>
                  <a:pt x="1313926" y="78581"/>
                </a:cubicBezTo>
                <a:lnTo>
                  <a:pt x="1318326" y="73028"/>
                </a:lnTo>
                <a:cubicBezTo>
                  <a:pt x="1324124" y="78965"/>
                  <a:pt x="1330584" y="81934"/>
                  <a:pt x="1337710" y="81934"/>
                </a:cubicBezTo>
                <a:cubicBezTo>
                  <a:pt x="1342458" y="81934"/>
                  <a:pt x="1346300" y="80606"/>
                  <a:pt x="1349234" y="77952"/>
                </a:cubicBezTo>
                <a:cubicBezTo>
                  <a:pt x="1352238" y="75158"/>
                  <a:pt x="1353740" y="71526"/>
                  <a:pt x="1353740" y="67056"/>
                </a:cubicBezTo>
                <a:cubicBezTo>
                  <a:pt x="1353740" y="56438"/>
                  <a:pt x="1345638" y="51130"/>
                  <a:pt x="1329432" y="51130"/>
                </a:cubicBezTo>
                <a:lnTo>
                  <a:pt x="1329432" y="44424"/>
                </a:lnTo>
                <a:cubicBezTo>
                  <a:pt x="1343822" y="44424"/>
                  <a:pt x="1351016" y="39360"/>
                  <a:pt x="1351016" y="29232"/>
                </a:cubicBezTo>
                <a:cubicBezTo>
                  <a:pt x="1351016" y="25390"/>
                  <a:pt x="1349828" y="22317"/>
                  <a:pt x="1347454" y="20012"/>
                </a:cubicBezTo>
                <a:cubicBezTo>
                  <a:pt x="1345008" y="17707"/>
                  <a:pt x="1341726" y="16519"/>
                  <a:pt x="1337604" y="16449"/>
                </a:cubicBezTo>
                <a:cubicBezTo>
                  <a:pt x="1331806" y="16519"/>
                  <a:pt x="1326428" y="19104"/>
                  <a:pt x="1321470" y="24203"/>
                </a:cubicBezTo>
                <a:lnTo>
                  <a:pt x="1316754" y="18650"/>
                </a:lnTo>
                <a:cubicBezTo>
                  <a:pt x="1323320" y="12642"/>
                  <a:pt x="1330374" y="9604"/>
                  <a:pt x="1337918" y="9534"/>
                </a:cubicBezTo>
                <a:close/>
                <a:moveTo>
                  <a:pt x="1101660" y="4295"/>
                </a:moveTo>
                <a:lnTo>
                  <a:pt x="1110148" y="4295"/>
                </a:lnTo>
                <a:lnTo>
                  <a:pt x="1110148" y="77952"/>
                </a:lnTo>
                <a:cubicBezTo>
                  <a:pt x="1110148" y="80606"/>
                  <a:pt x="1111020" y="81934"/>
                  <a:pt x="1112766" y="81934"/>
                </a:cubicBezTo>
                <a:cubicBezTo>
                  <a:pt x="1113396" y="81934"/>
                  <a:pt x="1114058" y="81864"/>
                  <a:pt x="1114758" y="81724"/>
                </a:cubicBezTo>
                <a:lnTo>
                  <a:pt x="1116014" y="88325"/>
                </a:lnTo>
                <a:cubicBezTo>
                  <a:pt x="1114408" y="88814"/>
                  <a:pt x="1112696" y="89058"/>
                  <a:pt x="1110880" y="89058"/>
                </a:cubicBezTo>
                <a:cubicBezTo>
                  <a:pt x="1104734" y="89058"/>
                  <a:pt x="1101660" y="85147"/>
                  <a:pt x="1101660" y="77324"/>
                </a:cubicBezTo>
                <a:close/>
                <a:moveTo>
                  <a:pt x="539686" y="4295"/>
                </a:moveTo>
                <a:lnTo>
                  <a:pt x="548172" y="4295"/>
                </a:lnTo>
                <a:lnTo>
                  <a:pt x="548172" y="77952"/>
                </a:lnTo>
                <a:cubicBezTo>
                  <a:pt x="548172" y="80606"/>
                  <a:pt x="549046" y="81934"/>
                  <a:pt x="550792" y="81934"/>
                </a:cubicBezTo>
                <a:cubicBezTo>
                  <a:pt x="551420" y="81934"/>
                  <a:pt x="552084" y="81864"/>
                  <a:pt x="552782" y="81724"/>
                </a:cubicBezTo>
                <a:lnTo>
                  <a:pt x="554040" y="88325"/>
                </a:lnTo>
                <a:cubicBezTo>
                  <a:pt x="552434" y="88814"/>
                  <a:pt x="550722" y="89058"/>
                  <a:pt x="548906" y="89058"/>
                </a:cubicBezTo>
                <a:cubicBezTo>
                  <a:pt x="542758" y="89058"/>
                  <a:pt x="539686" y="85147"/>
                  <a:pt x="539686" y="77324"/>
                </a:cubicBezTo>
                <a:close/>
                <a:moveTo>
                  <a:pt x="1090374" y="2933"/>
                </a:moveTo>
                <a:cubicBezTo>
                  <a:pt x="1093586" y="2933"/>
                  <a:pt x="1096626" y="3562"/>
                  <a:pt x="1099488" y="4819"/>
                </a:cubicBezTo>
                <a:lnTo>
                  <a:pt x="1097602" y="11420"/>
                </a:lnTo>
                <a:cubicBezTo>
                  <a:pt x="1095438" y="10372"/>
                  <a:pt x="1093272" y="9848"/>
                  <a:pt x="1091106" y="9848"/>
                </a:cubicBezTo>
                <a:cubicBezTo>
                  <a:pt x="1085658" y="9848"/>
                  <a:pt x="1082934" y="13690"/>
                  <a:pt x="1082934" y="21374"/>
                </a:cubicBezTo>
                <a:lnTo>
                  <a:pt x="1082934" y="31118"/>
                </a:lnTo>
                <a:lnTo>
                  <a:pt x="1095088" y="31118"/>
                </a:lnTo>
                <a:lnTo>
                  <a:pt x="1095088" y="38138"/>
                </a:lnTo>
                <a:lnTo>
                  <a:pt x="1082934" y="38138"/>
                </a:lnTo>
                <a:lnTo>
                  <a:pt x="1082934" y="87696"/>
                </a:lnTo>
                <a:lnTo>
                  <a:pt x="1074342" y="87696"/>
                </a:lnTo>
                <a:lnTo>
                  <a:pt x="1074342" y="38138"/>
                </a:lnTo>
                <a:lnTo>
                  <a:pt x="1066590" y="38138"/>
                </a:lnTo>
                <a:lnTo>
                  <a:pt x="1066590" y="31642"/>
                </a:lnTo>
                <a:lnTo>
                  <a:pt x="1074342" y="31118"/>
                </a:lnTo>
                <a:lnTo>
                  <a:pt x="1074342" y="21269"/>
                </a:lnTo>
                <a:cubicBezTo>
                  <a:pt x="1074342" y="9045"/>
                  <a:pt x="1079686" y="2933"/>
                  <a:pt x="1090374" y="2933"/>
                </a:cubicBezTo>
                <a:close/>
                <a:moveTo>
                  <a:pt x="90524" y="1047"/>
                </a:moveTo>
                <a:lnTo>
                  <a:pt x="95134" y="7019"/>
                </a:lnTo>
                <a:cubicBezTo>
                  <a:pt x="83750" y="9674"/>
                  <a:pt x="69954" y="11665"/>
                  <a:pt x="53748" y="12992"/>
                </a:cubicBezTo>
                <a:lnTo>
                  <a:pt x="53748" y="30908"/>
                </a:lnTo>
                <a:lnTo>
                  <a:pt x="88010" y="30908"/>
                </a:lnTo>
                <a:lnTo>
                  <a:pt x="89268" y="30594"/>
                </a:lnTo>
                <a:lnTo>
                  <a:pt x="93354" y="31851"/>
                </a:lnTo>
                <a:cubicBezTo>
                  <a:pt x="90840" y="49244"/>
                  <a:pt x="85670" y="63598"/>
                  <a:pt x="77846" y="74914"/>
                </a:cubicBezTo>
                <a:cubicBezTo>
                  <a:pt x="83016" y="81829"/>
                  <a:pt x="89302" y="86928"/>
                  <a:pt x="96706" y="90211"/>
                </a:cubicBezTo>
                <a:cubicBezTo>
                  <a:pt x="94680" y="91957"/>
                  <a:pt x="93110" y="93843"/>
                  <a:pt x="91992" y="95869"/>
                </a:cubicBezTo>
                <a:cubicBezTo>
                  <a:pt x="84798" y="92097"/>
                  <a:pt x="78720" y="86893"/>
                  <a:pt x="73760" y="80257"/>
                </a:cubicBezTo>
                <a:cubicBezTo>
                  <a:pt x="68172" y="86893"/>
                  <a:pt x="61642" y="92097"/>
                  <a:pt x="54168" y="95869"/>
                </a:cubicBezTo>
                <a:cubicBezTo>
                  <a:pt x="53050" y="93773"/>
                  <a:pt x="51654" y="91887"/>
                  <a:pt x="49976" y="90211"/>
                </a:cubicBezTo>
                <a:cubicBezTo>
                  <a:pt x="57520" y="86858"/>
                  <a:pt x="64122" y="81619"/>
                  <a:pt x="69780" y="74495"/>
                </a:cubicBezTo>
                <a:cubicBezTo>
                  <a:pt x="63982" y="64785"/>
                  <a:pt x="59512" y="52387"/>
                  <a:pt x="56368" y="37299"/>
                </a:cubicBezTo>
                <a:lnTo>
                  <a:pt x="53748" y="37299"/>
                </a:lnTo>
                <a:lnTo>
                  <a:pt x="53748" y="43586"/>
                </a:lnTo>
                <a:cubicBezTo>
                  <a:pt x="53748" y="67335"/>
                  <a:pt x="50360" y="84832"/>
                  <a:pt x="43586" y="96078"/>
                </a:cubicBezTo>
                <a:cubicBezTo>
                  <a:pt x="41978" y="94472"/>
                  <a:pt x="40128" y="93179"/>
                  <a:pt x="38032" y="92202"/>
                </a:cubicBezTo>
                <a:cubicBezTo>
                  <a:pt x="44110" y="81724"/>
                  <a:pt x="47148" y="65519"/>
                  <a:pt x="47148" y="43586"/>
                </a:cubicBezTo>
                <a:lnTo>
                  <a:pt x="47148" y="7543"/>
                </a:lnTo>
                <a:cubicBezTo>
                  <a:pt x="66148" y="5867"/>
                  <a:pt x="80606" y="3702"/>
                  <a:pt x="90524" y="1047"/>
                </a:cubicBezTo>
                <a:close/>
                <a:moveTo>
                  <a:pt x="254602" y="209"/>
                </a:moveTo>
                <a:lnTo>
                  <a:pt x="261832" y="209"/>
                </a:lnTo>
                <a:lnTo>
                  <a:pt x="261832" y="12992"/>
                </a:lnTo>
                <a:lnTo>
                  <a:pt x="300284" y="12992"/>
                </a:lnTo>
                <a:lnTo>
                  <a:pt x="300284" y="19697"/>
                </a:lnTo>
                <a:lnTo>
                  <a:pt x="261832" y="19697"/>
                </a:lnTo>
                <a:lnTo>
                  <a:pt x="261832" y="46520"/>
                </a:lnTo>
                <a:lnTo>
                  <a:pt x="304580" y="46520"/>
                </a:lnTo>
                <a:lnTo>
                  <a:pt x="304580" y="53120"/>
                </a:lnTo>
                <a:lnTo>
                  <a:pt x="266862" y="53120"/>
                </a:lnTo>
                <a:cubicBezTo>
                  <a:pt x="277828" y="67859"/>
                  <a:pt x="291134" y="78651"/>
                  <a:pt x="306780" y="85496"/>
                </a:cubicBezTo>
                <a:cubicBezTo>
                  <a:pt x="305174" y="86893"/>
                  <a:pt x="303568" y="88814"/>
                  <a:pt x="301960" y="91259"/>
                </a:cubicBezTo>
                <a:cubicBezTo>
                  <a:pt x="286244" y="83505"/>
                  <a:pt x="272868" y="71910"/>
                  <a:pt x="261832" y="56473"/>
                </a:cubicBezTo>
                <a:lnTo>
                  <a:pt x="261832" y="95554"/>
                </a:lnTo>
                <a:lnTo>
                  <a:pt x="254602" y="95554"/>
                </a:lnTo>
                <a:lnTo>
                  <a:pt x="254602" y="56788"/>
                </a:lnTo>
                <a:cubicBezTo>
                  <a:pt x="243916" y="71666"/>
                  <a:pt x="230714" y="83051"/>
                  <a:pt x="214998" y="90944"/>
                </a:cubicBezTo>
                <a:cubicBezTo>
                  <a:pt x="213530" y="88709"/>
                  <a:pt x="211890" y="86788"/>
                  <a:pt x="210074" y="85182"/>
                </a:cubicBezTo>
                <a:cubicBezTo>
                  <a:pt x="225860" y="78406"/>
                  <a:pt x="239060" y="67719"/>
                  <a:pt x="249678" y="53120"/>
                </a:cubicBezTo>
                <a:lnTo>
                  <a:pt x="212168" y="53120"/>
                </a:lnTo>
                <a:lnTo>
                  <a:pt x="212168" y="46520"/>
                </a:lnTo>
                <a:lnTo>
                  <a:pt x="254602" y="46520"/>
                </a:lnTo>
                <a:lnTo>
                  <a:pt x="254602" y="19697"/>
                </a:lnTo>
                <a:lnTo>
                  <a:pt x="217198" y="19697"/>
                </a:lnTo>
                <a:lnTo>
                  <a:pt x="217198" y="12992"/>
                </a:lnTo>
                <a:lnTo>
                  <a:pt x="254602" y="12992"/>
                </a:lnTo>
                <a:close/>
                <a:moveTo>
                  <a:pt x="124052" y="104"/>
                </a:moveTo>
                <a:lnTo>
                  <a:pt x="130864" y="104"/>
                </a:lnTo>
                <a:lnTo>
                  <a:pt x="130864" y="22526"/>
                </a:lnTo>
                <a:lnTo>
                  <a:pt x="145112" y="22526"/>
                </a:lnTo>
                <a:lnTo>
                  <a:pt x="145112" y="29127"/>
                </a:lnTo>
                <a:lnTo>
                  <a:pt x="130864" y="29127"/>
                </a:lnTo>
                <a:lnTo>
                  <a:pt x="130864" y="33318"/>
                </a:lnTo>
                <a:cubicBezTo>
                  <a:pt x="134216" y="36671"/>
                  <a:pt x="140084" y="43411"/>
                  <a:pt x="148466" y="53540"/>
                </a:cubicBezTo>
                <a:lnTo>
                  <a:pt x="144064" y="59721"/>
                </a:lnTo>
                <a:cubicBezTo>
                  <a:pt x="141132" y="54972"/>
                  <a:pt x="136730" y="48860"/>
                  <a:pt x="130864" y="41386"/>
                </a:cubicBezTo>
                <a:lnTo>
                  <a:pt x="130864" y="95450"/>
                </a:lnTo>
                <a:lnTo>
                  <a:pt x="124052" y="95450"/>
                </a:lnTo>
                <a:lnTo>
                  <a:pt x="124052" y="41281"/>
                </a:lnTo>
                <a:cubicBezTo>
                  <a:pt x="119302" y="56508"/>
                  <a:pt x="113854" y="68173"/>
                  <a:pt x="107708" y="76276"/>
                </a:cubicBezTo>
                <a:cubicBezTo>
                  <a:pt x="106660" y="73831"/>
                  <a:pt x="105264" y="71596"/>
                  <a:pt x="103516" y="69570"/>
                </a:cubicBezTo>
                <a:cubicBezTo>
                  <a:pt x="111550" y="60071"/>
                  <a:pt x="117732" y="46590"/>
                  <a:pt x="122062" y="29127"/>
                </a:cubicBezTo>
                <a:lnTo>
                  <a:pt x="106346" y="29127"/>
                </a:lnTo>
                <a:lnTo>
                  <a:pt x="106346" y="22526"/>
                </a:lnTo>
                <a:lnTo>
                  <a:pt x="124052" y="22526"/>
                </a:lnTo>
                <a:close/>
                <a:moveTo>
                  <a:pt x="358958" y="0"/>
                </a:moveTo>
                <a:lnTo>
                  <a:pt x="366816" y="1152"/>
                </a:lnTo>
                <a:cubicBezTo>
                  <a:pt x="364930" y="6461"/>
                  <a:pt x="363184" y="10896"/>
                  <a:pt x="361578" y="14459"/>
                </a:cubicBezTo>
                <a:lnTo>
                  <a:pt x="399402" y="14459"/>
                </a:lnTo>
                <a:lnTo>
                  <a:pt x="399402" y="95240"/>
                </a:lnTo>
                <a:lnTo>
                  <a:pt x="392172" y="95240"/>
                </a:lnTo>
                <a:lnTo>
                  <a:pt x="392172" y="89792"/>
                </a:lnTo>
                <a:lnTo>
                  <a:pt x="335384" y="89792"/>
                </a:lnTo>
                <a:lnTo>
                  <a:pt x="335384" y="95764"/>
                </a:lnTo>
                <a:lnTo>
                  <a:pt x="328364" y="95764"/>
                </a:lnTo>
                <a:lnTo>
                  <a:pt x="328364" y="14459"/>
                </a:lnTo>
                <a:lnTo>
                  <a:pt x="354558" y="14459"/>
                </a:lnTo>
                <a:cubicBezTo>
                  <a:pt x="356304" y="9988"/>
                  <a:pt x="357770" y="5168"/>
                  <a:pt x="358958" y="0"/>
                </a:cubicBezTo>
                <a:close/>
                <a:moveTo>
                  <a:pt x="26298" y="0"/>
                </a:moveTo>
                <a:lnTo>
                  <a:pt x="32688" y="0"/>
                </a:lnTo>
                <a:lnTo>
                  <a:pt x="32688" y="29337"/>
                </a:lnTo>
                <a:lnTo>
                  <a:pt x="42224" y="29337"/>
                </a:lnTo>
                <a:lnTo>
                  <a:pt x="42224" y="35623"/>
                </a:lnTo>
                <a:lnTo>
                  <a:pt x="14354" y="35623"/>
                </a:lnTo>
                <a:lnTo>
                  <a:pt x="14354" y="43796"/>
                </a:lnTo>
                <a:cubicBezTo>
                  <a:pt x="14354" y="47078"/>
                  <a:pt x="14318" y="49558"/>
                  <a:pt x="14248" y="51235"/>
                </a:cubicBezTo>
                <a:lnTo>
                  <a:pt x="35728" y="51235"/>
                </a:lnTo>
                <a:lnTo>
                  <a:pt x="35728" y="95554"/>
                </a:lnTo>
                <a:lnTo>
                  <a:pt x="29336" y="95554"/>
                </a:lnTo>
                <a:lnTo>
                  <a:pt x="29336" y="57521"/>
                </a:lnTo>
                <a:lnTo>
                  <a:pt x="14038" y="57521"/>
                </a:lnTo>
                <a:cubicBezTo>
                  <a:pt x="13130" y="74006"/>
                  <a:pt x="10128" y="86788"/>
                  <a:pt x="5028" y="95869"/>
                </a:cubicBezTo>
                <a:cubicBezTo>
                  <a:pt x="3632" y="94332"/>
                  <a:pt x="1954" y="92935"/>
                  <a:pt x="0" y="91678"/>
                </a:cubicBezTo>
                <a:cubicBezTo>
                  <a:pt x="5238" y="81549"/>
                  <a:pt x="7858" y="65589"/>
                  <a:pt x="7858" y="43796"/>
                </a:cubicBezTo>
                <a:lnTo>
                  <a:pt x="7858" y="2305"/>
                </a:lnTo>
                <a:lnTo>
                  <a:pt x="14354" y="2305"/>
                </a:lnTo>
                <a:lnTo>
                  <a:pt x="14354" y="29337"/>
                </a:lnTo>
                <a:lnTo>
                  <a:pt x="26298" y="29337"/>
                </a:lnTo>
                <a:close/>
              </a:path>
            </a:pathLst>
          </a:custGeom>
          <a:solidFill>
            <a:srgbClr val="E6E6E6"/>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fontAlgn="base"/>
            <a:endParaRPr lang="zh-CN" altLang="en-US" sz="800">
              <a:solidFill>
                <a:srgbClr val="E6E6E6"/>
              </a:solidFill>
            </a:endParaRPr>
          </a:p>
        </p:txBody>
      </p:sp>
      <p:sp>
        <p:nvSpPr>
          <p:cNvPr id="6" name="矩形 5">
            <a:extLst>
              <a:ext uri="{FF2B5EF4-FFF2-40B4-BE49-F238E27FC236}">
                <a16:creationId xmlns:a16="http://schemas.microsoft.com/office/drawing/2014/main" id="{C087AA50-0B18-4F37-ACE4-B2AD85F7E579}"/>
              </a:ext>
            </a:extLst>
          </p:cNvPr>
          <p:cNvSpPr/>
          <p:nvPr userDrawn="1"/>
        </p:nvSpPr>
        <p:spPr>
          <a:xfrm>
            <a:off x="-15098004" y="6488668"/>
            <a:ext cx="1197764" cy="369332"/>
          </a:xfrm>
          <a:prstGeom prst="rect">
            <a:avLst/>
          </a:prstGeom>
        </p:spPr>
        <p:txBody>
          <a:bodyPr wrap="none">
            <a:normAutofit/>
          </a:bodyPr>
          <a:lstStyle/>
          <a:p>
            <a:r>
              <a:rPr lang="vi-VN" altLang="vi-VN">
                <a:solidFill>
                  <a:srgbClr val="E6E6E6"/>
                </a:solidFill>
                <a:latin typeface="Noto Sans"/>
                <a:ea typeface="Noto Sans"/>
              </a:rPr>
              <a:t>61536760</a:t>
            </a:r>
            <a:endParaRPr lang="zh-CN" altLang="en-US">
              <a:solidFill>
                <a:srgbClr val="E6E6E6"/>
              </a:solidFill>
            </a:endParaRPr>
          </a:p>
        </p:txBody>
      </p:sp>
      <p:pic>
        <p:nvPicPr>
          <p:cNvPr id="7" name="图片 6">
            <a:extLst>
              <a:ext uri="{FF2B5EF4-FFF2-40B4-BE49-F238E27FC236}">
                <a16:creationId xmlns:a16="http://schemas.microsoft.com/office/drawing/2014/main" id="{A6564A77-9232-42FB-B589-1C7ED81C6144}"/>
              </a:ext>
            </a:extLst>
          </p:cNvPr>
          <p:cNvPicPr>
            <a:picLocks noChangeAspect="1"/>
          </p:cNvPicPr>
          <p:nvPr userDrawn="1"/>
        </p:nvPicPr>
        <p:blipFill>
          <a:blip r:embed="rId2">
            <a:extLst>
              <a:ext uri="{BEBA8EAE-BF5A-486C-A8C5-ECC9F3942E4B}">
                <a14:imgProps xmlns:a14="http://schemas.microsoft.com/office/drawing/2010/main">
                  <a14:imgLayer r:embed="rId3">
                    <a14:imgEffect>
                      <a14:saturation sat="112000"/>
                    </a14:imgEffect>
                  </a14:imgLayer>
                </a14:imgProps>
              </a:ext>
              <a:ext uri="{28A0092B-C50C-407E-A947-70E740481C1C}">
                <a14:useLocalDpi xmlns:a14="http://schemas.microsoft.com/office/drawing/2010/main" val="0"/>
              </a:ext>
            </a:extLst>
          </a:blip>
          <a:stretch>
            <a:fillRect/>
          </a:stretch>
        </p:blipFill>
        <p:spPr>
          <a:xfrm>
            <a:off x="762" y="428"/>
            <a:ext cx="12190476" cy="6857143"/>
          </a:xfrm>
          <a:prstGeom prst="rect">
            <a:avLst/>
          </a:prstGeom>
        </p:spPr>
      </p:pic>
    </p:spTree>
    <p:extLst>
      <p:ext uri="{BB962C8B-B14F-4D97-AF65-F5344CB8AC3E}">
        <p14:creationId xmlns:p14="http://schemas.microsoft.com/office/powerpoint/2010/main" val="798376920"/>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空白">
    <p:spTree>
      <p:nvGrpSpPr>
        <p:cNvPr id="1" name=""/>
        <p:cNvGrpSpPr/>
        <p:nvPr/>
      </p:nvGrpSpPr>
      <p:grpSpPr>
        <a:xfrm>
          <a:off x="0" y="0"/>
          <a:ext cx="0" cy="0"/>
          <a:chOff x="0" y="0"/>
          <a:chExt cx="0" cy="0"/>
        </a:xfrm>
      </p:grpSpPr>
      <p:sp>
        <p:nvSpPr>
          <p:cNvPr id="3" name="8435759">
            <a:extLst>
              <a:ext uri="{FF2B5EF4-FFF2-40B4-BE49-F238E27FC236}">
                <a16:creationId xmlns:a16="http://schemas.microsoft.com/office/drawing/2014/main" id="{00A8853D-AB50-4CD6-916C-C53BF4F7498F}"/>
              </a:ext>
            </a:extLst>
          </p:cNvPr>
          <p:cNvSpPr>
            <a:spLocks noGrp="1"/>
          </p:cNvSpPr>
          <p:nvPr>
            <p:ph type="pic" sz="quarter" idx="10"/>
          </p:nvPr>
        </p:nvSpPr>
        <p:spPr>
          <a:xfrm>
            <a:off x="0" y="0"/>
            <a:ext cx="12192000" cy="6858000"/>
          </a:xfrm>
          <a:prstGeom prst="rect">
            <a:avLst/>
          </a:prstGeom>
        </p:spPr>
        <p:txBody>
          <a:bodyPr/>
          <a:lstStyle>
            <a:lvl1pPr>
              <a:defRPr>
                <a:solidFill>
                  <a:srgbClr val="E6E6E6"/>
                </a:solidFill>
              </a:defRPr>
            </a:lvl1pPr>
          </a:lstStyle>
          <a:p>
            <a:endParaRPr lang="zh-CN" altLang="en-US"/>
          </a:p>
        </p:txBody>
      </p:sp>
      <p:sp>
        <p:nvSpPr>
          <p:cNvPr id="5" name="文本框 4">
            <a:extLst>
              <a:ext uri="{FF2B5EF4-FFF2-40B4-BE49-F238E27FC236}">
                <a16:creationId xmlns:a16="http://schemas.microsoft.com/office/drawing/2014/main" id="{CDC18EE2-ECC1-43AC-A74F-63FD6DFF49A4}"/>
              </a:ext>
            </a:extLst>
          </p:cNvPr>
          <p:cNvSpPr txBox="1"/>
          <p:nvPr userDrawn="1"/>
        </p:nvSpPr>
        <p:spPr>
          <a:xfrm>
            <a:off x="2378578" y="-10793573"/>
            <a:ext cx="1965874" cy="113995"/>
          </a:xfrm>
          <a:custGeom>
            <a:avLst/>
            <a:gdLst/>
            <a:ahLst/>
            <a:cxnLst/>
            <a:rect l="l" t="t" r="r" b="b"/>
            <a:pathLst>
              <a:path w="1965874" h="113994">
                <a:moveTo>
                  <a:pt x="891806" y="87487"/>
                </a:moveTo>
                <a:cubicBezTo>
                  <a:pt x="887684" y="90420"/>
                  <a:pt x="885624" y="93808"/>
                  <a:pt x="885624" y="97650"/>
                </a:cubicBezTo>
                <a:cubicBezTo>
                  <a:pt x="885624" y="100793"/>
                  <a:pt x="887126" y="103308"/>
                  <a:pt x="890130" y="105194"/>
                </a:cubicBezTo>
                <a:cubicBezTo>
                  <a:pt x="893134" y="107080"/>
                  <a:pt x="897290" y="108023"/>
                  <a:pt x="902598" y="108023"/>
                </a:cubicBezTo>
                <a:cubicBezTo>
                  <a:pt x="908046" y="108023"/>
                  <a:pt x="912586" y="106765"/>
                  <a:pt x="916218" y="104251"/>
                </a:cubicBezTo>
                <a:cubicBezTo>
                  <a:pt x="919572" y="101876"/>
                  <a:pt x="921248" y="99082"/>
                  <a:pt x="921248" y="95869"/>
                </a:cubicBezTo>
                <a:cubicBezTo>
                  <a:pt x="921248" y="90909"/>
                  <a:pt x="917302" y="88430"/>
                  <a:pt x="909408" y="88430"/>
                </a:cubicBezTo>
                <a:lnTo>
                  <a:pt x="899036" y="88430"/>
                </a:lnTo>
                <a:cubicBezTo>
                  <a:pt x="896870" y="88430"/>
                  <a:pt x="894460" y="88115"/>
                  <a:pt x="891806" y="87487"/>
                </a:cubicBezTo>
                <a:close/>
                <a:moveTo>
                  <a:pt x="429472" y="75438"/>
                </a:moveTo>
                <a:cubicBezTo>
                  <a:pt x="431288" y="75438"/>
                  <a:pt x="432824" y="76066"/>
                  <a:pt x="434082" y="77324"/>
                </a:cubicBezTo>
                <a:cubicBezTo>
                  <a:pt x="435340" y="78651"/>
                  <a:pt x="435968" y="80327"/>
                  <a:pt x="435968" y="82353"/>
                </a:cubicBezTo>
                <a:cubicBezTo>
                  <a:pt x="435968" y="84309"/>
                  <a:pt x="435340" y="85915"/>
                  <a:pt x="434082" y="87172"/>
                </a:cubicBezTo>
                <a:cubicBezTo>
                  <a:pt x="432824" y="88430"/>
                  <a:pt x="431288" y="89058"/>
                  <a:pt x="429472" y="89058"/>
                </a:cubicBezTo>
                <a:cubicBezTo>
                  <a:pt x="427726" y="89058"/>
                  <a:pt x="426224" y="88430"/>
                  <a:pt x="424966" y="87172"/>
                </a:cubicBezTo>
                <a:cubicBezTo>
                  <a:pt x="423710" y="85915"/>
                  <a:pt x="423080" y="84309"/>
                  <a:pt x="423080" y="82353"/>
                </a:cubicBezTo>
                <a:cubicBezTo>
                  <a:pt x="423080" y="80327"/>
                  <a:pt x="423710" y="78651"/>
                  <a:pt x="424966" y="77324"/>
                </a:cubicBezTo>
                <a:cubicBezTo>
                  <a:pt x="426224" y="76066"/>
                  <a:pt x="427726" y="75438"/>
                  <a:pt x="429472" y="75438"/>
                </a:cubicBezTo>
                <a:close/>
                <a:moveTo>
                  <a:pt x="335384" y="66846"/>
                </a:moveTo>
                <a:lnTo>
                  <a:pt x="335384" y="83191"/>
                </a:lnTo>
                <a:lnTo>
                  <a:pt x="392172" y="83191"/>
                </a:lnTo>
                <a:lnTo>
                  <a:pt x="392172" y="66846"/>
                </a:lnTo>
                <a:close/>
                <a:moveTo>
                  <a:pt x="856868" y="57731"/>
                </a:moveTo>
                <a:cubicBezTo>
                  <a:pt x="847158" y="58848"/>
                  <a:pt x="840174" y="60629"/>
                  <a:pt x="835914" y="63074"/>
                </a:cubicBezTo>
                <a:cubicBezTo>
                  <a:pt x="832002" y="65449"/>
                  <a:pt x="830046" y="68627"/>
                  <a:pt x="830046" y="72609"/>
                </a:cubicBezTo>
                <a:cubicBezTo>
                  <a:pt x="830046" y="78965"/>
                  <a:pt x="833538" y="82143"/>
                  <a:pt x="840524" y="82143"/>
                </a:cubicBezTo>
                <a:cubicBezTo>
                  <a:pt x="845552" y="82143"/>
                  <a:pt x="851000" y="79524"/>
                  <a:pt x="856868" y="74285"/>
                </a:cubicBezTo>
                <a:close/>
                <a:moveTo>
                  <a:pt x="482440" y="50606"/>
                </a:moveTo>
                <a:lnTo>
                  <a:pt x="482440" y="80781"/>
                </a:lnTo>
                <a:lnTo>
                  <a:pt x="496270" y="80781"/>
                </a:lnTo>
                <a:cubicBezTo>
                  <a:pt x="510870" y="80781"/>
                  <a:pt x="518168" y="75507"/>
                  <a:pt x="518168" y="64960"/>
                </a:cubicBezTo>
                <a:cubicBezTo>
                  <a:pt x="518168" y="55391"/>
                  <a:pt x="510870" y="50606"/>
                  <a:pt x="496270" y="50606"/>
                </a:cubicBezTo>
                <a:close/>
                <a:moveTo>
                  <a:pt x="1220056" y="49977"/>
                </a:moveTo>
                <a:cubicBezTo>
                  <a:pt x="1212652" y="54657"/>
                  <a:pt x="1208950" y="60664"/>
                  <a:pt x="1208950" y="67999"/>
                </a:cubicBezTo>
                <a:cubicBezTo>
                  <a:pt x="1208950" y="72190"/>
                  <a:pt x="1210522" y="75682"/>
                  <a:pt x="1213666" y="78476"/>
                </a:cubicBezTo>
                <a:cubicBezTo>
                  <a:pt x="1216878" y="81270"/>
                  <a:pt x="1220860" y="82667"/>
                  <a:pt x="1225610" y="82667"/>
                </a:cubicBezTo>
                <a:cubicBezTo>
                  <a:pt x="1230150" y="82667"/>
                  <a:pt x="1233886" y="81375"/>
                  <a:pt x="1236820" y="78790"/>
                </a:cubicBezTo>
                <a:cubicBezTo>
                  <a:pt x="1239614" y="76276"/>
                  <a:pt x="1241012" y="73063"/>
                  <a:pt x="1241012" y="69151"/>
                </a:cubicBezTo>
                <a:cubicBezTo>
                  <a:pt x="1241012" y="64401"/>
                  <a:pt x="1238916" y="60420"/>
                  <a:pt x="1234724" y="57207"/>
                </a:cubicBezTo>
                <a:cubicBezTo>
                  <a:pt x="1232140" y="55321"/>
                  <a:pt x="1227250" y="52911"/>
                  <a:pt x="1220056" y="49977"/>
                </a:cubicBezTo>
                <a:close/>
                <a:moveTo>
                  <a:pt x="335384" y="44215"/>
                </a:moveTo>
                <a:lnTo>
                  <a:pt x="335384" y="60350"/>
                </a:lnTo>
                <a:lnTo>
                  <a:pt x="392172" y="60350"/>
                </a:lnTo>
                <a:lnTo>
                  <a:pt x="392172" y="44215"/>
                </a:lnTo>
                <a:close/>
                <a:moveTo>
                  <a:pt x="62130" y="37299"/>
                </a:moveTo>
                <a:cubicBezTo>
                  <a:pt x="64786" y="49942"/>
                  <a:pt x="68662" y="60490"/>
                  <a:pt x="73760" y="68942"/>
                </a:cubicBezTo>
                <a:cubicBezTo>
                  <a:pt x="79558" y="60071"/>
                  <a:pt x="83644" y="49523"/>
                  <a:pt x="86020" y="37299"/>
                </a:cubicBezTo>
                <a:close/>
                <a:moveTo>
                  <a:pt x="961320" y="36880"/>
                </a:moveTo>
                <a:cubicBezTo>
                  <a:pt x="956220" y="36880"/>
                  <a:pt x="952100" y="38976"/>
                  <a:pt x="948956" y="43167"/>
                </a:cubicBezTo>
                <a:cubicBezTo>
                  <a:pt x="945742" y="47288"/>
                  <a:pt x="944136" y="52736"/>
                  <a:pt x="944136" y="59512"/>
                </a:cubicBezTo>
                <a:cubicBezTo>
                  <a:pt x="944136" y="66217"/>
                  <a:pt x="945742" y="71631"/>
                  <a:pt x="948956" y="75752"/>
                </a:cubicBezTo>
                <a:cubicBezTo>
                  <a:pt x="952100" y="79873"/>
                  <a:pt x="956220" y="81934"/>
                  <a:pt x="961320" y="81934"/>
                </a:cubicBezTo>
                <a:cubicBezTo>
                  <a:pt x="966418" y="81934"/>
                  <a:pt x="970574" y="79873"/>
                  <a:pt x="973788" y="75752"/>
                </a:cubicBezTo>
                <a:cubicBezTo>
                  <a:pt x="977000" y="71631"/>
                  <a:pt x="978608" y="66217"/>
                  <a:pt x="978608" y="59512"/>
                </a:cubicBezTo>
                <a:cubicBezTo>
                  <a:pt x="978608" y="52806"/>
                  <a:pt x="977000" y="47358"/>
                  <a:pt x="973788" y="43167"/>
                </a:cubicBezTo>
                <a:cubicBezTo>
                  <a:pt x="970574" y="38976"/>
                  <a:pt x="966418" y="36880"/>
                  <a:pt x="961320" y="36880"/>
                </a:cubicBezTo>
                <a:close/>
                <a:moveTo>
                  <a:pt x="655890" y="36566"/>
                </a:moveTo>
                <a:cubicBezTo>
                  <a:pt x="651560" y="36566"/>
                  <a:pt x="647822" y="38173"/>
                  <a:pt x="644680" y="41386"/>
                </a:cubicBezTo>
                <a:cubicBezTo>
                  <a:pt x="641396" y="44808"/>
                  <a:pt x="639476" y="49384"/>
                  <a:pt x="638918" y="55111"/>
                </a:cubicBezTo>
                <a:lnTo>
                  <a:pt x="670560" y="55111"/>
                </a:lnTo>
                <a:cubicBezTo>
                  <a:pt x="670560" y="42748"/>
                  <a:pt x="665670" y="36566"/>
                  <a:pt x="655890" y="36566"/>
                </a:cubicBezTo>
                <a:close/>
                <a:moveTo>
                  <a:pt x="901236" y="36042"/>
                </a:moveTo>
                <a:cubicBezTo>
                  <a:pt x="897604" y="36042"/>
                  <a:pt x="894600" y="37265"/>
                  <a:pt x="892224" y="39709"/>
                </a:cubicBezTo>
                <a:cubicBezTo>
                  <a:pt x="889780" y="42224"/>
                  <a:pt x="888558" y="45612"/>
                  <a:pt x="888558" y="49872"/>
                </a:cubicBezTo>
                <a:cubicBezTo>
                  <a:pt x="888558" y="53994"/>
                  <a:pt x="889816" y="57381"/>
                  <a:pt x="892330" y="60036"/>
                </a:cubicBezTo>
                <a:cubicBezTo>
                  <a:pt x="894774" y="62620"/>
                  <a:pt x="897744" y="63912"/>
                  <a:pt x="901236" y="63912"/>
                </a:cubicBezTo>
                <a:cubicBezTo>
                  <a:pt x="904728" y="63912"/>
                  <a:pt x="907696" y="62620"/>
                  <a:pt x="910142" y="60036"/>
                </a:cubicBezTo>
                <a:cubicBezTo>
                  <a:pt x="912656" y="57381"/>
                  <a:pt x="913914" y="53994"/>
                  <a:pt x="913914" y="49872"/>
                </a:cubicBezTo>
                <a:cubicBezTo>
                  <a:pt x="913914" y="45681"/>
                  <a:pt x="912656" y="42294"/>
                  <a:pt x="910142" y="39709"/>
                </a:cubicBezTo>
                <a:cubicBezTo>
                  <a:pt x="907766" y="37265"/>
                  <a:pt x="904798" y="36042"/>
                  <a:pt x="901236" y="36042"/>
                </a:cubicBezTo>
                <a:close/>
                <a:moveTo>
                  <a:pt x="429472" y="32689"/>
                </a:moveTo>
                <a:cubicBezTo>
                  <a:pt x="431288" y="32689"/>
                  <a:pt x="432824" y="33318"/>
                  <a:pt x="434082" y="34575"/>
                </a:cubicBezTo>
                <a:cubicBezTo>
                  <a:pt x="435340" y="35902"/>
                  <a:pt x="435968" y="37579"/>
                  <a:pt x="435968" y="39605"/>
                </a:cubicBezTo>
                <a:cubicBezTo>
                  <a:pt x="435968" y="41560"/>
                  <a:pt x="435340" y="43167"/>
                  <a:pt x="434082" y="44424"/>
                </a:cubicBezTo>
                <a:cubicBezTo>
                  <a:pt x="432824" y="45681"/>
                  <a:pt x="431288" y="46310"/>
                  <a:pt x="429472" y="46310"/>
                </a:cubicBezTo>
                <a:cubicBezTo>
                  <a:pt x="427726" y="46310"/>
                  <a:pt x="426224" y="45681"/>
                  <a:pt x="424966" y="44424"/>
                </a:cubicBezTo>
                <a:cubicBezTo>
                  <a:pt x="423710" y="43167"/>
                  <a:pt x="423080" y="41560"/>
                  <a:pt x="423080" y="39605"/>
                </a:cubicBezTo>
                <a:cubicBezTo>
                  <a:pt x="423080" y="37579"/>
                  <a:pt x="423710" y="35902"/>
                  <a:pt x="424966" y="34575"/>
                </a:cubicBezTo>
                <a:cubicBezTo>
                  <a:pt x="426224" y="33318"/>
                  <a:pt x="427726" y="32689"/>
                  <a:pt x="429472" y="32689"/>
                </a:cubicBezTo>
                <a:close/>
                <a:moveTo>
                  <a:pt x="1121644" y="31118"/>
                </a:moveTo>
                <a:lnTo>
                  <a:pt x="1130550" y="31118"/>
                </a:lnTo>
                <a:lnTo>
                  <a:pt x="1142600" y="63493"/>
                </a:lnTo>
                <a:lnTo>
                  <a:pt x="1148258" y="79419"/>
                </a:lnTo>
                <a:lnTo>
                  <a:pt x="1148780" y="79419"/>
                </a:lnTo>
                <a:cubicBezTo>
                  <a:pt x="1149130" y="78371"/>
                  <a:pt x="1149934" y="75682"/>
                  <a:pt x="1151190" y="71351"/>
                </a:cubicBezTo>
                <a:cubicBezTo>
                  <a:pt x="1152168" y="67999"/>
                  <a:pt x="1152972" y="65379"/>
                  <a:pt x="1153600" y="63493"/>
                </a:cubicBezTo>
                <a:lnTo>
                  <a:pt x="1164182" y="31118"/>
                </a:lnTo>
                <a:lnTo>
                  <a:pt x="1172564" y="31118"/>
                </a:lnTo>
                <a:lnTo>
                  <a:pt x="1150982" y="92935"/>
                </a:lnTo>
                <a:cubicBezTo>
                  <a:pt x="1146440" y="105927"/>
                  <a:pt x="1139560" y="112423"/>
                  <a:pt x="1130340" y="112423"/>
                </a:cubicBezTo>
                <a:cubicBezTo>
                  <a:pt x="1127896" y="112423"/>
                  <a:pt x="1125730" y="112039"/>
                  <a:pt x="1123844" y="111271"/>
                </a:cubicBezTo>
                <a:lnTo>
                  <a:pt x="1125626" y="104355"/>
                </a:lnTo>
                <a:cubicBezTo>
                  <a:pt x="1127162" y="104914"/>
                  <a:pt x="1128630" y="105194"/>
                  <a:pt x="1130026" y="105194"/>
                </a:cubicBezTo>
                <a:cubicBezTo>
                  <a:pt x="1135894" y="105194"/>
                  <a:pt x="1140294" y="100933"/>
                  <a:pt x="1143228" y="92411"/>
                </a:cubicBezTo>
                <a:lnTo>
                  <a:pt x="1144486" y="88011"/>
                </a:lnTo>
                <a:close/>
                <a:moveTo>
                  <a:pt x="567422" y="31118"/>
                </a:moveTo>
                <a:lnTo>
                  <a:pt x="575910" y="31118"/>
                </a:lnTo>
                <a:lnTo>
                  <a:pt x="575910" y="66008"/>
                </a:lnTo>
                <a:cubicBezTo>
                  <a:pt x="575910" y="71456"/>
                  <a:pt x="576782" y="75403"/>
                  <a:pt x="578528" y="77847"/>
                </a:cubicBezTo>
                <a:cubicBezTo>
                  <a:pt x="580274" y="80362"/>
                  <a:pt x="583138" y="81619"/>
                  <a:pt x="587120" y="81619"/>
                </a:cubicBezTo>
                <a:cubicBezTo>
                  <a:pt x="592290" y="81619"/>
                  <a:pt x="597598" y="78301"/>
                  <a:pt x="603046" y="71666"/>
                </a:cubicBezTo>
                <a:lnTo>
                  <a:pt x="603046" y="31118"/>
                </a:lnTo>
                <a:lnTo>
                  <a:pt x="611532" y="31118"/>
                </a:lnTo>
                <a:lnTo>
                  <a:pt x="611532" y="87696"/>
                </a:lnTo>
                <a:lnTo>
                  <a:pt x="604512" y="87696"/>
                </a:lnTo>
                <a:lnTo>
                  <a:pt x="603780" y="78686"/>
                </a:lnTo>
                <a:lnTo>
                  <a:pt x="603466" y="78686"/>
                </a:lnTo>
                <a:cubicBezTo>
                  <a:pt x="597458" y="85601"/>
                  <a:pt x="591172" y="89058"/>
                  <a:pt x="584606" y="89058"/>
                </a:cubicBezTo>
                <a:cubicBezTo>
                  <a:pt x="573150" y="89058"/>
                  <a:pt x="567422" y="81724"/>
                  <a:pt x="567422" y="67056"/>
                </a:cubicBezTo>
                <a:close/>
                <a:moveTo>
                  <a:pt x="1033548" y="29651"/>
                </a:moveTo>
                <a:cubicBezTo>
                  <a:pt x="1045072" y="29651"/>
                  <a:pt x="1050836" y="37020"/>
                  <a:pt x="1050836" y="51758"/>
                </a:cubicBezTo>
                <a:lnTo>
                  <a:pt x="1050836" y="87696"/>
                </a:lnTo>
                <a:lnTo>
                  <a:pt x="1042244" y="87696"/>
                </a:lnTo>
                <a:lnTo>
                  <a:pt x="1042244" y="52806"/>
                </a:lnTo>
                <a:cubicBezTo>
                  <a:pt x="1042244" y="42329"/>
                  <a:pt x="1038506" y="37090"/>
                  <a:pt x="1031032" y="37090"/>
                </a:cubicBezTo>
                <a:cubicBezTo>
                  <a:pt x="1026214" y="37090"/>
                  <a:pt x="1020834" y="40163"/>
                  <a:pt x="1014898" y="46310"/>
                </a:cubicBezTo>
                <a:lnTo>
                  <a:pt x="1014898" y="87696"/>
                </a:lnTo>
                <a:lnTo>
                  <a:pt x="1006410" y="87696"/>
                </a:lnTo>
                <a:lnTo>
                  <a:pt x="1006410" y="31118"/>
                </a:lnTo>
                <a:lnTo>
                  <a:pt x="1013326" y="31118"/>
                </a:lnTo>
                <a:lnTo>
                  <a:pt x="1014164" y="39395"/>
                </a:lnTo>
                <a:lnTo>
                  <a:pt x="1014478" y="39395"/>
                </a:lnTo>
                <a:cubicBezTo>
                  <a:pt x="1021114" y="32899"/>
                  <a:pt x="1027470" y="29651"/>
                  <a:pt x="1033548" y="29651"/>
                </a:cubicBezTo>
                <a:close/>
                <a:moveTo>
                  <a:pt x="961320" y="29651"/>
                </a:moveTo>
                <a:cubicBezTo>
                  <a:pt x="968584" y="29651"/>
                  <a:pt x="974660" y="32270"/>
                  <a:pt x="979550" y="37509"/>
                </a:cubicBezTo>
                <a:cubicBezTo>
                  <a:pt x="984788" y="43027"/>
                  <a:pt x="987408" y="50361"/>
                  <a:pt x="987408" y="59512"/>
                </a:cubicBezTo>
                <a:cubicBezTo>
                  <a:pt x="987408" y="68522"/>
                  <a:pt x="984788" y="75787"/>
                  <a:pt x="979550" y="81305"/>
                </a:cubicBezTo>
                <a:cubicBezTo>
                  <a:pt x="974660" y="86474"/>
                  <a:pt x="968584" y="89058"/>
                  <a:pt x="961320" y="89058"/>
                </a:cubicBezTo>
                <a:cubicBezTo>
                  <a:pt x="954124" y="89058"/>
                  <a:pt x="948082" y="86474"/>
                  <a:pt x="943194" y="81305"/>
                </a:cubicBezTo>
                <a:cubicBezTo>
                  <a:pt x="937954" y="75787"/>
                  <a:pt x="935334" y="68522"/>
                  <a:pt x="935334" y="59512"/>
                </a:cubicBezTo>
                <a:cubicBezTo>
                  <a:pt x="935334" y="50361"/>
                  <a:pt x="937954" y="43027"/>
                  <a:pt x="943194" y="37509"/>
                </a:cubicBezTo>
                <a:cubicBezTo>
                  <a:pt x="948012" y="32270"/>
                  <a:pt x="954054" y="29651"/>
                  <a:pt x="961320" y="29651"/>
                </a:cubicBezTo>
                <a:close/>
                <a:moveTo>
                  <a:pt x="901236" y="29651"/>
                </a:moveTo>
                <a:cubicBezTo>
                  <a:pt x="903820" y="29651"/>
                  <a:pt x="906440" y="30140"/>
                  <a:pt x="909094" y="31118"/>
                </a:cubicBezTo>
                <a:lnTo>
                  <a:pt x="928686" y="31118"/>
                </a:lnTo>
                <a:lnTo>
                  <a:pt x="928686" y="37719"/>
                </a:lnTo>
                <a:lnTo>
                  <a:pt x="916742" y="37719"/>
                </a:lnTo>
                <a:cubicBezTo>
                  <a:pt x="920026" y="40862"/>
                  <a:pt x="921666" y="44948"/>
                  <a:pt x="921666" y="49977"/>
                </a:cubicBezTo>
                <a:cubicBezTo>
                  <a:pt x="921666" y="55914"/>
                  <a:pt x="919676" y="60734"/>
                  <a:pt x="915694" y="64436"/>
                </a:cubicBezTo>
                <a:cubicBezTo>
                  <a:pt x="911852" y="67999"/>
                  <a:pt x="907034" y="69780"/>
                  <a:pt x="901236" y="69780"/>
                </a:cubicBezTo>
                <a:cubicBezTo>
                  <a:pt x="898092" y="69780"/>
                  <a:pt x="895194" y="69081"/>
                  <a:pt x="892540" y="67684"/>
                </a:cubicBezTo>
                <a:cubicBezTo>
                  <a:pt x="890024" y="69850"/>
                  <a:pt x="888768" y="72224"/>
                  <a:pt x="888768" y="74809"/>
                </a:cubicBezTo>
                <a:cubicBezTo>
                  <a:pt x="888768" y="79070"/>
                  <a:pt x="892120" y="81200"/>
                  <a:pt x="898826" y="81200"/>
                </a:cubicBezTo>
                <a:lnTo>
                  <a:pt x="910142" y="81200"/>
                </a:lnTo>
                <a:cubicBezTo>
                  <a:pt x="923134" y="81200"/>
                  <a:pt x="929630" y="85671"/>
                  <a:pt x="929630" y="94611"/>
                </a:cubicBezTo>
                <a:cubicBezTo>
                  <a:pt x="929630" y="99920"/>
                  <a:pt x="927080" y="104425"/>
                  <a:pt x="921982" y="108127"/>
                </a:cubicBezTo>
                <a:cubicBezTo>
                  <a:pt x="916602" y="112039"/>
                  <a:pt x="909758" y="113995"/>
                  <a:pt x="901446" y="113995"/>
                </a:cubicBezTo>
                <a:cubicBezTo>
                  <a:pt x="894390" y="113995"/>
                  <a:pt x="888768" y="112668"/>
                  <a:pt x="884576" y="110013"/>
                </a:cubicBezTo>
                <a:cubicBezTo>
                  <a:pt x="880246" y="107289"/>
                  <a:pt x="878080" y="103517"/>
                  <a:pt x="878080" y="98698"/>
                </a:cubicBezTo>
                <a:cubicBezTo>
                  <a:pt x="878080" y="93738"/>
                  <a:pt x="880874" y="89408"/>
                  <a:pt x="886462" y="85706"/>
                </a:cubicBezTo>
                <a:lnTo>
                  <a:pt x="886462" y="85286"/>
                </a:lnTo>
                <a:cubicBezTo>
                  <a:pt x="883040" y="83191"/>
                  <a:pt x="881328" y="80083"/>
                  <a:pt x="881328" y="75961"/>
                </a:cubicBezTo>
                <a:cubicBezTo>
                  <a:pt x="881328" y="72050"/>
                  <a:pt x="883424" y="68557"/>
                  <a:pt x="887614" y="65484"/>
                </a:cubicBezTo>
                <a:lnTo>
                  <a:pt x="887614" y="65065"/>
                </a:lnTo>
                <a:cubicBezTo>
                  <a:pt x="882726" y="61153"/>
                  <a:pt x="880280" y="56089"/>
                  <a:pt x="880280" y="49872"/>
                </a:cubicBezTo>
                <a:cubicBezTo>
                  <a:pt x="880280" y="43865"/>
                  <a:pt x="882342" y="38976"/>
                  <a:pt x="886462" y="35204"/>
                </a:cubicBezTo>
                <a:cubicBezTo>
                  <a:pt x="890444" y="31502"/>
                  <a:pt x="895368" y="29651"/>
                  <a:pt x="901236" y="29651"/>
                </a:cubicBezTo>
                <a:close/>
                <a:moveTo>
                  <a:pt x="846182" y="29651"/>
                </a:moveTo>
                <a:cubicBezTo>
                  <a:pt x="858964" y="29651"/>
                  <a:pt x="865354" y="37299"/>
                  <a:pt x="865354" y="52597"/>
                </a:cubicBezTo>
                <a:lnTo>
                  <a:pt x="865354" y="87696"/>
                </a:lnTo>
                <a:lnTo>
                  <a:pt x="858334" y="87696"/>
                </a:lnTo>
                <a:lnTo>
                  <a:pt x="857602" y="80781"/>
                </a:lnTo>
                <a:lnTo>
                  <a:pt x="857288" y="80781"/>
                </a:lnTo>
                <a:cubicBezTo>
                  <a:pt x="850792" y="86299"/>
                  <a:pt x="844434" y="89058"/>
                  <a:pt x="838218" y="89058"/>
                </a:cubicBezTo>
                <a:cubicBezTo>
                  <a:pt x="833398" y="89058"/>
                  <a:pt x="829486" y="87696"/>
                  <a:pt x="826484" y="84972"/>
                </a:cubicBezTo>
                <a:cubicBezTo>
                  <a:pt x="823340" y="82038"/>
                  <a:pt x="821768" y="78092"/>
                  <a:pt x="821768" y="73133"/>
                </a:cubicBezTo>
                <a:cubicBezTo>
                  <a:pt x="821768" y="66986"/>
                  <a:pt x="824598" y="62236"/>
                  <a:pt x="830256" y="58883"/>
                </a:cubicBezTo>
                <a:cubicBezTo>
                  <a:pt x="835704" y="55670"/>
                  <a:pt x="844574" y="53365"/>
                  <a:pt x="856868" y="51968"/>
                </a:cubicBezTo>
                <a:cubicBezTo>
                  <a:pt x="857008" y="41840"/>
                  <a:pt x="852992" y="36776"/>
                  <a:pt x="844818" y="36776"/>
                </a:cubicBezTo>
                <a:cubicBezTo>
                  <a:pt x="839300" y="36776"/>
                  <a:pt x="833574" y="38871"/>
                  <a:pt x="827636" y="43062"/>
                </a:cubicBezTo>
                <a:lnTo>
                  <a:pt x="824178" y="37090"/>
                </a:lnTo>
                <a:cubicBezTo>
                  <a:pt x="831722" y="32131"/>
                  <a:pt x="839056" y="29651"/>
                  <a:pt x="846182" y="29651"/>
                </a:cubicBezTo>
                <a:close/>
                <a:moveTo>
                  <a:pt x="811434" y="29651"/>
                </a:moveTo>
                <a:cubicBezTo>
                  <a:pt x="813738" y="29651"/>
                  <a:pt x="815730" y="30070"/>
                  <a:pt x="817406" y="30908"/>
                </a:cubicBezTo>
                <a:lnTo>
                  <a:pt x="815730" y="38347"/>
                </a:lnTo>
                <a:cubicBezTo>
                  <a:pt x="813844" y="37719"/>
                  <a:pt x="812062" y="37404"/>
                  <a:pt x="810386" y="37404"/>
                </a:cubicBezTo>
                <a:cubicBezTo>
                  <a:pt x="804170" y="37404"/>
                  <a:pt x="799314" y="41875"/>
                  <a:pt x="795822" y="50815"/>
                </a:cubicBezTo>
                <a:lnTo>
                  <a:pt x="795822" y="87696"/>
                </a:lnTo>
                <a:lnTo>
                  <a:pt x="787336" y="87696"/>
                </a:lnTo>
                <a:lnTo>
                  <a:pt x="787336" y="31118"/>
                </a:lnTo>
                <a:lnTo>
                  <a:pt x="794250" y="31118"/>
                </a:lnTo>
                <a:lnTo>
                  <a:pt x="795090" y="41490"/>
                </a:lnTo>
                <a:lnTo>
                  <a:pt x="795404" y="41490"/>
                </a:lnTo>
                <a:cubicBezTo>
                  <a:pt x="799664" y="33597"/>
                  <a:pt x="805008" y="29651"/>
                  <a:pt x="811434" y="29651"/>
                </a:cubicBezTo>
                <a:close/>
                <a:moveTo>
                  <a:pt x="655786" y="29651"/>
                </a:moveTo>
                <a:cubicBezTo>
                  <a:pt x="662840" y="29651"/>
                  <a:pt x="668324" y="32026"/>
                  <a:pt x="672236" y="36776"/>
                </a:cubicBezTo>
                <a:cubicBezTo>
                  <a:pt x="676148" y="41456"/>
                  <a:pt x="678102" y="47917"/>
                  <a:pt x="678102" y="56159"/>
                </a:cubicBezTo>
                <a:cubicBezTo>
                  <a:pt x="678102" y="58394"/>
                  <a:pt x="677964" y="60105"/>
                  <a:pt x="677684" y="61293"/>
                </a:cubicBezTo>
                <a:lnTo>
                  <a:pt x="639022" y="61293"/>
                </a:lnTo>
                <a:cubicBezTo>
                  <a:pt x="639302" y="67579"/>
                  <a:pt x="641188" y="72644"/>
                  <a:pt x="644680" y="76485"/>
                </a:cubicBezTo>
                <a:cubicBezTo>
                  <a:pt x="648172" y="80327"/>
                  <a:pt x="652748" y="82248"/>
                  <a:pt x="658406" y="82248"/>
                </a:cubicBezTo>
                <a:cubicBezTo>
                  <a:pt x="663434" y="82248"/>
                  <a:pt x="668220" y="80711"/>
                  <a:pt x="672760" y="77638"/>
                </a:cubicBezTo>
                <a:lnTo>
                  <a:pt x="675902" y="83296"/>
                </a:lnTo>
                <a:cubicBezTo>
                  <a:pt x="669896" y="87137"/>
                  <a:pt x="663714" y="89058"/>
                  <a:pt x="657358" y="89058"/>
                </a:cubicBezTo>
                <a:cubicBezTo>
                  <a:pt x="649674" y="89058"/>
                  <a:pt x="643352" y="86439"/>
                  <a:pt x="638394" y="81200"/>
                </a:cubicBezTo>
                <a:cubicBezTo>
                  <a:pt x="633154" y="75752"/>
                  <a:pt x="630536" y="68522"/>
                  <a:pt x="630536" y="59512"/>
                </a:cubicBezTo>
                <a:cubicBezTo>
                  <a:pt x="630536" y="50641"/>
                  <a:pt x="633120" y="43341"/>
                  <a:pt x="638288" y="37614"/>
                </a:cubicBezTo>
                <a:cubicBezTo>
                  <a:pt x="643178" y="32305"/>
                  <a:pt x="649010" y="29651"/>
                  <a:pt x="655786" y="29651"/>
                </a:cubicBezTo>
                <a:close/>
                <a:moveTo>
                  <a:pt x="231970" y="22526"/>
                </a:moveTo>
                <a:cubicBezTo>
                  <a:pt x="237140" y="29791"/>
                  <a:pt x="240528" y="36391"/>
                  <a:pt x="242134" y="42329"/>
                </a:cubicBezTo>
                <a:lnTo>
                  <a:pt x="235638" y="44948"/>
                </a:lnTo>
                <a:cubicBezTo>
                  <a:pt x="233892" y="38662"/>
                  <a:pt x="230678" y="31956"/>
                  <a:pt x="225998" y="24831"/>
                </a:cubicBezTo>
                <a:close/>
                <a:moveTo>
                  <a:pt x="285406" y="22002"/>
                </a:moveTo>
                <a:lnTo>
                  <a:pt x="292636" y="24412"/>
                </a:lnTo>
                <a:cubicBezTo>
                  <a:pt x="288026" y="33353"/>
                  <a:pt x="283974" y="40303"/>
                  <a:pt x="280482" y="45262"/>
                </a:cubicBezTo>
                <a:lnTo>
                  <a:pt x="274614" y="43167"/>
                </a:lnTo>
                <a:cubicBezTo>
                  <a:pt x="279084" y="36252"/>
                  <a:pt x="282682" y="29197"/>
                  <a:pt x="285406" y="22002"/>
                </a:cubicBezTo>
                <a:close/>
                <a:moveTo>
                  <a:pt x="335384" y="21164"/>
                </a:moveTo>
                <a:lnTo>
                  <a:pt x="335384" y="37719"/>
                </a:lnTo>
                <a:lnTo>
                  <a:pt x="392172" y="37719"/>
                </a:lnTo>
                <a:lnTo>
                  <a:pt x="392172" y="21164"/>
                </a:lnTo>
                <a:close/>
                <a:moveTo>
                  <a:pt x="1289360" y="20955"/>
                </a:moveTo>
                <a:cubicBezTo>
                  <a:pt x="1287754" y="24098"/>
                  <a:pt x="1285728" y="27800"/>
                  <a:pt x="1283284" y="32061"/>
                </a:cubicBezTo>
                <a:lnTo>
                  <a:pt x="1264738" y="59512"/>
                </a:lnTo>
                <a:lnTo>
                  <a:pt x="1289256" y="59512"/>
                </a:lnTo>
                <a:lnTo>
                  <a:pt x="1289256" y="34575"/>
                </a:lnTo>
                <a:cubicBezTo>
                  <a:pt x="1289256" y="30524"/>
                  <a:pt x="1289466" y="25984"/>
                  <a:pt x="1289884" y="20955"/>
                </a:cubicBezTo>
                <a:close/>
                <a:moveTo>
                  <a:pt x="1625440" y="18126"/>
                </a:moveTo>
                <a:lnTo>
                  <a:pt x="1625440" y="80572"/>
                </a:lnTo>
                <a:lnTo>
                  <a:pt x="1634870" y="80572"/>
                </a:lnTo>
                <a:cubicBezTo>
                  <a:pt x="1644020" y="80572"/>
                  <a:pt x="1650970" y="77778"/>
                  <a:pt x="1655720" y="72190"/>
                </a:cubicBezTo>
                <a:cubicBezTo>
                  <a:pt x="1660260" y="66741"/>
                  <a:pt x="1662530" y="59023"/>
                  <a:pt x="1662530" y="49034"/>
                </a:cubicBezTo>
                <a:cubicBezTo>
                  <a:pt x="1662530" y="28429"/>
                  <a:pt x="1653310" y="18126"/>
                  <a:pt x="1634870" y="18126"/>
                </a:cubicBezTo>
                <a:close/>
                <a:moveTo>
                  <a:pt x="720566" y="18126"/>
                </a:moveTo>
                <a:lnTo>
                  <a:pt x="720566" y="80572"/>
                </a:lnTo>
                <a:lnTo>
                  <a:pt x="729996" y="80572"/>
                </a:lnTo>
                <a:cubicBezTo>
                  <a:pt x="739146" y="80572"/>
                  <a:pt x="746096" y="77778"/>
                  <a:pt x="750846" y="72190"/>
                </a:cubicBezTo>
                <a:cubicBezTo>
                  <a:pt x="755386" y="66741"/>
                  <a:pt x="757656" y="59023"/>
                  <a:pt x="757656" y="49034"/>
                </a:cubicBezTo>
                <a:cubicBezTo>
                  <a:pt x="757656" y="28429"/>
                  <a:pt x="748436" y="18126"/>
                  <a:pt x="729996" y="18126"/>
                </a:cubicBezTo>
                <a:close/>
                <a:moveTo>
                  <a:pt x="482440" y="17916"/>
                </a:moveTo>
                <a:lnTo>
                  <a:pt x="482440" y="43900"/>
                </a:lnTo>
                <a:lnTo>
                  <a:pt x="494176" y="43900"/>
                </a:lnTo>
                <a:cubicBezTo>
                  <a:pt x="507098" y="43900"/>
                  <a:pt x="513558" y="39535"/>
                  <a:pt x="513558" y="30803"/>
                </a:cubicBezTo>
                <a:cubicBezTo>
                  <a:pt x="513558" y="26193"/>
                  <a:pt x="511986" y="22875"/>
                  <a:pt x="508844" y="20850"/>
                </a:cubicBezTo>
                <a:cubicBezTo>
                  <a:pt x="505840" y="18894"/>
                  <a:pt x="501126" y="17916"/>
                  <a:pt x="494700" y="17916"/>
                </a:cubicBezTo>
                <a:close/>
                <a:moveTo>
                  <a:pt x="155694" y="16659"/>
                </a:moveTo>
                <a:cubicBezTo>
                  <a:pt x="159048" y="36077"/>
                  <a:pt x="164636" y="51549"/>
                  <a:pt x="172458" y="63074"/>
                </a:cubicBezTo>
                <a:cubicBezTo>
                  <a:pt x="181540" y="50431"/>
                  <a:pt x="187756" y="34959"/>
                  <a:pt x="191108" y="16659"/>
                </a:cubicBezTo>
                <a:close/>
                <a:moveTo>
                  <a:pt x="1556156" y="16344"/>
                </a:moveTo>
                <a:cubicBezTo>
                  <a:pt x="1552314" y="16344"/>
                  <a:pt x="1549136" y="18021"/>
                  <a:pt x="1546622" y="21374"/>
                </a:cubicBezTo>
                <a:cubicBezTo>
                  <a:pt x="1544036" y="24726"/>
                  <a:pt x="1542744" y="29057"/>
                  <a:pt x="1542744" y="34366"/>
                </a:cubicBezTo>
                <a:cubicBezTo>
                  <a:pt x="1542744" y="39814"/>
                  <a:pt x="1543896" y="44075"/>
                  <a:pt x="1546202" y="47148"/>
                </a:cubicBezTo>
                <a:cubicBezTo>
                  <a:pt x="1548716" y="50431"/>
                  <a:pt x="1552278" y="52073"/>
                  <a:pt x="1556890" y="52073"/>
                </a:cubicBezTo>
                <a:cubicBezTo>
                  <a:pt x="1562896" y="52073"/>
                  <a:pt x="1568414" y="48545"/>
                  <a:pt x="1573444" y="41490"/>
                </a:cubicBezTo>
                <a:cubicBezTo>
                  <a:pt x="1572536" y="24726"/>
                  <a:pt x="1566772" y="16344"/>
                  <a:pt x="1556156" y="16344"/>
                </a:cubicBezTo>
                <a:close/>
                <a:moveTo>
                  <a:pt x="1225504" y="16344"/>
                </a:moveTo>
                <a:cubicBezTo>
                  <a:pt x="1221872" y="16344"/>
                  <a:pt x="1218868" y="17532"/>
                  <a:pt x="1216494" y="19907"/>
                </a:cubicBezTo>
                <a:cubicBezTo>
                  <a:pt x="1214120" y="22352"/>
                  <a:pt x="1212932" y="25460"/>
                  <a:pt x="1212932" y="29232"/>
                </a:cubicBezTo>
                <a:cubicBezTo>
                  <a:pt x="1212932" y="33493"/>
                  <a:pt x="1214748" y="37090"/>
                  <a:pt x="1218380" y="40024"/>
                </a:cubicBezTo>
                <a:cubicBezTo>
                  <a:pt x="1220894" y="42049"/>
                  <a:pt x="1225016" y="44180"/>
                  <a:pt x="1230744" y="46415"/>
                </a:cubicBezTo>
                <a:cubicBezTo>
                  <a:pt x="1236332" y="41665"/>
                  <a:pt x="1239126" y="36356"/>
                  <a:pt x="1239126" y="30489"/>
                </a:cubicBezTo>
                <a:cubicBezTo>
                  <a:pt x="1239126" y="26438"/>
                  <a:pt x="1237938" y="23120"/>
                  <a:pt x="1235564" y="20535"/>
                </a:cubicBezTo>
                <a:cubicBezTo>
                  <a:pt x="1233048" y="17741"/>
                  <a:pt x="1229696" y="16344"/>
                  <a:pt x="1225504" y="16344"/>
                </a:cubicBezTo>
                <a:close/>
                <a:moveTo>
                  <a:pt x="1912018" y="11001"/>
                </a:moveTo>
                <a:lnTo>
                  <a:pt x="1920926" y="11001"/>
                </a:lnTo>
                <a:lnTo>
                  <a:pt x="1949948" y="60664"/>
                </a:lnTo>
                <a:lnTo>
                  <a:pt x="1958226" y="76381"/>
                </a:lnTo>
                <a:lnTo>
                  <a:pt x="1958748" y="76381"/>
                </a:lnTo>
                <a:cubicBezTo>
                  <a:pt x="1957980" y="65135"/>
                  <a:pt x="1957596" y="57172"/>
                  <a:pt x="1957596" y="52492"/>
                </a:cubicBezTo>
                <a:lnTo>
                  <a:pt x="1957596" y="11001"/>
                </a:lnTo>
                <a:lnTo>
                  <a:pt x="1965874" y="11001"/>
                </a:lnTo>
                <a:lnTo>
                  <a:pt x="1965874" y="87696"/>
                </a:lnTo>
                <a:lnTo>
                  <a:pt x="1956862" y="87696"/>
                </a:lnTo>
                <a:lnTo>
                  <a:pt x="1928050" y="38033"/>
                </a:lnTo>
                <a:lnTo>
                  <a:pt x="1919668" y="22317"/>
                </a:lnTo>
                <a:lnTo>
                  <a:pt x="1919144" y="22317"/>
                </a:lnTo>
                <a:cubicBezTo>
                  <a:pt x="1919842" y="35029"/>
                  <a:pt x="1920192" y="42818"/>
                  <a:pt x="1920192" y="45681"/>
                </a:cubicBezTo>
                <a:lnTo>
                  <a:pt x="1920192" y="87696"/>
                </a:lnTo>
                <a:lnTo>
                  <a:pt x="1912018" y="87696"/>
                </a:lnTo>
                <a:close/>
                <a:moveTo>
                  <a:pt x="1807244" y="11001"/>
                </a:moveTo>
                <a:lnTo>
                  <a:pt x="1815940" y="11001"/>
                </a:lnTo>
                <a:lnTo>
                  <a:pt x="1815940" y="87696"/>
                </a:lnTo>
                <a:lnTo>
                  <a:pt x="1807244" y="87696"/>
                </a:lnTo>
                <a:close/>
                <a:moveTo>
                  <a:pt x="1692944" y="11001"/>
                </a:moveTo>
                <a:lnTo>
                  <a:pt x="1736636" y="11001"/>
                </a:lnTo>
                <a:lnTo>
                  <a:pt x="1736636" y="18335"/>
                </a:lnTo>
                <a:lnTo>
                  <a:pt x="1701640" y="18335"/>
                </a:lnTo>
                <a:lnTo>
                  <a:pt x="1701640" y="43586"/>
                </a:lnTo>
                <a:lnTo>
                  <a:pt x="1731082" y="43586"/>
                </a:lnTo>
                <a:lnTo>
                  <a:pt x="1731082" y="50920"/>
                </a:lnTo>
                <a:lnTo>
                  <a:pt x="1701640" y="50920"/>
                </a:lnTo>
                <a:lnTo>
                  <a:pt x="1701640" y="80362"/>
                </a:lnTo>
                <a:lnTo>
                  <a:pt x="1737788" y="80362"/>
                </a:lnTo>
                <a:lnTo>
                  <a:pt x="1737788" y="87696"/>
                </a:lnTo>
                <a:lnTo>
                  <a:pt x="1692944" y="87696"/>
                </a:lnTo>
                <a:close/>
                <a:moveTo>
                  <a:pt x="1616744" y="11001"/>
                </a:moveTo>
                <a:lnTo>
                  <a:pt x="1635604" y="11001"/>
                </a:lnTo>
                <a:cubicBezTo>
                  <a:pt x="1647268" y="11001"/>
                  <a:pt x="1656174" y="14319"/>
                  <a:pt x="1662322" y="20955"/>
                </a:cubicBezTo>
                <a:cubicBezTo>
                  <a:pt x="1668398" y="27520"/>
                  <a:pt x="1671436" y="36880"/>
                  <a:pt x="1671436" y="49034"/>
                </a:cubicBezTo>
                <a:cubicBezTo>
                  <a:pt x="1671436" y="61258"/>
                  <a:pt x="1668434" y="70723"/>
                  <a:pt x="1662426" y="77428"/>
                </a:cubicBezTo>
                <a:cubicBezTo>
                  <a:pt x="1656280" y="84274"/>
                  <a:pt x="1647442" y="87696"/>
                  <a:pt x="1635918" y="87696"/>
                </a:cubicBezTo>
                <a:lnTo>
                  <a:pt x="1616744" y="87696"/>
                </a:lnTo>
                <a:close/>
                <a:moveTo>
                  <a:pt x="1484232" y="11001"/>
                </a:moveTo>
                <a:lnTo>
                  <a:pt x="1520904" y="11001"/>
                </a:lnTo>
                <a:lnTo>
                  <a:pt x="1520904" y="18335"/>
                </a:lnTo>
                <a:lnTo>
                  <a:pt x="1491776" y="18335"/>
                </a:lnTo>
                <a:lnTo>
                  <a:pt x="1489680" y="41595"/>
                </a:lnTo>
                <a:cubicBezTo>
                  <a:pt x="1493522" y="39430"/>
                  <a:pt x="1497504" y="38347"/>
                  <a:pt x="1501624" y="38347"/>
                </a:cubicBezTo>
                <a:cubicBezTo>
                  <a:pt x="1508400" y="38347"/>
                  <a:pt x="1513814" y="40303"/>
                  <a:pt x="1517866" y="44215"/>
                </a:cubicBezTo>
                <a:cubicBezTo>
                  <a:pt x="1522336" y="48545"/>
                  <a:pt x="1524570" y="54762"/>
                  <a:pt x="1524570" y="62865"/>
                </a:cubicBezTo>
                <a:cubicBezTo>
                  <a:pt x="1524570" y="70827"/>
                  <a:pt x="1522022" y="77289"/>
                  <a:pt x="1516922" y="82248"/>
                </a:cubicBezTo>
                <a:cubicBezTo>
                  <a:pt x="1512242" y="86788"/>
                  <a:pt x="1506550" y="89058"/>
                  <a:pt x="1499844" y="89058"/>
                </a:cubicBezTo>
                <a:cubicBezTo>
                  <a:pt x="1490484" y="89058"/>
                  <a:pt x="1482416" y="85671"/>
                  <a:pt x="1475640" y="78895"/>
                </a:cubicBezTo>
                <a:lnTo>
                  <a:pt x="1479936" y="73237"/>
                </a:lnTo>
                <a:cubicBezTo>
                  <a:pt x="1485594" y="79035"/>
                  <a:pt x="1491986" y="81934"/>
                  <a:pt x="1499110" y="81934"/>
                </a:cubicBezTo>
                <a:cubicBezTo>
                  <a:pt x="1503860" y="81934"/>
                  <a:pt x="1507842" y="80222"/>
                  <a:pt x="1511054" y="76800"/>
                </a:cubicBezTo>
                <a:cubicBezTo>
                  <a:pt x="1514338" y="73307"/>
                  <a:pt x="1515980" y="68732"/>
                  <a:pt x="1515980" y="63074"/>
                </a:cubicBezTo>
                <a:cubicBezTo>
                  <a:pt x="1515980" y="57486"/>
                  <a:pt x="1514478" y="53051"/>
                  <a:pt x="1511474" y="49768"/>
                </a:cubicBezTo>
                <a:cubicBezTo>
                  <a:pt x="1508540" y="46555"/>
                  <a:pt x="1504558" y="44948"/>
                  <a:pt x="1499530" y="44948"/>
                </a:cubicBezTo>
                <a:cubicBezTo>
                  <a:pt x="1495478" y="44948"/>
                  <a:pt x="1491148" y="46485"/>
                  <a:pt x="1486538" y="49558"/>
                </a:cubicBezTo>
                <a:lnTo>
                  <a:pt x="1481822" y="46624"/>
                </a:lnTo>
                <a:close/>
                <a:moveTo>
                  <a:pt x="1430216" y="11001"/>
                </a:moveTo>
                <a:lnTo>
                  <a:pt x="1477678" y="11001"/>
                </a:lnTo>
                <a:lnTo>
                  <a:pt x="1477678" y="16135"/>
                </a:lnTo>
                <a:cubicBezTo>
                  <a:pt x="1469158" y="27171"/>
                  <a:pt x="1463254" y="38277"/>
                  <a:pt x="1459972" y="49453"/>
                </a:cubicBezTo>
                <a:cubicBezTo>
                  <a:pt x="1457318" y="58674"/>
                  <a:pt x="1455642" y="71421"/>
                  <a:pt x="1454942" y="87696"/>
                </a:cubicBezTo>
                <a:lnTo>
                  <a:pt x="1446038" y="87696"/>
                </a:lnTo>
                <a:cubicBezTo>
                  <a:pt x="1447224" y="59966"/>
                  <a:pt x="1454488" y="36845"/>
                  <a:pt x="1467830" y="18335"/>
                </a:cubicBezTo>
                <a:lnTo>
                  <a:pt x="1430216" y="18335"/>
                </a:lnTo>
                <a:close/>
                <a:moveTo>
                  <a:pt x="1379458" y="11001"/>
                </a:moveTo>
                <a:lnTo>
                  <a:pt x="1416128" y="11001"/>
                </a:lnTo>
                <a:lnTo>
                  <a:pt x="1416128" y="18335"/>
                </a:lnTo>
                <a:lnTo>
                  <a:pt x="1387002" y="18335"/>
                </a:lnTo>
                <a:lnTo>
                  <a:pt x="1384906" y="41595"/>
                </a:lnTo>
                <a:cubicBezTo>
                  <a:pt x="1388748" y="39430"/>
                  <a:pt x="1392728" y="38347"/>
                  <a:pt x="1396850" y="38347"/>
                </a:cubicBezTo>
                <a:cubicBezTo>
                  <a:pt x="1403626" y="38347"/>
                  <a:pt x="1409038" y="40303"/>
                  <a:pt x="1413090" y="44215"/>
                </a:cubicBezTo>
                <a:cubicBezTo>
                  <a:pt x="1417560" y="48545"/>
                  <a:pt x="1419796" y="54762"/>
                  <a:pt x="1419796" y="62865"/>
                </a:cubicBezTo>
                <a:cubicBezTo>
                  <a:pt x="1419796" y="70827"/>
                  <a:pt x="1417246" y="77289"/>
                  <a:pt x="1412148" y="82248"/>
                </a:cubicBezTo>
                <a:cubicBezTo>
                  <a:pt x="1407468" y="86788"/>
                  <a:pt x="1401774" y="89058"/>
                  <a:pt x="1395068" y="89058"/>
                </a:cubicBezTo>
                <a:cubicBezTo>
                  <a:pt x="1385708" y="89058"/>
                  <a:pt x="1377642" y="85671"/>
                  <a:pt x="1370866" y="78895"/>
                </a:cubicBezTo>
                <a:lnTo>
                  <a:pt x="1375162" y="73237"/>
                </a:lnTo>
                <a:cubicBezTo>
                  <a:pt x="1380820" y="79035"/>
                  <a:pt x="1387210" y="81934"/>
                  <a:pt x="1394336" y="81934"/>
                </a:cubicBezTo>
                <a:cubicBezTo>
                  <a:pt x="1399086" y="81934"/>
                  <a:pt x="1403066" y="80222"/>
                  <a:pt x="1406280" y="76800"/>
                </a:cubicBezTo>
                <a:cubicBezTo>
                  <a:pt x="1409562" y="73307"/>
                  <a:pt x="1411204" y="68732"/>
                  <a:pt x="1411204" y="63074"/>
                </a:cubicBezTo>
                <a:cubicBezTo>
                  <a:pt x="1411204" y="57486"/>
                  <a:pt x="1409702" y="53051"/>
                  <a:pt x="1406698" y="49768"/>
                </a:cubicBezTo>
                <a:cubicBezTo>
                  <a:pt x="1403766" y="46555"/>
                  <a:pt x="1399784" y="44948"/>
                  <a:pt x="1394754" y="44948"/>
                </a:cubicBezTo>
                <a:cubicBezTo>
                  <a:pt x="1390704" y="44948"/>
                  <a:pt x="1386372" y="46485"/>
                  <a:pt x="1381762" y="49558"/>
                </a:cubicBezTo>
                <a:lnTo>
                  <a:pt x="1377048" y="46624"/>
                </a:lnTo>
                <a:close/>
                <a:moveTo>
                  <a:pt x="1288208" y="11001"/>
                </a:moveTo>
                <a:lnTo>
                  <a:pt x="1297324" y="11001"/>
                </a:lnTo>
                <a:lnTo>
                  <a:pt x="1297324" y="59512"/>
                </a:lnTo>
                <a:lnTo>
                  <a:pt x="1307800" y="59512"/>
                </a:lnTo>
                <a:lnTo>
                  <a:pt x="1307800" y="66322"/>
                </a:lnTo>
                <a:lnTo>
                  <a:pt x="1297324" y="66322"/>
                </a:lnTo>
                <a:lnTo>
                  <a:pt x="1297324" y="87696"/>
                </a:lnTo>
                <a:lnTo>
                  <a:pt x="1289256" y="87696"/>
                </a:lnTo>
                <a:lnTo>
                  <a:pt x="1289256" y="66322"/>
                </a:lnTo>
                <a:lnTo>
                  <a:pt x="1255622" y="66322"/>
                </a:lnTo>
                <a:lnTo>
                  <a:pt x="1255622" y="60769"/>
                </a:lnTo>
                <a:close/>
                <a:moveTo>
                  <a:pt x="711870" y="11001"/>
                </a:moveTo>
                <a:lnTo>
                  <a:pt x="730728" y="11001"/>
                </a:lnTo>
                <a:cubicBezTo>
                  <a:pt x="742394" y="11001"/>
                  <a:pt x="751300" y="14319"/>
                  <a:pt x="757446" y="20955"/>
                </a:cubicBezTo>
                <a:cubicBezTo>
                  <a:pt x="763524" y="27520"/>
                  <a:pt x="766562" y="36880"/>
                  <a:pt x="766562" y="49034"/>
                </a:cubicBezTo>
                <a:cubicBezTo>
                  <a:pt x="766562" y="61258"/>
                  <a:pt x="763558" y="70723"/>
                  <a:pt x="757550" y="77428"/>
                </a:cubicBezTo>
                <a:cubicBezTo>
                  <a:pt x="751404" y="84274"/>
                  <a:pt x="742568" y="87696"/>
                  <a:pt x="731042" y="87696"/>
                </a:cubicBezTo>
                <a:lnTo>
                  <a:pt x="711870" y="87696"/>
                </a:lnTo>
                <a:close/>
                <a:moveTo>
                  <a:pt x="473744" y="11001"/>
                </a:moveTo>
                <a:lnTo>
                  <a:pt x="495956" y="11001"/>
                </a:lnTo>
                <a:cubicBezTo>
                  <a:pt x="513418" y="11001"/>
                  <a:pt x="522150" y="17253"/>
                  <a:pt x="522150" y="29756"/>
                </a:cubicBezTo>
                <a:cubicBezTo>
                  <a:pt x="522150" y="38347"/>
                  <a:pt x="518344" y="43900"/>
                  <a:pt x="510730" y="46415"/>
                </a:cubicBezTo>
                <a:lnTo>
                  <a:pt x="510730" y="46834"/>
                </a:lnTo>
                <a:cubicBezTo>
                  <a:pt x="521346" y="48860"/>
                  <a:pt x="526656" y="55006"/>
                  <a:pt x="526656" y="65274"/>
                </a:cubicBezTo>
                <a:cubicBezTo>
                  <a:pt x="526656" y="72539"/>
                  <a:pt x="523966" y="78162"/>
                  <a:pt x="518588" y="82143"/>
                </a:cubicBezTo>
                <a:cubicBezTo>
                  <a:pt x="513488" y="85845"/>
                  <a:pt x="506504" y="87696"/>
                  <a:pt x="497632" y="87696"/>
                </a:cubicBezTo>
                <a:lnTo>
                  <a:pt x="473744" y="87696"/>
                </a:lnTo>
                <a:close/>
                <a:moveTo>
                  <a:pt x="1225714" y="9848"/>
                </a:moveTo>
                <a:cubicBezTo>
                  <a:pt x="1232140" y="9848"/>
                  <a:pt x="1237240" y="11734"/>
                  <a:pt x="1241012" y="15506"/>
                </a:cubicBezTo>
                <a:cubicBezTo>
                  <a:pt x="1244714" y="19208"/>
                  <a:pt x="1246564" y="24063"/>
                  <a:pt x="1246564" y="30070"/>
                </a:cubicBezTo>
                <a:cubicBezTo>
                  <a:pt x="1246564" y="37055"/>
                  <a:pt x="1243106" y="43272"/>
                  <a:pt x="1236192" y="48720"/>
                </a:cubicBezTo>
                <a:lnTo>
                  <a:pt x="1236192" y="49244"/>
                </a:lnTo>
                <a:cubicBezTo>
                  <a:pt x="1244854" y="54273"/>
                  <a:pt x="1249184" y="60979"/>
                  <a:pt x="1249184" y="69361"/>
                </a:cubicBezTo>
                <a:cubicBezTo>
                  <a:pt x="1249184" y="74949"/>
                  <a:pt x="1247018" y="79594"/>
                  <a:pt x="1242688" y="83296"/>
                </a:cubicBezTo>
                <a:cubicBezTo>
                  <a:pt x="1238218" y="87137"/>
                  <a:pt x="1232490" y="89058"/>
                  <a:pt x="1225504" y="89058"/>
                </a:cubicBezTo>
                <a:cubicBezTo>
                  <a:pt x="1218450" y="89058"/>
                  <a:pt x="1212652" y="87137"/>
                  <a:pt x="1208112" y="83296"/>
                </a:cubicBezTo>
                <a:cubicBezTo>
                  <a:pt x="1203502" y="79454"/>
                  <a:pt x="1201196" y="74564"/>
                  <a:pt x="1201196" y="68627"/>
                </a:cubicBezTo>
                <a:cubicBezTo>
                  <a:pt x="1201196" y="59617"/>
                  <a:pt x="1205946" y="52492"/>
                  <a:pt x="1215446" y="47253"/>
                </a:cubicBezTo>
                <a:lnTo>
                  <a:pt x="1215446" y="46834"/>
                </a:lnTo>
                <a:cubicBezTo>
                  <a:pt x="1208532" y="42154"/>
                  <a:pt x="1205074" y="36287"/>
                  <a:pt x="1205074" y="29232"/>
                </a:cubicBezTo>
                <a:cubicBezTo>
                  <a:pt x="1205074" y="23504"/>
                  <a:pt x="1207064" y="18824"/>
                  <a:pt x="1211046" y="15192"/>
                </a:cubicBezTo>
                <a:cubicBezTo>
                  <a:pt x="1214888" y="11630"/>
                  <a:pt x="1219778" y="9848"/>
                  <a:pt x="1225714" y="9848"/>
                </a:cubicBezTo>
                <a:close/>
                <a:moveTo>
                  <a:pt x="1866098" y="9639"/>
                </a:moveTo>
                <a:cubicBezTo>
                  <a:pt x="1874620" y="9639"/>
                  <a:pt x="1881920" y="12747"/>
                  <a:pt x="1887998" y="18964"/>
                </a:cubicBezTo>
                <a:lnTo>
                  <a:pt x="1883178" y="24622"/>
                </a:lnTo>
                <a:cubicBezTo>
                  <a:pt x="1878568" y="19732"/>
                  <a:pt x="1872944" y="17287"/>
                  <a:pt x="1866308" y="17287"/>
                </a:cubicBezTo>
                <a:cubicBezTo>
                  <a:pt x="1858346" y="17287"/>
                  <a:pt x="1852024" y="20116"/>
                  <a:pt x="1847344" y="25774"/>
                </a:cubicBezTo>
                <a:cubicBezTo>
                  <a:pt x="1842594" y="31502"/>
                  <a:pt x="1840220" y="39290"/>
                  <a:pt x="1840220" y="49139"/>
                </a:cubicBezTo>
                <a:cubicBezTo>
                  <a:pt x="1840220" y="59128"/>
                  <a:pt x="1842490" y="66986"/>
                  <a:pt x="1847030" y="72713"/>
                </a:cubicBezTo>
                <a:cubicBezTo>
                  <a:pt x="1851640" y="78511"/>
                  <a:pt x="1858066" y="81410"/>
                  <a:pt x="1866308" y="81410"/>
                </a:cubicBezTo>
                <a:cubicBezTo>
                  <a:pt x="1872664" y="81410"/>
                  <a:pt x="1877520" y="79803"/>
                  <a:pt x="1880872" y="76590"/>
                </a:cubicBezTo>
                <a:lnTo>
                  <a:pt x="1880872" y="55635"/>
                </a:lnTo>
                <a:lnTo>
                  <a:pt x="1864214" y="55635"/>
                </a:lnTo>
                <a:lnTo>
                  <a:pt x="1864214" y="48406"/>
                </a:lnTo>
                <a:lnTo>
                  <a:pt x="1888940" y="48406"/>
                </a:lnTo>
                <a:lnTo>
                  <a:pt x="1888940" y="80257"/>
                </a:lnTo>
                <a:cubicBezTo>
                  <a:pt x="1883282" y="86125"/>
                  <a:pt x="1875458" y="89058"/>
                  <a:pt x="1865470" y="89058"/>
                </a:cubicBezTo>
                <a:cubicBezTo>
                  <a:pt x="1855272" y="89058"/>
                  <a:pt x="1847066" y="85531"/>
                  <a:pt x="1840848" y="78476"/>
                </a:cubicBezTo>
                <a:cubicBezTo>
                  <a:pt x="1834492" y="71281"/>
                  <a:pt x="1831314" y="61572"/>
                  <a:pt x="1831314" y="49349"/>
                </a:cubicBezTo>
                <a:cubicBezTo>
                  <a:pt x="1831314" y="37195"/>
                  <a:pt x="1834596" y="27486"/>
                  <a:pt x="1841162" y="20221"/>
                </a:cubicBezTo>
                <a:cubicBezTo>
                  <a:pt x="1847518" y="13166"/>
                  <a:pt x="1855830" y="9639"/>
                  <a:pt x="1866098" y="9639"/>
                </a:cubicBezTo>
                <a:close/>
                <a:moveTo>
                  <a:pt x="1771888" y="9639"/>
                </a:moveTo>
                <a:cubicBezTo>
                  <a:pt x="1780828" y="9639"/>
                  <a:pt x="1788266" y="12782"/>
                  <a:pt x="1794204" y="19069"/>
                </a:cubicBezTo>
                <a:lnTo>
                  <a:pt x="1789594" y="24622"/>
                </a:lnTo>
                <a:cubicBezTo>
                  <a:pt x="1784496" y="19732"/>
                  <a:pt x="1778592" y="17287"/>
                  <a:pt x="1771888" y="17287"/>
                </a:cubicBezTo>
                <a:cubicBezTo>
                  <a:pt x="1767416" y="17287"/>
                  <a:pt x="1763820" y="18335"/>
                  <a:pt x="1761096" y="20431"/>
                </a:cubicBezTo>
                <a:cubicBezTo>
                  <a:pt x="1758372" y="22596"/>
                  <a:pt x="1757010" y="25460"/>
                  <a:pt x="1757010" y="29022"/>
                </a:cubicBezTo>
                <a:cubicBezTo>
                  <a:pt x="1757010" y="32515"/>
                  <a:pt x="1758406" y="35414"/>
                  <a:pt x="1761200" y="37719"/>
                </a:cubicBezTo>
                <a:cubicBezTo>
                  <a:pt x="1762806" y="39046"/>
                  <a:pt x="1765670" y="40582"/>
                  <a:pt x="1769792" y="42329"/>
                </a:cubicBezTo>
                <a:lnTo>
                  <a:pt x="1780898" y="47044"/>
                </a:lnTo>
                <a:cubicBezTo>
                  <a:pt x="1791516" y="51723"/>
                  <a:pt x="1796824" y="58569"/>
                  <a:pt x="1796824" y="67579"/>
                </a:cubicBezTo>
                <a:cubicBezTo>
                  <a:pt x="1796824" y="73726"/>
                  <a:pt x="1794518" y="78825"/>
                  <a:pt x="1789908" y="82877"/>
                </a:cubicBezTo>
                <a:cubicBezTo>
                  <a:pt x="1785088" y="86998"/>
                  <a:pt x="1778802" y="89058"/>
                  <a:pt x="1771050" y="89058"/>
                </a:cubicBezTo>
                <a:cubicBezTo>
                  <a:pt x="1760432" y="89058"/>
                  <a:pt x="1751562" y="85251"/>
                  <a:pt x="1744436" y="77638"/>
                </a:cubicBezTo>
                <a:lnTo>
                  <a:pt x="1749674" y="71666"/>
                </a:lnTo>
                <a:cubicBezTo>
                  <a:pt x="1755682" y="78162"/>
                  <a:pt x="1762842" y="81410"/>
                  <a:pt x="1771154" y="81410"/>
                </a:cubicBezTo>
                <a:cubicBezTo>
                  <a:pt x="1776322" y="81410"/>
                  <a:pt x="1780444" y="80187"/>
                  <a:pt x="1783518" y="77743"/>
                </a:cubicBezTo>
                <a:cubicBezTo>
                  <a:pt x="1786520" y="75368"/>
                  <a:pt x="1788022" y="72190"/>
                  <a:pt x="1788022" y="68208"/>
                </a:cubicBezTo>
                <a:cubicBezTo>
                  <a:pt x="1788022" y="64506"/>
                  <a:pt x="1786766" y="61502"/>
                  <a:pt x="1784250" y="59197"/>
                </a:cubicBezTo>
                <a:cubicBezTo>
                  <a:pt x="1782644" y="57800"/>
                  <a:pt x="1779536" y="56089"/>
                  <a:pt x="1774926" y="54063"/>
                </a:cubicBezTo>
                <a:lnTo>
                  <a:pt x="1763820" y="49139"/>
                </a:lnTo>
                <a:cubicBezTo>
                  <a:pt x="1753412" y="44669"/>
                  <a:pt x="1748208" y="38173"/>
                  <a:pt x="1748208" y="29651"/>
                </a:cubicBezTo>
                <a:cubicBezTo>
                  <a:pt x="1748208" y="23853"/>
                  <a:pt x="1750444" y="19069"/>
                  <a:pt x="1754914" y="15297"/>
                </a:cubicBezTo>
                <a:cubicBezTo>
                  <a:pt x="1759384" y="11525"/>
                  <a:pt x="1765042" y="9639"/>
                  <a:pt x="1771888" y="9639"/>
                </a:cubicBezTo>
                <a:close/>
                <a:moveTo>
                  <a:pt x="1556156" y="9639"/>
                </a:moveTo>
                <a:cubicBezTo>
                  <a:pt x="1563838" y="9639"/>
                  <a:pt x="1569916" y="12677"/>
                  <a:pt x="1574386" y="18754"/>
                </a:cubicBezTo>
                <a:cubicBezTo>
                  <a:pt x="1579206" y="25111"/>
                  <a:pt x="1581616" y="34121"/>
                  <a:pt x="1581616" y="45786"/>
                </a:cubicBezTo>
                <a:cubicBezTo>
                  <a:pt x="1581616" y="60455"/>
                  <a:pt x="1578822" y="71596"/>
                  <a:pt x="1573234" y="79209"/>
                </a:cubicBezTo>
                <a:cubicBezTo>
                  <a:pt x="1568344" y="85775"/>
                  <a:pt x="1561954" y="89058"/>
                  <a:pt x="1554060" y="89058"/>
                </a:cubicBezTo>
                <a:cubicBezTo>
                  <a:pt x="1546936" y="89058"/>
                  <a:pt x="1540928" y="86509"/>
                  <a:pt x="1536038" y="81410"/>
                </a:cubicBezTo>
                <a:lnTo>
                  <a:pt x="1540754" y="76066"/>
                </a:lnTo>
                <a:cubicBezTo>
                  <a:pt x="1544316" y="79978"/>
                  <a:pt x="1548682" y="81934"/>
                  <a:pt x="1553850" y="81934"/>
                </a:cubicBezTo>
                <a:cubicBezTo>
                  <a:pt x="1559368" y="81934"/>
                  <a:pt x="1563804" y="79489"/>
                  <a:pt x="1567158" y="74599"/>
                </a:cubicBezTo>
                <a:cubicBezTo>
                  <a:pt x="1571068" y="68942"/>
                  <a:pt x="1573198" y="60315"/>
                  <a:pt x="1573548" y="48720"/>
                </a:cubicBezTo>
                <a:cubicBezTo>
                  <a:pt x="1568240" y="55216"/>
                  <a:pt x="1562232" y="58464"/>
                  <a:pt x="1555526" y="58464"/>
                </a:cubicBezTo>
                <a:cubicBezTo>
                  <a:pt x="1549030" y="58464"/>
                  <a:pt x="1543932" y="56438"/>
                  <a:pt x="1540230" y="52387"/>
                </a:cubicBezTo>
                <a:cubicBezTo>
                  <a:pt x="1536458" y="48126"/>
                  <a:pt x="1534572" y="42119"/>
                  <a:pt x="1534572" y="34366"/>
                </a:cubicBezTo>
                <a:cubicBezTo>
                  <a:pt x="1534572" y="27171"/>
                  <a:pt x="1536702" y="21199"/>
                  <a:pt x="1540964" y="16449"/>
                </a:cubicBezTo>
                <a:cubicBezTo>
                  <a:pt x="1545084" y="11909"/>
                  <a:pt x="1550148" y="9639"/>
                  <a:pt x="1556156" y="9639"/>
                </a:cubicBezTo>
                <a:close/>
                <a:moveTo>
                  <a:pt x="194356" y="9639"/>
                </a:moveTo>
                <a:lnTo>
                  <a:pt x="198652" y="11001"/>
                </a:lnTo>
                <a:cubicBezTo>
                  <a:pt x="195160" y="34680"/>
                  <a:pt x="187826" y="53959"/>
                  <a:pt x="176650" y="68837"/>
                </a:cubicBezTo>
                <a:cubicBezTo>
                  <a:pt x="182866" y="76660"/>
                  <a:pt x="191354" y="83889"/>
                  <a:pt x="202110" y="90525"/>
                </a:cubicBezTo>
                <a:cubicBezTo>
                  <a:pt x="199944" y="92132"/>
                  <a:pt x="198304" y="94018"/>
                  <a:pt x="197186" y="96183"/>
                </a:cubicBezTo>
                <a:cubicBezTo>
                  <a:pt x="186638" y="89338"/>
                  <a:pt x="178292" y="82108"/>
                  <a:pt x="172144" y="74495"/>
                </a:cubicBezTo>
                <a:cubicBezTo>
                  <a:pt x="164112" y="83645"/>
                  <a:pt x="154682" y="90665"/>
                  <a:pt x="143856" y="95554"/>
                </a:cubicBezTo>
                <a:cubicBezTo>
                  <a:pt x="142668" y="93179"/>
                  <a:pt x="141236" y="91259"/>
                  <a:pt x="139560" y="89792"/>
                </a:cubicBezTo>
                <a:cubicBezTo>
                  <a:pt x="150246" y="85391"/>
                  <a:pt x="159712" y="78406"/>
                  <a:pt x="167954" y="68837"/>
                </a:cubicBezTo>
                <a:cubicBezTo>
                  <a:pt x="159362" y="56264"/>
                  <a:pt x="153146" y="38871"/>
                  <a:pt x="149304" y="16659"/>
                </a:cubicBezTo>
                <a:lnTo>
                  <a:pt x="145322" y="16659"/>
                </a:lnTo>
                <a:lnTo>
                  <a:pt x="145322" y="9953"/>
                </a:lnTo>
                <a:lnTo>
                  <a:pt x="193100" y="9953"/>
                </a:lnTo>
                <a:close/>
                <a:moveTo>
                  <a:pt x="1337918" y="9534"/>
                </a:moveTo>
                <a:cubicBezTo>
                  <a:pt x="1344414" y="9604"/>
                  <a:pt x="1349618" y="11280"/>
                  <a:pt x="1353530" y="14563"/>
                </a:cubicBezTo>
                <a:cubicBezTo>
                  <a:pt x="1357652" y="17986"/>
                  <a:pt x="1359712" y="22666"/>
                  <a:pt x="1359712" y="28603"/>
                </a:cubicBezTo>
                <a:cubicBezTo>
                  <a:pt x="1359712" y="37753"/>
                  <a:pt x="1355136" y="43970"/>
                  <a:pt x="1345986" y="47253"/>
                </a:cubicBezTo>
                <a:lnTo>
                  <a:pt x="1345986" y="47672"/>
                </a:lnTo>
                <a:cubicBezTo>
                  <a:pt x="1350736" y="48790"/>
                  <a:pt x="1354578" y="50990"/>
                  <a:pt x="1357512" y="54273"/>
                </a:cubicBezTo>
                <a:cubicBezTo>
                  <a:pt x="1360724" y="57835"/>
                  <a:pt x="1362332" y="62166"/>
                  <a:pt x="1362332" y="67265"/>
                </a:cubicBezTo>
                <a:cubicBezTo>
                  <a:pt x="1362332" y="73901"/>
                  <a:pt x="1359992" y="79244"/>
                  <a:pt x="1355312" y="83296"/>
                </a:cubicBezTo>
                <a:cubicBezTo>
                  <a:pt x="1350842" y="87137"/>
                  <a:pt x="1345148" y="89058"/>
                  <a:pt x="1338234" y="89058"/>
                </a:cubicBezTo>
                <a:cubicBezTo>
                  <a:pt x="1328454" y="89058"/>
                  <a:pt x="1320352" y="85566"/>
                  <a:pt x="1313926" y="78581"/>
                </a:cubicBezTo>
                <a:lnTo>
                  <a:pt x="1318326" y="73028"/>
                </a:lnTo>
                <a:cubicBezTo>
                  <a:pt x="1324124" y="78965"/>
                  <a:pt x="1330584" y="81934"/>
                  <a:pt x="1337710" y="81934"/>
                </a:cubicBezTo>
                <a:cubicBezTo>
                  <a:pt x="1342458" y="81934"/>
                  <a:pt x="1346300" y="80606"/>
                  <a:pt x="1349234" y="77952"/>
                </a:cubicBezTo>
                <a:cubicBezTo>
                  <a:pt x="1352238" y="75158"/>
                  <a:pt x="1353740" y="71526"/>
                  <a:pt x="1353740" y="67056"/>
                </a:cubicBezTo>
                <a:cubicBezTo>
                  <a:pt x="1353740" y="56438"/>
                  <a:pt x="1345638" y="51130"/>
                  <a:pt x="1329432" y="51130"/>
                </a:cubicBezTo>
                <a:lnTo>
                  <a:pt x="1329432" y="44424"/>
                </a:lnTo>
                <a:cubicBezTo>
                  <a:pt x="1343822" y="44424"/>
                  <a:pt x="1351016" y="39360"/>
                  <a:pt x="1351016" y="29232"/>
                </a:cubicBezTo>
                <a:cubicBezTo>
                  <a:pt x="1351016" y="25390"/>
                  <a:pt x="1349828" y="22317"/>
                  <a:pt x="1347454" y="20012"/>
                </a:cubicBezTo>
                <a:cubicBezTo>
                  <a:pt x="1345008" y="17707"/>
                  <a:pt x="1341726" y="16519"/>
                  <a:pt x="1337604" y="16449"/>
                </a:cubicBezTo>
                <a:cubicBezTo>
                  <a:pt x="1331806" y="16519"/>
                  <a:pt x="1326428" y="19104"/>
                  <a:pt x="1321470" y="24203"/>
                </a:cubicBezTo>
                <a:lnTo>
                  <a:pt x="1316754" y="18650"/>
                </a:lnTo>
                <a:cubicBezTo>
                  <a:pt x="1323320" y="12642"/>
                  <a:pt x="1330374" y="9604"/>
                  <a:pt x="1337918" y="9534"/>
                </a:cubicBezTo>
                <a:close/>
                <a:moveTo>
                  <a:pt x="1101660" y="4295"/>
                </a:moveTo>
                <a:lnTo>
                  <a:pt x="1110148" y="4295"/>
                </a:lnTo>
                <a:lnTo>
                  <a:pt x="1110148" y="77952"/>
                </a:lnTo>
                <a:cubicBezTo>
                  <a:pt x="1110148" y="80606"/>
                  <a:pt x="1111020" y="81934"/>
                  <a:pt x="1112766" y="81934"/>
                </a:cubicBezTo>
                <a:cubicBezTo>
                  <a:pt x="1113396" y="81934"/>
                  <a:pt x="1114058" y="81864"/>
                  <a:pt x="1114758" y="81724"/>
                </a:cubicBezTo>
                <a:lnTo>
                  <a:pt x="1116014" y="88325"/>
                </a:lnTo>
                <a:cubicBezTo>
                  <a:pt x="1114408" y="88814"/>
                  <a:pt x="1112696" y="89058"/>
                  <a:pt x="1110880" y="89058"/>
                </a:cubicBezTo>
                <a:cubicBezTo>
                  <a:pt x="1104734" y="89058"/>
                  <a:pt x="1101660" y="85147"/>
                  <a:pt x="1101660" y="77324"/>
                </a:cubicBezTo>
                <a:close/>
                <a:moveTo>
                  <a:pt x="539686" y="4295"/>
                </a:moveTo>
                <a:lnTo>
                  <a:pt x="548172" y="4295"/>
                </a:lnTo>
                <a:lnTo>
                  <a:pt x="548172" y="77952"/>
                </a:lnTo>
                <a:cubicBezTo>
                  <a:pt x="548172" y="80606"/>
                  <a:pt x="549046" y="81934"/>
                  <a:pt x="550792" y="81934"/>
                </a:cubicBezTo>
                <a:cubicBezTo>
                  <a:pt x="551420" y="81934"/>
                  <a:pt x="552084" y="81864"/>
                  <a:pt x="552782" y="81724"/>
                </a:cubicBezTo>
                <a:lnTo>
                  <a:pt x="554040" y="88325"/>
                </a:lnTo>
                <a:cubicBezTo>
                  <a:pt x="552434" y="88814"/>
                  <a:pt x="550722" y="89058"/>
                  <a:pt x="548906" y="89058"/>
                </a:cubicBezTo>
                <a:cubicBezTo>
                  <a:pt x="542758" y="89058"/>
                  <a:pt x="539686" y="85147"/>
                  <a:pt x="539686" y="77324"/>
                </a:cubicBezTo>
                <a:close/>
                <a:moveTo>
                  <a:pt x="1090374" y="2933"/>
                </a:moveTo>
                <a:cubicBezTo>
                  <a:pt x="1093586" y="2933"/>
                  <a:pt x="1096626" y="3562"/>
                  <a:pt x="1099488" y="4819"/>
                </a:cubicBezTo>
                <a:lnTo>
                  <a:pt x="1097602" y="11420"/>
                </a:lnTo>
                <a:cubicBezTo>
                  <a:pt x="1095438" y="10372"/>
                  <a:pt x="1093272" y="9848"/>
                  <a:pt x="1091106" y="9848"/>
                </a:cubicBezTo>
                <a:cubicBezTo>
                  <a:pt x="1085658" y="9848"/>
                  <a:pt x="1082934" y="13690"/>
                  <a:pt x="1082934" y="21374"/>
                </a:cubicBezTo>
                <a:lnTo>
                  <a:pt x="1082934" y="31118"/>
                </a:lnTo>
                <a:lnTo>
                  <a:pt x="1095088" y="31118"/>
                </a:lnTo>
                <a:lnTo>
                  <a:pt x="1095088" y="38138"/>
                </a:lnTo>
                <a:lnTo>
                  <a:pt x="1082934" y="38138"/>
                </a:lnTo>
                <a:lnTo>
                  <a:pt x="1082934" y="87696"/>
                </a:lnTo>
                <a:lnTo>
                  <a:pt x="1074342" y="87696"/>
                </a:lnTo>
                <a:lnTo>
                  <a:pt x="1074342" y="38138"/>
                </a:lnTo>
                <a:lnTo>
                  <a:pt x="1066590" y="38138"/>
                </a:lnTo>
                <a:lnTo>
                  <a:pt x="1066590" y="31642"/>
                </a:lnTo>
                <a:lnTo>
                  <a:pt x="1074342" y="31118"/>
                </a:lnTo>
                <a:lnTo>
                  <a:pt x="1074342" y="21269"/>
                </a:lnTo>
                <a:cubicBezTo>
                  <a:pt x="1074342" y="9045"/>
                  <a:pt x="1079686" y="2933"/>
                  <a:pt x="1090374" y="2933"/>
                </a:cubicBezTo>
                <a:close/>
                <a:moveTo>
                  <a:pt x="90524" y="1047"/>
                </a:moveTo>
                <a:lnTo>
                  <a:pt x="95134" y="7019"/>
                </a:lnTo>
                <a:cubicBezTo>
                  <a:pt x="83750" y="9674"/>
                  <a:pt x="69954" y="11665"/>
                  <a:pt x="53748" y="12992"/>
                </a:cubicBezTo>
                <a:lnTo>
                  <a:pt x="53748" y="30908"/>
                </a:lnTo>
                <a:lnTo>
                  <a:pt x="88010" y="30908"/>
                </a:lnTo>
                <a:lnTo>
                  <a:pt x="89268" y="30594"/>
                </a:lnTo>
                <a:lnTo>
                  <a:pt x="93354" y="31851"/>
                </a:lnTo>
                <a:cubicBezTo>
                  <a:pt x="90840" y="49244"/>
                  <a:pt x="85670" y="63598"/>
                  <a:pt x="77846" y="74914"/>
                </a:cubicBezTo>
                <a:cubicBezTo>
                  <a:pt x="83016" y="81829"/>
                  <a:pt x="89302" y="86928"/>
                  <a:pt x="96706" y="90211"/>
                </a:cubicBezTo>
                <a:cubicBezTo>
                  <a:pt x="94680" y="91957"/>
                  <a:pt x="93110" y="93843"/>
                  <a:pt x="91992" y="95869"/>
                </a:cubicBezTo>
                <a:cubicBezTo>
                  <a:pt x="84798" y="92097"/>
                  <a:pt x="78720" y="86893"/>
                  <a:pt x="73760" y="80257"/>
                </a:cubicBezTo>
                <a:cubicBezTo>
                  <a:pt x="68172" y="86893"/>
                  <a:pt x="61642" y="92097"/>
                  <a:pt x="54168" y="95869"/>
                </a:cubicBezTo>
                <a:cubicBezTo>
                  <a:pt x="53050" y="93773"/>
                  <a:pt x="51654" y="91887"/>
                  <a:pt x="49976" y="90211"/>
                </a:cubicBezTo>
                <a:cubicBezTo>
                  <a:pt x="57520" y="86858"/>
                  <a:pt x="64122" y="81619"/>
                  <a:pt x="69780" y="74495"/>
                </a:cubicBezTo>
                <a:cubicBezTo>
                  <a:pt x="63982" y="64785"/>
                  <a:pt x="59512" y="52387"/>
                  <a:pt x="56368" y="37299"/>
                </a:cubicBezTo>
                <a:lnTo>
                  <a:pt x="53748" y="37299"/>
                </a:lnTo>
                <a:lnTo>
                  <a:pt x="53748" y="43586"/>
                </a:lnTo>
                <a:cubicBezTo>
                  <a:pt x="53748" y="67335"/>
                  <a:pt x="50360" y="84832"/>
                  <a:pt x="43586" y="96078"/>
                </a:cubicBezTo>
                <a:cubicBezTo>
                  <a:pt x="41978" y="94472"/>
                  <a:pt x="40128" y="93179"/>
                  <a:pt x="38032" y="92202"/>
                </a:cubicBezTo>
                <a:cubicBezTo>
                  <a:pt x="44110" y="81724"/>
                  <a:pt x="47148" y="65519"/>
                  <a:pt x="47148" y="43586"/>
                </a:cubicBezTo>
                <a:lnTo>
                  <a:pt x="47148" y="7543"/>
                </a:lnTo>
                <a:cubicBezTo>
                  <a:pt x="66148" y="5867"/>
                  <a:pt x="80606" y="3702"/>
                  <a:pt x="90524" y="1047"/>
                </a:cubicBezTo>
                <a:close/>
                <a:moveTo>
                  <a:pt x="254602" y="209"/>
                </a:moveTo>
                <a:lnTo>
                  <a:pt x="261832" y="209"/>
                </a:lnTo>
                <a:lnTo>
                  <a:pt x="261832" y="12992"/>
                </a:lnTo>
                <a:lnTo>
                  <a:pt x="300284" y="12992"/>
                </a:lnTo>
                <a:lnTo>
                  <a:pt x="300284" y="19697"/>
                </a:lnTo>
                <a:lnTo>
                  <a:pt x="261832" y="19697"/>
                </a:lnTo>
                <a:lnTo>
                  <a:pt x="261832" y="46520"/>
                </a:lnTo>
                <a:lnTo>
                  <a:pt x="304580" y="46520"/>
                </a:lnTo>
                <a:lnTo>
                  <a:pt x="304580" y="53120"/>
                </a:lnTo>
                <a:lnTo>
                  <a:pt x="266862" y="53120"/>
                </a:lnTo>
                <a:cubicBezTo>
                  <a:pt x="277828" y="67859"/>
                  <a:pt x="291134" y="78651"/>
                  <a:pt x="306780" y="85496"/>
                </a:cubicBezTo>
                <a:cubicBezTo>
                  <a:pt x="305174" y="86893"/>
                  <a:pt x="303568" y="88814"/>
                  <a:pt x="301960" y="91259"/>
                </a:cubicBezTo>
                <a:cubicBezTo>
                  <a:pt x="286244" y="83505"/>
                  <a:pt x="272868" y="71910"/>
                  <a:pt x="261832" y="56473"/>
                </a:cubicBezTo>
                <a:lnTo>
                  <a:pt x="261832" y="95554"/>
                </a:lnTo>
                <a:lnTo>
                  <a:pt x="254602" y="95554"/>
                </a:lnTo>
                <a:lnTo>
                  <a:pt x="254602" y="56788"/>
                </a:lnTo>
                <a:cubicBezTo>
                  <a:pt x="243916" y="71666"/>
                  <a:pt x="230714" y="83051"/>
                  <a:pt x="214998" y="90944"/>
                </a:cubicBezTo>
                <a:cubicBezTo>
                  <a:pt x="213530" y="88709"/>
                  <a:pt x="211890" y="86788"/>
                  <a:pt x="210074" y="85182"/>
                </a:cubicBezTo>
                <a:cubicBezTo>
                  <a:pt x="225860" y="78406"/>
                  <a:pt x="239060" y="67719"/>
                  <a:pt x="249678" y="53120"/>
                </a:cubicBezTo>
                <a:lnTo>
                  <a:pt x="212168" y="53120"/>
                </a:lnTo>
                <a:lnTo>
                  <a:pt x="212168" y="46520"/>
                </a:lnTo>
                <a:lnTo>
                  <a:pt x="254602" y="46520"/>
                </a:lnTo>
                <a:lnTo>
                  <a:pt x="254602" y="19697"/>
                </a:lnTo>
                <a:lnTo>
                  <a:pt x="217198" y="19697"/>
                </a:lnTo>
                <a:lnTo>
                  <a:pt x="217198" y="12992"/>
                </a:lnTo>
                <a:lnTo>
                  <a:pt x="254602" y="12992"/>
                </a:lnTo>
                <a:close/>
                <a:moveTo>
                  <a:pt x="124052" y="104"/>
                </a:moveTo>
                <a:lnTo>
                  <a:pt x="130864" y="104"/>
                </a:lnTo>
                <a:lnTo>
                  <a:pt x="130864" y="22526"/>
                </a:lnTo>
                <a:lnTo>
                  <a:pt x="145112" y="22526"/>
                </a:lnTo>
                <a:lnTo>
                  <a:pt x="145112" y="29127"/>
                </a:lnTo>
                <a:lnTo>
                  <a:pt x="130864" y="29127"/>
                </a:lnTo>
                <a:lnTo>
                  <a:pt x="130864" y="33318"/>
                </a:lnTo>
                <a:cubicBezTo>
                  <a:pt x="134216" y="36671"/>
                  <a:pt x="140084" y="43411"/>
                  <a:pt x="148466" y="53540"/>
                </a:cubicBezTo>
                <a:lnTo>
                  <a:pt x="144064" y="59721"/>
                </a:lnTo>
                <a:cubicBezTo>
                  <a:pt x="141132" y="54972"/>
                  <a:pt x="136730" y="48860"/>
                  <a:pt x="130864" y="41386"/>
                </a:cubicBezTo>
                <a:lnTo>
                  <a:pt x="130864" y="95450"/>
                </a:lnTo>
                <a:lnTo>
                  <a:pt x="124052" y="95450"/>
                </a:lnTo>
                <a:lnTo>
                  <a:pt x="124052" y="41281"/>
                </a:lnTo>
                <a:cubicBezTo>
                  <a:pt x="119302" y="56508"/>
                  <a:pt x="113854" y="68173"/>
                  <a:pt x="107708" y="76276"/>
                </a:cubicBezTo>
                <a:cubicBezTo>
                  <a:pt x="106660" y="73831"/>
                  <a:pt x="105264" y="71596"/>
                  <a:pt x="103516" y="69570"/>
                </a:cubicBezTo>
                <a:cubicBezTo>
                  <a:pt x="111550" y="60071"/>
                  <a:pt x="117732" y="46590"/>
                  <a:pt x="122062" y="29127"/>
                </a:cubicBezTo>
                <a:lnTo>
                  <a:pt x="106346" y="29127"/>
                </a:lnTo>
                <a:lnTo>
                  <a:pt x="106346" y="22526"/>
                </a:lnTo>
                <a:lnTo>
                  <a:pt x="124052" y="22526"/>
                </a:lnTo>
                <a:close/>
                <a:moveTo>
                  <a:pt x="358958" y="0"/>
                </a:moveTo>
                <a:lnTo>
                  <a:pt x="366816" y="1152"/>
                </a:lnTo>
                <a:cubicBezTo>
                  <a:pt x="364930" y="6461"/>
                  <a:pt x="363184" y="10896"/>
                  <a:pt x="361578" y="14459"/>
                </a:cubicBezTo>
                <a:lnTo>
                  <a:pt x="399402" y="14459"/>
                </a:lnTo>
                <a:lnTo>
                  <a:pt x="399402" y="95240"/>
                </a:lnTo>
                <a:lnTo>
                  <a:pt x="392172" y="95240"/>
                </a:lnTo>
                <a:lnTo>
                  <a:pt x="392172" y="89792"/>
                </a:lnTo>
                <a:lnTo>
                  <a:pt x="335384" y="89792"/>
                </a:lnTo>
                <a:lnTo>
                  <a:pt x="335384" y="95764"/>
                </a:lnTo>
                <a:lnTo>
                  <a:pt x="328364" y="95764"/>
                </a:lnTo>
                <a:lnTo>
                  <a:pt x="328364" y="14459"/>
                </a:lnTo>
                <a:lnTo>
                  <a:pt x="354558" y="14459"/>
                </a:lnTo>
                <a:cubicBezTo>
                  <a:pt x="356304" y="9988"/>
                  <a:pt x="357770" y="5168"/>
                  <a:pt x="358958" y="0"/>
                </a:cubicBezTo>
                <a:close/>
                <a:moveTo>
                  <a:pt x="26298" y="0"/>
                </a:moveTo>
                <a:lnTo>
                  <a:pt x="32688" y="0"/>
                </a:lnTo>
                <a:lnTo>
                  <a:pt x="32688" y="29337"/>
                </a:lnTo>
                <a:lnTo>
                  <a:pt x="42224" y="29337"/>
                </a:lnTo>
                <a:lnTo>
                  <a:pt x="42224" y="35623"/>
                </a:lnTo>
                <a:lnTo>
                  <a:pt x="14354" y="35623"/>
                </a:lnTo>
                <a:lnTo>
                  <a:pt x="14354" y="43796"/>
                </a:lnTo>
                <a:cubicBezTo>
                  <a:pt x="14354" y="47078"/>
                  <a:pt x="14318" y="49558"/>
                  <a:pt x="14248" y="51235"/>
                </a:cubicBezTo>
                <a:lnTo>
                  <a:pt x="35728" y="51235"/>
                </a:lnTo>
                <a:lnTo>
                  <a:pt x="35728" y="95554"/>
                </a:lnTo>
                <a:lnTo>
                  <a:pt x="29336" y="95554"/>
                </a:lnTo>
                <a:lnTo>
                  <a:pt x="29336" y="57521"/>
                </a:lnTo>
                <a:lnTo>
                  <a:pt x="14038" y="57521"/>
                </a:lnTo>
                <a:cubicBezTo>
                  <a:pt x="13130" y="74006"/>
                  <a:pt x="10128" y="86788"/>
                  <a:pt x="5028" y="95869"/>
                </a:cubicBezTo>
                <a:cubicBezTo>
                  <a:pt x="3632" y="94332"/>
                  <a:pt x="1954" y="92935"/>
                  <a:pt x="0" y="91678"/>
                </a:cubicBezTo>
                <a:cubicBezTo>
                  <a:pt x="5238" y="81549"/>
                  <a:pt x="7858" y="65589"/>
                  <a:pt x="7858" y="43796"/>
                </a:cubicBezTo>
                <a:lnTo>
                  <a:pt x="7858" y="2305"/>
                </a:lnTo>
                <a:lnTo>
                  <a:pt x="14354" y="2305"/>
                </a:lnTo>
                <a:lnTo>
                  <a:pt x="14354" y="29337"/>
                </a:lnTo>
                <a:lnTo>
                  <a:pt x="26298" y="29337"/>
                </a:lnTo>
                <a:close/>
              </a:path>
            </a:pathLst>
          </a:custGeom>
          <a:solidFill>
            <a:srgbClr val="E6E6E6"/>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fontAlgn="base"/>
            <a:endParaRPr lang="zh-CN" altLang="en-US" sz="800">
              <a:solidFill>
                <a:srgbClr val="E6E6E6"/>
              </a:solidFill>
            </a:endParaRPr>
          </a:p>
        </p:txBody>
      </p:sp>
      <p:sp>
        <p:nvSpPr>
          <p:cNvPr id="6" name="文本框 5">
            <a:extLst>
              <a:ext uri="{FF2B5EF4-FFF2-40B4-BE49-F238E27FC236}">
                <a16:creationId xmlns:a16="http://schemas.microsoft.com/office/drawing/2014/main" id="{CF6A394B-751A-4395-A207-B679971548FA}"/>
              </a:ext>
            </a:extLst>
          </p:cNvPr>
          <p:cNvSpPr txBox="1"/>
          <p:nvPr userDrawn="1"/>
        </p:nvSpPr>
        <p:spPr>
          <a:xfrm>
            <a:off x="38852977" y="20296026"/>
            <a:ext cx="1965874" cy="113995"/>
          </a:xfrm>
          <a:custGeom>
            <a:avLst/>
            <a:gdLst/>
            <a:ahLst/>
            <a:cxnLst/>
            <a:rect l="l" t="t" r="r" b="b"/>
            <a:pathLst>
              <a:path w="1965874" h="113994">
                <a:moveTo>
                  <a:pt x="891806" y="87487"/>
                </a:moveTo>
                <a:cubicBezTo>
                  <a:pt x="887684" y="90420"/>
                  <a:pt x="885624" y="93808"/>
                  <a:pt x="885624" y="97650"/>
                </a:cubicBezTo>
                <a:cubicBezTo>
                  <a:pt x="885624" y="100793"/>
                  <a:pt x="887126" y="103308"/>
                  <a:pt x="890130" y="105194"/>
                </a:cubicBezTo>
                <a:cubicBezTo>
                  <a:pt x="893134" y="107080"/>
                  <a:pt x="897290" y="108023"/>
                  <a:pt x="902598" y="108023"/>
                </a:cubicBezTo>
                <a:cubicBezTo>
                  <a:pt x="908046" y="108023"/>
                  <a:pt x="912586" y="106765"/>
                  <a:pt x="916218" y="104251"/>
                </a:cubicBezTo>
                <a:cubicBezTo>
                  <a:pt x="919572" y="101876"/>
                  <a:pt x="921248" y="99082"/>
                  <a:pt x="921248" y="95869"/>
                </a:cubicBezTo>
                <a:cubicBezTo>
                  <a:pt x="921248" y="90909"/>
                  <a:pt x="917302" y="88430"/>
                  <a:pt x="909408" y="88430"/>
                </a:cubicBezTo>
                <a:lnTo>
                  <a:pt x="899036" y="88430"/>
                </a:lnTo>
                <a:cubicBezTo>
                  <a:pt x="896870" y="88430"/>
                  <a:pt x="894460" y="88115"/>
                  <a:pt x="891806" y="87487"/>
                </a:cubicBezTo>
                <a:close/>
                <a:moveTo>
                  <a:pt x="429472" y="75438"/>
                </a:moveTo>
                <a:cubicBezTo>
                  <a:pt x="431288" y="75438"/>
                  <a:pt x="432824" y="76066"/>
                  <a:pt x="434082" y="77324"/>
                </a:cubicBezTo>
                <a:cubicBezTo>
                  <a:pt x="435340" y="78651"/>
                  <a:pt x="435968" y="80327"/>
                  <a:pt x="435968" y="82353"/>
                </a:cubicBezTo>
                <a:cubicBezTo>
                  <a:pt x="435968" y="84309"/>
                  <a:pt x="435340" y="85915"/>
                  <a:pt x="434082" y="87172"/>
                </a:cubicBezTo>
                <a:cubicBezTo>
                  <a:pt x="432824" y="88430"/>
                  <a:pt x="431288" y="89058"/>
                  <a:pt x="429472" y="89058"/>
                </a:cubicBezTo>
                <a:cubicBezTo>
                  <a:pt x="427726" y="89058"/>
                  <a:pt x="426224" y="88430"/>
                  <a:pt x="424966" y="87172"/>
                </a:cubicBezTo>
                <a:cubicBezTo>
                  <a:pt x="423710" y="85915"/>
                  <a:pt x="423080" y="84309"/>
                  <a:pt x="423080" y="82353"/>
                </a:cubicBezTo>
                <a:cubicBezTo>
                  <a:pt x="423080" y="80327"/>
                  <a:pt x="423710" y="78651"/>
                  <a:pt x="424966" y="77324"/>
                </a:cubicBezTo>
                <a:cubicBezTo>
                  <a:pt x="426224" y="76066"/>
                  <a:pt x="427726" y="75438"/>
                  <a:pt x="429472" y="75438"/>
                </a:cubicBezTo>
                <a:close/>
                <a:moveTo>
                  <a:pt x="335384" y="66846"/>
                </a:moveTo>
                <a:lnTo>
                  <a:pt x="335384" y="83191"/>
                </a:lnTo>
                <a:lnTo>
                  <a:pt x="392172" y="83191"/>
                </a:lnTo>
                <a:lnTo>
                  <a:pt x="392172" y="66846"/>
                </a:lnTo>
                <a:close/>
                <a:moveTo>
                  <a:pt x="856868" y="57731"/>
                </a:moveTo>
                <a:cubicBezTo>
                  <a:pt x="847158" y="58848"/>
                  <a:pt x="840174" y="60629"/>
                  <a:pt x="835914" y="63074"/>
                </a:cubicBezTo>
                <a:cubicBezTo>
                  <a:pt x="832002" y="65449"/>
                  <a:pt x="830046" y="68627"/>
                  <a:pt x="830046" y="72609"/>
                </a:cubicBezTo>
                <a:cubicBezTo>
                  <a:pt x="830046" y="78965"/>
                  <a:pt x="833538" y="82143"/>
                  <a:pt x="840524" y="82143"/>
                </a:cubicBezTo>
                <a:cubicBezTo>
                  <a:pt x="845552" y="82143"/>
                  <a:pt x="851000" y="79524"/>
                  <a:pt x="856868" y="74285"/>
                </a:cubicBezTo>
                <a:close/>
                <a:moveTo>
                  <a:pt x="482440" y="50606"/>
                </a:moveTo>
                <a:lnTo>
                  <a:pt x="482440" y="80781"/>
                </a:lnTo>
                <a:lnTo>
                  <a:pt x="496270" y="80781"/>
                </a:lnTo>
                <a:cubicBezTo>
                  <a:pt x="510870" y="80781"/>
                  <a:pt x="518168" y="75507"/>
                  <a:pt x="518168" y="64960"/>
                </a:cubicBezTo>
                <a:cubicBezTo>
                  <a:pt x="518168" y="55391"/>
                  <a:pt x="510870" y="50606"/>
                  <a:pt x="496270" y="50606"/>
                </a:cubicBezTo>
                <a:close/>
                <a:moveTo>
                  <a:pt x="1220056" y="49977"/>
                </a:moveTo>
                <a:cubicBezTo>
                  <a:pt x="1212652" y="54657"/>
                  <a:pt x="1208950" y="60664"/>
                  <a:pt x="1208950" y="67999"/>
                </a:cubicBezTo>
                <a:cubicBezTo>
                  <a:pt x="1208950" y="72190"/>
                  <a:pt x="1210522" y="75682"/>
                  <a:pt x="1213666" y="78476"/>
                </a:cubicBezTo>
                <a:cubicBezTo>
                  <a:pt x="1216878" y="81270"/>
                  <a:pt x="1220860" y="82667"/>
                  <a:pt x="1225610" y="82667"/>
                </a:cubicBezTo>
                <a:cubicBezTo>
                  <a:pt x="1230150" y="82667"/>
                  <a:pt x="1233886" y="81375"/>
                  <a:pt x="1236820" y="78790"/>
                </a:cubicBezTo>
                <a:cubicBezTo>
                  <a:pt x="1239614" y="76276"/>
                  <a:pt x="1241012" y="73063"/>
                  <a:pt x="1241012" y="69151"/>
                </a:cubicBezTo>
                <a:cubicBezTo>
                  <a:pt x="1241012" y="64401"/>
                  <a:pt x="1238916" y="60420"/>
                  <a:pt x="1234724" y="57207"/>
                </a:cubicBezTo>
                <a:cubicBezTo>
                  <a:pt x="1232140" y="55321"/>
                  <a:pt x="1227250" y="52911"/>
                  <a:pt x="1220056" y="49977"/>
                </a:cubicBezTo>
                <a:close/>
                <a:moveTo>
                  <a:pt x="335384" y="44215"/>
                </a:moveTo>
                <a:lnTo>
                  <a:pt x="335384" y="60350"/>
                </a:lnTo>
                <a:lnTo>
                  <a:pt x="392172" y="60350"/>
                </a:lnTo>
                <a:lnTo>
                  <a:pt x="392172" y="44215"/>
                </a:lnTo>
                <a:close/>
                <a:moveTo>
                  <a:pt x="62130" y="37299"/>
                </a:moveTo>
                <a:cubicBezTo>
                  <a:pt x="64786" y="49942"/>
                  <a:pt x="68662" y="60490"/>
                  <a:pt x="73760" y="68942"/>
                </a:cubicBezTo>
                <a:cubicBezTo>
                  <a:pt x="79558" y="60071"/>
                  <a:pt x="83644" y="49523"/>
                  <a:pt x="86020" y="37299"/>
                </a:cubicBezTo>
                <a:close/>
                <a:moveTo>
                  <a:pt x="961320" y="36880"/>
                </a:moveTo>
                <a:cubicBezTo>
                  <a:pt x="956220" y="36880"/>
                  <a:pt x="952100" y="38976"/>
                  <a:pt x="948956" y="43167"/>
                </a:cubicBezTo>
                <a:cubicBezTo>
                  <a:pt x="945742" y="47288"/>
                  <a:pt x="944136" y="52736"/>
                  <a:pt x="944136" y="59512"/>
                </a:cubicBezTo>
                <a:cubicBezTo>
                  <a:pt x="944136" y="66217"/>
                  <a:pt x="945742" y="71631"/>
                  <a:pt x="948956" y="75752"/>
                </a:cubicBezTo>
                <a:cubicBezTo>
                  <a:pt x="952100" y="79873"/>
                  <a:pt x="956220" y="81934"/>
                  <a:pt x="961320" y="81934"/>
                </a:cubicBezTo>
                <a:cubicBezTo>
                  <a:pt x="966418" y="81934"/>
                  <a:pt x="970574" y="79873"/>
                  <a:pt x="973788" y="75752"/>
                </a:cubicBezTo>
                <a:cubicBezTo>
                  <a:pt x="977000" y="71631"/>
                  <a:pt x="978608" y="66217"/>
                  <a:pt x="978608" y="59512"/>
                </a:cubicBezTo>
                <a:cubicBezTo>
                  <a:pt x="978608" y="52806"/>
                  <a:pt x="977000" y="47358"/>
                  <a:pt x="973788" y="43167"/>
                </a:cubicBezTo>
                <a:cubicBezTo>
                  <a:pt x="970574" y="38976"/>
                  <a:pt x="966418" y="36880"/>
                  <a:pt x="961320" y="36880"/>
                </a:cubicBezTo>
                <a:close/>
                <a:moveTo>
                  <a:pt x="655890" y="36566"/>
                </a:moveTo>
                <a:cubicBezTo>
                  <a:pt x="651560" y="36566"/>
                  <a:pt x="647822" y="38173"/>
                  <a:pt x="644680" y="41386"/>
                </a:cubicBezTo>
                <a:cubicBezTo>
                  <a:pt x="641396" y="44808"/>
                  <a:pt x="639476" y="49384"/>
                  <a:pt x="638918" y="55111"/>
                </a:cubicBezTo>
                <a:lnTo>
                  <a:pt x="670560" y="55111"/>
                </a:lnTo>
                <a:cubicBezTo>
                  <a:pt x="670560" y="42748"/>
                  <a:pt x="665670" y="36566"/>
                  <a:pt x="655890" y="36566"/>
                </a:cubicBezTo>
                <a:close/>
                <a:moveTo>
                  <a:pt x="901236" y="36042"/>
                </a:moveTo>
                <a:cubicBezTo>
                  <a:pt x="897604" y="36042"/>
                  <a:pt x="894600" y="37265"/>
                  <a:pt x="892224" y="39709"/>
                </a:cubicBezTo>
                <a:cubicBezTo>
                  <a:pt x="889780" y="42224"/>
                  <a:pt x="888558" y="45612"/>
                  <a:pt x="888558" y="49872"/>
                </a:cubicBezTo>
                <a:cubicBezTo>
                  <a:pt x="888558" y="53994"/>
                  <a:pt x="889816" y="57381"/>
                  <a:pt x="892330" y="60036"/>
                </a:cubicBezTo>
                <a:cubicBezTo>
                  <a:pt x="894774" y="62620"/>
                  <a:pt x="897744" y="63912"/>
                  <a:pt x="901236" y="63912"/>
                </a:cubicBezTo>
                <a:cubicBezTo>
                  <a:pt x="904728" y="63912"/>
                  <a:pt x="907696" y="62620"/>
                  <a:pt x="910142" y="60036"/>
                </a:cubicBezTo>
                <a:cubicBezTo>
                  <a:pt x="912656" y="57381"/>
                  <a:pt x="913914" y="53994"/>
                  <a:pt x="913914" y="49872"/>
                </a:cubicBezTo>
                <a:cubicBezTo>
                  <a:pt x="913914" y="45681"/>
                  <a:pt x="912656" y="42294"/>
                  <a:pt x="910142" y="39709"/>
                </a:cubicBezTo>
                <a:cubicBezTo>
                  <a:pt x="907766" y="37265"/>
                  <a:pt x="904798" y="36042"/>
                  <a:pt x="901236" y="36042"/>
                </a:cubicBezTo>
                <a:close/>
                <a:moveTo>
                  <a:pt x="429472" y="32689"/>
                </a:moveTo>
                <a:cubicBezTo>
                  <a:pt x="431288" y="32689"/>
                  <a:pt x="432824" y="33318"/>
                  <a:pt x="434082" y="34575"/>
                </a:cubicBezTo>
                <a:cubicBezTo>
                  <a:pt x="435340" y="35902"/>
                  <a:pt x="435968" y="37579"/>
                  <a:pt x="435968" y="39605"/>
                </a:cubicBezTo>
                <a:cubicBezTo>
                  <a:pt x="435968" y="41560"/>
                  <a:pt x="435340" y="43167"/>
                  <a:pt x="434082" y="44424"/>
                </a:cubicBezTo>
                <a:cubicBezTo>
                  <a:pt x="432824" y="45681"/>
                  <a:pt x="431288" y="46310"/>
                  <a:pt x="429472" y="46310"/>
                </a:cubicBezTo>
                <a:cubicBezTo>
                  <a:pt x="427726" y="46310"/>
                  <a:pt x="426224" y="45681"/>
                  <a:pt x="424966" y="44424"/>
                </a:cubicBezTo>
                <a:cubicBezTo>
                  <a:pt x="423710" y="43167"/>
                  <a:pt x="423080" y="41560"/>
                  <a:pt x="423080" y="39605"/>
                </a:cubicBezTo>
                <a:cubicBezTo>
                  <a:pt x="423080" y="37579"/>
                  <a:pt x="423710" y="35902"/>
                  <a:pt x="424966" y="34575"/>
                </a:cubicBezTo>
                <a:cubicBezTo>
                  <a:pt x="426224" y="33318"/>
                  <a:pt x="427726" y="32689"/>
                  <a:pt x="429472" y="32689"/>
                </a:cubicBezTo>
                <a:close/>
                <a:moveTo>
                  <a:pt x="1121644" y="31118"/>
                </a:moveTo>
                <a:lnTo>
                  <a:pt x="1130550" y="31118"/>
                </a:lnTo>
                <a:lnTo>
                  <a:pt x="1142600" y="63493"/>
                </a:lnTo>
                <a:lnTo>
                  <a:pt x="1148258" y="79419"/>
                </a:lnTo>
                <a:lnTo>
                  <a:pt x="1148780" y="79419"/>
                </a:lnTo>
                <a:cubicBezTo>
                  <a:pt x="1149130" y="78371"/>
                  <a:pt x="1149934" y="75682"/>
                  <a:pt x="1151190" y="71351"/>
                </a:cubicBezTo>
                <a:cubicBezTo>
                  <a:pt x="1152168" y="67999"/>
                  <a:pt x="1152972" y="65379"/>
                  <a:pt x="1153600" y="63493"/>
                </a:cubicBezTo>
                <a:lnTo>
                  <a:pt x="1164182" y="31118"/>
                </a:lnTo>
                <a:lnTo>
                  <a:pt x="1172564" y="31118"/>
                </a:lnTo>
                <a:lnTo>
                  <a:pt x="1150982" y="92935"/>
                </a:lnTo>
                <a:cubicBezTo>
                  <a:pt x="1146440" y="105927"/>
                  <a:pt x="1139560" y="112423"/>
                  <a:pt x="1130340" y="112423"/>
                </a:cubicBezTo>
                <a:cubicBezTo>
                  <a:pt x="1127896" y="112423"/>
                  <a:pt x="1125730" y="112039"/>
                  <a:pt x="1123844" y="111271"/>
                </a:cubicBezTo>
                <a:lnTo>
                  <a:pt x="1125626" y="104355"/>
                </a:lnTo>
                <a:cubicBezTo>
                  <a:pt x="1127162" y="104914"/>
                  <a:pt x="1128630" y="105194"/>
                  <a:pt x="1130026" y="105194"/>
                </a:cubicBezTo>
                <a:cubicBezTo>
                  <a:pt x="1135894" y="105194"/>
                  <a:pt x="1140294" y="100933"/>
                  <a:pt x="1143228" y="92411"/>
                </a:cubicBezTo>
                <a:lnTo>
                  <a:pt x="1144486" y="88011"/>
                </a:lnTo>
                <a:close/>
                <a:moveTo>
                  <a:pt x="567422" y="31118"/>
                </a:moveTo>
                <a:lnTo>
                  <a:pt x="575910" y="31118"/>
                </a:lnTo>
                <a:lnTo>
                  <a:pt x="575910" y="66008"/>
                </a:lnTo>
                <a:cubicBezTo>
                  <a:pt x="575910" y="71456"/>
                  <a:pt x="576782" y="75403"/>
                  <a:pt x="578528" y="77847"/>
                </a:cubicBezTo>
                <a:cubicBezTo>
                  <a:pt x="580274" y="80362"/>
                  <a:pt x="583138" y="81619"/>
                  <a:pt x="587120" y="81619"/>
                </a:cubicBezTo>
                <a:cubicBezTo>
                  <a:pt x="592290" y="81619"/>
                  <a:pt x="597598" y="78301"/>
                  <a:pt x="603046" y="71666"/>
                </a:cubicBezTo>
                <a:lnTo>
                  <a:pt x="603046" y="31118"/>
                </a:lnTo>
                <a:lnTo>
                  <a:pt x="611532" y="31118"/>
                </a:lnTo>
                <a:lnTo>
                  <a:pt x="611532" y="87696"/>
                </a:lnTo>
                <a:lnTo>
                  <a:pt x="604512" y="87696"/>
                </a:lnTo>
                <a:lnTo>
                  <a:pt x="603780" y="78686"/>
                </a:lnTo>
                <a:lnTo>
                  <a:pt x="603466" y="78686"/>
                </a:lnTo>
                <a:cubicBezTo>
                  <a:pt x="597458" y="85601"/>
                  <a:pt x="591172" y="89058"/>
                  <a:pt x="584606" y="89058"/>
                </a:cubicBezTo>
                <a:cubicBezTo>
                  <a:pt x="573150" y="89058"/>
                  <a:pt x="567422" y="81724"/>
                  <a:pt x="567422" y="67056"/>
                </a:cubicBezTo>
                <a:close/>
                <a:moveTo>
                  <a:pt x="1033548" y="29651"/>
                </a:moveTo>
                <a:cubicBezTo>
                  <a:pt x="1045072" y="29651"/>
                  <a:pt x="1050836" y="37020"/>
                  <a:pt x="1050836" y="51758"/>
                </a:cubicBezTo>
                <a:lnTo>
                  <a:pt x="1050836" y="87696"/>
                </a:lnTo>
                <a:lnTo>
                  <a:pt x="1042244" y="87696"/>
                </a:lnTo>
                <a:lnTo>
                  <a:pt x="1042244" y="52806"/>
                </a:lnTo>
                <a:cubicBezTo>
                  <a:pt x="1042244" y="42329"/>
                  <a:pt x="1038506" y="37090"/>
                  <a:pt x="1031032" y="37090"/>
                </a:cubicBezTo>
                <a:cubicBezTo>
                  <a:pt x="1026214" y="37090"/>
                  <a:pt x="1020834" y="40163"/>
                  <a:pt x="1014898" y="46310"/>
                </a:cubicBezTo>
                <a:lnTo>
                  <a:pt x="1014898" y="87696"/>
                </a:lnTo>
                <a:lnTo>
                  <a:pt x="1006410" y="87696"/>
                </a:lnTo>
                <a:lnTo>
                  <a:pt x="1006410" y="31118"/>
                </a:lnTo>
                <a:lnTo>
                  <a:pt x="1013326" y="31118"/>
                </a:lnTo>
                <a:lnTo>
                  <a:pt x="1014164" y="39395"/>
                </a:lnTo>
                <a:lnTo>
                  <a:pt x="1014478" y="39395"/>
                </a:lnTo>
                <a:cubicBezTo>
                  <a:pt x="1021114" y="32899"/>
                  <a:pt x="1027470" y="29651"/>
                  <a:pt x="1033548" y="29651"/>
                </a:cubicBezTo>
                <a:close/>
                <a:moveTo>
                  <a:pt x="961320" y="29651"/>
                </a:moveTo>
                <a:cubicBezTo>
                  <a:pt x="968584" y="29651"/>
                  <a:pt x="974660" y="32270"/>
                  <a:pt x="979550" y="37509"/>
                </a:cubicBezTo>
                <a:cubicBezTo>
                  <a:pt x="984788" y="43027"/>
                  <a:pt x="987408" y="50361"/>
                  <a:pt x="987408" y="59512"/>
                </a:cubicBezTo>
                <a:cubicBezTo>
                  <a:pt x="987408" y="68522"/>
                  <a:pt x="984788" y="75787"/>
                  <a:pt x="979550" y="81305"/>
                </a:cubicBezTo>
                <a:cubicBezTo>
                  <a:pt x="974660" y="86474"/>
                  <a:pt x="968584" y="89058"/>
                  <a:pt x="961320" y="89058"/>
                </a:cubicBezTo>
                <a:cubicBezTo>
                  <a:pt x="954124" y="89058"/>
                  <a:pt x="948082" y="86474"/>
                  <a:pt x="943194" y="81305"/>
                </a:cubicBezTo>
                <a:cubicBezTo>
                  <a:pt x="937954" y="75787"/>
                  <a:pt x="935334" y="68522"/>
                  <a:pt x="935334" y="59512"/>
                </a:cubicBezTo>
                <a:cubicBezTo>
                  <a:pt x="935334" y="50361"/>
                  <a:pt x="937954" y="43027"/>
                  <a:pt x="943194" y="37509"/>
                </a:cubicBezTo>
                <a:cubicBezTo>
                  <a:pt x="948012" y="32270"/>
                  <a:pt x="954054" y="29651"/>
                  <a:pt x="961320" y="29651"/>
                </a:cubicBezTo>
                <a:close/>
                <a:moveTo>
                  <a:pt x="901236" y="29651"/>
                </a:moveTo>
                <a:cubicBezTo>
                  <a:pt x="903820" y="29651"/>
                  <a:pt x="906440" y="30140"/>
                  <a:pt x="909094" y="31118"/>
                </a:cubicBezTo>
                <a:lnTo>
                  <a:pt x="928686" y="31118"/>
                </a:lnTo>
                <a:lnTo>
                  <a:pt x="928686" y="37719"/>
                </a:lnTo>
                <a:lnTo>
                  <a:pt x="916742" y="37719"/>
                </a:lnTo>
                <a:cubicBezTo>
                  <a:pt x="920026" y="40862"/>
                  <a:pt x="921666" y="44948"/>
                  <a:pt x="921666" y="49977"/>
                </a:cubicBezTo>
                <a:cubicBezTo>
                  <a:pt x="921666" y="55914"/>
                  <a:pt x="919676" y="60734"/>
                  <a:pt x="915694" y="64436"/>
                </a:cubicBezTo>
                <a:cubicBezTo>
                  <a:pt x="911852" y="67999"/>
                  <a:pt x="907034" y="69780"/>
                  <a:pt x="901236" y="69780"/>
                </a:cubicBezTo>
                <a:cubicBezTo>
                  <a:pt x="898092" y="69780"/>
                  <a:pt x="895194" y="69081"/>
                  <a:pt x="892540" y="67684"/>
                </a:cubicBezTo>
                <a:cubicBezTo>
                  <a:pt x="890024" y="69850"/>
                  <a:pt x="888768" y="72224"/>
                  <a:pt x="888768" y="74809"/>
                </a:cubicBezTo>
                <a:cubicBezTo>
                  <a:pt x="888768" y="79070"/>
                  <a:pt x="892120" y="81200"/>
                  <a:pt x="898826" y="81200"/>
                </a:cubicBezTo>
                <a:lnTo>
                  <a:pt x="910142" y="81200"/>
                </a:lnTo>
                <a:cubicBezTo>
                  <a:pt x="923134" y="81200"/>
                  <a:pt x="929630" y="85671"/>
                  <a:pt x="929630" y="94611"/>
                </a:cubicBezTo>
                <a:cubicBezTo>
                  <a:pt x="929630" y="99920"/>
                  <a:pt x="927080" y="104425"/>
                  <a:pt x="921982" y="108127"/>
                </a:cubicBezTo>
                <a:cubicBezTo>
                  <a:pt x="916602" y="112039"/>
                  <a:pt x="909758" y="113995"/>
                  <a:pt x="901446" y="113995"/>
                </a:cubicBezTo>
                <a:cubicBezTo>
                  <a:pt x="894390" y="113995"/>
                  <a:pt x="888768" y="112668"/>
                  <a:pt x="884576" y="110013"/>
                </a:cubicBezTo>
                <a:cubicBezTo>
                  <a:pt x="880246" y="107289"/>
                  <a:pt x="878080" y="103517"/>
                  <a:pt x="878080" y="98698"/>
                </a:cubicBezTo>
                <a:cubicBezTo>
                  <a:pt x="878080" y="93738"/>
                  <a:pt x="880874" y="89408"/>
                  <a:pt x="886462" y="85706"/>
                </a:cubicBezTo>
                <a:lnTo>
                  <a:pt x="886462" y="85286"/>
                </a:lnTo>
                <a:cubicBezTo>
                  <a:pt x="883040" y="83191"/>
                  <a:pt x="881328" y="80083"/>
                  <a:pt x="881328" y="75961"/>
                </a:cubicBezTo>
                <a:cubicBezTo>
                  <a:pt x="881328" y="72050"/>
                  <a:pt x="883424" y="68557"/>
                  <a:pt x="887614" y="65484"/>
                </a:cubicBezTo>
                <a:lnTo>
                  <a:pt x="887614" y="65065"/>
                </a:lnTo>
                <a:cubicBezTo>
                  <a:pt x="882726" y="61153"/>
                  <a:pt x="880280" y="56089"/>
                  <a:pt x="880280" y="49872"/>
                </a:cubicBezTo>
                <a:cubicBezTo>
                  <a:pt x="880280" y="43865"/>
                  <a:pt x="882342" y="38976"/>
                  <a:pt x="886462" y="35204"/>
                </a:cubicBezTo>
                <a:cubicBezTo>
                  <a:pt x="890444" y="31502"/>
                  <a:pt x="895368" y="29651"/>
                  <a:pt x="901236" y="29651"/>
                </a:cubicBezTo>
                <a:close/>
                <a:moveTo>
                  <a:pt x="846182" y="29651"/>
                </a:moveTo>
                <a:cubicBezTo>
                  <a:pt x="858964" y="29651"/>
                  <a:pt x="865354" y="37299"/>
                  <a:pt x="865354" y="52597"/>
                </a:cubicBezTo>
                <a:lnTo>
                  <a:pt x="865354" y="87696"/>
                </a:lnTo>
                <a:lnTo>
                  <a:pt x="858334" y="87696"/>
                </a:lnTo>
                <a:lnTo>
                  <a:pt x="857602" y="80781"/>
                </a:lnTo>
                <a:lnTo>
                  <a:pt x="857288" y="80781"/>
                </a:lnTo>
                <a:cubicBezTo>
                  <a:pt x="850792" y="86299"/>
                  <a:pt x="844434" y="89058"/>
                  <a:pt x="838218" y="89058"/>
                </a:cubicBezTo>
                <a:cubicBezTo>
                  <a:pt x="833398" y="89058"/>
                  <a:pt x="829486" y="87696"/>
                  <a:pt x="826484" y="84972"/>
                </a:cubicBezTo>
                <a:cubicBezTo>
                  <a:pt x="823340" y="82038"/>
                  <a:pt x="821768" y="78092"/>
                  <a:pt x="821768" y="73133"/>
                </a:cubicBezTo>
                <a:cubicBezTo>
                  <a:pt x="821768" y="66986"/>
                  <a:pt x="824598" y="62236"/>
                  <a:pt x="830256" y="58883"/>
                </a:cubicBezTo>
                <a:cubicBezTo>
                  <a:pt x="835704" y="55670"/>
                  <a:pt x="844574" y="53365"/>
                  <a:pt x="856868" y="51968"/>
                </a:cubicBezTo>
                <a:cubicBezTo>
                  <a:pt x="857008" y="41840"/>
                  <a:pt x="852992" y="36776"/>
                  <a:pt x="844818" y="36776"/>
                </a:cubicBezTo>
                <a:cubicBezTo>
                  <a:pt x="839300" y="36776"/>
                  <a:pt x="833574" y="38871"/>
                  <a:pt x="827636" y="43062"/>
                </a:cubicBezTo>
                <a:lnTo>
                  <a:pt x="824178" y="37090"/>
                </a:lnTo>
                <a:cubicBezTo>
                  <a:pt x="831722" y="32131"/>
                  <a:pt x="839056" y="29651"/>
                  <a:pt x="846182" y="29651"/>
                </a:cubicBezTo>
                <a:close/>
                <a:moveTo>
                  <a:pt x="811434" y="29651"/>
                </a:moveTo>
                <a:cubicBezTo>
                  <a:pt x="813738" y="29651"/>
                  <a:pt x="815730" y="30070"/>
                  <a:pt x="817406" y="30908"/>
                </a:cubicBezTo>
                <a:lnTo>
                  <a:pt x="815730" y="38347"/>
                </a:lnTo>
                <a:cubicBezTo>
                  <a:pt x="813844" y="37719"/>
                  <a:pt x="812062" y="37404"/>
                  <a:pt x="810386" y="37404"/>
                </a:cubicBezTo>
                <a:cubicBezTo>
                  <a:pt x="804170" y="37404"/>
                  <a:pt x="799314" y="41875"/>
                  <a:pt x="795822" y="50815"/>
                </a:cubicBezTo>
                <a:lnTo>
                  <a:pt x="795822" y="87696"/>
                </a:lnTo>
                <a:lnTo>
                  <a:pt x="787336" y="87696"/>
                </a:lnTo>
                <a:lnTo>
                  <a:pt x="787336" y="31118"/>
                </a:lnTo>
                <a:lnTo>
                  <a:pt x="794250" y="31118"/>
                </a:lnTo>
                <a:lnTo>
                  <a:pt x="795090" y="41490"/>
                </a:lnTo>
                <a:lnTo>
                  <a:pt x="795404" y="41490"/>
                </a:lnTo>
                <a:cubicBezTo>
                  <a:pt x="799664" y="33597"/>
                  <a:pt x="805008" y="29651"/>
                  <a:pt x="811434" y="29651"/>
                </a:cubicBezTo>
                <a:close/>
                <a:moveTo>
                  <a:pt x="655786" y="29651"/>
                </a:moveTo>
                <a:cubicBezTo>
                  <a:pt x="662840" y="29651"/>
                  <a:pt x="668324" y="32026"/>
                  <a:pt x="672236" y="36776"/>
                </a:cubicBezTo>
                <a:cubicBezTo>
                  <a:pt x="676148" y="41456"/>
                  <a:pt x="678102" y="47917"/>
                  <a:pt x="678102" y="56159"/>
                </a:cubicBezTo>
                <a:cubicBezTo>
                  <a:pt x="678102" y="58394"/>
                  <a:pt x="677964" y="60105"/>
                  <a:pt x="677684" y="61293"/>
                </a:cubicBezTo>
                <a:lnTo>
                  <a:pt x="639022" y="61293"/>
                </a:lnTo>
                <a:cubicBezTo>
                  <a:pt x="639302" y="67579"/>
                  <a:pt x="641188" y="72644"/>
                  <a:pt x="644680" y="76485"/>
                </a:cubicBezTo>
                <a:cubicBezTo>
                  <a:pt x="648172" y="80327"/>
                  <a:pt x="652748" y="82248"/>
                  <a:pt x="658406" y="82248"/>
                </a:cubicBezTo>
                <a:cubicBezTo>
                  <a:pt x="663434" y="82248"/>
                  <a:pt x="668220" y="80711"/>
                  <a:pt x="672760" y="77638"/>
                </a:cubicBezTo>
                <a:lnTo>
                  <a:pt x="675902" y="83296"/>
                </a:lnTo>
                <a:cubicBezTo>
                  <a:pt x="669896" y="87137"/>
                  <a:pt x="663714" y="89058"/>
                  <a:pt x="657358" y="89058"/>
                </a:cubicBezTo>
                <a:cubicBezTo>
                  <a:pt x="649674" y="89058"/>
                  <a:pt x="643352" y="86439"/>
                  <a:pt x="638394" y="81200"/>
                </a:cubicBezTo>
                <a:cubicBezTo>
                  <a:pt x="633154" y="75752"/>
                  <a:pt x="630536" y="68522"/>
                  <a:pt x="630536" y="59512"/>
                </a:cubicBezTo>
                <a:cubicBezTo>
                  <a:pt x="630536" y="50641"/>
                  <a:pt x="633120" y="43341"/>
                  <a:pt x="638288" y="37614"/>
                </a:cubicBezTo>
                <a:cubicBezTo>
                  <a:pt x="643178" y="32305"/>
                  <a:pt x="649010" y="29651"/>
                  <a:pt x="655786" y="29651"/>
                </a:cubicBezTo>
                <a:close/>
                <a:moveTo>
                  <a:pt x="231970" y="22526"/>
                </a:moveTo>
                <a:cubicBezTo>
                  <a:pt x="237140" y="29791"/>
                  <a:pt x="240528" y="36391"/>
                  <a:pt x="242134" y="42329"/>
                </a:cubicBezTo>
                <a:lnTo>
                  <a:pt x="235638" y="44948"/>
                </a:lnTo>
                <a:cubicBezTo>
                  <a:pt x="233892" y="38662"/>
                  <a:pt x="230678" y="31956"/>
                  <a:pt x="225998" y="24831"/>
                </a:cubicBezTo>
                <a:close/>
                <a:moveTo>
                  <a:pt x="285406" y="22002"/>
                </a:moveTo>
                <a:lnTo>
                  <a:pt x="292636" y="24412"/>
                </a:lnTo>
                <a:cubicBezTo>
                  <a:pt x="288026" y="33353"/>
                  <a:pt x="283974" y="40303"/>
                  <a:pt x="280482" y="45262"/>
                </a:cubicBezTo>
                <a:lnTo>
                  <a:pt x="274614" y="43167"/>
                </a:lnTo>
                <a:cubicBezTo>
                  <a:pt x="279084" y="36252"/>
                  <a:pt x="282682" y="29197"/>
                  <a:pt x="285406" y="22002"/>
                </a:cubicBezTo>
                <a:close/>
                <a:moveTo>
                  <a:pt x="335384" y="21164"/>
                </a:moveTo>
                <a:lnTo>
                  <a:pt x="335384" y="37719"/>
                </a:lnTo>
                <a:lnTo>
                  <a:pt x="392172" y="37719"/>
                </a:lnTo>
                <a:lnTo>
                  <a:pt x="392172" y="21164"/>
                </a:lnTo>
                <a:close/>
                <a:moveTo>
                  <a:pt x="1289360" y="20955"/>
                </a:moveTo>
                <a:cubicBezTo>
                  <a:pt x="1287754" y="24098"/>
                  <a:pt x="1285728" y="27800"/>
                  <a:pt x="1283284" y="32061"/>
                </a:cubicBezTo>
                <a:lnTo>
                  <a:pt x="1264738" y="59512"/>
                </a:lnTo>
                <a:lnTo>
                  <a:pt x="1289256" y="59512"/>
                </a:lnTo>
                <a:lnTo>
                  <a:pt x="1289256" y="34575"/>
                </a:lnTo>
                <a:cubicBezTo>
                  <a:pt x="1289256" y="30524"/>
                  <a:pt x="1289466" y="25984"/>
                  <a:pt x="1289884" y="20955"/>
                </a:cubicBezTo>
                <a:close/>
                <a:moveTo>
                  <a:pt x="1625440" y="18126"/>
                </a:moveTo>
                <a:lnTo>
                  <a:pt x="1625440" y="80572"/>
                </a:lnTo>
                <a:lnTo>
                  <a:pt x="1634870" y="80572"/>
                </a:lnTo>
                <a:cubicBezTo>
                  <a:pt x="1644020" y="80572"/>
                  <a:pt x="1650970" y="77778"/>
                  <a:pt x="1655720" y="72190"/>
                </a:cubicBezTo>
                <a:cubicBezTo>
                  <a:pt x="1660260" y="66741"/>
                  <a:pt x="1662530" y="59023"/>
                  <a:pt x="1662530" y="49034"/>
                </a:cubicBezTo>
                <a:cubicBezTo>
                  <a:pt x="1662530" y="28429"/>
                  <a:pt x="1653310" y="18126"/>
                  <a:pt x="1634870" y="18126"/>
                </a:cubicBezTo>
                <a:close/>
                <a:moveTo>
                  <a:pt x="720566" y="18126"/>
                </a:moveTo>
                <a:lnTo>
                  <a:pt x="720566" y="80572"/>
                </a:lnTo>
                <a:lnTo>
                  <a:pt x="729996" y="80572"/>
                </a:lnTo>
                <a:cubicBezTo>
                  <a:pt x="739146" y="80572"/>
                  <a:pt x="746096" y="77778"/>
                  <a:pt x="750846" y="72190"/>
                </a:cubicBezTo>
                <a:cubicBezTo>
                  <a:pt x="755386" y="66741"/>
                  <a:pt x="757656" y="59023"/>
                  <a:pt x="757656" y="49034"/>
                </a:cubicBezTo>
                <a:cubicBezTo>
                  <a:pt x="757656" y="28429"/>
                  <a:pt x="748436" y="18126"/>
                  <a:pt x="729996" y="18126"/>
                </a:cubicBezTo>
                <a:close/>
                <a:moveTo>
                  <a:pt x="482440" y="17916"/>
                </a:moveTo>
                <a:lnTo>
                  <a:pt x="482440" y="43900"/>
                </a:lnTo>
                <a:lnTo>
                  <a:pt x="494176" y="43900"/>
                </a:lnTo>
                <a:cubicBezTo>
                  <a:pt x="507098" y="43900"/>
                  <a:pt x="513558" y="39535"/>
                  <a:pt x="513558" y="30803"/>
                </a:cubicBezTo>
                <a:cubicBezTo>
                  <a:pt x="513558" y="26193"/>
                  <a:pt x="511986" y="22875"/>
                  <a:pt x="508844" y="20850"/>
                </a:cubicBezTo>
                <a:cubicBezTo>
                  <a:pt x="505840" y="18894"/>
                  <a:pt x="501126" y="17916"/>
                  <a:pt x="494700" y="17916"/>
                </a:cubicBezTo>
                <a:close/>
                <a:moveTo>
                  <a:pt x="155694" y="16659"/>
                </a:moveTo>
                <a:cubicBezTo>
                  <a:pt x="159048" y="36077"/>
                  <a:pt x="164636" y="51549"/>
                  <a:pt x="172458" y="63074"/>
                </a:cubicBezTo>
                <a:cubicBezTo>
                  <a:pt x="181540" y="50431"/>
                  <a:pt x="187756" y="34959"/>
                  <a:pt x="191108" y="16659"/>
                </a:cubicBezTo>
                <a:close/>
                <a:moveTo>
                  <a:pt x="1556156" y="16344"/>
                </a:moveTo>
                <a:cubicBezTo>
                  <a:pt x="1552314" y="16344"/>
                  <a:pt x="1549136" y="18021"/>
                  <a:pt x="1546622" y="21374"/>
                </a:cubicBezTo>
                <a:cubicBezTo>
                  <a:pt x="1544036" y="24726"/>
                  <a:pt x="1542744" y="29057"/>
                  <a:pt x="1542744" y="34366"/>
                </a:cubicBezTo>
                <a:cubicBezTo>
                  <a:pt x="1542744" y="39814"/>
                  <a:pt x="1543896" y="44075"/>
                  <a:pt x="1546202" y="47148"/>
                </a:cubicBezTo>
                <a:cubicBezTo>
                  <a:pt x="1548716" y="50431"/>
                  <a:pt x="1552278" y="52073"/>
                  <a:pt x="1556890" y="52073"/>
                </a:cubicBezTo>
                <a:cubicBezTo>
                  <a:pt x="1562896" y="52073"/>
                  <a:pt x="1568414" y="48545"/>
                  <a:pt x="1573444" y="41490"/>
                </a:cubicBezTo>
                <a:cubicBezTo>
                  <a:pt x="1572536" y="24726"/>
                  <a:pt x="1566772" y="16344"/>
                  <a:pt x="1556156" y="16344"/>
                </a:cubicBezTo>
                <a:close/>
                <a:moveTo>
                  <a:pt x="1225504" y="16344"/>
                </a:moveTo>
                <a:cubicBezTo>
                  <a:pt x="1221872" y="16344"/>
                  <a:pt x="1218868" y="17532"/>
                  <a:pt x="1216494" y="19907"/>
                </a:cubicBezTo>
                <a:cubicBezTo>
                  <a:pt x="1214120" y="22352"/>
                  <a:pt x="1212932" y="25460"/>
                  <a:pt x="1212932" y="29232"/>
                </a:cubicBezTo>
                <a:cubicBezTo>
                  <a:pt x="1212932" y="33493"/>
                  <a:pt x="1214748" y="37090"/>
                  <a:pt x="1218380" y="40024"/>
                </a:cubicBezTo>
                <a:cubicBezTo>
                  <a:pt x="1220894" y="42049"/>
                  <a:pt x="1225016" y="44180"/>
                  <a:pt x="1230744" y="46415"/>
                </a:cubicBezTo>
                <a:cubicBezTo>
                  <a:pt x="1236332" y="41665"/>
                  <a:pt x="1239126" y="36356"/>
                  <a:pt x="1239126" y="30489"/>
                </a:cubicBezTo>
                <a:cubicBezTo>
                  <a:pt x="1239126" y="26438"/>
                  <a:pt x="1237938" y="23120"/>
                  <a:pt x="1235564" y="20535"/>
                </a:cubicBezTo>
                <a:cubicBezTo>
                  <a:pt x="1233048" y="17741"/>
                  <a:pt x="1229696" y="16344"/>
                  <a:pt x="1225504" y="16344"/>
                </a:cubicBezTo>
                <a:close/>
                <a:moveTo>
                  <a:pt x="1912018" y="11001"/>
                </a:moveTo>
                <a:lnTo>
                  <a:pt x="1920926" y="11001"/>
                </a:lnTo>
                <a:lnTo>
                  <a:pt x="1949948" y="60664"/>
                </a:lnTo>
                <a:lnTo>
                  <a:pt x="1958226" y="76381"/>
                </a:lnTo>
                <a:lnTo>
                  <a:pt x="1958748" y="76381"/>
                </a:lnTo>
                <a:cubicBezTo>
                  <a:pt x="1957980" y="65135"/>
                  <a:pt x="1957596" y="57172"/>
                  <a:pt x="1957596" y="52492"/>
                </a:cubicBezTo>
                <a:lnTo>
                  <a:pt x="1957596" y="11001"/>
                </a:lnTo>
                <a:lnTo>
                  <a:pt x="1965874" y="11001"/>
                </a:lnTo>
                <a:lnTo>
                  <a:pt x="1965874" y="87696"/>
                </a:lnTo>
                <a:lnTo>
                  <a:pt x="1956862" y="87696"/>
                </a:lnTo>
                <a:lnTo>
                  <a:pt x="1928050" y="38033"/>
                </a:lnTo>
                <a:lnTo>
                  <a:pt x="1919668" y="22317"/>
                </a:lnTo>
                <a:lnTo>
                  <a:pt x="1919144" y="22317"/>
                </a:lnTo>
                <a:cubicBezTo>
                  <a:pt x="1919842" y="35029"/>
                  <a:pt x="1920192" y="42818"/>
                  <a:pt x="1920192" y="45681"/>
                </a:cubicBezTo>
                <a:lnTo>
                  <a:pt x="1920192" y="87696"/>
                </a:lnTo>
                <a:lnTo>
                  <a:pt x="1912018" y="87696"/>
                </a:lnTo>
                <a:close/>
                <a:moveTo>
                  <a:pt x="1807244" y="11001"/>
                </a:moveTo>
                <a:lnTo>
                  <a:pt x="1815940" y="11001"/>
                </a:lnTo>
                <a:lnTo>
                  <a:pt x="1815940" y="87696"/>
                </a:lnTo>
                <a:lnTo>
                  <a:pt x="1807244" y="87696"/>
                </a:lnTo>
                <a:close/>
                <a:moveTo>
                  <a:pt x="1692944" y="11001"/>
                </a:moveTo>
                <a:lnTo>
                  <a:pt x="1736636" y="11001"/>
                </a:lnTo>
                <a:lnTo>
                  <a:pt x="1736636" y="18335"/>
                </a:lnTo>
                <a:lnTo>
                  <a:pt x="1701640" y="18335"/>
                </a:lnTo>
                <a:lnTo>
                  <a:pt x="1701640" y="43586"/>
                </a:lnTo>
                <a:lnTo>
                  <a:pt x="1731082" y="43586"/>
                </a:lnTo>
                <a:lnTo>
                  <a:pt x="1731082" y="50920"/>
                </a:lnTo>
                <a:lnTo>
                  <a:pt x="1701640" y="50920"/>
                </a:lnTo>
                <a:lnTo>
                  <a:pt x="1701640" y="80362"/>
                </a:lnTo>
                <a:lnTo>
                  <a:pt x="1737788" y="80362"/>
                </a:lnTo>
                <a:lnTo>
                  <a:pt x="1737788" y="87696"/>
                </a:lnTo>
                <a:lnTo>
                  <a:pt x="1692944" y="87696"/>
                </a:lnTo>
                <a:close/>
                <a:moveTo>
                  <a:pt x="1616744" y="11001"/>
                </a:moveTo>
                <a:lnTo>
                  <a:pt x="1635604" y="11001"/>
                </a:lnTo>
                <a:cubicBezTo>
                  <a:pt x="1647268" y="11001"/>
                  <a:pt x="1656174" y="14319"/>
                  <a:pt x="1662322" y="20955"/>
                </a:cubicBezTo>
                <a:cubicBezTo>
                  <a:pt x="1668398" y="27520"/>
                  <a:pt x="1671436" y="36880"/>
                  <a:pt x="1671436" y="49034"/>
                </a:cubicBezTo>
                <a:cubicBezTo>
                  <a:pt x="1671436" y="61258"/>
                  <a:pt x="1668434" y="70723"/>
                  <a:pt x="1662426" y="77428"/>
                </a:cubicBezTo>
                <a:cubicBezTo>
                  <a:pt x="1656280" y="84274"/>
                  <a:pt x="1647442" y="87696"/>
                  <a:pt x="1635918" y="87696"/>
                </a:cubicBezTo>
                <a:lnTo>
                  <a:pt x="1616744" y="87696"/>
                </a:lnTo>
                <a:close/>
                <a:moveTo>
                  <a:pt x="1484232" y="11001"/>
                </a:moveTo>
                <a:lnTo>
                  <a:pt x="1520904" y="11001"/>
                </a:lnTo>
                <a:lnTo>
                  <a:pt x="1520904" y="18335"/>
                </a:lnTo>
                <a:lnTo>
                  <a:pt x="1491776" y="18335"/>
                </a:lnTo>
                <a:lnTo>
                  <a:pt x="1489680" y="41595"/>
                </a:lnTo>
                <a:cubicBezTo>
                  <a:pt x="1493522" y="39430"/>
                  <a:pt x="1497504" y="38347"/>
                  <a:pt x="1501624" y="38347"/>
                </a:cubicBezTo>
                <a:cubicBezTo>
                  <a:pt x="1508400" y="38347"/>
                  <a:pt x="1513814" y="40303"/>
                  <a:pt x="1517866" y="44215"/>
                </a:cubicBezTo>
                <a:cubicBezTo>
                  <a:pt x="1522336" y="48545"/>
                  <a:pt x="1524570" y="54762"/>
                  <a:pt x="1524570" y="62865"/>
                </a:cubicBezTo>
                <a:cubicBezTo>
                  <a:pt x="1524570" y="70827"/>
                  <a:pt x="1522022" y="77289"/>
                  <a:pt x="1516922" y="82248"/>
                </a:cubicBezTo>
                <a:cubicBezTo>
                  <a:pt x="1512242" y="86788"/>
                  <a:pt x="1506550" y="89058"/>
                  <a:pt x="1499844" y="89058"/>
                </a:cubicBezTo>
                <a:cubicBezTo>
                  <a:pt x="1490484" y="89058"/>
                  <a:pt x="1482416" y="85671"/>
                  <a:pt x="1475640" y="78895"/>
                </a:cubicBezTo>
                <a:lnTo>
                  <a:pt x="1479936" y="73237"/>
                </a:lnTo>
                <a:cubicBezTo>
                  <a:pt x="1485594" y="79035"/>
                  <a:pt x="1491986" y="81934"/>
                  <a:pt x="1499110" y="81934"/>
                </a:cubicBezTo>
                <a:cubicBezTo>
                  <a:pt x="1503860" y="81934"/>
                  <a:pt x="1507842" y="80222"/>
                  <a:pt x="1511054" y="76800"/>
                </a:cubicBezTo>
                <a:cubicBezTo>
                  <a:pt x="1514338" y="73307"/>
                  <a:pt x="1515980" y="68732"/>
                  <a:pt x="1515980" y="63074"/>
                </a:cubicBezTo>
                <a:cubicBezTo>
                  <a:pt x="1515980" y="57486"/>
                  <a:pt x="1514478" y="53051"/>
                  <a:pt x="1511474" y="49768"/>
                </a:cubicBezTo>
                <a:cubicBezTo>
                  <a:pt x="1508540" y="46555"/>
                  <a:pt x="1504558" y="44948"/>
                  <a:pt x="1499530" y="44948"/>
                </a:cubicBezTo>
                <a:cubicBezTo>
                  <a:pt x="1495478" y="44948"/>
                  <a:pt x="1491148" y="46485"/>
                  <a:pt x="1486538" y="49558"/>
                </a:cubicBezTo>
                <a:lnTo>
                  <a:pt x="1481822" y="46624"/>
                </a:lnTo>
                <a:close/>
                <a:moveTo>
                  <a:pt x="1430216" y="11001"/>
                </a:moveTo>
                <a:lnTo>
                  <a:pt x="1477678" y="11001"/>
                </a:lnTo>
                <a:lnTo>
                  <a:pt x="1477678" y="16135"/>
                </a:lnTo>
                <a:cubicBezTo>
                  <a:pt x="1469158" y="27171"/>
                  <a:pt x="1463254" y="38277"/>
                  <a:pt x="1459972" y="49453"/>
                </a:cubicBezTo>
                <a:cubicBezTo>
                  <a:pt x="1457318" y="58674"/>
                  <a:pt x="1455642" y="71421"/>
                  <a:pt x="1454942" y="87696"/>
                </a:cubicBezTo>
                <a:lnTo>
                  <a:pt x="1446038" y="87696"/>
                </a:lnTo>
                <a:cubicBezTo>
                  <a:pt x="1447224" y="59966"/>
                  <a:pt x="1454488" y="36845"/>
                  <a:pt x="1467830" y="18335"/>
                </a:cubicBezTo>
                <a:lnTo>
                  <a:pt x="1430216" y="18335"/>
                </a:lnTo>
                <a:close/>
                <a:moveTo>
                  <a:pt x="1379458" y="11001"/>
                </a:moveTo>
                <a:lnTo>
                  <a:pt x="1416128" y="11001"/>
                </a:lnTo>
                <a:lnTo>
                  <a:pt x="1416128" y="18335"/>
                </a:lnTo>
                <a:lnTo>
                  <a:pt x="1387002" y="18335"/>
                </a:lnTo>
                <a:lnTo>
                  <a:pt x="1384906" y="41595"/>
                </a:lnTo>
                <a:cubicBezTo>
                  <a:pt x="1388748" y="39430"/>
                  <a:pt x="1392728" y="38347"/>
                  <a:pt x="1396850" y="38347"/>
                </a:cubicBezTo>
                <a:cubicBezTo>
                  <a:pt x="1403626" y="38347"/>
                  <a:pt x="1409038" y="40303"/>
                  <a:pt x="1413090" y="44215"/>
                </a:cubicBezTo>
                <a:cubicBezTo>
                  <a:pt x="1417560" y="48545"/>
                  <a:pt x="1419796" y="54762"/>
                  <a:pt x="1419796" y="62865"/>
                </a:cubicBezTo>
                <a:cubicBezTo>
                  <a:pt x="1419796" y="70827"/>
                  <a:pt x="1417246" y="77289"/>
                  <a:pt x="1412148" y="82248"/>
                </a:cubicBezTo>
                <a:cubicBezTo>
                  <a:pt x="1407468" y="86788"/>
                  <a:pt x="1401774" y="89058"/>
                  <a:pt x="1395068" y="89058"/>
                </a:cubicBezTo>
                <a:cubicBezTo>
                  <a:pt x="1385708" y="89058"/>
                  <a:pt x="1377642" y="85671"/>
                  <a:pt x="1370866" y="78895"/>
                </a:cubicBezTo>
                <a:lnTo>
                  <a:pt x="1375162" y="73237"/>
                </a:lnTo>
                <a:cubicBezTo>
                  <a:pt x="1380820" y="79035"/>
                  <a:pt x="1387210" y="81934"/>
                  <a:pt x="1394336" y="81934"/>
                </a:cubicBezTo>
                <a:cubicBezTo>
                  <a:pt x="1399086" y="81934"/>
                  <a:pt x="1403066" y="80222"/>
                  <a:pt x="1406280" y="76800"/>
                </a:cubicBezTo>
                <a:cubicBezTo>
                  <a:pt x="1409562" y="73307"/>
                  <a:pt x="1411204" y="68732"/>
                  <a:pt x="1411204" y="63074"/>
                </a:cubicBezTo>
                <a:cubicBezTo>
                  <a:pt x="1411204" y="57486"/>
                  <a:pt x="1409702" y="53051"/>
                  <a:pt x="1406698" y="49768"/>
                </a:cubicBezTo>
                <a:cubicBezTo>
                  <a:pt x="1403766" y="46555"/>
                  <a:pt x="1399784" y="44948"/>
                  <a:pt x="1394754" y="44948"/>
                </a:cubicBezTo>
                <a:cubicBezTo>
                  <a:pt x="1390704" y="44948"/>
                  <a:pt x="1386372" y="46485"/>
                  <a:pt x="1381762" y="49558"/>
                </a:cubicBezTo>
                <a:lnTo>
                  <a:pt x="1377048" y="46624"/>
                </a:lnTo>
                <a:close/>
                <a:moveTo>
                  <a:pt x="1288208" y="11001"/>
                </a:moveTo>
                <a:lnTo>
                  <a:pt x="1297324" y="11001"/>
                </a:lnTo>
                <a:lnTo>
                  <a:pt x="1297324" y="59512"/>
                </a:lnTo>
                <a:lnTo>
                  <a:pt x="1307800" y="59512"/>
                </a:lnTo>
                <a:lnTo>
                  <a:pt x="1307800" y="66322"/>
                </a:lnTo>
                <a:lnTo>
                  <a:pt x="1297324" y="66322"/>
                </a:lnTo>
                <a:lnTo>
                  <a:pt x="1297324" y="87696"/>
                </a:lnTo>
                <a:lnTo>
                  <a:pt x="1289256" y="87696"/>
                </a:lnTo>
                <a:lnTo>
                  <a:pt x="1289256" y="66322"/>
                </a:lnTo>
                <a:lnTo>
                  <a:pt x="1255622" y="66322"/>
                </a:lnTo>
                <a:lnTo>
                  <a:pt x="1255622" y="60769"/>
                </a:lnTo>
                <a:close/>
                <a:moveTo>
                  <a:pt x="711870" y="11001"/>
                </a:moveTo>
                <a:lnTo>
                  <a:pt x="730728" y="11001"/>
                </a:lnTo>
                <a:cubicBezTo>
                  <a:pt x="742394" y="11001"/>
                  <a:pt x="751300" y="14319"/>
                  <a:pt x="757446" y="20955"/>
                </a:cubicBezTo>
                <a:cubicBezTo>
                  <a:pt x="763524" y="27520"/>
                  <a:pt x="766562" y="36880"/>
                  <a:pt x="766562" y="49034"/>
                </a:cubicBezTo>
                <a:cubicBezTo>
                  <a:pt x="766562" y="61258"/>
                  <a:pt x="763558" y="70723"/>
                  <a:pt x="757550" y="77428"/>
                </a:cubicBezTo>
                <a:cubicBezTo>
                  <a:pt x="751404" y="84274"/>
                  <a:pt x="742568" y="87696"/>
                  <a:pt x="731042" y="87696"/>
                </a:cubicBezTo>
                <a:lnTo>
                  <a:pt x="711870" y="87696"/>
                </a:lnTo>
                <a:close/>
                <a:moveTo>
                  <a:pt x="473744" y="11001"/>
                </a:moveTo>
                <a:lnTo>
                  <a:pt x="495956" y="11001"/>
                </a:lnTo>
                <a:cubicBezTo>
                  <a:pt x="513418" y="11001"/>
                  <a:pt x="522150" y="17253"/>
                  <a:pt x="522150" y="29756"/>
                </a:cubicBezTo>
                <a:cubicBezTo>
                  <a:pt x="522150" y="38347"/>
                  <a:pt x="518344" y="43900"/>
                  <a:pt x="510730" y="46415"/>
                </a:cubicBezTo>
                <a:lnTo>
                  <a:pt x="510730" y="46834"/>
                </a:lnTo>
                <a:cubicBezTo>
                  <a:pt x="521346" y="48860"/>
                  <a:pt x="526656" y="55006"/>
                  <a:pt x="526656" y="65274"/>
                </a:cubicBezTo>
                <a:cubicBezTo>
                  <a:pt x="526656" y="72539"/>
                  <a:pt x="523966" y="78162"/>
                  <a:pt x="518588" y="82143"/>
                </a:cubicBezTo>
                <a:cubicBezTo>
                  <a:pt x="513488" y="85845"/>
                  <a:pt x="506504" y="87696"/>
                  <a:pt x="497632" y="87696"/>
                </a:cubicBezTo>
                <a:lnTo>
                  <a:pt x="473744" y="87696"/>
                </a:lnTo>
                <a:close/>
                <a:moveTo>
                  <a:pt x="1225714" y="9848"/>
                </a:moveTo>
                <a:cubicBezTo>
                  <a:pt x="1232140" y="9848"/>
                  <a:pt x="1237240" y="11734"/>
                  <a:pt x="1241012" y="15506"/>
                </a:cubicBezTo>
                <a:cubicBezTo>
                  <a:pt x="1244714" y="19208"/>
                  <a:pt x="1246564" y="24063"/>
                  <a:pt x="1246564" y="30070"/>
                </a:cubicBezTo>
                <a:cubicBezTo>
                  <a:pt x="1246564" y="37055"/>
                  <a:pt x="1243106" y="43272"/>
                  <a:pt x="1236192" y="48720"/>
                </a:cubicBezTo>
                <a:lnTo>
                  <a:pt x="1236192" y="49244"/>
                </a:lnTo>
                <a:cubicBezTo>
                  <a:pt x="1244854" y="54273"/>
                  <a:pt x="1249184" y="60979"/>
                  <a:pt x="1249184" y="69361"/>
                </a:cubicBezTo>
                <a:cubicBezTo>
                  <a:pt x="1249184" y="74949"/>
                  <a:pt x="1247018" y="79594"/>
                  <a:pt x="1242688" y="83296"/>
                </a:cubicBezTo>
                <a:cubicBezTo>
                  <a:pt x="1238218" y="87137"/>
                  <a:pt x="1232490" y="89058"/>
                  <a:pt x="1225504" y="89058"/>
                </a:cubicBezTo>
                <a:cubicBezTo>
                  <a:pt x="1218450" y="89058"/>
                  <a:pt x="1212652" y="87137"/>
                  <a:pt x="1208112" y="83296"/>
                </a:cubicBezTo>
                <a:cubicBezTo>
                  <a:pt x="1203502" y="79454"/>
                  <a:pt x="1201196" y="74564"/>
                  <a:pt x="1201196" y="68627"/>
                </a:cubicBezTo>
                <a:cubicBezTo>
                  <a:pt x="1201196" y="59617"/>
                  <a:pt x="1205946" y="52492"/>
                  <a:pt x="1215446" y="47253"/>
                </a:cubicBezTo>
                <a:lnTo>
                  <a:pt x="1215446" y="46834"/>
                </a:lnTo>
                <a:cubicBezTo>
                  <a:pt x="1208532" y="42154"/>
                  <a:pt x="1205074" y="36287"/>
                  <a:pt x="1205074" y="29232"/>
                </a:cubicBezTo>
                <a:cubicBezTo>
                  <a:pt x="1205074" y="23504"/>
                  <a:pt x="1207064" y="18824"/>
                  <a:pt x="1211046" y="15192"/>
                </a:cubicBezTo>
                <a:cubicBezTo>
                  <a:pt x="1214888" y="11630"/>
                  <a:pt x="1219778" y="9848"/>
                  <a:pt x="1225714" y="9848"/>
                </a:cubicBezTo>
                <a:close/>
                <a:moveTo>
                  <a:pt x="1866098" y="9639"/>
                </a:moveTo>
                <a:cubicBezTo>
                  <a:pt x="1874620" y="9639"/>
                  <a:pt x="1881920" y="12747"/>
                  <a:pt x="1887998" y="18964"/>
                </a:cubicBezTo>
                <a:lnTo>
                  <a:pt x="1883178" y="24622"/>
                </a:lnTo>
                <a:cubicBezTo>
                  <a:pt x="1878568" y="19732"/>
                  <a:pt x="1872944" y="17287"/>
                  <a:pt x="1866308" y="17287"/>
                </a:cubicBezTo>
                <a:cubicBezTo>
                  <a:pt x="1858346" y="17287"/>
                  <a:pt x="1852024" y="20116"/>
                  <a:pt x="1847344" y="25774"/>
                </a:cubicBezTo>
                <a:cubicBezTo>
                  <a:pt x="1842594" y="31502"/>
                  <a:pt x="1840220" y="39290"/>
                  <a:pt x="1840220" y="49139"/>
                </a:cubicBezTo>
                <a:cubicBezTo>
                  <a:pt x="1840220" y="59128"/>
                  <a:pt x="1842490" y="66986"/>
                  <a:pt x="1847030" y="72713"/>
                </a:cubicBezTo>
                <a:cubicBezTo>
                  <a:pt x="1851640" y="78511"/>
                  <a:pt x="1858066" y="81410"/>
                  <a:pt x="1866308" y="81410"/>
                </a:cubicBezTo>
                <a:cubicBezTo>
                  <a:pt x="1872664" y="81410"/>
                  <a:pt x="1877520" y="79803"/>
                  <a:pt x="1880872" y="76590"/>
                </a:cubicBezTo>
                <a:lnTo>
                  <a:pt x="1880872" y="55635"/>
                </a:lnTo>
                <a:lnTo>
                  <a:pt x="1864214" y="55635"/>
                </a:lnTo>
                <a:lnTo>
                  <a:pt x="1864214" y="48406"/>
                </a:lnTo>
                <a:lnTo>
                  <a:pt x="1888940" y="48406"/>
                </a:lnTo>
                <a:lnTo>
                  <a:pt x="1888940" y="80257"/>
                </a:lnTo>
                <a:cubicBezTo>
                  <a:pt x="1883282" y="86125"/>
                  <a:pt x="1875458" y="89058"/>
                  <a:pt x="1865470" y="89058"/>
                </a:cubicBezTo>
                <a:cubicBezTo>
                  <a:pt x="1855272" y="89058"/>
                  <a:pt x="1847066" y="85531"/>
                  <a:pt x="1840848" y="78476"/>
                </a:cubicBezTo>
                <a:cubicBezTo>
                  <a:pt x="1834492" y="71281"/>
                  <a:pt x="1831314" y="61572"/>
                  <a:pt x="1831314" y="49349"/>
                </a:cubicBezTo>
                <a:cubicBezTo>
                  <a:pt x="1831314" y="37195"/>
                  <a:pt x="1834596" y="27486"/>
                  <a:pt x="1841162" y="20221"/>
                </a:cubicBezTo>
                <a:cubicBezTo>
                  <a:pt x="1847518" y="13166"/>
                  <a:pt x="1855830" y="9639"/>
                  <a:pt x="1866098" y="9639"/>
                </a:cubicBezTo>
                <a:close/>
                <a:moveTo>
                  <a:pt x="1771888" y="9639"/>
                </a:moveTo>
                <a:cubicBezTo>
                  <a:pt x="1780828" y="9639"/>
                  <a:pt x="1788266" y="12782"/>
                  <a:pt x="1794204" y="19069"/>
                </a:cubicBezTo>
                <a:lnTo>
                  <a:pt x="1789594" y="24622"/>
                </a:lnTo>
                <a:cubicBezTo>
                  <a:pt x="1784496" y="19732"/>
                  <a:pt x="1778592" y="17287"/>
                  <a:pt x="1771888" y="17287"/>
                </a:cubicBezTo>
                <a:cubicBezTo>
                  <a:pt x="1767416" y="17287"/>
                  <a:pt x="1763820" y="18335"/>
                  <a:pt x="1761096" y="20431"/>
                </a:cubicBezTo>
                <a:cubicBezTo>
                  <a:pt x="1758372" y="22596"/>
                  <a:pt x="1757010" y="25460"/>
                  <a:pt x="1757010" y="29022"/>
                </a:cubicBezTo>
                <a:cubicBezTo>
                  <a:pt x="1757010" y="32515"/>
                  <a:pt x="1758406" y="35414"/>
                  <a:pt x="1761200" y="37719"/>
                </a:cubicBezTo>
                <a:cubicBezTo>
                  <a:pt x="1762806" y="39046"/>
                  <a:pt x="1765670" y="40582"/>
                  <a:pt x="1769792" y="42329"/>
                </a:cubicBezTo>
                <a:lnTo>
                  <a:pt x="1780898" y="47044"/>
                </a:lnTo>
                <a:cubicBezTo>
                  <a:pt x="1791516" y="51723"/>
                  <a:pt x="1796824" y="58569"/>
                  <a:pt x="1796824" y="67579"/>
                </a:cubicBezTo>
                <a:cubicBezTo>
                  <a:pt x="1796824" y="73726"/>
                  <a:pt x="1794518" y="78825"/>
                  <a:pt x="1789908" y="82877"/>
                </a:cubicBezTo>
                <a:cubicBezTo>
                  <a:pt x="1785088" y="86998"/>
                  <a:pt x="1778802" y="89058"/>
                  <a:pt x="1771050" y="89058"/>
                </a:cubicBezTo>
                <a:cubicBezTo>
                  <a:pt x="1760432" y="89058"/>
                  <a:pt x="1751562" y="85251"/>
                  <a:pt x="1744436" y="77638"/>
                </a:cubicBezTo>
                <a:lnTo>
                  <a:pt x="1749674" y="71666"/>
                </a:lnTo>
                <a:cubicBezTo>
                  <a:pt x="1755682" y="78162"/>
                  <a:pt x="1762842" y="81410"/>
                  <a:pt x="1771154" y="81410"/>
                </a:cubicBezTo>
                <a:cubicBezTo>
                  <a:pt x="1776322" y="81410"/>
                  <a:pt x="1780444" y="80187"/>
                  <a:pt x="1783518" y="77743"/>
                </a:cubicBezTo>
                <a:cubicBezTo>
                  <a:pt x="1786520" y="75368"/>
                  <a:pt x="1788022" y="72190"/>
                  <a:pt x="1788022" y="68208"/>
                </a:cubicBezTo>
                <a:cubicBezTo>
                  <a:pt x="1788022" y="64506"/>
                  <a:pt x="1786766" y="61502"/>
                  <a:pt x="1784250" y="59197"/>
                </a:cubicBezTo>
                <a:cubicBezTo>
                  <a:pt x="1782644" y="57800"/>
                  <a:pt x="1779536" y="56089"/>
                  <a:pt x="1774926" y="54063"/>
                </a:cubicBezTo>
                <a:lnTo>
                  <a:pt x="1763820" y="49139"/>
                </a:lnTo>
                <a:cubicBezTo>
                  <a:pt x="1753412" y="44669"/>
                  <a:pt x="1748208" y="38173"/>
                  <a:pt x="1748208" y="29651"/>
                </a:cubicBezTo>
                <a:cubicBezTo>
                  <a:pt x="1748208" y="23853"/>
                  <a:pt x="1750444" y="19069"/>
                  <a:pt x="1754914" y="15297"/>
                </a:cubicBezTo>
                <a:cubicBezTo>
                  <a:pt x="1759384" y="11525"/>
                  <a:pt x="1765042" y="9639"/>
                  <a:pt x="1771888" y="9639"/>
                </a:cubicBezTo>
                <a:close/>
                <a:moveTo>
                  <a:pt x="1556156" y="9639"/>
                </a:moveTo>
                <a:cubicBezTo>
                  <a:pt x="1563838" y="9639"/>
                  <a:pt x="1569916" y="12677"/>
                  <a:pt x="1574386" y="18754"/>
                </a:cubicBezTo>
                <a:cubicBezTo>
                  <a:pt x="1579206" y="25111"/>
                  <a:pt x="1581616" y="34121"/>
                  <a:pt x="1581616" y="45786"/>
                </a:cubicBezTo>
                <a:cubicBezTo>
                  <a:pt x="1581616" y="60455"/>
                  <a:pt x="1578822" y="71596"/>
                  <a:pt x="1573234" y="79209"/>
                </a:cubicBezTo>
                <a:cubicBezTo>
                  <a:pt x="1568344" y="85775"/>
                  <a:pt x="1561954" y="89058"/>
                  <a:pt x="1554060" y="89058"/>
                </a:cubicBezTo>
                <a:cubicBezTo>
                  <a:pt x="1546936" y="89058"/>
                  <a:pt x="1540928" y="86509"/>
                  <a:pt x="1536038" y="81410"/>
                </a:cubicBezTo>
                <a:lnTo>
                  <a:pt x="1540754" y="76066"/>
                </a:lnTo>
                <a:cubicBezTo>
                  <a:pt x="1544316" y="79978"/>
                  <a:pt x="1548682" y="81934"/>
                  <a:pt x="1553850" y="81934"/>
                </a:cubicBezTo>
                <a:cubicBezTo>
                  <a:pt x="1559368" y="81934"/>
                  <a:pt x="1563804" y="79489"/>
                  <a:pt x="1567158" y="74599"/>
                </a:cubicBezTo>
                <a:cubicBezTo>
                  <a:pt x="1571068" y="68942"/>
                  <a:pt x="1573198" y="60315"/>
                  <a:pt x="1573548" y="48720"/>
                </a:cubicBezTo>
                <a:cubicBezTo>
                  <a:pt x="1568240" y="55216"/>
                  <a:pt x="1562232" y="58464"/>
                  <a:pt x="1555526" y="58464"/>
                </a:cubicBezTo>
                <a:cubicBezTo>
                  <a:pt x="1549030" y="58464"/>
                  <a:pt x="1543932" y="56438"/>
                  <a:pt x="1540230" y="52387"/>
                </a:cubicBezTo>
                <a:cubicBezTo>
                  <a:pt x="1536458" y="48126"/>
                  <a:pt x="1534572" y="42119"/>
                  <a:pt x="1534572" y="34366"/>
                </a:cubicBezTo>
                <a:cubicBezTo>
                  <a:pt x="1534572" y="27171"/>
                  <a:pt x="1536702" y="21199"/>
                  <a:pt x="1540964" y="16449"/>
                </a:cubicBezTo>
                <a:cubicBezTo>
                  <a:pt x="1545084" y="11909"/>
                  <a:pt x="1550148" y="9639"/>
                  <a:pt x="1556156" y="9639"/>
                </a:cubicBezTo>
                <a:close/>
                <a:moveTo>
                  <a:pt x="194356" y="9639"/>
                </a:moveTo>
                <a:lnTo>
                  <a:pt x="198652" y="11001"/>
                </a:lnTo>
                <a:cubicBezTo>
                  <a:pt x="195160" y="34680"/>
                  <a:pt x="187826" y="53959"/>
                  <a:pt x="176650" y="68837"/>
                </a:cubicBezTo>
                <a:cubicBezTo>
                  <a:pt x="182866" y="76660"/>
                  <a:pt x="191354" y="83889"/>
                  <a:pt x="202110" y="90525"/>
                </a:cubicBezTo>
                <a:cubicBezTo>
                  <a:pt x="199944" y="92132"/>
                  <a:pt x="198304" y="94018"/>
                  <a:pt x="197186" y="96183"/>
                </a:cubicBezTo>
                <a:cubicBezTo>
                  <a:pt x="186638" y="89338"/>
                  <a:pt x="178292" y="82108"/>
                  <a:pt x="172144" y="74495"/>
                </a:cubicBezTo>
                <a:cubicBezTo>
                  <a:pt x="164112" y="83645"/>
                  <a:pt x="154682" y="90665"/>
                  <a:pt x="143856" y="95554"/>
                </a:cubicBezTo>
                <a:cubicBezTo>
                  <a:pt x="142668" y="93179"/>
                  <a:pt x="141236" y="91259"/>
                  <a:pt x="139560" y="89792"/>
                </a:cubicBezTo>
                <a:cubicBezTo>
                  <a:pt x="150246" y="85391"/>
                  <a:pt x="159712" y="78406"/>
                  <a:pt x="167954" y="68837"/>
                </a:cubicBezTo>
                <a:cubicBezTo>
                  <a:pt x="159362" y="56264"/>
                  <a:pt x="153146" y="38871"/>
                  <a:pt x="149304" y="16659"/>
                </a:cubicBezTo>
                <a:lnTo>
                  <a:pt x="145322" y="16659"/>
                </a:lnTo>
                <a:lnTo>
                  <a:pt x="145322" y="9953"/>
                </a:lnTo>
                <a:lnTo>
                  <a:pt x="193100" y="9953"/>
                </a:lnTo>
                <a:close/>
                <a:moveTo>
                  <a:pt x="1337918" y="9534"/>
                </a:moveTo>
                <a:cubicBezTo>
                  <a:pt x="1344414" y="9604"/>
                  <a:pt x="1349618" y="11280"/>
                  <a:pt x="1353530" y="14563"/>
                </a:cubicBezTo>
                <a:cubicBezTo>
                  <a:pt x="1357652" y="17986"/>
                  <a:pt x="1359712" y="22666"/>
                  <a:pt x="1359712" y="28603"/>
                </a:cubicBezTo>
                <a:cubicBezTo>
                  <a:pt x="1359712" y="37753"/>
                  <a:pt x="1355136" y="43970"/>
                  <a:pt x="1345986" y="47253"/>
                </a:cubicBezTo>
                <a:lnTo>
                  <a:pt x="1345986" y="47672"/>
                </a:lnTo>
                <a:cubicBezTo>
                  <a:pt x="1350736" y="48790"/>
                  <a:pt x="1354578" y="50990"/>
                  <a:pt x="1357512" y="54273"/>
                </a:cubicBezTo>
                <a:cubicBezTo>
                  <a:pt x="1360724" y="57835"/>
                  <a:pt x="1362332" y="62166"/>
                  <a:pt x="1362332" y="67265"/>
                </a:cubicBezTo>
                <a:cubicBezTo>
                  <a:pt x="1362332" y="73901"/>
                  <a:pt x="1359992" y="79244"/>
                  <a:pt x="1355312" y="83296"/>
                </a:cubicBezTo>
                <a:cubicBezTo>
                  <a:pt x="1350842" y="87137"/>
                  <a:pt x="1345148" y="89058"/>
                  <a:pt x="1338234" y="89058"/>
                </a:cubicBezTo>
                <a:cubicBezTo>
                  <a:pt x="1328454" y="89058"/>
                  <a:pt x="1320352" y="85566"/>
                  <a:pt x="1313926" y="78581"/>
                </a:cubicBezTo>
                <a:lnTo>
                  <a:pt x="1318326" y="73028"/>
                </a:lnTo>
                <a:cubicBezTo>
                  <a:pt x="1324124" y="78965"/>
                  <a:pt x="1330584" y="81934"/>
                  <a:pt x="1337710" y="81934"/>
                </a:cubicBezTo>
                <a:cubicBezTo>
                  <a:pt x="1342458" y="81934"/>
                  <a:pt x="1346300" y="80606"/>
                  <a:pt x="1349234" y="77952"/>
                </a:cubicBezTo>
                <a:cubicBezTo>
                  <a:pt x="1352238" y="75158"/>
                  <a:pt x="1353740" y="71526"/>
                  <a:pt x="1353740" y="67056"/>
                </a:cubicBezTo>
                <a:cubicBezTo>
                  <a:pt x="1353740" y="56438"/>
                  <a:pt x="1345638" y="51130"/>
                  <a:pt x="1329432" y="51130"/>
                </a:cubicBezTo>
                <a:lnTo>
                  <a:pt x="1329432" y="44424"/>
                </a:lnTo>
                <a:cubicBezTo>
                  <a:pt x="1343822" y="44424"/>
                  <a:pt x="1351016" y="39360"/>
                  <a:pt x="1351016" y="29232"/>
                </a:cubicBezTo>
                <a:cubicBezTo>
                  <a:pt x="1351016" y="25390"/>
                  <a:pt x="1349828" y="22317"/>
                  <a:pt x="1347454" y="20012"/>
                </a:cubicBezTo>
                <a:cubicBezTo>
                  <a:pt x="1345008" y="17707"/>
                  <a:pt x="1341726" y="16519"/>
                  <a:pt x="1337604" y="16449"/>
                </a:cubicBezTo>
                <a:cubicBezTo>
                  <a:pt x="1331806" y="16519"/>
                  <a:pt x="1326428" y="19104"/>
                  <a:pt x="1321470" y="24203"/>
                </a:cubicBezTo>
                <a:lnTo>
                  <a:pt x="1316754" y="18650"/>
                </a:lnTo>
                <a:cubicBezTo>
                  <a:pt x="1323320" y="12642"/>
                  <a:pt x="1330374" y="9604"/>
                  <a:pt x="1337918" y="9534"/>
                </a:cubicBezTo>
                <a:close/>
                <a:moveTo>
                  <a:pt x="1101660" y="4295"/>
                </a:moveTo>
                <a:lnTo>
                  <a:pt x="1110148" y="4295"/>
                </a:lnTo>
                <a:lnTo>
                  <a:pt x="1110148" y="77952"/>
                </a:lnTo>
                <a:cubicBezTo>
                  <a:pt x="1110148" y="80606"/>
                  <a:pt x="1111020" y="81934"/>
                  <a:pt x="1112766" y="81934"/>
                </a:cubicBezTo>
                <a:cubicBezTo>
                  <a:pt x="1113396" y="81934"/>
                  <a:pt x="1114058" y="81864"/>
                  <a:pt x="1114758" y="81724"/>
                </a:cubicBezTo>
                <a:lnTo>
                  <a:pt x="1116014" y="88325"/>
                </a:lnTo>
                <a:cubicBezTo>
                  <a:pt x="1114408" y="88814"/>
                  <a:pt x="1112696" y="89058"/>
                  <a:pt x="1110880" y="89058"/>
                </a:cubicBezTo>
                <a:cubicBezTo>
                  <a:pt x="1104734" y="89058"/>
                  <a:pt x="1101660" y="85147"/>
                  <a:pt x="1101660" y="77324"/>
                </a:cubicBezTo>
                <a:close/>
                <a:moveTo>
                  <a:pt x="539686" y="4295"/>
                </a:moveTo>
                <a:lnTo>
                  <a:pt x="548172" y="4295"/>
                </a:lnTo>
                <a:lnTo>
                  <a:pt x="548172" y="77952"/>
                </a:lnTo>
                <a:cubicBezTo>
                  <a:pt x="548172" y="80606"/>
                  <a:pt x="549046" y="81934"/>
                  <a:pt x="550792" y="81934"/>
                </a:cubicBezTo>
                <a:cubicBezTo>
                  <a:pt x="551420" y="81934"/>
                  <a:pt x="552084" y="81864"/>
                  <a:pt x="552782" y="81724"/>
                </a:cubicBezTo>
                <a:lnTo>
                  <a:pt x="554040" y="88325"/>
                </a:lnTo>
                <a:cubicBezTo>
                  <a:pt x="552434" y="88814"/>
                  <a:pt x="550722" y="89058"/>
                  <a:pt x="548906" y="89058"/>
                </a:cubicBezTo>
                <a:cubicBezTo>
                  <a:pt x="542758" y="89058"/>
                  <a:pt x="539686" y="85147"/>
                  <a:pt x="539686" y="77324"/>
                </a:cubicBezTo>
                <a:close/>
                <a:moveTo>
                  <a:pt x="1090374" y="2933"/>
                </a:moveTo>
                <a:cubicBezTo>
                  <a:pt x="1093586" y="2933"/>
                  <a:pt x="1096626" y="3562"/>
                  <a:pt x="1099488" y="4819"/>
                </a:cubicBezTo>
                <a:lnTo>
                  <a:pt x="1097602" y="11420"/>
                </a:lnTo>
                <a:cubicBezTo>
                  <a:pt x="1095438" y="10372"/>
                  <a:pt x="1093272" y="9848"/>
                  <a:pt x="1091106" y="9848"/>
                </a:cubicBezTo>
                <a:cubicBezTo>
                  <a:pt x="1085658" y="9848"/>
                  <a:pt x="1082934" y="13690"/>
                  <a:pt x="1082934" y="21374"/>
                </a:cubicBezTo>
                <a:lnTo>
                  <a:pt x="1082934" y="31118"/>
                </a:lnTo>
                <a:lnTo>
                  <a:pt x="1095088" y="31118"/>
                </a:lnTo>
                <a:lnTo>
                  <a:pt x="1095088" y="38138"/>
                </a:lnTo>
                <a:lnTo>
                  <a:pt x="1082934" y="38138"/>
                </a:lnTo>
                <a:lnTo>
                  <a:pt x="1082934" y="87696"/>
                </a:lnTo>
                <a:lnTo>
                  <a:pt x="1074342" y="87696"/>
                </a:lnTo>
                <a:lnTo>
                  <a:pt x="1074342" y="38138"/>
                </a:lnTo>
                <a:lnTo>
                  <a:pt x="1066590" y="38138"/>
                </a:lnTo>
                <a:lnTo>
                  <a:pt x="1066590" y="31642"/>
                </a:lnTo>
                <a:lnTo>
                  <a:pt x="1074342" y="31118"/>
                </a:lnTo>
                <a:lnTo>
                  <a:pt x="1074342" y="21269"/>
                </a:lnTo>
                <a:cubicBezTo>
                  <a:pt x="1074342" y="9045"/>
                  <a:pt x="1079686" y="2933"/>
                  <a:pt x="1090374" y="2933"/>
                </a:cubicBezTo>
                <a:close/>
                <a:moveTo>
                  <a:pt x="90524" y="1047"/>
                </a:moveTo>
                <a:lnTo>
                  <a:pt x="95134" y="7019"/>
                </a:lnTo>
                <a:cubicBezTo>
                  <a:pt x="83750" y="9674"/>
                  <a:pt x="69954" y="11665"/>
                  <a:pt x="53748" y="12992"/>
                </a:cubicBezTo>
                <a:lnTo>
                  <a:pt x="53748" y="30908"/>
                </a:lnTo>
                <a:lnTo>
                  <a:pt x="88010" y="30908"/>
                </a:lnTo>
                <a:lnTo>
                  <a:pt x="89268" y="30594"/>
                </a:lnTo>
                <a:lnTo>
                  <a:pt x="93354" y="31851"/>
                </a:lnTo>
                <a:cubicBezTo>
                  <a:pt x="90840" y="49244"/>
                  <a:pt x="85670" y="63598"/>
                  <a:pt x="77846" y="74914"/>
                </a:cubicBezTo>
                <a:cubicBezTo>
                  <a:pt x="83016" y="81829"/>
                  <a:pt x="89302" y="86928"/>
                  <a:pt x="96706" y="90211"/>
                </a:cubicBezTo>
                <a:cubicBezTo>
                  <a:pt x="94680" y="91957"/>
                  <a:pt x="93110" y="93843"/>
                  <a:pt x="91992" y="95869"/>
                </a:cubicBezTo>
                <a:cubicBezTo>
                  <a:pt x="84798" y="92097"/>
                  <a:pt x="78720" y="86893"/>
                  <a:pt x="73760" y="80257"/>
                </a:cubicBezTo>
                <a:cubicBezTo>
                  <a:pt x="68172" y="86893"/>
                  <a:pt x="61642" y="92097"/>
                  <a:pt x="54168" y="95869"/>
                </a:cubicBezTo>
                <a:cubicBezTo>
                  <a:pt x="53050" y="93773"/>
                  <a:pt x="51654" y="91887"/>
                  <a:pt x="49976" y="90211"/>
                </a:cubicBezTo>
                <a:cubicBezTo>
                  <a:pt x="57520" y="86858"/>
                  <a:pt x="64122" y="81619"/>
                  <a:pt x="69780" y="74495"/>
                </a:cubicBezTo>
                <a:cubicBezTo>
                  <a:pt x="63982" y="64785"/>
                  <a:pt x="59512" y="52387"/>
                  <a:pt x="56368" y="37299"/>
                </a:cubicBezTo>
                <a:lnTo>
                  <a:pt x="53748" y="37299"/>
                </a:lnTo>
                <a:lnTo>
                  <a:pt x="53748" y="43586"/>
                </a:lnTo>
                <a:cubicBezTo>
                  <a:pt x="53748" y="67335"/>
                  <a:pt x="50360" y="84832"/>
                  <a:pt x="43586" y="96078"/>
                </a:cubicBezTo>
                <a:cubicBezTo>
                  <a:pt x="41978" y="94472"/>
                  <a:pt x="40128" y="93179"/>
                  <a:pt x="38032" y="92202"/>
                </a:cubicBezTo>
                <a:cubicBezTo>
                  <a:pt x="44110" y="81724"/>
                  <a:pt x="47148" y="65519"/>
                  <a:pt x="47148" y="43586"/>
                </a:cubicBezTo>
                <a:lnTo>
                  <a:pt x="47148" y="7543"/>
                </a:lnTo>
                <a:cubicBezTo>
                  <a:pt x="66148" y="5867"/>
                  <a:pt x="80606" y="3702"/>
                  <a:pt x="90524" y="1047"/>
                </a:cubicBezTo>
                <a:close/>
                <a:moveTo>
                  <a:pt x="254602" y="209"/>
                </a:moveTo>
                <a:lnTo>
                  <a:pt x="261832" y="209"/>
                </a:lnTo>
                <a:lnTo>
                  <a:pt x="261832" y="12992"/>
                </a:lnTo>
                <a:lnTo>
                  <a:pt x="300284" y="12992"/>
                </a:lnTo>
                <a:lnTo>
                  <a:pt x="300284" y="19697"/>
                </a:lnTo>
                <a:lnTo>
                  <a:pt x="261832" y="19697"/>
                </a:lnTo>
                <a:lnTo>
                  <a:pt x="261832" y="46520"/>
                </a:lnTo>
                <a:lnTo>
                  <a:pt x="304580" y="46520"/>
                </a:lnTo>
                <a:lnTo>
                  <a:pt x="304580" y="53120"/>
                </a:lnTo>
                <a:lnTo>
                  <a:pt x="266862" y="53120"/>
                </a:lnTo>
                <a:cubicBezTo>
                  <a:pt x="277828" y="67859"/>
                  <a:pt x="291134" y="78651"/>
                  <a:pt x="306780" y="85496"/>
                </a:cubicBezTo>
                <a:cubicBezTo>
                  <a:pt x="305174" y="86893"/>
                  <a:pt x="303568" y="88814"/>
                  <a:pt x="301960" y="91259"/>
                </a:cubicBezTo>
                <a:cubicBezTo>
                  <a:pt x="286244" y="83505"/>
                  <a:pt x="272868" y="71910"/>
                  <a:pt x="261832" y="56473"/>
                </a:cubicBezTo>
                <a:lnTo>
                  <a:pt x="261832" y="95554"/>
                </a:lnTo>
                <a:lnTo>
                  <a:pt x="254602" y="95554"/>
                </a:lnTo>
                <a:lnTo>
                  <a:pt x="254602" y="56788"/>
                </a:lnTo>
                <a:cubicBezTo>
                  <a:pt x="243916" y="71666"/>
                  <a:pt x="230714" y="83051"/>
                  <a:pt x="214998" y="90944"/>
                </a:cubicBezTo>
                <a:cubicBezTo>
                  <a:pt x="213530" y="88709"/>
                  <a:pt x="211890" y="86788"/>
                  <a:pt x="210074" y="85182"/>
                </a:cubicBezTo>
                <a:cubicBezTo>
                  <a:pt x="225860" y="78406"/>
                  <a:pt x="239060" y="67719"/>
                  <a:pt x="249678" y="53120"/>
                </a:cubicBezTo>
                <a:lnTo>
                  <a:pt x="212168" y="53120"/>
                </a:lnTo>
                <a:lnTo>
                  <a:pt x="212168" y="46520"/>
                </a:lnTo>
                <a:lnTo>
                  <a:pt x="254602" y="46520"/>
                </a:lnTo>
                <a:lnTo>
                  <a:pt x="254602" y="19697"/>
                </a:lnTo>
                <a:lnTo>
                  <a:pt x="217198" y="19697"/>
                </a:lnTo>
                <a:lnTo>
                  <a:pt x="217198" y="12992"/>
                </a:lnTo>
                <a:lnTo>
                  <a:pt x="254602" y="12992"/>
                </a:lnTo>
                <a:close/>
                <a:moveTo>
                  <a:pt x="124052" y="104"/>
                </a:moveTo>
                <a:lnTo>
                  <a:pt x="130864" y="104"/>
                </a:lnTo>
                <a:lnTo>
                  <a:pt x="130864" y="22526"/>
                </a:lnTo>
                <a:lnTo>
                  <a:pt x="145112" y="22526"/>
                </a:lnTo>
                <a:lnTo>
                  <a:pt x="145112" y="29127"/>
                </a:lnTo>
                <a:lnTo>
                  <a:pt x="130864" y="29127"/>
                </a:lnTo>
                <a:lnTo>
                  <a:pt x="130864" y="33318"/>
                </a:lnTo>
                <a:cubicBezTo>
                  <a:pt x="134216" y="36671"/>
                  <a:pt x="140084" y="43411"/>
                  <a:pt x="148466" y="53540"/>
                </a:cubicBezTo>
                <a:lnTo>
                  <a:pt x="144064" y="59721"/>
                </a:lnTo>
                <a:cubicBezTo>
                  <a:pt x="141132" y="54972"/>
                  <a:pt x="136730" y="48860"/>
                  <a:pt x="130864" y="41386"/>
                </a:cubicBezTo>
                <a:lnTo>
                  <a:pt x="130864" y="95450"/>
                </a:lnTo>
                <a:lnTo>
                  <a:pt x="124052" y="95450"/>
                </a:lnTo>
                <a:lnTo>
                  <a:pt x="124052" y="41281"/>
                </a:lnTo>
                <a:cubicBezTo>
                  <a:pt x="119302" y="56508"/>
                  <a:pt x="113854" y="68173"/>
                  <a:pt x="107708" y="76276"/>
                </a:cubicBezTo>
                <a:cubicBezTo>
                  <a:pt x="106660" y="73831"/>
                  <a:pt x="105264" y="71596"/>
                  <a:pt x="103516" y="69570"/>
                </a:cubicBezTo>
                <a:cubicBezTo>
                  <a:pt x="111550" y="60071"/>
                  <a:pt x="117732" y="46590"/>
                  <a:pt x="122062" y="29127"/>
                </a:cubicBezTo>
                <a:lnTo>
                  <a:pt x="106346" y="29127"/>
                </a:lnTo>
                <a:lnTo>
                  <a:pt x="106346" y="22526"/>
                </a:lnTo>
                <a:lnTo>
                  <a:pt x="124052" y="22526"/>
                </a:lnTo>
                <a:close/>
                <a:moveTo>
                  <a:pt x="358958" y="0"/>
                </a:moveTo>
                <a:lnTo>
                  <a:pt x="366816" y="1152"/>
                </a:lnTo>
                <a:cubicBezTo>
                  <a:pt x="364930" y="6461"/>
                  <a:pt x="363184" y="10896"/>
                  <a:pt x="361578" y="14459"/>
                </a:cubicBezTo>
                <a:lnTo>
                  <a:pt x="399402" y="14459"/>
                </a:lnTo>
                <a:lnTo>
                  <a:pt x="399402" y="95240"/>
                </a:lnTo>
                <a:lnTo>
                  <a:pt x="392172" y="95240"/>
                </a:lnTo>
                <a:lnTo>
                  <a:pt x="392172" y="89792"/>
                </a:lnTo>
                <a:lnTo>
                  <a:pt x="335384" y="89792"/>
                </a:lnTo>
                <a:lnTo>
                  <a:pt x="335384" y="95764"/>
                </a:lnTo>
                <a:lnTo>
                  <a:pt x="328364" y="95764"/>
                </a:lnTo>
                <a:lnTo>
                  <a:pt x="328364" y="14459"/>
                </a:lnTo>
                <a:lnTo>
                  <a:pt x="354558" y="14459"/>
                </a:lnTo>
                <a:cubicBezTo>
                  <a:pt x="356304" y="9988"/>
                  <a:pt x="357770" y="5168"/>
                  <a:pt x="358958" y="0"/>
                </a:cubicBezTo>
                <a:close/>
                <a:moveTo>
                  <a:pt x="26298" y="0"/>
                </a:moveTo>
                <a:lnTo>
                  <a:pt x="32688" y="0"/>
                </a:lnTo>
                <a:lnTo>
                  <a:pt x="32688" y="29337"/>
                </a:lnTo>
                <a:lnTo>
                  <a:pt x="42224" y="29337"/>
                </a:lnTo>
                <a:lnTo>
                  <a:pt x="42224" y="35623"/>
                </a:lnTo>
                <a:lnTo>
                  <a:pt x="14354" y="35623"/>
                </a:lnTo>
                <a:lnTo>
                  <a:pt x="14354" y="43796"/>
                </a:lnTo>
                <a:cubicBezTo>
                  <a:pt x="14354" y="47078"/>
                  <a:pt x="14318" y="49558"/>
                  <a:pt x="14248" y="51235"/>
                </a:cubicBezTo>
                <a:lnTo>
                  <a:pt x="35728" y="51235"/>
                </a:lnTo>
                <a:lnTo>
                  <a:pt x="35728" y="95554"/>
                </a:lnTo>
                <a:lnTo>
                  <a:pt x="29336" y="95554"/>
                </a:lnTo>
                <a:lnTo>
                  <a:pt x="29336" y="57521"/>
                </a:lnTo>
                <a:lnTo>
                  <a:pt x="14038" y="57521"/>
                </a:lnTo>
                <a:cubicBezTo>
                  <a:pt x="13130" y="74006"/>
                  <a:pt x="10128" y="86788"/>
                  <a:pt x="5028" y="95869"/>
                </a:cubicBezTo>
                <a:cubicBezTo>
                  <a:pt x="3632" y="94332"/>
                  <a:pt x="1954" y="92935"/>
                  <a:pt x="0" y="91678"/>
                </a:cubicBezTo>
                <a:cubicBezTo>
                  <a:pt x="5238" y="81549"/>
                  <a:pt x="7858" y="65589"/>
                  <a:pt x="7858" y="43796"/>
                </a:cubicBezTo>
                <a:lnTo>
                  <a:pt x="7858" y="2305"/>
                </a:lnTo>
                <a:lnTo>
                  <a:pt x="14354" y="2305"/>
                </a:lnTo>
                <a:lnTo>
                  <a:pt x="14354" y="29337"/>
                </a:lnTo>
                <a:lnTo>
                  <a:pt x="26298" y="29337"/>
                </a:lnTo>
                <a:close/>
              </a:path>
            </a:pathLst>
          </a:custGeom>
          <a:solidFill>
            <a:srgbClr val="E6E6E6"/>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fontAlgn="base"/>
            <a:endParaRPr lang="zh-CN" altLang="en-US" sz="800">
              <a:solidFill>
                <a:srgbClr val="E6E6E6"/>
              </a:solidFill>
            </a:endParaRPr>
          </a:p>
        </p:txBody>
      </p:sp>
      <p:sp>
        <p:nvSpPr>
          <p:cNvPr id="7" name="文本框 6">
            <a:extLst>
              <a:ext uri="{FF2B5EF4-FFF2-40B4-BE49-F238E27FC236}">
                <a16:creationId xmlns:a16="http://schemas.microsoft.com/office/drawing/2014/main" id="{EBBE956C-C935-4ECC-9DF4-56A2FB202FF8}"/>
              </a:ext>
            </a:extLst>
          </p:cNvPr>
          <p:cNvSpPr txBox="1"/>
          <p:nvPr userDrawn="1"/>
        </p:nvSpPr>
        <p:spPr>
          <a:xfrm>
            <a:off x="-24850223" y="18772026"/>
            <a:ext cx="1965874" cy="113995"/>
          </a:xfrm>
          <a:custGeom>
            <a:avLst/>
            <a:gdLst/>
            <a:ahLst/>
            <a:cxnLst/>
            <a:rect l="l" t="t" r="r" b="b"/>
            <a:pathLst>
              <a:path w="1965874" h="113994">
                <a:moveTo>
                  <a:pt x="891806" y="87487"/>
                </a:moveTo>
                <a:cubicBezTo>
                  <a:pt x="887684" y="90420"/>
                  <a:pt x="885624" y="93808"/>
                  <a:pt x="885624" y="97650"/>
                </a:cubicBezTo>
                <a:cubicBezTo>
                  <a:pt x="885624" y="100793"/>
                  <a:pt x="887126" y="103308"/>
                  <a:pt x="890130" y="105194"/>
                </a:cubicBezTo>
                <a:cubicBezTo>
                  <a:pt x="893134" y="107080"/>
                  <a:pt x="897290" y="108023"/>
                  <a:pt x="902598" y="108023"/>
                </a:cubicBezTo>
                <a:cubicBezTo>
                  <a:pt x="908046" y="108023"/>
                  <a:pt x="912586" y="106765"/>
                  <a:pt x="916218" y="104251"/>
                </a:cubicBezTo>
                <a:cubicBezTo>
                  <a:pt x="919572" y="101876"/>
                  <a:pt x="921248" y="99082"/>
                  <a:pt x="921248" y="95869"/>
                </a:cubicBezTo>
                <a:cubicBezTo>
                  <a:pt x="921248" y="90909"/>
                  <a:pt x="917302" y="88430"/>
                  <a:pt x="909408" y="88430"/>
                </a:cubicBezTo>
                <a:lnTo>
                  <a:pt x="899036" y="88430"/>
                </a:lnTo>
                <a:cubicBezTo>
                  <a:pt x="896870" y="88430"/>
                  <a:pt x="894460" y="88115"/>
                  <a:pt x="891806" y="87487"/>
                </a:cubicBezTo>
                <a:close/>
                <a:moveTo>
                  <a:pt x="429472" y="75438"/>
                </a:moveTo>
                <a:cubicBezTo>
                  <a:pt x="431288" y="75438"/>
                  <a:pt x="432824" y="76066"/>
                  <a:pt x="434082" y="77324"/>
                </a:cubicBezTo>
                <a:cubicBezTo>
                  <a:pt x="435340" y="78651"/>
                  <a:pt x="435968" y="80327"/>
                  <a:pt x="435968" y="82353"/>
                </a:cubicBezTo>
                <a:cubicBezTo>
                  <a:pt x="435968" y="84309"/>
                  <a:pt x="435340" y="85915"/>
                  <a:pt x="434082" y="87172"/>
                </a:cubicBezTo>
                <a:cubicBezTo>
                  <a:pt x="432824" y="88430"/>
                  <a:pt x="431288" y="89058"/>
                  <a:pt x="429472" y="89058"/>
                </a:cubicBezTo>
                <a:cubicBezTo>
                  <a:pt x="427726" y="89058"/>
                  <a:pt x="426224" y="88430"/>
                  <a:pt x="424966" y="87172"/>
                </a:cubicBezTo>
                <a:cubicBezTo>
                  <a:pt x="423710" y="85915"/>
                  <a:pt x="423080" y="84309"/>
                  <a:pt x="423080" y="82353"/>
                </a:cubicBezTo>
                <a:cubicBezTo>
                  <a:pt x="423080" y="80327"/>
                  <a:pt x="423710" y="78651"/>
                  <a:pt x="424966" y="77324"/>
                </a:cubicBezTo>
                <a:cubicBezTo>
                  <a:pt x="426224" y="76066"/>
                  <a:pt x="427726" y="75438"/>
                  <a:pt x="429472" y="75438"/>
                </a:cubicBezTo>
                <a:close/>
                <a:moveTo>
                  <a:pt x="335384" y="66846"/>
                </a:moveTo>
                <a:lnTo>
                  <a:pt x="335384" y="83191"/>
                </a:lnTo>
                <a:lnTo>
                  <a:pt x="392172" y="83191"/>
                </a:lnTo>
                <a:lnTo>
                  <a:pt x="392172" y="66846"/>
                </a:lnTo>
                <a:close/>
                <a:moveTo>
                  <a:pt x="856868" y="57731"/>
                </a:moveTo>
                <a:cubicBezTo>
                  <a:pt x="847158" y="58848"/>
                  <a:pt x="840174" y="60629"/>
                  <a:pt x="835914" y="63074"/>
                </a:cubicBezTo>
                <a:cubicBezTo>
                  <a:pt x="832002" y="65449"/>
                  <a:pt x="830046" y="68627"/>
                  <a:pt x="830046" y="72609"/>
                </a:cubicBezTo>
                <a:cubicBezTo>
                  <a:pt x="830046" y="78965"/>
                  <a:pt x="833538" y="82143"/>
                  <a:pt x="840524" y="82143"/>
                </a:cubicBezTo>
                <a:cubicBezTo>
                  <a:pt x="845552" y="82143"/>
                  <a:pt x="851000" y="79524"/>
                  <a:pt x="856868" y="74285"/>
                </a:cubicBezTo>
                <a:close/>
                <a:moveTo>
                  <a:pt x="482440" y="50606"/>
                </a:moveTo>
                <a:lnTo>
                  <a:pt x="482440" y="80781"/>
                </a:lnTo>
                <a:lnTo>
                  <a:pt x="496270" y="80781"/>
                </a:lnTo>
                <a:cubicBezTo>
                  <a:pt x="510870" y="80781"/>
                  <a:pt x="518168" y="75507"/>
                  <a:pt x="518168" y="64960"/>
                </a:cubicBezTo>
                <a:cubicBezTo>
                  <a:pt x="518168" y="55391"/>
                  <a:pt x="510870" y="50606"/>
                  <a:pt x="496270" y="50606"/>
                </a:cubicBezTo>
                <a:close/>
                <a:moveTo>
                  <a:pt x="1220056" y="49977"/>
                </a:moveTo>
                <a:cubicBezTo>
                  <a:pt x="1212652" y="54657"/>
                  <a:pt x="1208950" y="60664"/>
                  <a:pt x="1208950" y="67999"/>
                </a:cubicBezTo>
                <a:cubicBezTo>
                  <a:pt x="1208950" y="72190"/>
                  <a:pt x="1210522" y="75682"/>
                  <a:pt x="1213666" y="78476"/>
                </a:cubicBezTo>
                <a:cubicBezTo>
                  <a:pt x="1216878" y="81270"/>
                  <a:pt x="1220860" y="82667"/>
                  <a:pt x="1225610" y="82667"/>
                </a:cubicBezTo>
                <a:cubicBezTo>
                  <a:pt x="1230150" y="82667"/>
                  <a:pt x="1233886" y="81375"/>
                  <a:pt x="1236820" y="78790"/>
                </a:cubicBezTo>
                <a:cubicBezTo>
                  <a:pt x="1239614" y="76276"/>
                  <a:pt x="1241012" y="73063"/>
                  <a:pt x="1241012" y="69151"/>
                </a:cubicBezTo>
                <a:cubicBezTo>
                  <a:pt x="1241012" y="64401"/>
                  <a:pt x="1238916" y="60420"/>
                  <a:pt x="1234724" y="57207"/>
                </a:cubicBezTo>
                <a:cubicBezTo>
                  <a:pt x="1232140" y="55321"/>
                  <a:pt x="1227250" y="52911"/>
                  <a:pt x="1220056" y="49977"/>
                </a:cubicBezTo>
                <a:close/>
                <a:moveTo>
                  <a:pt x="335384" y="44215"/>
                </a:moveTo>
                <a:lnTo>
                  <a:pt x="335384" y="60350"/>
                </a:lnTo>
                <a:lnTo>
                  <a:pt x="392172" y="60350"/>
                </a:lnTo>
                <a:lnTo>
                  <a:pt x="392172" y="44215"/>
                </a:lnTo>
                <a:close/>
                <a:moveTo>
                  <a:pt x="62130" y="37299"/>
                </a:moveTo>
                <a:cubicBezTo>
                  <a:pt x="64786" y="49942"/>
                  <a:pt x="68662" y="60490"/>
                  <a:pt x="73760" y="68942"/>
                </a:cubicBezTo>
                <a:cubicBezTo>
                  <a:pt x="79558" y="60071"/>
                  <a:pt x="83644" y="49523"/>
                  <a:pt x="86020" y="37299"/>
                </a:cubicBezTo>
                <a:close/>
                <a:moveTo>
                  <a:pt x="961320" y="36880"/>
                </a:moveTo>
                <a:cubicBezTo>
                  <a:pt x="956220" y="36880"/>
                  <a:pt x="952100" y="38976"/>
                  <a:pt x="948956" y="43167"/>
                </a:cubicBezTo>
                <a:cubicBezTo>
                  <a:pt x="945742" y="47288"/>
                  <a:pt x="944136" y="52736"/>
                  <a:pt x="944136" y="59512"/>
                </a:cubicBezTo>
                <a:cubicBezTo>
                  <a:pt x="944136" y="66217"/>
                  <a:pt x="945742" y="71631"/>
                  <a:pt x="948956" y="75752"/>
                </a:cubicBezTo>
                <a:cubicBezTo>
                  <a:pt x="952100" y="79873"/>
                  <a:pt x="956220" y="81934"/>
                  <a:pt x="961320" y="81934"/>
                </a:cubicBezTo>
                <a:cubicBezTo>
                  <a:pt x="966418" y="81934"/>
                  <a:pt x="970574" y="79873"/>
                  <a:pt x="973788" y="75752"/>
                </a:cubicBezTo>
                <a:cubicBezTo>
                  <a:pt x="977000" y="71631"/>
                  <a:pt x="978608" y="66217"/>
                  <a:pt x="978608" y="59512"/>
                </a:cubicBezTo>
                <a:cubicBezTo>
                  <a:pt x="978608" y="52806"/>
                  <a:pt x="977000" y="47358"/>
                  <a:pt x="973788" y="43167"/>
                </a:cubicBezTo>
                <a:cubicBezTo>
                  <a:pt x="970574" y="38976"/>
                  <a:pt x="966418" y="36880"/>
                  <a:pt x="961320" y="36880"/>
                </a:cubicBezTo>
                <a:close/>
                <a:moveTo>
                  <a:pt x="655890" y="36566"/>
                </a:moveTo>
                <a:cubicBezTo>
                  <a:pt x="651560" y="36566"/>
                  <a:pt x="647822" y="38173"/>
                  <a:pt x="644680" y="41386"/>
                </a:cubicBezTo>
                <a:cubicBezTo>
                  <a:pt x="641396" y="44808"/>
                  <a:pt x="639476" y="49384"/>
                  <a:pt x="638918" y="55111"/>
                </a:cubicBezTo>
                <a:lnTo>
                  <a:pt x="670560" y="55111"/>
                </a:lnTo>
                <a:cubicBezTo>
                  <a:pt x="670560" y="42748"/>
                  <a:pt x="665670" y="36566"/>
                  <a:pt x="655890" y="36566"/>
                </a:cubicBezTo>
                <a:close/>
                <a:moveTo>
                  <a:pt x="901236" y="36042"/>
                </a:moveTo>
                <a:cubicBezTo>
                  <a:pt x="897604" y="36042"/>
                  <a:pt x="894600" y="37265"/>
                  <a:pt x="892224" y="39709"/>
                </a:cubicBezTo>
                <a:cubicBezTo>
                  <a:pt x="889780" y="42224"/>
                  <a:pt x="888558" y="45612"/>
                  <a:pt x="888558" y="49872"/>
                </a:cubicBezTo>
                <a:cubicBezTo>
                  <a:pt x="888558" y="53994"/>
                  <a:pt x="889816" y="57381"/>
                  <a:pt x="892330" y="60036"/>
                </a:cubicBezTo>
                <a:cubicBezTo>
                  <a:pt x="894774" y="62620"/>
                  <a:pt x="897744" y="63912"/>
                  <a:pt x="901236" y="63912"/>
                </a:cubicBezTo>
                <a:cubicBezTo>
                  <a:pt x="904728" y="63912"/>
                  <a:pt x="907696" y="62620"/>
                  <a:pt x="910142" y="60036"/>
                </a:cubicBezTo>
                <a:cubicBezTo>
                  <a:pt x="912656" y="57381"/>
                  <a:pt x="913914" y="53994"/>
                  <a:pt x="913914" y="49872"/>
                </a:cubicBezTo>
                <a:cubicBezTo>
                  <a:pt x="913914" y="45681"/>
                  <a:pt x="912656" y="42294"/>
                  <a:pt x="910142" y="39709"/>
                </a:cubicBezTo>
                <a:cubicBezTo>
                  <a:pt x="907766" y="37265"/>
                  <a:pt x="904798" y="36042"/>
                  <a:pt x="901236" y="36042"/>
                </a:cubicBezTo>
                <a:close/>
                <a:moveTo>
                  <a:pt x="429472" y="32689"/>
                </a:moveTo>
                <a:cubicBezTo>
                  <a:pt x="431288" y="32689"/>
                  <a:pt x="432824" y="33318"/>
                  <a:pt x="434082" y="34575"/>
                </a:cubicBezTo>
                <a:cubicBezTo>
                  <a:pt x="435340" y="35902"/>
                  <a:pt x="435968" y="37579"/>
                  <a:pt x="435968" y="39605"/>
                </a:cubicBezTo>
                <a:cubicBezTo>
                  <a:pt x="435968" y="41560"/>
                  <a:pt x="435340" y="43167"/>
                  <a:pt x="434082" y="44424"/>
                </a:cubicBezTo>
                <a:cubicBezTo>
                  <a:pt x="432824" y="45681"/>
                  <a:pt x="431288" y="46310"/>
                  <a:pt x="429472" y="46310"/>
                </a:cubicBezTo>
                <a:cubicBezTo>
                  <a:pt x="427726" y="46310"/>
                  <a:pt x="426224" y="45681"/>
                  <a:pt x="424966" y="44424"/>
                </a:cubicBezTo>
                <a:cubicBezTo>
                  <a:pt x="423710" y="43167"/>
                  <a:pt x="423080" y="41560"/>
                  <a:pt x="423080" y="39605"/>
                </a:cubicBezTo>
                <a:cubicBezTo>
                  <a:pt x="423080" y="37579"/>
                  <a:pt x="423710" y="35902"/>
                  <a:pt x="424966" y="34575"/>
                </a:cubicBezTo>
                <a:cubicBezTo>
                  <a:pt x="426224" y="33318"/>
                  <a:pt x="427726" y="32689"/>
                  <a:pt x="429472" y="32689"/>
                </a:cubicBezTo>
                <a:close/>
                <a:moveTo>
                  <a:pt x="1121644" y="31118"/>
                </a:moveTo>
                <a:lnTo>
                  <a:pt x="1130550" y="31118"/>
                </a:lnTo>
                <a:lnTo>
                  <a:pt x="1142600" y="63493"/>
                </a:lnTo>
                <a:lnTo>
                  <a:pt x="1148258" y="79419"/>
                </a:lnTo>
                <a:lnTo>
                  <a:pt x="1148780" y="79419"/>
                </a:lnTo>
                <a:cubicBezTo>
                  <a:pt x="1149130" y="78371"/>
                  <a:pt x="1149934" y="75682"/>
                  <a:pt x="1151190" y="71351"/>
                </a:cubicBezTo>
                <a:cubicBezTo>
                  <a:pt x="1152168" y="67999"/>
                  <a:pt x="1152972" y="65379"/>
                  <a:pt x="1153600" y="63493"/>
                </a:cubicBezTo>
                <a:lnTo>
                  <a:pt x="1164182" y="31118"/>
                </a:lnTo>
                <a:lnTo>
                  <a:pt x="1172564" y="31118"/>
                </a:lnTo>
                <a:lnTo>
                  <a:pt x="1150982" y="92935"/>
                </a:lnTo>
                <a:cubicBezTo>
                  <a:pt x="1146440" y="105927"/>
                  <a:pt x="1139560" y="112423"/>
                  <a:pt x="1130340" y="112423"/>
                </a:cubicBezTo>
                <a:cubicBezTo>
                  <a:pt x="1127896" y="112423"/>
                  <a:pt x="1125730" y="112039"/>
                  <a:pt x="1123844" y="111271"/>
                </a:cubicBezTo>
                <a:lnTo>
                  <a:pt x="1125626" y="104355"/>
                </a:lnTo>
                <a:cubicBezTo>
                  <a:pt x="1127162" y="104914"/>
                  <a:pt x="1128630" y="105194"/>
                  <a:pt x="1130026" y="105194"/>
                </a:cubicBezTo>
                <a:cubicBezTo>
                  <a:pt x="1135894" y="105194"/>
                  <a:pt x="1140294" y="100933"/>
                  <a:pt x="1143228" y="92411"/>
                </a:cubicBezTo>
                <a:lnTo>
                  <a:pt x="1144486" y="88011"/>
                </a:lnTo>
                <a:close/>
                <a:moveTo>
                  <a:pt x="567422" y="31118"/>
                </a:moveTo>
                <a:lnTo>
                  <a:pt x="575910" y="31118"/>
                </a:lnTo>
                <a:lnTo>
                  <a:pt x="575910" y="66008"/>
                </a:lnTo>
                <a:cubicBezTo>
                  <a:pt x="575910" y="71456"/>
                  <a:pt x="576782" y="75403"/>
                  <a:pt x="578528" y="77847"/>
                </a:cubicBezTo>
                <a:cubicBezTo>
                  <a:pt x="580274" y="80362"/>
                  <a:pt x="583138" y="81619"/>
                  <a:pt x="587120" y="81619"/>
                </a:cubicBezTo>
                <a:cubicBezTo>
                  <a:pt x="592290" y="81619"/>
                  <a:pt x="597598" y="78301"/>
                  <a:pt x="603046" y="71666"/>
                </a:cubicBezTo>
                <a:lnTo>
                  <a:pt x="603046" y="31118"/>
                </a:lnTo>
                <a:lnTo>
                  <a:pt x="611532" y="31118"/>
                </a:lnTo>
                <a:lnTo>
                  <a:pt x="611532" y="87696"/>
                </a:lnTo>
                <a:lnTo>
                  <a:pt x="604512" y="87696"/>
                </a:lnTo>
                <a:lnTo>
                  <a:pt x="603780" y="78686"/>
                </a:lnTo>
                <a:lnTo>
                  <a:pt x="603466" y="78686"/>
                </a:lnTo>
                <a:cubicBezTo>
                  <a:pt x="597458" y="85601"/>
                  <a:pt x="591172" y="89058"/>
                  <a:pt x="584606" y="89058"/>
                </a:cubicBezTo>
                <a:cubicBezTo>
                  <a:pt x="573150" y="89058"/>
                  <a:pt x="567422" y="81724"/>
                  <a:pt x="567422" y="67056"/>
                </a:cubicBezTo>
                <a:close/>
                <a:moveTo>
                  <a:pt x="1033548" y="29651"/>
                </a:moveTo>
                <a:cubicBezTo>
                  <a:pt x="1045072" y="29651"/>
                  <a:pt x="1050836" y="37020"/>
                  <a:pt x="1050836" y="51758"/>
                </a:cubicBezTo>
                <a:lnTo>
                  <a:pt x="1050836" y="87696"/>
                </a:lnTo>
                <a:lnTo>
                  <a:pt x="1042244" y="87696"/>
                </a:lnTo>
                <a:lnTo>
                  <a:pt x="1042244" y="52806"/>
                </a:lnTo>
                <a:cubicBezTo>
                  <a:pt x="1042244" y="42329"/>
                  <a:pt x="1038506" y="37090"/>
                  <a:pt x="1031032" y="37090"/>
                </a:cubicBezTo>
                <a:cubicBezTo>
                  <a:pt x="1026214" y="37090"/>
                  <a:pt x="1020834" y="40163"/>
                  <a:pt x="1014898" y="46310"/>
                </a:cubicBezTo>
                <a:lnTo>
                  <a:pt x="1014898" y="87696"/>
                </a:lnTo>
                <a:lnTo>
                  <a:pt x="1006410" y="87696"/>
                </a:lnTo>
                <a:lnTo>
                  <a:pt x="1006410" y="31118"/>
                </a:lnTo>
                <a:lnTo>
                  <a:pt x="1013326" y="31118"/>
                </a:lnTo>
                <a:lnTo>
                  <a:pt x="1014164" y="39395"/>
                </a:lnTo>
                <a:lnTo>
                  <a:pt x="1014478" y="39395"/>
                </a:lnTo>
                <a:cubicBezTo>
                  <a:pt x="1021114" y="32899"/>
                  <a:pt x="1027470" y="29651"/>
                  <a:pt x="1033548" y="29651"/>
                </a:cubicBezTo>
                <a:close/>
                <a:moveTo>
                  <a:pt x="961320" y="29651"/>
                </a:moveTo>
                <a:cubicBezTo>
                  <a:pt x="968584" y="29651"/>
                  <a:pt x="974660" y="32270"/>
                  <a:pt x="979550" y="37509"/>
                </a:cubicBezTo>
                <a:cubicBezTo>
                  <a:pt x="984788" y="43027"/>
                  <a:pt x="987408" y="50361"/>
                  <a:pt x="987408" y="59512"/>
                </a:cubicBezTo>
                <a:cubicBezTo>
                  <a:pt x="987408" y="68522"/>
                  <a:pt x="984788" y="75787"/>
                  <a:pt x="979550" y="81305"/>
                </a:cubicBezTo>
                <a:cubicBezTo>
                  <a:pt x="974660" y="86474"/>
                  <a:pt x="968584" y="89058"/>
                  <a:pt x="961320" y="89058"/>
                </a:cubicBezTo>
                <a:cubicBezTo>
                  <a:pt x="954124" y="89058"/>
                  <a:pt x="948082" y="86474"/>
                  <a:pt x="943194" y="81305"/>
                </a:cubicBezTo>
                <a:cubicBezTo>
                  <a:pt x="937954" y="75787"/>
                  <a:pt x="935334" y="68522"/>
                  <a:pt x="935334" y="59512"/>
                </a:cubicBezTo>
                <a:cubicBezTo>
                  <a:pt x="935334" y="50361"/>
                  <a:pt x="937954" y="43027"/>
                  <a:pt x="943194" y="37509"/>
                </a:cubicBezTo>
                <a:cubicBezTo>
                  <a:pt x="948012" y="32270"/>
                  <a:pt x="954054" y="29651"/>
                  <a:pt x="961320" y="29651"/>
                </a:cubicBezTo>
                <a:close/>
                <a:moveTo>
                  <a:pt x="901236" y="29651"/>
                </a:moveTo>
                <a:cubicBezTo>
                  <a:pt x="903820" y="29651"/>
                  <a:pt x="906440" y="30140"/>
                  <a:pt x="909094" y="31118"/>
                </a:cubicBezTo>
                <a:lnTo>
                  <a:pt x="928686" y="31118"/>
                </a:lnTo>
                <a:lnTo>
                  <a:pt x="928686" y="37719"/>
                </a:lnTo>
                <a:lnTo>
                  <a:pt x="916742" y="37719"/>
                </a:lnTo>
                <a:cubicBezTo>
                  <a:pt x="920026" y="40862"/>
                  <a:pt x="921666" y="44948"/>
                  <a:pt x="921666" y="49977"/>
                </a:cubicBezTo>
                <a:cubicBezTo>
                  <a:pt x="921666" y="55914"/>
                  <a:pt x="919676" y="60734"/>
                  <a:pt x="915694" y="64436"/>
                </a:cubicBezTo>
                <a:cubicBezTo>
                  <a:pt x="911852" y="67999"/>
                  <a:pt x="907034" y="69780"/>
                  <a:pt x="901236" y="69780"/>
                </a:cubicBezTo>
                <a:cubicBezTo>
                  <a:pt x="898092" y="69780"/>
                  <a:pt x="895194" y="69081"/>
                  <a:pt x="892540" y="67684"/>
                </a:cubicBezTo>
                <a:cubicBezTo>
                  <a:pt x="890024" y="69850"/>
                  <a:pt x="888768" y="72224"/>
                  <a:pt x="888768" y="74809"/>
                </a:cubicBezTo>
                <a:cubicBezTo>
                  <a:pt x="888768" y="79070"/>
                  <a:pt x="892120" y="81200"/>
                  <a:pt x="898826" y="81200"/>
                </a:cubicBezTo>
                <a:lnTo>
                  <a:pt x="910142" y="81200"/>
                </a:lnTo>
                <a:cubicBezTo>
                  <a:pt x="923134" y="81200"/>
                  <a:pt x="929630" y="85671"/>
                  <a:pt x="929630" y="94611"/>
                </a:cubicBezTo>
                <a:cubicBezTo>
                  <a:pt x="929630" y="99920"/>
                  <a:pt x="927080" y="104425"/>
                  <a:pt x="921982" y="108127"/>
                </a:cubicBezTo>
                <a:cubicBezTo>
                  <a:pt x="916602" y="112039"/>
                  <a:pt x="909758" y="113995"/>
                  <a:pt x="901446" y="113995"/>
                </a:cubicBezTo>
                <a:cubicBezTo>
                  <a:pt x="894390" y="113995"/>
                  <a:pt x="888768" y="112668"/>
                  <a:pt x="884576" y="110013"/>
                </a:cubicBezTo>
                <a:cubicBezTo>
                  <a:pt x="880246" y="107289"/>
                  <a:pt x="878080" y="103517"/>
                  <a:pt x="878080" y="98698"/>
                </a:cubicBezTo>
                <a:cubicBezTo>
                  <a:pt x="878080" y="93738"/>
                  <a:pt x="880874" y="89408"/>
                  <a:pt x="886462" y="85706"/>
                </a:cubicBezTo>
                <a:lnTo>
                  <a:pt x="886462" y="85286"/>
                </a:lnTo>
                <a:cubicBezTo>
                  <a:pt x="883040" y="83191"/>
                  <a:pt x="881328" y="80083"/>
                  <a:pt x="881328" y="75961"/>
                </a:cubicBezTo>
                <a:cubicBezTo>
                  <a:pt x="881328" y="72050"/>
                  <a:pt x="883424" y="68557"/>
                  <a:pt x="887614" y="65484"/>
                </a:cubicBezTo>
                <a:lnTo>
                  <a:pt x="887614" y="65065"/>
                </a:lnTo>
                <a:cubicBezTo>
                  <a:pt x="882726" y="61153"/>
                  <a:pt x="880280" y="56089"/>
                  <a:pt x="880280" y="49872"/>
                </a:cubicBezTo>
                <a:cubicBezTo>
                  <a:pt x="880280" y="43865"/>
                  <a:pt x="882342" y="38976"/>
                  <a:pt x="886462" y="35204"/>
                </a:cubicBezTo>
                <a:cubicBezTo>
                  <a:pt x="890444" y="31502"/>
                  <a:pt x="895368" y="29651"/>
                  <a:pt x="901236" y="29651"/>
                </a:cubicBezTo>
                <a:close/>
                <a:moveTo>
                  <a:pt x="846182" y="29651"/>
                </a:moveTo>
                <a:cubicBezTo>
                  <a:pt x="858964" y="29651"/>
                  <a:pt x="865354" y="37299"/>
                  <a:pt x="865354" y="52597"/>
                </a:cubicBezTo>
                <a:lnTo>
                  <a:pt x="865354" y="87696"/>
                </a:lnTo>
                <a:lnTo>
                  <a:pt x="858334" y="87696"/>
                </a:lnTo>
                <a:lnTo>
                  <a:pt x="857602" y="80781"/>
                </a:lnTo>
                <a:lnTo>
                  <a:pt x="857288" y="80781"/>
                </a:lnTo>
                <a:cubicBezTo>
                  <a:pt x="850792" y="86299"/>
                  <a:pt x="844434" y="89058"/>
                  <a:pt x="838218" y="89058"/>
                </a:cubicBezTo>
                <a:cubicBezTo>
                  <a:pt x="833398" y="89058"/>
                  <a:pt x="829486" y="87696"/>
                  <a:pt x="826484" y="84972"/>
                </a:cubicBezTo>
                <a:cubicBezTo>
                  <a:pt x="823340" y="82038"/>
                  <a:pt x="821768" y="78092"/>
                  <a:pt x="821768" y="73133"/>
                </a:cubicBezTo>
                <a:cubicBezTo>
                  <a:pt x="821768" y="66986"/>
                  <a:pt x="824598" y="62236"/>
                  <a:pt x="830256" y="58883"/>
                </a:cubicBezTo>
                <a:cubicBezTo>
                  <a:pt x="835704" y="55670"/>
                  <a:pt x="844574" y="53365"/>
                  <a:pt x="856868" y="51968"/>
                </a:cubicBezTo>
                <a:cubicBezTo>
                  <a:pt x="857008" y="41840"/>
                  <a:pt x="852992" y="36776"/>
                  <a:pt x="844818" y="36776"/>
                </a:cubicBezTo>
                <a:cubicBezTo>
                  <a:pt x="839300" y="36776"/>
                  <a:pt x="833574" y="38871"/>
                  <a:pt x="827636" y="43062"/>
                </a:cubicBezTo>
                <a:lnTo>
                  <a:pt x="824178" y="37090"/>
                </a:lnTo>
                <a:cubicBezTo>
                  <a:pt x="831722" y="32131"/>
                  <a:pt x="839056" y="29651"/>
                  <a:pt x="846182" y="29651"/>
                </a:cubicBezTo>
                <a:close/>
                <a:moveTo>
                  <a:pt x="811434" y="29651"/>
                </a:moveTo>
                <a:cubicBezTo>
                  <a:pt x="813738" y="29651"/>
                  <a:pt x="815730" y="30070"/>
                  <a:pt x="817406" y="30908"/>
                </a:cubicBezTo>
                <a:lnTo>
                  <a:pt x="815730" y="38347"/>
                </a:lnTo>
                <a:cubicBezTo>
                  <a:pt x="813844" y="37719"/>
                  <a:pt x="812062" y="37404"/>
                  <a:pt x="810386" y="37404"/>
                </a:cubicBezTo>
                <a:cubicBezTo>
                  <a:pt x="804170" y="37404"/>
                  <a:pt x="799314" y="41875"/>
                  <a:pt x="795822" y="50815"/>
                </a:cubicBezTo>
                <a:lnTo>
                  <a:pt x="795822" y="87696"/>
                </a:lnTo>
                <a:lnTo>
                  <a:pt x="787336" y="87696"/>
                </a:lnTo>
                <a:lnTo>
                  <a:pt x="787336" y="31118"/>
                </a:lnTo>
                <a:lnTo>
                  <a:pt x="794250" y="31118"/>
                </a:lnTo>
                <a:lnTo>
                  <a:pt x="795090" y="41490"/>
                </a:lnTo>
                <a:lnTo>
                  <a:pt x="795404" y="41490"/>
                </a:lnTo>
                <a:cubicBezTo>
                  <a:pt x="799664" y="33597"/>
                  <a:pt x="805008" y="29651"/>
                  <a:pt x="811434" y="29651"/>
                </a:cubicBezTo>
                <a:close/>
                <a:moveTo>
                  <a:pt x="655786" y="29651"/>
                </a:moveTo>
                <a:cubicBezTo>
                  <a:pt x="662840" y="29651"/>
                  <a:pt x="668324" y="32026"/>
                  <a:pt x="672236" y="36776"/>
                </a:cubicBezTo>
                <a:cubicBezTo>
                  <a:pt x="676148" y="41456"/>
                  <a:pt x="678102" y="47917"/>
                  <a:pt x="678102" y="56159"/>
                </a:cubicBezTo>
                <a:cubicBezTo>
                  <a:pt x="678102" y="58394"/>
                  <a:pt x="677964" y="60105"/>
                  <a:pt x="677684" y="61293"/>
                </a:cubicBezTo>
                <a:lnTo>
                  <a:pt x="639022" y="61293"/>
                </a:lnTo>
                <a:cubicBezTo>
                  <a:pt x="639302" y="67579"/>
                  <a:pt x="641188" y="72644"/>
                  <a:pt x="644680" y="76485"/>
                </a:cubicBezTo>
                <a:cubicBezTo>
                  <a:pt x="648172" y="80327"/>
                  <a:pt x="652748" y="82248"/>
                  <a:pt x="658406" y="82248"/>
                </a:cubicBezTo>
                <a:cubicBezTo>
                  <a:pt x="663434" y="82248"/>
                  <a:pt x="668220" y="80711"/>
                  <a:pt x="672760" y="77638"/>
                </a:cubicBezTo>
                <a:lnTo>
                  <a:pt x="675902" y="83296"/>
                </a:lnTo>
                <a:cubicBezTo>
                  <a:pt x="669896" y="87137"/>
                  <a:pt x="663714" y="89058"/>
                  <a:pt x="657358" y="89058"/>
                </a:cubicBezTo>
                <a:cubicBezTo>
                  <a:pt x="649674" y="89058"/>
                  <a:pt x="643352" y="86439"/>
                  <a:pt x="638394" y="81200"/>
                </a:cubicBezTo>
                <a:cubicBezTo>
                  <a:pt x="633154" y="75752"/>
                  <a:pt x="630536" y="68522"/>
                  <a:pt x="630536" y="59512"/>
                </a:cubicBezTo>
                <a:cubicBezTo>
                  <a:pt x="630536" y="50641"/>
                  <a:pt x="633120" y="43341"/>
                  <a:pt x="638288" y="37614"/>
                </a:cubicBezTo>
                <a:cubicBezTo>
                  <a:pt x="643178" y="32305"/>
                  <a:pt x="649010" y="29651"/>
                  <a:pt x="655786" y="29651"/>
                </a:cubicBezTo>
                <a:close/>
                <a:moveTo>
                  <a:pt x="231970" y="22526"/>
                </a:moveTo>
                <a:cubicBezTo>
                  <a:pt x="237140" y="29791"/>
                  <a:pt x="240528" y="36391"/>
                  <a:pt x="242134" y="42329"/>
                </a:cubicBezTo>
                <a:lnTo>
                  <a:pt x="235638" y="44948"/>
                </a:lnTo>
                <a:cubicBezTo>
                  <a:pt x="233892" y="38662"/>
                  <a:pt x="230678" y="31956"/>
                  <a:pt x="225998" y="24831"/>
                </a:cubicBezTo>
                <a:close/>
                <a:moveTo>
                  <a:pt x="285406" y="22002"/>
                </a:moveTo>
                <a:lnTo>
                  <a:pt x="292636" y="24412"/>
                </a:lnTo>
                <a:cubicBezTo>
                  <a:pt x="288026" y="33353"/>
                  <a:pt x="283974" y="40303"/>
                  <a:pt x="280482" y="45262"/>
                </a:cubicBezTo>
                <a:lnTo>
                  <a:pt x="274614" y="43167"/>
                </a:lnTo>
                <a:cubicBezTo>
                  <a:pt x="279084" y="36252"/>
                  <a:pt x="282682" y="29197"/>
                  <a:pt x="285406" y="22002"/>
                </a:cubicBezTo>
                <a:close/>
                <a:moveTo>
                  <a:pt x="335384" y="21164"/>
                </a:moveTo>
                <a:lnTo>
                  <a:pt x="335384" y="37719"/>
                </a:lnTo>
                <a:lnTo>
                  <a:pt x="392172" y="37719"/>
                </a:lnTo>
                <a:lnTo>
                  <a:pt x="392172" y="21164"/>
                </a:lnTo>
                <a:close/>
                <a:moveTo>
                  <a:pt x="1289360" y="20955"/>
                </a:moveTo>
                <a:cubicBezTo>
                  <a:pt x="1287754" y="24098"/>
                  <a:pt x="1285728" y="27800"/>
                  <a:pt x="1283284" y="32061"/>
                </a:cubicBezTo>
                <a:lnTo>
                  <a:pt x="1264738" y="59512"/>
                </a:lnTo>
                <a:lnTo>
                  <a:pt x="1289256" y="59512"/>
                </a:lnTo>
                <a:lnTo>
                  <a:pt x="1289256" y="34575"/>
                </a:lnTo>
                <a:cubicBezTo>
                  <a:pt x="1289256" y="30524"/>
                  <a:pt x="1289466" y="25984"/>
                  <a:pt x="1289884" y="20955"/>
                </a:cubicBezTo>
                <a:close/>
                <a:moveTo>
                  <a:pt x="1625440" y="18126"/>
                </a:moveTo>
                <a:lnTo>
                  <a:pt x="1625440" y="80572"/>
                </a:lnTo>
                <a:lnTo>
                  <a:pt x="1634870" y="80572"/>
                </a:lnTo>
                <a:cubicBezTo>
                  <a:pt x="1644020" y="80572"/>
                  <a:pt x="1650970" y="77778"/>
                  <a:pt x="1655720" y="72190"/>
                </a:cubicBezTo>
                <a:cubicBezTo>
                  <a:pt x="1660260" y="66741"/>
                  <a:pt x="1662530" y="59023"/>
                  <a:pt x="1662530" y="49034"/>
                </a:cubicBezTo>
                <a:cubicBezTo>
                  <a:pt x="1662530" y="28429"/>
                  <a:pt x="1653310" y="18126"/>
                  <a:pt x="1634870" y="18126"/>
                </a:cubicBezTo>
                <a:close/>
                <a:moveTo>
                  <a:pt x="720566" y="18126"/>
                </a:moveTo>
                <a:lnTo>
                  <a:pt x="720566" y="80572"/>
                </a:lnTo>
                <a:lnTo>
                  <a:pt x="729996" y="80572"/>
                </a:lnTo>
                <a:cubicBezTo>
                  <a:pt x="739146" y="80572"/>
                  <a:pt x="746096" y="77778"/>
                  <a:pt x="750846" y="72190"/>
                </a:cubicBezTo>
                <a:cubicBezTo>
                  <a:pt x="755386" y="66741"/>
                  <a:pt x="757656" y="59023"/>
                  <a:pt x="757656" y="49034"/>
                </a:cubicBezTo>
                <a:cubicBezTo>
                  <a:pt x="757656" y="28429"/>
                  <a:pt x="748436" y="18126"/>
                  <a:pt x="729996" y="18126"/>
                </a:cubicBezTo>
                <a:close/>
                <a:moveTo>
                  <a:pt x="482440" y="17916"/>
                </a:moveTo>
                <a:lnTo>
                  <a:pt x="482440" y="43900"/>
                </a:lnTo>
                <a:lnTo>
                  <a:pt x="494176" y="43900"/>
                </a:lnTo>
                <a:cubicBezTo>
                  <a:pt x="507098" y="43900"/>
                  <a:pt x="513558" y="39535"/>
                  <a:pt x="513558" y="30803"/>
                </a:cubicBezTo>
                <a:cubicBezTo>
                  <a:pt x="513558" y="26193"/>
                  <a:pt x="511986" y="22875"/>
                  <a:pt x="508844" y="20850"/>
                </a:cubicBezTo>
                <a:cubicBezTo>
                  <a:pt x="505840" y="18894"/>
                  <a:pt x="501126" y="17916"/>
                  <a:pt x="494700" y="17916"/>
                </a:cubicBezTo>
                <a:close/>
                <a:moveTo>
                  <a:pt x="155694" y="16659"/>
                </a:moveTo>
                <a:cubicBezTo>
                  <a:pt x="159048" y="36077"/>
                  <a:pt x="164636" y="51549"/>
                  <a:pt x="172458" y="63074"/>
                </a:cubicBezTo>
                <a:cubicBezTo>
                  <a:pt x="181540" y="50431"/>
                  <a:pt x="187756" y="34959"/>
                  <a:pt x="191108" y="16659"/>
                </a:cubicBezTo>
                <a:close/>
                <a:moveTo>
                  <a:pt x="1556156" y="16344"/>
                </a:moveTo>
                <a:cubicBezTo>
                  <a:pt x="1552314" y="16344"/>
                  <a:pt x="1549136" y="18021"/>
                  <a:pt x="1546622" y="21374"/>
                </a:cubicBezTo>
                <a:cubicBezTo>
                  <a:pt x="1544036" y="24726"/>
                  <a:pt x="1542744" y="29057"/>
                  <a:pt x="1542744" y="34366"/>
                </a:cubicBezTo>
                <a:cubicBezTo>
                  <a:pt x="1542744" y="39814"/>
                  <a:pt x="1543896" y="44075"/>
                  <a:pt x="1546202" y="47148"/>
                </a:cubicBezTo>
                <a:cubicBezTo>
                  <a:pt x="1548716" y="50431"/>
                  <a:pt x="1552278" y="52073"/>
                  <a:pt x="1556890" y="52073"/>
                </a:cubicBezTo>
                <a:cubicBezTo>
                  <a:pt x="1562896" y="52073"/>
                  <a:pt x="1568414" y="48545"/>
                  <a:pt x="1573444" y="41490"/>
                </a:cubicBezTo>
                <a:cubicBezTo>
                  <a:pt x="1572536" y="24726"/>
                  <a:pt x="1566772" y="16344"/>
                  <a:pt x="1556156" y="16344"/>
                </a:cubicBezTo>
                <a:close/>
                <a:moveTo>
                  <a:pt x="1225504" y="16344"/>
                </a:moveTo>
                <a:cubicBezTo>
                  <a:pt x="1221872" y="16344"/>
                  <a:pt x="1218868" y="17532"/>
                  <a:pt x="1216494" y="19907"/>
                </a:cubicBezTo>
                <a:cubicBezTo>
                  <a:pt x="1214120" y="22352"/>
                  <a:pt x="1212932" y="25460"/>
                  <a:pt x="1212932" y="29232"/>
                </a:cubicBezTo>
                <a:cubicBezTo>
                  <a:pt x="1212932" y="33493"/>
                  <a:pt x="1214748" y="37090"/>
                  <a:pt x="1218380" y="40024"/>
                </a:cubicBezTo>
                <a:cubicBezTo>
                  <a:pt x="1220894" y="42049"/>
                  <a:pt x="1225016" y="44180"/>
                  <a:pt x="1230744" y="46415"/>
                </a:cubicBezTo>
                <a:cubicBezTo>
                  <a:pt x="1236332" y="41665"/>
                  <a:pt x="1239126" y="36356"/>
                  <a:pt x="1239126" y="30489"/>
                </a:cubicBezTo>
                <a:cubicBezTo>
                  <a:pt x="1239126" y="26438"/>
                  <a:pt x="1237938" y="23120"/>
                  <a:pt x="1235564" y="20535"/>
                </a:cubicBezTo>
                <a:cubicBezTo>
                  <a:pt x="1233048" y="17741"/>
                  <a:pt x="1229696" y="16344"/>
                  <a:pt x="1225504" y="16344"/>
                </a:cubicBezTo>
                <a:close/>
                <a:moveTo>
                  <a:pt x="1912018" y="11001"/>
                </a:moveTo>
                <a:lnTo>
                  <a:pt x="1920926" y="11001"/>
                </a:lnTo>
                <a:lnTo>
                  <a:pt x="1949948" y="60664"/>
                </a:lnTo>
                <a:lnTo>
                  <a:pt x="1958226" y="76381"/>
                </a:lnTo>
                <a:lnTo>
                  <a:pt x="1958748" y="76381"/>
                </a:lnTo>
                <a:cubicBezTo>
                  <a:pt x="1957980" y="65135"/>
                  <a:pt x="1957596" y="57172"/>
                  <a:pt x="1957596" y="52492"/>
                </a:cubicBezTo>
                <a:lnTo>
                  <a:pt x="1957596" y="11001"/>
                </a:lnTo>
                <a:lnTo>
                  <a:pt x="1965874" y="11001"/>
                </a:lnTo>
                <a:lnTo>
                  <a:pt x="1965874" y="87696"/>
                </a:lnTo>
                <a:lnTo>
                  <a:pt x="1956862" y="87696"/>
                </a:lnTo>
                <a:lnTo>
                  <a:pt x="1928050" y="38033"/>
                </a:lnTo>
                <a:lnTo>
                  <a:pt x="1919668" y="22317"/>
                </a:lnTo>
                <a:lnTo>
                  <a:pt x="1919144" y="22317"/>
                </a:lnTo>
                <a:cubicBezTo>
                  <a:pt x="1919842" y="35029"/>
                  <a:pt x="1920192" y="42818"/>
                  <a:pt x="1920192" y="45681"/>
                </a:cubicBezTo>
                <a:lnTo>
                  <a:pt x="1920192" y="87696"/>
                </a:lnTo>
                <a:lnTo>
                  <a:pt x="1912018" y="87696"/>
                </a:lnTo>
                <a:close/>
                <a:moveTo>
                  <a:pt x="1807244" y="11001"/>
                </a:moveTo>
                <a:lnTo>
                  <a:pt x="1815940" y="11001"/>
                </a:lnTo>
                <a:lnTo>
                  <a:pt x="1815940" y="87696"/>
                </a:lnTo>
                <a:lnTo>
                  <a:pt x="1807244" y="87696"/>
                </a:lnTo>
                <a:close/>
                <a:moveTo>
                  <a:pt x="1692944" y="11001"/>
                </a:moveTo>
                <a:lnTo>
                  <a:pt x="1736636" y="11001"/>
                </a:lnTo>
                <a:lnTo>
                  <a:pt x="1736636" y="18335"/>
                </a:lnTo>
                <a:lnTo>
                  <a:pt x="1701640" y="18335"/>
                </a:lnTo>
                <a:lnTo>
                  <a:pt x="1701640" y="43586"/>
                </a:lnTo>
                <a:lnTo>
                  <a:pt x="1731082" y="43586"/>
                </a:lnTo>
                <a:lnTo>
                  <a:pt x="1731082" y="50920"/>
                </a:lnTo>
                <a:lnTo>
                  <a:pt x="1701640" y="50920"/>
                </a:lnTo>
                <a:lnTo>
                  <a:pt x="1701640" y="80362"/>
                </a:lnTo>
                <a:lnTo>
                  <a:pt x="1737788" y="80362"/>
                </a:lnTo>
                <a:lnTo>
                  <a:pt x="1737788" y="87696"/>
                </a:lnTo>
                <a:lnTo>
                  <a:pt x="1692944" y="87696"/>
                </a:lnTo>
                <a:close/>
                <a:moveTo>
                  <a:pt x="1616744" y="11001"/>
                </a:moveTo>
                <a:lnTo>
                  <a:pt x="1635604" y="11001"/>
                </a:lnTo>
                <a:cubicBezTo>
                  <a:pt x="1647268" y="11001"/>
                  <a:pt x="1656174" y="14319"/>
                  <a:pt x="1662322" y="20955"/>
                </a:cubicBezTo>
                <a:cubicBezTo>
                  <a:pt x="1668398" y="27520"/>
                  <a:pt x="1671436" y="36880"/>
                  <a:pt x="1671436" y="49034"/>
                </a:cubicBezTo>
                <a:cubicBezTo>
                  <a:pt x="1671436" y="61258"/>
                  <a:pt x="1668434" y="70723"/>
                  <a:pt x="1662426" y="77428"/>
                </a:cubicBezTo>
                <a:cubicBezTo>
                  <a:pt x="1656280" y="84274"/>
                  <a:pt x="1647442" y="87696"/>
                  <a:pt x="1635918" y="87696"/>
                </a:cubicBezTo>
                <a:lnTo>
                  <a:pt x="1616744" y="87696"/>
                </a:lnTo>
                <a:close/>
                <a:moveTo>
                  <a:pt x="1484232" y="11001"/>
                </a:moveTo>
                <a:lnTo>
                  <a:pt x="1520904" y="11001"/>
                </a:lnTo>
                <a:lnTo>
                  <a:pt x="1520904" y="18335"/>
                </a:lnTo>
                <a:lnTo>
                  <a:pt x="1491776" y="18335"/>
                </a:lnTo>
                <a:lnTo>
                  <a:pt x="1489680" y="41595"/>
                </a:lnTo>
                <a:cubicBezTo>
                  <a:pt x="1493522" y="39430"/>
                  <a:pt x="1497504" y="38347"/>
                  <a:pt x="1501624" y="38347"/>
                </a:cubicBezTo>
                <a:cubicBezTo>
                  <a:pt x="1508400" y="38347"/>
                  <a:pt x="1513814" y="40303"/>
                  <a:pt x="1517866" y="44215"/>
                </a:cubicBezTo>
                <a:cubicBezTo>
                  <a:pt x="1522336" y="48545"/>
                  <a:pt x="1524570" y="54762"/>
                  <a:pt x="1524570" y="62865"/>
                </a:cubicBezTo>
                <a:cubicBezTo>
                  <a:pt x="1524570" y="70827"/>
                  <a:pt x="1522022" y="77289"/>
                  <a:pt x="1516922" y="82248"/>
                </a:cubicBezTo>
                <a:cubicBezTo>
                  <a:pt x="1512242" y="86788"/>
                  <a:pt x="1506550" y="89058"/>
                  <a:pt x="1499844" y="89058"/>
                </a:cubicBezTo>
                <a:cubicBezTo>
                  <a:pt x="1490484" y="89058"/>
                  <a:pt x="1482416" y="85671"/>
                  <a:pt x="1475640" y="78895"/>
                </a:cubicBezTo>
                <a:lnTo>
                  <a:pt x="1479936" y="73237"/>
                </a:lnTo>
                <a:cubicBezTo>
                  <a:pt x="1485594" y="79035"/>
                  <a:pt x="1491986" y="81934"/>
                  <a:pt x="1499110" y="81934"/>
                </a:cubicBezTo>
                <a:cubicBezTo>
                  <a:pt x="1503860" y="81934"/>
                  <a:pt x="1507842" y="80222"/>
                  <a:pt x="1511054" y="76800"/>
                </a:cubicBezTo>
                <a:cubicBezTo>
                  <a:pt x="1514338" y="73307"/>
                  <a:pt x="1515980" y="68732"/>
                  <a:pt x="1515980" y="63074"/>
                </a:cubicBezTo>
                <a:cubicBezTo>
                  <a:pt x="1515980" y="57486"/>
                  <a:pt x="1514478" y="53051"/>
                  <a:pt x="1511474" y="49768"/>
                </a:cubicBezTo>
                <a:cubicBezTo>
                  <a:pt x="1508540" y="46555"/>
                  <a:pt x="1504558" y="44948"/>
                  <a:pt x="1499530" y="44948"/>
                </a:cubicBezTo>
                <a:cubicBezTo>
                  <a:pt x="1495478" y="44948"/>
                  <a:pt x="1491148" y="46485"/>
                  <a:pt x="1486538" y="49558"/>
                </a:cubicBezTo>
                <a:lnTo>
                  <a:pt x="1481822" y="46624"/>
                </a:lnTo>
                <a:close/>
                <a:moveTo>
                  <a:pt x="1430216" y="11001"/>
                </a:moveTo>
                <a:lnTo>
                  <a:pt x="1477678" y="11001"/>
                </a:lnTo>
                <a:lnTo>
                  <a:pt x="1477678" y="16135"/>
                </a:lnTo>
                <a:cubicBezTo>
                  <a:pt x="1469158" y="27171"/>
                  <a:pt x="1463254" y="38277"/>
                  <a:pt x="1459972" y="49453"/>
                </a:cubicBezTo>
                <a:cubicBezTo>
                  <a:pt x="1457318" y="58674"/>
                  <a:pt x="1455642" y="71421"/>
                  <a:pt x="1454942" y="87696"/>
                </a:cubicBezTo>
                <a:lnTo>
                  <a:pt x="1446038" y="87696"/>
                </a:lnTo>
                <a:cubicBezTo>
                  <a:pt x="1447224" y="59966"/>
                  <a:pt x="1454488" y="36845"/>
                  <a:pt x="1467830" y="18335"/>
                </a:cubicBezTo>
                <a:lnTo>
                  <a:pt x="1430216" y="18335"/>
                </a:lnTo>
                <a:close/>
                <a:moveTo>
                  <a:pt x="1379458" y="11001"/>
                </a:moveTo>
                <a:lnTo>
                  <a:pt x="1416128" y="11001"/>
                </a:lnTo>
                <a:lnTo>
                  <a:pt x="1416128" y="18335"/>
                </a:lnTo>
                <a:lnTo>
                  <a:pt x="1387002" y="18335"/>
                </a:lnTo>
                <a:lnTo>
                  <a:pt x="1384906" y="41595"/>
                </a:lnTo>
                <a:cubicBezTo>
                  <a:pt x="1388748" y="39430"/>
                  <a:pt x="1392728" y="38347"/>
                  <a:pt x="1396850" y="38347"/>
                </a:cubicBezTo>
                <a:cubicBezTo>
                  <a:pt x="1403626" y="38347"/>
                  <a:pt x="1409038" y="40303"/>
                  <a:pt x="1413090" y="44215"/>
                </a:cubicBezTo>
                <a:cubicBezTo>
                  <a:pt x="1417560" y="48545"/>
                  <a:pt x="1419796" y="54762"/>
                  <a:pt x="1419796" y="62865"/>
                </a:cubicBezTo>
                <a:cubicBezTo>
                  <a:pt x="1419796" y="70827"/>
                  <a:pt x="1417246" y="77289"/>
                  <a:pt x="1412148" y="82248"/>
                </a:cubicBezTo>
                <a:cubicBezTo>
                  <a:pt x="1407468" y="86788"/>
                  <a:pt x="1401774" y="89058"/>
                  <a:pt x="1395068" y="89058"/>
                </a:cubicBezTo>
                <a:cubicBezTo>
                  <a:pt x="1385708" y="89058"/>
                  <a:pt x="1377642" y="85671"/>
                  <a:pt x="1370866" y="78895"/>
                </a:cubicBezTo>
                <a:lnTo>
                  <a:pt x="1375162" y="73237"/>
                </a:lnTo>
                <a:cubicBezTo>
                  <a:pt x="1380820" y="79035"/>
                  <a:pt x="1387210" y="81934"/>
                  <a:pt x="1394336" y="81934"/>
                </a:cubicBezTo>
                <a:cubicBezTo>
                  <a:pt x="1399086" y="81934"/>
                  <a:pt x="1403066" y="80222"/>
                  <a:pt x="1406280" y="76800"/>
                </a:cubicBezTo>
                <a:cubicBezTo>
                  <a:pt x="1409562" y="73307"/>
                  <a:pt x="1411204" y="68732"/>
                  <a:pt x="1411204" y="63074"/>
                </a:cubicBezTo>
                <a:cubicBezTo>
                  <a:pt x="1411204" y="57486"/>
                  <a:pt x="1409702" y="53051"/>
                  <a:pt x="1406698" y="49768"/>
                </a:cubicBezTo>
                <a:cubicBezTo>
                  <a:pt x="1403766" y="46555"/>
                  <a:pt x="1399784" y="44948"/>
                  <a:pt x="1394754" y="44948"/>
                </a:cubicBezTo>
                <a:cubicBezTo>
                  <a:pt x="1390704" y="44948"/>
                  <a:pt x="1386372" y="46485"/>
                  <a:pt x="1381762" y="49558"/>
                </a:cubicBezTo>
                <a:lnTo>
                  <a:pt x="1377048" y="46624"/>
                </a:lnTo>
                <a:close/>
                <a:moveTo>
                  <a:pt x="1288208" y="11001"/>
                </a:moveTo>
                <a:lnTo>
                  <a:pt x="1297324" y="11001"/>
                </a:lnTo>
                <a:lnTo>
                  <a:pt x="1297324" y="59512"/>
                </a:lnTo>
                <a:lnTo>
                  <a:pt x="1307800" y="59512"/>
                </a:lnTo>
                <a:lnTo>
                  <a:pt x="1307800" y="66322"/>
                </a:lnTo>
                <a:lnTo>
                  <a:pt x="1297324" y="66322"/>
                </a:lnTo>
                <a:lnTo>
                  <a:pt x="1297324" y="87696"/>
                </a:lnTo>
                <a:lnTo>
                  <a:pt x="1289256" y="87696"/>
                </a:lnTo>
                <a:lnTo>
                  <a:pt x="1289256" y="66322"/>
                </a:lnTo>
                <a:lnTo>
                  <a:pt x="1255622" y="66322"/>
                </a:lnTo>
                <a:lnTo>
                  <a:pt x="1255622" y="60769"/>
                </a:lnTo>
                <a:close/>
                <a:moveTo>
                  <a:pt x="711870" y="11001"/>
                </a:moveTo>
                <a:lnTo>
                  <a:pt x="730728" y="11001"/>
                </a:lnTo>
                <a:cubicBezTo>
                  <a:pt x="742394" y="11001"/>
                  <a:pt x="751300" y="14319"/>
                  <a:pt x="757446" y="20955"/>
                </a:cubicBezTo>
                <a:cubicBezTo>
                  <a:pt x="763524" y="27520"/>
                  <a:pt x="766562" y="36880"/>
                  <a:pt x="766562" y="49034"/>
                </a:cubicBezTo>
                <a:cubicBezTo>
                  <a:pt x="766562" y="61258"/>
                  <a:pt x="763558" y="70723"/>
                  <a:pt x="757550" y="77428"/>
                </a:cubicBezTo>
                <a:cubicBezTo>
                  <a:pt x="751404" y="84274"/>
                  <a:pt x="742568" y="87696"/>
                  <a:pt x="731042" y="87696"/>
                </a:cubicBezTo>
                <a:lnTo>
                  <a:pt x="711870" y="87696"/>
                </a:lnTo>
                <a:close/>
                <a:moveTo>
                  <a:pt x="473744" y="11001"/>
                </a:moveTo>
                <a:lnTo>
                  <a:pt x="495956" y="11001"/>
                </a:lnTo>
                <a:cubicBezTo>
                  <a:pt x="513418" y="11001"/>
                  <a:pt x="522150" y="17253"/>
                  <a:pt x="522150" y="29756"/>
                </a:cubicBezTo>
                <a:cubicBezTo>
                  <a:pt x="522150" y="38347"/>
                  <a:pt x="518344" y="43900"/>
                  <a:pt x="510730" y="46415"/>
                </a:cubicBezTo>
                <a:lnTo>
                  <a:pt x="510730" y="46834"/>
                </a:lnTo>
                <a:cubicBezTo>
                  <a:pt x="521346" y="48860"/>
                  <a:pt x="526656" y="55006"/>
                  <a:pt x="526656" y="65274"/>
                </a:cubicBezTo>
                <a:cubicBezTo>
                  <a:pt x="526656" y="72539"/>
                  <a:pt x="523966" y="78162"/>
                  <a:pt x="518588" y="82143"/>
                </a:cubicBezTo>
                <a:cubicBezTo>
                  <a:pt x="513488" y="85845"/>
                  <a:pt x="506504" y="87696"/>
                  <a:pt x="497632" y="87696"/>
                </a:cubicBezTo>
                <a:lnTo>
                  <a:pt x="473744" y="87696"/>
                </a:lnTo>
                <a:close/>
                <a:moveTo>
                  <a:pt x="1225714" y="9848"/>
                </a:moveTo>
                <a:cubicBezTo>
                  <a:pt x="1232140" y="9848"/>
                  <a:pt x="1237240" y="11734"/>
                  <a:pt x="1241012" y="15506"/>
                </a:cubicBezTo>
                <a:cubicBezTo>
                  <a:pt x="1244714" y="19208"/>
                  <a:pt x="1246564" y="24063"/>
                  <a:pt x="1246564" y="30070"/>
                </a:cubicBezTo>
                <a:cubicBezTo>
                  <a:pt x="1246564" y="37055"/>
                  <a:pt x="1243106" y="43272"/>
                  <a:pt x="1236192" y="48720"/>
                </a:cubicBezTo>
                <a:lnTo>
                  <a:pt x="1236192" y="49244"/>
                </a:lnTo>
                <a:cubicBezTo>
                  <a:pt x="1244854" y="54273"/>
                  <a:pt x="1249184" y="60979"/>
                  <a:pt x="1249184" y="69361"/>
                </a:cubicBezTo>
                <a:cubicBezTo>
                  <a:pt x="1249184" y="74949"/>
                  <a:pt x="1247018" y="79594"/>
                  <a:pt x="1242688" y="83296"/>
                </a:cubicBezTo>
                <a:cubicBezTo>
                  <a:pt x="1238218" y="87137"/>
                  <a:pt x="1232490" y="89058"/>
                  <a:pt x="1225504" y="89058"/>
                </a:cubicBezTo>
                <a:cubicBezTo>
                  <a:pt x="1218450" y="89058"/>
                  <a:pt x="1212652" y="87137"/>
                  <a:pt x="1208112" y="83296"/>
                </a:cubicBezTo>
                <a:cubicBezTo>
                  <a:pt x="1203502" y="79454"/>
                  <a:pt x="1201196" y="74564"/>
                  <a:pt x="1201196" y="68627"/>
                </a:cubicBezTo>
                <a:cubicBezTo>
                  <a:pt x="1201196" y="59617"/>
                  <a:pt x="1205946" y="52492"/>
                  <a:pt x="1215446" y="47253"/>
                </a:cubicBezTo>
                <a:lnTo>
                  <a:pt x="1215446" y="46834"/>
                </a:lnTo>
                <a:cubicBezTo>
                  <a:pt x="1208532" y="42154"/>
                  <a:pt x="1205074" y="36287"/>
                  <a:pt x="1205074" y="29232"/>
                </a:cubicBezTo>
                <a:cubicBezTo>
                  <a:pt x="1205074" y="23504"/>
                  <a:pt x="1207064" y="18824"/>
                  <a:pt x="1211046" y="15192"/>
                </a:cubicBezTo>
                <a:cubicBezTo>
                  <a:pt x="1214888" y="11630"/>
                  <a:pt x="1219778" y="9848"/>
                  <a:pt x="1225714" y="9848"/>
                </a:cubicBezTo>
                <a:close/>
                <a:moveTo>
                  <a:pt x="1866098" y="9639"/>
                </a:moveTo>
                <a:cubicBezTo>
                  <a:pt x="1874620" y="9639"/>
                  <a:pt x="1881920" y="12747"/>
                  <a:pt x="1887998" y="18964"/>
                </a:cubicBezTo>
                <a:lnTo>
                  <a:pt x="1883178" y="24622"/>
                </a:lnTo>
                <a:cubicBezTo>
                  <a:pt x="1878568" y="19732"/>
                  <a:pt x="1872944" y="17287"/>
                  <a:pt x="1866308" y="17287"/>
                </a:cubicBezTo>
                <a:cubicBezTo>
                  <a:pt x="1858346" y="17287"/>
                  <a:pt x="1852024" y="20116"/>
                  <a:pt x="1847344" y="25774"/>
                </a:cubicBezTo>
                <a:cubicBezTo>
                  <a:pt x="1842594" y="31502"/>
                  <a:pt x="1840220" y="39290"/>
                  <a:pt x="1840220" y="49139"/>
                </a:cubicBezTo>
                <a:cubicBezTo>
                  <a:pt x="1840220" y="59128"/>
                  <a:pt x="1842490" y="66986"/>
                  <a:pt x="1847030" y="72713"/>
                </a:cubicBezTo>
                <a:cubicBezTo>
                  <a:pt x="1851640" y="78511"/>
                  <a:pt x="1858066" y="81410"/>
                  <a:pt x="1866308" y="81410"/>
                </a:cubicBezTo>
                <a:cubicBezTo>
                  <a:pt x="1872664" y="81410"/>
                  <a:pt x="1877520" y="79803"/>
                  <a:pt x="1880872" y="76590"/>
                </a:cubicBezTo>
                <a:lnTo>
                  <a:pt x="1880872" y="55635"/>
                </a:lnTo>
                <a:lnTo>
                  <a:pt x="1864214" y="55635"/>
                </a:lnTo>
                <a:lnTo>
                  <a:pt x="1864214" y="48406"/>
                </a:lnTo>
                <a:lnTo>
                  <a:pt x="1888940" y="48406"/>
                </a:lnTo>
                <a:lnTo>
                  <a:pt x="1888940" y="80257"/>
                </a:lnTo>
                <a:cubicBezTo>
                  <a:pt x="1883282" y="86125"/>
                  <a:pt x="1875458" y="89058"/>
                  <a:pt x="1865470" y="89058"/>
                </a:cubicBezTo>
                <a:cubicBezTo>
                  <a:pt x="1855272" y="89058"/>
                  <a:pt x="1847066" y="85531"/>
                  <a:pt x="1840848" y="78476"/>
                </a:cubicBezTo>
                <a:cubicBezTo>
                  <a:pt x="1834492" y="71281"/>
                  <a:pt x="1831314" y="61572"/>
                  <a:pt x="1831314" y="49349"/>
                </a:cubicBezTo>
                <a:cubicBezTo>
                  <a:pt x="1831314" y="37195"/>
                  <a:pt x="1834596" y="27486"/>
                  <a:pt x="1841162" y="20221"/>
                </a:cubicBezTo>
                <a:cubicBezTo>
                  <a:pt x="1847518" y="13166"/>
                  <a:pt x="1855830" y="9639"/>
                  <a:pt x="1866098" y="9639"/>
                </a:cubicBezTo>
                <a:close/>
                <a:moveTo>
                  <a:pt x="1771888" y="9639"/>
                </a:moveTo>
                <a:cubicBezTo>
                  <a:pt x="1780828" y="9639"/>
                  <a:pt x="1788266" y="12782"/>
                  <a:pt x="1794204" y="19069"/>
                </a:cubicBezTo>
                <a:lnTo>
                  <a:pt x="1789594" y="24622"/>
                </a:lnTo>
                <a:cubicBezTo>
                  <a:pt x="1784496" y="19732"/>
                  <a:pt x="1778592" y="17287"/>
                  <a:pt x="1771888" y="17287"/>
                </a:cubicBezTo>
                <a:cubicBezTo>
                  <a:pt x="1767416" y="17287"/>
                  <a:pt x="1763820" y="18335"/>
                  <a:pt x="1761096" y="20431"/>
                </a:cubicBezTo>
                <a:cubicBezTo>
                  <a:pt x="1758372" y="22596"/>
                  <a:pt x="1757010" y="25460"/>
                  <a:pt x="1757010" y="29022"/>
                </a:cubicBezTo>
                <a:cubicBezTo>
                  <a:pt x="1757010" y="32515"/>
                  <a:pt x="1758406" y="35414"/>
                  <a:pt x="1761200" y="37719"/>
                </a:cubicBezTo>
                <a:cubicBezTo>
                  <a:pt x="1762806" y="39046"/>
                  <a:pt x="1765670" y="40582"/>
                  <a:pt x="1769792" y="42329"/>
                </a:cubicBezTo>
                <a:lnTo>
                  <a:pt x="1780898" y="47044"/>
                </a:lnTo>
                <a:cubicBezTo>
                  <a:pt x="1791516" y="51723"/>
                  <a:pt x="1796824" y="58569"/>
                  <a:pt x="1796824" y="67579"/>
                </a:cubicBezTo>
                <a:cubicBezTo>
                  <a:pt x="1796824" y="73726"/>
                  <a:pt x="1794518" y="78825"/>
                  <a:pt x="1789908" y="82877"/>
                </a:cubicBezTo>
                <a:cubicBezTo>
                  <a:pt x="1785088" y="86998"/>
                  <a:pt x="1778802" y="89058"/>
                  <a:pt x="1771050" y="89058"/>
                </a:cubicBezTo>
                <a:cubicBezTo>
                  <a:pt x="1760432" y="89058"/>
                  <a:pt x="1751562" y="85251"/>
                  <a:pt x="1744436" y="77638"/>
                </a:cubicBezTo>
                <a:lnTo>
                  <a:pt x="1749674" y="71666"/>
                </a:lnTo>
                <a:cubicBezTo>
                  <a:pt x="1755682" y="78162"/>
                  <a:pt x="1762842" y="81410"/>
                  <a:pt x="1771154" y="81410"/>
                </a:cubicBezTo>
                <a:cubicBezTo>
                  <a:pt x="1776322" y="81410"/>
                  <a:pt x="1780444" y="80187"/>
                  <a:pt x="1783518" y="77743"/>
                </a:cubicBezTo>
                <a:cubicBezTo>
                  <a:pt x="1786520" y="75368"/>
                  <a:pt x="1788022" y="72190"/>
                  <a:pt x="1788022" y="68208"/>
                </a:cubicBezTo>
                <a:cubicBezTo>
                  <a:pt x="1788022" y="64506"/>
                  <a:pt x="1786766" y="61502"/>
                  <a:pt x="1784250" y="59197"/>
                </a:cubicBezTo>
                <a:cubicBezTo>
                  <a:pt x="1782644" y="57800"/>
                  <a:pt x="1779536" y="56089"/>
                  <a:pt x="1774926" y="54063"/>
                </a:cubicBezTo>
                <a:lnTo>
                  <a:pt x="1763820" y="49139"/>
                </a:lnTo>
                <a:cubicBezTo>
                  <a:pt x="1753412" y="44669"/>
                  <a:pt x="1748208" y="38173"/>
                  <a:pt x="1748208" y="29651"/>
                </a:cubicBezTo>
                <a:cubicBezTo>
                  <a:pt x="1748208" y="23853"/>
                  <a:pt x="1750444" y="19069"/>
                  <a:pt x="1754914" y="15297"/>
                </a:cubicBezTo>
                <a:cubicBezTo>
                  <a:pt x="1759384" y="11525"/>
                  <a:pt x="1765042" y="9639"/>
                  <a:pt x="1771888" y="9639"/>
                </a:cubicBezTo>
                <a:close/>
                <a:moveTo>
                  <a:pt x="1556156" y="9639"/>
                </a:moveTo>
                <a:cubicBezTo>
                  <a:pt x="1563838" y="9639"/>
                  <a:pt x="1569916" y="12677"/>
                  <a:pt x="1574386" y="18754"/>
                </a:cubicBezTo>
                <a:cubicBezTo>
                  <a:pt x="1579206" y="25111"/>
                  <a:pt x="1581616" y="34121"/>
                  <a:pt x="1581616" y="45786"/>
                </a:cubicBezTo>
                <a:cubicBezTo>
                  <a:pt x="1581616" y="60455"/>
                  <a:pt x="1578822" y="71596"/>
                  <a:pt x="1573234" y="79209"/>
                </a:cubicBezTo>
                <a:cubicBezTo>
                  <a:pt x="1568344" y="85775"/>
                  <a:pt x="1561954" y="89058"/>
                  <a:pt x="1554060" y="89058"/>
                </a:cubicBezTo>
                <a:cubicBezTo>
                  <a:pt x="1546936" y="89058"/>
                  <a:pt x="1540928" y="86509"/>
                  <a:pt x="1536038" y="81410"/>
                </a:cubicBezTo>
                <a:lnTo>
                  <a:pt x="1540754" y="76066"/>
                </a:lnTo>
                <a:cubicBezTo>
                  <a:pt x="1544316" y="79978"/>
                  <a:pt x="1548682" y="81934"/>
                  <a:pt x="1553850" y="81934"/>
                </a:cubicBezTo>
                <a:cubicBezTo>
                  <a:pt x="1559368" y="81934"/>
                  <a:pt x="1563804" y="79489"/>
                  <a:pt x="1567158" y="74599"/>
                </a:cubicBezTo>
                <a:cubicBezTo>
                  <a:pt x="1571068" y="68942"/>
                  <a:pt x="1573198" y="60315"/>
                  <a:pt x="1573548" y="48720"/>
                </a:cubicBezTo>
                <a:cubicBezTo>
                  <a:pt x="1568240" y="55216"/>
                  <a:pt x="1562232" y="58464"/>
                  <a:pt x="1555526" y="58464"/>
                </a:cubicBezTo>
                <a:cubicBezTo>
                  <a:pt x="1549030" y="58464"/>
                  <a:pt x="1543932" y="56438"/>
                  <a:pt x="1540230" y="52387"/>
                </a:cubicBezTo>
                <a:cubicBezTo>
                  <a:pt x="1536458" y="48126"/>
                  <a:pt x="1534572" y="42119"/>
                  <a:pt x="1534572" y="34366"/>
                </a:cubicBezTo>
                <a:cubicBezTo>
                  <a:pt x="1534572" y="27171"/>
                  <a:pt x="1536702" y="21199"/>
                  <a:pt x="1540964" y="16449"/>
                </a:cubicBezTo>
                <a:cubicBezTo>
                  <a:pt x="1545084" y="11909"/>
                  <a:pt x="1550148" y="9639"/>
                  <a:pt x="1556156" y="9639"/>
                </a:cubicBezTo>
                <a:close/>
                <a:moveTo>
                  <a:pt x="194356" y="9639"/>
                </a:moveTo>
                <a:lnTo>
                  <a:pt x="198652" y="11001"/>
                </a:lnTo>
                <a:cubicBezTo>
                  <a:pt x="195160" y="34680"/>
                  <a:pt x="187826" y="53959"/>
                  <a:pt x="176650" y="68837"/>
                </a:cubicBezTo>
                <a:cubicBezTo>
                  <a:pt x="182866" y="76660"/>
                  <a:pt x="191354" y="83889"/>
                  <a:pt x="202110" y="90525"/>
                </a:cubicBezTo>
                <a:cubicBezTo>
                  <a:pt x="199944" y="92132"/>
                  <a:pt x="198304" y="94018"/>
                  <a:pt x="197186" y="96183"/>
                </a:cubicBezTo>
                <a:cubicBezTo>
                  <a:pt x="186638" y="89338"/>
                  <a:pt x="178292" y="82108"/>
                  <a:pt x="172144" y="74495"/>
                </a:cubicBezTo>
                <a:cubicBezTo>
                  <a:pt x="164112" y="83645"/>
                  <a:pt x="154682" y="90665"/>
                  <a:pt x="143856" y="95554"/>
                </a:cubicBezTo>
                <a:cubicBezTo>
                  <a:pt x="142668" y="93179"/>
                  <a:pt x="141236" y="91259"/>
                  <a:pt x="139560" y="89792"/>
                </a:cubicBezTo>
                <a:cubicBezTo>
                  <a:pt x="150246" y="85391"/>
                  <a:pt x="159712" y="78406"/>
                  <a:pt x="167954" y="68837"/>
                </a:cubicBezTo>
                <a:cubicBezTo>
                  <a:pt x="159362" y="56264"/>
                  <a:pt x="153146" y="38871"/>
                  <a:pt x="149304" y="16659"/>
                </a:cubicBezTo>
                <a:lnTo>
                  <a:pt x="145322" y="16659"/>
                </a:lnTo>
                <a:lnTo>
                  <a:pt x="145322" y="9953"/>
                </a:lnTo>
                <a:lnTo>
                  <a:pt x="193100" y="9953"/>
                </a:lnTo>
                <a:close/>
                <a:moveTo>
                  <a:pt x="1337918" y="9534"/>
                </a:moveTo>
                <a:cubicBezTo>
                  <a:pt x="1344414" y="9604"/>
                  <a:pt x="1349618" y="11280"/>
                  <a:pt x="1353530" y="14563"/>
                </a:cubicBezTo>
                <a:cubicBezTo>
                  <a:pt x="1357652" y="17986"/>
                  <a:pt x="1359712" y="22666"/>
                  <a:pt x="1359712" y="28603"/>
                </a:cubicBezTo>
                <a:cubicBezTo>
                  <a:pt x="1359712" y="37753"/>
                  <a:pt x="1355136" y="43970"/>
                  <a:pt x="1345986" y="47253"/>
                </a:cubicBezTo>
                <a:lnTo>
                  <a:pt x="1345986" y="47672"/>
                </a:lnTo>
                <a:cubicBezTo>
                  <a:pt x="1350736" y="48790"/>
                  <a:pt x="1354578" y="50990"/>
                  <a:pt x="1357512" y="54273"/>
                </a:cubicBezTo>
                <a:cubicBezTo>
                  <a:pt x="1360724" y="57835"/>
                  <a:pt x="1362332" y="62166"/>
                  <a:pt x="1362332" y="67265"/>
                </a:cubicBezTo>
                <a:cubicBezTo>
                  <a:pt x="1362332" y="73901"/>
                  <a:pt x="1359992" y="79244"/>
                  <a:pt x="1355312" y="83296"/>
                </a:cubicBezTo>
                <a:cubicBezTo>
                  <a:pt x="1350842" y="87137"/>
                  <a:pt x="1345148" y="89058"/>
                  <a:pt x="1338234" y="89058"/>
                </a:cubicBezTo>
                <a:cubicBezTo>
                  <a:pt x="1328454" y="89058"/>
                  <a:pt x="1320352" y="85566"/>
                  <a:pt x="1313926" y="78581"/>
                </a:cubicBezTo>
                <a:lnTo>
                  <a:pt x="1318326" y="73028"/>
                </a:lnTo>
                <a:cubicBezTo>
                  <a:pt x="1324124" y="78965"/>
                  <a:pt x="1330584" y="81934"/>
                  <a:pt x="1337710" y="81934"/>
                </a:cubicBezTo>
                <a:cubicBezTo>
                  <a:pt x="1342458" y="81934"/>
                  <a:pt x="1346300" y="80606"/>
                  <a:pt x="1349234" y="77952"/>
                </a:cubicBezTo>
                <a:cubicBezTo>
                  <a:pt x="1352238" y="75158"/>
                  <a:pt x="1353740" y="71526"/>
                  <a:pt x="1353740" y="67056"/>
                </a:cubicBezTo>
                <a:cubicBezTo>
                  <a:pt x="1353740" y="56438"/>
                  <a:pt x="1345638" y="51130"/>
                  <a:pt x="1329432" y="51130"/>
                </a:cubicBezTo>
                <a:lnTo>
                  <a:pt x="1329432" y="44424"/>
                </a:lnTo>
                <a:cubicBezTo>
                  <a:pt x="1343822" y="44424"/>
                  <a:pt x="1351016" y="39360"/>
                  <a:pt x="1351016" y="29232"/>
                </a:cubicBezTo>
                <a:cubicBezTo>
                  <a:pt x="1351016" y="25390"/>
                  <a:pt x="1349828" y="22317"/>
                  <a:pt x="1347454" y="20012"/>
                </a:cubicBezTo>
                <a:cubicBezTo>
                  <a:pt x="1345008" y="17707"/>
                  <a:pt x="1341726" y="16519"/>
                  <a:pt x="1337604" y="16449"/>
                </a:cubicBezTo>
                <a:cubicBezTo>
                  <a:pt x="1331806" y="16519"/>
                  <a:pt x="1326428" y="19104"/>
                  <a:pt x="1321470" y="24203"/>
                </a:cubicBezTo>
                <a:lnTo>
                  <a:pt x="1316754" y="18650"/>
                </a:lnTo>
                <a:cubicBezTo>
                  <a:pt x="1323320" y="12642"/>
                  <a:pt x="1330374" y="9604"/>
                  <a:pt x="1337918" y="9534"/>
                </a:cubicBezTo>
                <a:close/>
                <a:moveTo>
                  <a:pt x="1101660" y="4295"/>
                </a:moveTo>
                <a:lnTo>
                  <a:pt x="1110148" y="4295"/>
                </a:lnTo>
                <a:lnTo>
                  <a:pt x="1110148" y="77952"/>
                </a:lnTo>
                <a:cubicBezTo>
                  <a:pt x="1110148" y="80606"/>
                  <a:pt x="1111020" y="81934"/>
                  <a:pt x="1112766" y="81934"/>
                </a:cubicBezTo>
                <a:cubicBezTo>
                  <a:pt x="1113396" y="81934"/>
                  <a:pt x="1114058" y="81864"/>
                  <a:pt x="1114758" y="81724"/>
                </a:cubicBezTo>
                <a:lnTo>
                  <a:pt x="1116014" y="88325"/>
                </a:lnTo>
                <a:cubicBezTo>
                  <a:pt x="1114408" y="88814"/>
                  <a:pt x="1112696" y="89058"/>
                  <a:pt x="1110880" y="89058"/>
                </a:cubicBezTo>
                <a:cubicBezTo>
                  <a:pt x="1104734" y="89058"/>
                  <a:pt x="1101660" y="85147"/>
                  <a:pt x="1101660" y="77324"/>
                </a:cubicBezTo>
                <a:close/>
                <a:moveTo>
                  <a:pt x="539686" y="4295"/>
                </a:moveTo>
                <a:lnTo>
                  <a:pt x="548172" y="4295"/>
                </a:lnTo>
                <a:lnTo>
                  <a:pt x="548172" y="77952"/>
                </a:lnTo>
                <a:cubicBezTo>
                  <a:pt x="548172" y="80606"/>
                  <a:pt x="549046" y="81934"/>
                  <a:pt x="550792" y="81934"/>
                </a:cubicBezTo>
                <a:cubicBezTo>
                  <a:pt x="551420" y="81934"/>
                  <a:pt x="552084" y="81864"/>
                  <a:pt x="552782" y="81724"/>
                </a:cubicBezTo>
                <a:lnTo>
                  <a:pt x="554040" y="88325"/>
                </a:lnTo>
                <a:cubicBezTo>
                  <a:pt x="552434" y="88814"/>
                  <a:pt x="550722" y="89058"/>
                  <a:pt x="548906" y="89058"/>
                </a:cubicBezTo>
                <a:cubicBezTo>
                  <a:pt x="542758" y="89058"/>
                  <a:pt x="539686" y="85147"/>
                  <a:pt x="539686" y="77324"/>
                </a:cubicBezTo>
                <a:close/>
                <a:moveTo>
                  <a:pt x="1090374" y="2933"/>
                </a:moveTo>
                <a:cubicBezTo>
                  <a:pt x="1093586" y="2933"/>
                  <a:pt x="1096626" y="3562"/>
                  <a:pt x="1099488" y="4819"/>
                </a:cubicBezTo>
                <a:lnTo>
                  <a:pt x="1097602" y="11420"/>
                </a:lnTo>
                <a:cubicBezTo>
                  <a:pt x="1095438" y="10372"/>
                  <a:pt x="1093272" y="9848"/>
                  <a:pt x="1091106" y="9848"/>
                </a:cubicBezTo>
                <a:cubicBezTo>
                  <a:pt x="1085658" y="9848"/>
                  <a:pt x="1082934" y="13690"/>
                  <a:pt x="1082934" y="21374"/>
                </a:cubicBezTo>
                <a:lnTo>
                  <a:pt x="1082934" y="31118"/>
                </a:lnTo>
                <a:lnTo>
                  <a:pt x="1095088" y="31118"/>
                </a:lnTo>
                <a:lnTo>
                  <a:pt x="1095088" y="38138"/>
                </a:lnTo>
                <a:lnTo>
                  <a:pt x="1082934" y="38138"/>
                </a:lnTo>
                <a:lnTo>
                  <a:pt x="1082934" y="87696"/>
                </a:lnTo>
                <a:lnTo>
                  <a:pt x="1074342" y="87696"/>
                </a:lnTo>
                <a:lnTo>
                  <a:pt x="1074342" y="38138"/>
                </a:lnTo>
                <a:lnTo>
                  <a:pt x="1066590" y="38138"/>
                </a:lnTo>
                <a:lnTo>
                  <a:pt x="1066590" y="31642"/>
                </a:lnTo>
                <a:lnTo>
                  <a:pt x="1074342" y="31118"/>
                </a:lnTo>
                <a:lnTo>
                  <a:pt x="1074342" y="21269"/>
                </a:lnTo>
                <a:cubicBezTo>
                  <a:pt x="1074342" y="9045"/>
                  <a:pt x="1079686" y="2933"/>
                  <a:pt x="1090374" y="2933"/>
                </a:cubicBezTo>
                <a:close/>
                <a:moveTo>
                  <a:pt x="90524" y="1047"/>
                </a:moveTo>
                <a:lnTo>
                  <a:pt x="95134" y="7019"/>
                </a:lnTo>
                <a:cubicBezTo>
                  <a:pt x="83750" y="9674"/>
                  <a:pt x="69954" y="11665"/>
                  <a:pt x="53748" y="12992"/>
                </a:cubicBezTo>
                <a:lnTo>
                  <a:pt x="53748" y="30908"/>
                </a:lnTo>
                <a:lnTo>
                  <a:pt x="88010" y="30908"/>
                </a:lnTo>
                <a:lnTo>
                  <a:pt x="89268" y="30594"/>
                </a:lnTo>
                <a:lnTo>
                  <a:pt x="93354" y="31851"/>
                </a:lnTo>
                <a:cubicBezTo>
                  <a:pt x="90840" y="49244"/>
                  <a:pt x="85670" y="63598"/>
                  <a:pt x="77846" y="74914"/>
                </a:cubicBezTo>
                <a:cubicBezTo>
                  <a:pt x="83016" y="81829"/>
                  <a:pt x="89302" y="86928"/>
                  <a:pt x="96706" y="90211"/>
                </a:cubicBezTo>
                <a:cubicBezTo>
                  <a:pt x="94680" y="91957"/>
                  <a:pt x="93110" y="93843"/>
                  <a:pt x="91992" y="95869"/>
                </a:cubicBezTo>
                <a:cubicBezTo>
                  <a:pt x="84798" y="92097"/>
                  <a:pt x="78720" y="86893"/>
                  <a:pt x="73760" y="80257"/>
                </a:cubicBezTo>
                <a:cubicBezTo>
                  <a:pt x="68172" y="86893"/>
                  <a:pt x="61642" y="92097"/>
                  <a:pt x="54168" y="95869"/>
                </a:cubicBezTo>
                <a:cubicBezTo>
                  <a:pt x="53050" y="93773"/>
                  <a:pt x="51654" y="91887"/>
                  <a:pt x="49976" y="90211"/>
                </a:cubicBezTo>
                <a:cubicBezTo>
                  <a:pt x="57520" y="86858"/>
                  <a:pt x="64122" y="81619"/>
                  <a:pt x="69780" y="74495"/>
                </a:cubicBezTo>
                <a:cubicBezTo>
                  <a:pt x="63982" y="64785"/>
                  <a:pt x="59512" y="52387"/>
                  <a:pt x="56368" y="37299"/>
                </a:cubicBezTo>
                <a:lnTo>
                  <a:pt x="53748" y="37299"/>
                </a:lnTo>
                <a:lnTo>
                  <a:pt x="53748" y="43586"/>
                </a:lnTo>
                <a:cubicBezTo>
                  <a:pt x="53748" y="67335"/>
                  <a:pt x="50360" y="84832"/>
                  <a:pt x="43586" y="96078"/>
                </a:cubicBezTo>
                <a:cubicBezTo>
                  <a:pt x="41978" y="94472"/>
                  <a:pt x="40128" y="93179"/>
                  <a:pt x="38032" y="92202"/>
                </a:cubicBezTo>
                <a:cubicBezTo>
                  <a:pt x="44110" y="81724"/>
                  <a:pt x="47148" y="65519"/>
                  <a:pt x="47148" y="43586"/>
                </a:cubicBezTo>
                <a:lnTo>
                  <a:pt x="47148" y="7543"/>
                </a:lnTo>
                <a:cubicBezTo>
                  <a:pt x="66148" y="5867"/>
                  <a:pt x="80606" y="3702"/>
                  <a:pt x="90524" y="1047"/>
                </a:cubicBezTo>
                <a:close/>
                <a:moveTo>
                  <a:pt x="254602" y="209"/>
                </a:moveTo>
                <a:lnTo>
                  <a:pt x="261832" y="209"/>
                </a:lnTo>
                <a:lnTo>
                  <a:pt x="261832" y="12992"/>
                </a:lnTo>
                <a:lnTo>
                  <a:pt x="300284" y="12992"/>
                </a:lnTo>
                <a:lnTo>
                  <a:pt x="300284" y="19697"/>
                </a:lnTo>
                <a:lnTo>
                  <a:pt x="261832" y="19697"/>
                </a:lnTo>
                <a:lnTo>
                  <a:pt x="261832" y="46520"/>
                </a:lnTo>
                <a:lnTo>
                  <a:pt x="304580" y="46520"/>
                </a:lnTo>
                <a:lnTo>
                  <a:pt x="304580" y="53120"/>
                </a:lnTo>
                <a:lnTo>
                  <a:pt x="266862" y="53120"/>
                </a:lnTo>
                <a:cubicBezTo>
                  <a:pt x="277828" y="67859"/>
                  <a:pt x="291134" y="78651"/>
                  <a:pt x="306780" y="85496"/>
                </a:cubicBezTo>
                <a:cubicBezTo>
                  <a:pt x="305174" y="86893"/>
                  <a:pt x="303568" y="88814"/>
                  <a:pt x="301960" y="91259"/>
                </a:cubicBezTo>
                <a:cubicBezTo>
                  <a:pt x="286244" y="83505"/>
                  <a:pt x="272868" y="71910"/>
                  <a:pt x="261832" y="56473"/>
                </a:cubicBezTo>
                <a:lnTo>
                  <a:pt x="261832" y="95554"/>
                </a:lnTo>
                <a:lnTo>
                  <a:pt x="254602" y="95554"/>
                </a:lnTo>
                <a:lnTo>
                  <a:pt x="254602" y="56788"/>
                </a:lnTo>
                <a:cubicBezTo>
                  <a:pt x="243916" y="71666"/>
                  <a:pt x="230714" y="83051"/>
                  <a:pt x="214998" y="90944"/>
                </a:cubicBezTo>
                <a:cubicBezTo>
                  <a:pt x="213530" y="88709"/>
                  <a:pt x="211890" y="86788"/>
                  <a:pt x="210074" y="85182"/>
                </a:cubicBezTo>
                <a:cubicBezTo>
                  <a:pt x="225860" y="78406"/>
                  <a:pt x="239060" y="67719"/>
                  <a:pt x="249678" y="53120"/>
                </a:cubicBezTo>
                <a:lnTo>
                  <a:pt x="212168" y="53120"/>
                </a:lnTo>
                <a:lnTo>
                  <a:pt x="212168" y="46520"/>
                </a:lnTo>
                <a:lnTo>
                  <a:pt x="254602" y="46520"/>
                </a:lnTo>
                <a:lnTo>
                  <a:pt x="254602" y="19697"/>
                </a:lnTo>
                <a:lnTo>
                  <a:pt x="217198" y="19697"/>
                </a:lnTo>
                <a:lnTo>
                  <a:pt x="217198" y="12992"/>
                </a:lnTo>
                <a:lnTo>
                  <a:pt x="254602" y="12992"/>
                </a:lnTo>
                <a:close/>
                <a:moveTo>
                  <a:pt x="124052" y="104"/>
                </a:moveTo>
                <a:lnTo>
                  <a:pt x="130864" y="104"/>
                </a:lnTo>
                <a:lnTo>
                  <a:pt x="130864" y="22526"/>
                </a:lnTo>
                <a:lnTo>
                  <a:pt x="145112" y="22526"/>
                </a:lnTo>
                <a:lnTo>
                  <a:pt x="145112" y="29127"/>
                </a:lnTo>
                <a:lnTo>
                  <a:pt x="130864" y="29127"/>
                </a:lnTo>
                <a:lnTo>
                  <a:pt x="130864" y="33318"/>
                </a:lnTo>
                <a:cubicBezTo>
                  <a:pt x="134216" y="36671"/>
                  <a:pt x="140084" y="43411"/>
                  <a:pt x="148466" y="53540"/>
                </a:cubicBezTo>
                <a:lnTo>
                  <a:pt x="144064" y="59721"/>
                </a:lnTo>
                <a:cubicBezTo>
                  <a:pt x="141132" y="54972"/>
                  <a:pt x="136730" y="48860"/>
                  <a:pt x="130864" y="41386"/>
                </a:cubicBezTo>
                <a:lnTo>
                  <a:pt x="130864" y="95450"/>
                </a:lnTo>
                <a:lnTo>
                  <a:pt x="124052" y="95450"/>
                </a:lnTo>
                <a:lnTo>
                  <a:pt x="124052" y="41281"/>
                </a:lnTo>
                <a:cubicBezTo>
                  <a:pt x="119302" y="56508"/>
                  <a:pt x="113854" y="68173"/>
                  <a:pt x="107708" y="76276"/>
                </a:cubicBezTo>
                <a:cubicBezTo>
                  <a:pt x="106660" y="73831"/>
                  <a:pt x="105264" y="71596"/>
                  <a:pt x="103516" y="69570"/>
                </a:cubicBezTo>
                <a:cubicBezTo>
                  <a:pt x="111550" y="60071"/>
                  <a:pt x="117732" y="46590"/>
                  <a:pt x="122062" y="29127"/>
                </a:cubicBezTo>
                <a:lnTo>
                  <a:pt x="106346" y="29127"/>
                </a:lnTo>
                <a:lnTo>
                  <a:pt x="106346" y="22526"/>
                </a:lnTo>
                <a:lnTo>
                  <a:pt x="124052" y="22526"/>
                </a:lnTo>
                <a:close/>
                <a:moveTo>
                  <a:pt x="358958" y="0"/>
                </a:moveTo>
                <a:lnTo>
                  <a:pt x="366816" y="1152"/>
                </a:lnTo>
                <a:cubicBezTo>
                  <a:pt x="364930" y="6461"/>
                  <a:pt x="363184" y="10896"/>
                  <a:pt x="361578" y="14459"/>
                </a:cubicBezTo>
                <a:lnTo>
                  <a:pt x="399402" y="14459"/>
                </a:lnTo>
                <a:lnTo>
                  <a:pt x="399402" y="95240"/>
                </a:lnTo>
                <a:lnTo>
                  <a:pt x="392172" y="95240"/>
                </a:lnTo>
                <a:lnTo>
                  <a:pt x="392172" y="89792"/>
                </a:lnTo>
                <a:lnTo>
                  <a:pt x="335384" y="89792"/>
                </a:lnTo>
                <a:lnTo>
                  <a:pt x="335384" y="95764"/>
                </a:lnTo>
                <a:lnTo>
                  <a:pt x="328364" y="95764"/>
                </a:lnTo>
                <a:lnTo>
                  <a:pt x="328364" y="14459"/>
                </a:lnTo>
                <a:lnTo>
                  <a:pt x="354558" y="14459"/>
                </a:lnTo>
                <a:cubicBezTo>
                  <a:pt x="356304" y="9988"/>
                  <a:pt x="357770" y="5168"/>
                  <a:pt x="358958" y="0"/>
                </a:cubicBezTo>
                <a:close/>
                <a:moveTo>
                  <a:pt x="26298" y="0"/>
                </a:moveTo>
                <a:lnTo>
                  <a:pt x="32688" y="0"/>
                </a:lnTo>
                <a:lnTo>
                  <a:pt x="32688" y="29337"/>
                </a:lnTo>
                <a:lnTo>
                  <a:pt x="42224" y="29337"/>
                </a:lnTo>
                <a:lnTo>
                  <a:pt x="42224" y="35623"/>
                </a:lnTo>
                <a:lnTo>
                  <a:pt x="14354" y="35623"/>
                </a:lnTo>
                <a:lnTo>
                  <a:pt x="14354" y="43796"/>
                </a:lnTo>
                <a:cubicBezTo>
                  <a:pt x="14354" y="47078"/>
                  <a:pt x="14318" y="49558"/>
                  <a:pt x="14248" y="51235"/>
                </a:cubicBezTo>
                <a:lnTo>
                  <a:pt x="35728" y="51235"/>
                </a:lnTo>
                <a:lnTo>
                  <a:pt x="35728" y="95554"/>
                </a:lnTo>
                <a:lnTo>
                  <a:pt x="29336" y="95554"/>
                </a:lnTo>
                <a:lnTo>
                  <a:pt x="29336" y="57521"/>
                </a:lnTo>
                <a:lnTo>
                  <a:pt x="14038" y="57521"/>
                </a:lnTo>
                <a:cubicBezTo>
                  <a:pt x="13130" y="74006"/>
                  <a:pt x="10128" y="86788"/>
                  <a:pt x="5028" y="95869"/>
                </a:cubicBezTo>
                <a:cubicBezTo>
                  <a:pt x="3632" y="94332"/>
                  <a:pt x="1954" y="92935"/>
                  <a:pt x="0" y="91678"/>
                </a:cubicBezTo>
                <a:cubicBezTo>
                  <a:pt x="5238" y="81549"/>
                  <a:pt x="7858" y="65589"/>
                  <a:pt x="7858" y="43796"/>
                </a:cubicBezTo>
                <a:lnTo>
                  <a:pt x="7858" y="2305"/>
                </a:lnTo>
                <a:lnTo>
                  <a:pt x="14354" y="2305"/>
                </a:lnTo>
                <a:lnTo>
                  <a:pt x="14354" y="29337"/>
                </a:lnTo>
                <a:lnTo>
                  <a:pt x="26298" y="29337"/>
                </a:lnTo>
                <a:close/>
              </a:path>
            </a:pathLst>
          </a:custGeom>
          <a:solidFill>
            <a:srgbClr val="E6E6E6"/>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fontAlgn="base"/>
            <a:endParaRPr lang="zh-CN" altLang="en-US" sz="800">
              <a:solidFill>
                <a:srgbClr val="E6E6E6"/>
              </a:solidFill>
            </a:endParaRPr>
          </a:p>
        </p:txBody>
      </p:sp>
      <p:sp>
        <p:nvSpPr>
          <p:cNvPr id="8" name="矩形 7">
            <a:extLst>
              <a:ext uri="{FF2B5EF4-FFF2-40B4-BE49-F238E27FC236}">
                <a16:creationId xmlns:a16="http://schemas.microsoft.com/office/drawing/2014/main" id="{343A6E06-FE3A-44B6-BF0D-FD49CBA996A5}"/>
              </a:ext>
            </a:extLst>
          </p:cNvPr>
          <p:cNvSpPr/>
          <p:nvPr userDrawn="1"/>
        </p:nvSpPr>
        <p:spPr>
          <a:xfrm>
            <a:off x="-15098004" y="6488668"/>
            <a:ext cx="1197764" cy="369332"/>
          </a:xfrm>
          <a:prstGeom prst="rect">
            <a:avLst/>
          </a:prstGeom>
        </p:spPr>
        <p:txBody>
          <a:bodyPr wrap="none">
            <a:normAutofit/>
          </a:bodyPr>
          <a:lstStyle/>
          <a:p>
            <a:r>
              <a:rPr lang="vi-VN" altLang="vi-VN">
                <a:solidFill>
                  <a:srgbClr val="E6E6E6"/>
                </a:solidFill>
                <a:latin typeface="Noto Sans"/>
                <a:ea typeface="Noto Sans"/>
              </a:rPr>
              <a:t>61536760</a:t>
            </a:r>
            <a:endParaRPr lang="zh-CN" altLang="en-US">
              <a:solidFill>
                <a:srgbClr val="E6E6E6"/>
              </a:solidFill>
            </a:endParaRPr>
          </a:p>
        </p:txBody>
      </p:sp>
    </p:spTree>
    <p:extLst>
      <p:ext uri="{BB962C8B-B14F-4D97-AF65-F5344CB8AC3E}">
        <p14:creationId xmlns:p14="http://schemas.microsoft.com/office/powerpoint/2010/main" val="1826198108"/>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07606F3-AC03-44B3-82D4-A28F1060013F}"/>
              </a:ext>
            </a:extLst>
          </p:cNvPr>
          <p:cNvSpPr txBox="1"/>
          <p:nvPr userDrawn="1"/>
        </p:nvSpPr>
        <p:spPr>
          <a:xfrm>
            <a:off x="2378578" y="-10793573"/>
            <a:ext cx="1965874" cy="113995"/>
          </a:xfrm>
          <a:custGeom>
            <a:avLst/>
            <a:gdLst/>
            <a:ahLst/>
            <a:cxnLst/>
            <a:rect l="l" t="t" r="r" b="b"/>
            <a:pathLst>
              <a:path w="1965874" h="113994">
                <a:moveTo>
                  <a:pt x="891806" y="87487"/>
                </a:moveTo>
                <a:cubicBezTo>
                  <a:pt x="887684" y="90420"/>
                  <a:pt x="885624" y="93808"/>
                  <a:pt x="885624" y="97650"/>
                </a:cubicBezTo>
                <a:cubicBezTo>
                  <a:pt x="885624" y="100793"/>
                  <a:pt x="887126" y="103308"/>
                  <a:pt x="890130" y="105194"/>
                </a:cubicBezTo>
                <a:cubicBezTo>
                  <a:pt x="893134" y="107080"/>
                  <a:pt x="897290" y="108023"/>
                  <a:pt x="902598" y="108023"/>
                </a:cubicBezTo>
                <a:cubicBezTo>
                  <a:pt x="908046" y="108023"/>
                  <a:pt x="912586" y="106765"/>
                  <a:pt x="916218" y="104251"/>
                </a:cubicBezTo>
                <a:cubicBezTo>
                  <a:pt x="919572" y="101876"/>
                  <a:pt x="921248" y="99082"/>
                  <a:pt x="921248" y="95869"/>
                </a:cubicBezTo>
                <a:cubicBezTo>
                  <a:pt x="921248" y="90909"/>
                  <a:pt x="917302" y="88430"/>
                  <a:pt x="909408" y="88430"/>
                </a:cubicBezTo>
                <a:lnTo>
                  <a:pt x="899036" y="88430"/>
                </a:lnTo>
                <a:cubicBezTo>
                  <a:pt x="896870" y="88430"/>
                  <a:pt x="894460" y="88115"/>
                  <a:pt x="891806" y="87487"/>
                </a:cubicBezTo>
                <a:close/>
                <a:moveTo>
                  <a:pt x="429472" y="75438"/>
                </a:moveTo>
                <a:cubicBezTo>
                  <a:pt x="431288" y="75438"/>
                  <a:pt x="432824" y="76066"/>
                  <a:pt x="434082" y="77324"/>
                </a:cubicBezTo>
                <a:cubicBezTo>
                  <a:pt x="435340" y="78651"/>
                  <a:pt x="435968" y="80327"/>
                  <a:pt x="435968" y="82353"/>
                </a:cubicBezTo>
                <a:cubicBezTo>
                  <a:pt x="435968" y="84309"/>
                  <a:pt x="435340" y="85915"/>
                  <a:pt x="434082" y="87172"/>
                </a:cubicBezTo>
                <a:cubicBezTo>
                  <a:pt x="432824" y="88430"/>
                  <a:pt x="431288" y="89058"/>
                  <a:pt x="429472" y="89058"/>
                </a:cubicBezTo>
                <a:cubicBezTo>
                  <a:pt x="427726" y="89058"/>
                  <a:pt x="426224" y="88430"/>
                  <a:pt x="424966" y="87172"/>
                </a:cubicBezTo>
                <a:cubicBezTo>
                  <a:pt x="423710" y="85915"/>
                  <a:pt x="423080" y="84309"/>
                  <a:pt x="423080" y="82353"/>
                </a:cubicBezTo>
                <a:cubicBezTo>
                  <a:pt x="423080" y="80327"/>
                  <a:pt x="423710" y="78651"/>
                  <a:pt x="424966" y="77324"/>
                </a:cubicBezTo>
                <a:cubicBezTo>
                  <a:pt x="426224" y="76066"/>
                  <a:pt x="427726" y="75438"/>
                  <a:pt x="429472" y="75438"/>
                </a:cubicBezTo>
                <a:close/>
                <a:moveTo>
                  <a:pt x="335384" y="66846"/>
                </a:moveTo>
                <a:lnTo>
                  <a:pt x="335384" y="83191"/>
                </a:lnTo>
                <a:lnTo>
                  <a:pt x="392172" y="83191"/>
                </a:lnTo>
                <a:lnTo>
                  <a:pt x="392172" y="66846"/>
                </a:lnTo>
                <a:close/>
                <a:moveTo>
                  <a:pt x="856868" y="57731"/>
                </a:moveTo>
                <a:cubicBezTo>
                  <a:pt x="847158" y="58848"/>
                  <a:pt x="840174" y="60629"/>
                  <a:pt x="835914" y="63074"/>
                </a:cubicBezTo>
                <a:cubicBezTo>
                  <a:pt x="832002" y="65449"/>
                  <a:pt x="830046" y="68627"/>
                  <a:pt x="830046" y="72609"/>
                </a:cubicBezTo>
                <a:cubicBezTo>
                  <a:pt x="830046" y="78965"/>
                  <a:pt x="833538" y="82143"/>
                  <a:pt x="840524" y="82143"/>
                </a:cubicBezTo>
                <a:cubicBezTo>
                  <a:pt x="845552" y="82143"/>
                  <a:pt x="851000" y="79524"/>
                  <a:pt x="856868" y="74285"/>
                </a:cubicBezTo>
                <a:close/>
                <a:moveTo>
                  <a:pt x="482440" y="50606"/>
                </a:moveTo>
                <a:lnTo>
                  <a:pt x="482440" y="80781"/>
                </a:lnTo>
                <a:lnTo>
                  <a:pt x="496270" y="80781"/>
                </a:lnTo>
                <a:cubicBezTo>
                  <a:pt x="510870" y="80781"/>
                  <a:pt x="518168" y="75507"/>
                  <a:pt x="518168" y="64960"/>
                </a:cubicBezTo>
                <a:cubicBezTo>
                  <a:pt x="518168" y="55391"/>
                  <a:pt x="510870" y="50606"/>
                  <a:pt x="496270" y="50606"/>
                </a:cubicBezTo>
                <a:close/>
                <a:moveTo>
                  <a:pt x="1220056" y="49977"/>
                </a:moveTo>
                <a:cubicBezTo>
                  <a:pt x="1212652" y="54657"/>
                  <a:pt x="1208950" y="60664"/>
                  <a:pt x="1208950" y="67999"/>
                </a:cubicBezTo>
                <a:cubicBezTo>
                  <a:pt x="1208950" y="72190"/>
                  <a:pt x="1210522" y="75682"/>
                  <a:pt x="1213666" y="78476"/>
                </a:cubicBezTo>
                <a:cubicBezTo>
                  <a:pt x="1216878" y="81270"/>
                  <a:pt x="1220860" y="82667"/>
                  <a:pt x="1225610" y="82667"/>
                </a:cubicBezTo>
                <a:cubicBezTo>
                  <a:pt x="1230150" y="82667"/>
                  <a:pt x="1233886" y="81375"/>
                  <a:pt x="1236820" y="78790"/>
                </a:cubicBezTo>
                <a:cubicBezTo>
                  <a:pt x="1239614" y="76276"/>
                  <a:pt x="1241012" y="73063"/>
                  <a:pt x="1241012" y="69151"/>
                </a:cubicBezTo>
                <a:cubicBezTo>
                  <a:pt x="1241012" y="64401"/>
                  <a:pt x="1238916" y="60420"/>
                  <a:pt x="1234724" y="57207"/>
                </a:cubicBezTo>
                <a:cubicBezTo>
                  <a:pt x="1232140" y="55321"/>
                  <a:pt x="1227250" y="52911"/>
                  <a:pt x="1220056" y="49977"/>
                </a:cubicBezTo>
                <a:close/>
                <a:moveTo>
                  <a:pt x="335384" y="44215"/>
                </a:moveTo>
                <a:lnTo>
                  <a:pt x="335384" y="60350"/>
                </a:lnTo>
                <a:lnTo>
                  <a:pt x="392172" y="60350"/>
                </a:lnTo>
                <a:lnTo>
                  <a:pt x="392172" y="44215"/>
                </a:lnTo>
                <a:close/>
                <a:moveTo>
                  <a:pt x="62130" y="37299"/>
                </a:moveTo>
                <a:cubicBezTo>
                  <a:pt x="64786" y="49942"/>
                  <a:pt x="68662" y="60490"/>
                  <a:pt x="73760" y="68942"/>
                </a:cubicBezTo>
                <a:cubicBezTo>
                  <a:pt x="79558" y="60071"/>
                  <a:pt x="83644" y="49523"/>
                  <a:pt x="86020" y="37299"/>
                </a:cubicBezTo>
                <a:close/>
                <a:moveTo>
                  <a:pt x="961320" y="36880"/>
                </a:moveTo>
                <a:cubicBezTo>
                  <a:pt x="956220" y="36880"/>
                  <a:pt x="952100" y="38976"/>
                  <a:pt x="948956" y="43167"/>
                </a:cubicBezTo>
                <a:cubicBezTo>
                  <a:pt x="945742" y="47288"/>
                  <a:pt x="944136" y="52736"/>
                  <a:pt x="944136" y="59512"/>
                </a:cubicBezTo>
                <a:cubicBezTo>
                  <a:pt x="944136" y="66217"/>
                  <a:pt x="945742" y="71631"/>
                  <a:pt x="948956" y="75752"/>
                </a:cubicBezTo>
                <a:cubicBezTo>
                  <a:pt x="952100" y="79873"/>
                  <a:pt x="956220" y="81934"/>
                  <a:pt x="961320" y="81934"/>
                </a:cubicBezTo>
                <a:cubicBezTo>
                  <a:pt x="966418" y="81934"/>
                  <a:pt x="970574" y="79873"/>
                  <a:pt x="973788" y="75752"/>
                </a:cubicBezTo>
                <a:cubicBezTo>
                  <a:pt x="977000" y="71631"/>
                  <a:pt x="978608" y="66217"/>
                  <a:pt x="978608" y="59512"/>
                </a:cubicBezTo>
                <a:cubicBezTo>
                  <a:pt x="978608" y="52806"/>
                  <a:pt x="977000" y="47358"/>
                  <a:pt x="973788" y="43167"/>
                </a:cubicBezTo>
                <a:cubicBezTo>
                  <a:pt x="970574" y="38976"/>
                  <a:pt x="966418" y="36880"/>
                  <a:pt x="961320" y="36880"/>
                </a:cubicBezTo>
                <a:close/>
                <a:moveTo>
                  <a:pt x="655890" y="36566"/>
                </a:moveTo>
                <a:cubicBezTo>
                  <a:pt x="651560" y="36566"/>
                  <a:pt x="647822" y="38173"/>
                  <a:pt x="644680" y="41386"/>
                </a:cubicBezTo>
                <a:cubicBezTo>
                  <a:pt x="641396" y="44808"/>
                  <a:pt x="639476" y="49384"/>
                  <a:pt x="638918" y="55111"/>
                </a:cubicBezTo>
                <a:lnTo>
                  <a:pt x="670560" y="55111"/>
                </a:lnTo>
                <a:cubicBezTo>
                  <a:pt x="670560" y="42748"/>
                  <a:pt x="665670" y="36566"/>
                  <a:pt x="655890" y="36566"/>
                </a:cubicBezTo>
                <a:close/>
                <a:moveTo>
                  <a:pt x="901236" y="36042"/>
                </a:moveTo>
                <a:cubicBezTo>
                  <a:pt x="897604" y="36042"/>
                  <a:pt x="894600" y="37265"/>
                  <a:pt x="892224" y="39709"/>
                </a:cubicBezTo>
                <a:cubicBezTo>
                  <a:pt x="889780" y="42224"/>
                  <a:pt x="888558" y="45612"/>
                  <a:pt x="888558" y="49872"/>
                </a:cubicBezTo>
                <a:cubicBezTo>
                  <a:pt x="888558" y="53994"/>
                  <a:pt x="889816" y="57381"/>
                  <a:pt x="892330" y="60036"/>
                </a:cubicBezTo>
                <a:cubicBezTo>
                  <a:pt x="894774" y="62620"/>
                  <a:pt x="897744" y="63912"/>
                  <a:pt x="901236" y="63912"/>
                </a:cubicBezTo>
                <a:cubicBezTo>
                  <a:pt x="904728" y="63912"/>
                  <a:pt x="907696" y="62620"/>
                  <a:pt x="910142" y="60036"/>
                </a:cubicBezTo>
                <a:cubicBezTo>
                  <a:pt x="912656" y="57381"/>
                  <a:pt x="913914" y="53994"/>
                  <a:pt x="913914" y="49872"/>
                </a:cubicBezTo>
                <a:cubicBezTo>
                  <a:pt x="913914" y="45681"/>
                  <a:pt x="912656" y="42294"/>
                  <a:pt x="910142" y="39709"/>
                </a:cubicBezTo>
                <a:cubicBezTo>
                  <a:pt x="907766" y="37265"/>
                  <a:pt x="904798" y="36042"/>
                  <a:pt x="901236" y="36042"/>
                </a:cubicBezTo>
                <a:close/>
                <a:moveTo>
                  <a:pt x="429472" y="32689"/>
                </a:moveTo>
                <a:cubicBezTo>
                  <a:pt x="431288" y="32689"/>
                  <a:pt x="432824" y="33318"/>
                  <a:pt x="434082" y="34575"/>
                </a:cubicBezTo>
                <a:cubicBezTo>
                  <a:pt x="435340" y="35902"/>
                  <a:pt x="435968" y="37579"/>
                  <a:pt x="435968" y="39605"/>
                </a:cubicBezTo>
                <a:cubicBezTo>
                  <a:pt x="435968" y="41560"/>
                  <a:pt x="435340" y="43167"/>
                  <a:pt x="434082" y="44424"/>
                </a:cubicBezTo>
                <a:cubicBezTo>
                  <a:pt x="432824" y="45681"/>
                  <a:pt x="431288" y="46310"/>
                  <a:pt x="429472" y="46310"/>
                </a:cubicBezTo>
                <a:cubicBezTo>
                  <a:pt x="427726" y="46310"/>
                  <a:pt x="426224" y="45681"/>
                  <a:pt x="424966" y="44424"/>
                </a:cubicBezTo>
                <a:cubicBezTo>
                  <a:pt x="423710" y="43167"/>
                  <a:pt x="423080" y="41560"/>
                  <a:pt x="423080" y="39605"/>
                </a:cubicBezTo>
                <a:cubicBezTo>
                  <a:pt x="423080" y="37579"/>
                  <a:pt x="423710" y="35902"/>
                  <a:pt x="424966" y="34575"/>
                </a:cubicBezTo>
                <a:cubicBezTo>
                  <a:pt x="426224" y="33318"/>
                  <a:pt x="427726" y="32689"/>
                  <a:pt x="429472" y="32689"/>
                </a:cubicBezTo>
                <a:close/>
                <a:moveTo>
                  <a:pt x="1121644" y="31118"/>
                </a:moveTo>
                <a:lnTo>
                  <a:pt x="1130550" y="31118"/>
                </a:lnTo>
                <a:lnTo>
                  <a:pt x="1142600" y="63493"/>
                </a:lnTo>
                <a:lnTo>
                  <a:pt x="1148258" y="79419"/>
                </a:lnTo>
                <a:lnTo>
                  <a:pt x="1148780" y="79419"/>
                </a:lnTo>
                <a:cubicBezTo>
                  <a:pt x="1149130" y="78371"/>
                  <a:pt x="1149934" y="75682"/>
                  <a:pt x="1151190" y="71351"/>
                </a:cubicBezTo>
                <a:cubicBezTo>
                  <a:pt x="1152168" y="67999"/>
                  <a:pt x="1152972" y="65379"/>
                  <a:pt x="1153600" y="63493"/>
                </a:cubicBezTo>
                <a:lnTo>
                  <a:pt x="1164182" y="31118"/>
                </a:lnTo>
                <a:lnTo>
                  <a:pt x="1172564" y="31118"/>
                </a:lnTo>
                <a:lnTo>
                  <a:pt x="1150982" y="92935"/>
                </a:lnTo>
                <a:cubicBezTo>
                  <a:pt x="1146440" y="105927"/>
                  <a:pt x="1139560" y="112423"/>
                  <a:pt x="1130340" y="112423"/>
                </a:cubicBezTo>
                <a:cubicBezTo>
                  <a:pt x="1127896" y="112423"/>
                  <a:pt x="1125730" y="112039"/>
                  <a:pt x="1123844" y="111271"/>
                </a:cubicBezTo>
                <a:lnTo>
                  <a:pt x="1125626" y="104355"/>
                </a:lnTo>
                <a:cubicBezTo>
                  <a:pt x="1127162" y="104914"/>
                  <a:pt x="1128630" y="105194"/>
                  <a:pt x="1130026" y="105194"/>
                </a:cubicBezTo>
                <a:cubicBezTo>
                  <a:pt x="1135894" y="105194"/>
                  <a:pt x="1140294" y="100933"/>
                  <a:pt x="1143228" y="92411"/>
                </a:cubicBezTo>
                <a:lnTo>
                  <a:pt x="1144486" y="88011"/>
                </a:lnTo>
                <a:close/>
                <a:moveTo>
                  <a:pt x="567422" y="31118"/>
                </a:moveTo>
                <a:lnTo>
                  <a:pt x="575910" y="31118"/>
                </a:lnTo>
                <a:lnTo>
                  <a:pt x="575910" y="66008"/>
                </a:lnTo>
                <a:cubicBezTo>
                  <a:pt x="575910" y="71456"/>
                  <a:pt x="576782" y="75403"/>
                  <a:pt x="578528" y="77847"/>
                </a:cubicBezTo>
                <a:cubicBezTo>
                  <a:pt x="580274" y="80362"/>
                  <a:pt x="583138" y="81619"/>
                  <a:pt x="587120" y="81619"/>
                </a:cubicBezTo>
                <a:cubicBezTo>
                  <a:pt x="592290" y="81619"/>
                  <a:pt x="597598" y="78301"/>
                  <a:pt x="603046" y="71666"/>
                </a:cubicBezTo>
                <a:lnTo>
                  <a:pt x="603046" y="31118"/>
                </a:lnTo>
                <a:lnTo>
                  <a:pt x="611532" y="31118"/>
                </a:lnTo>
                <a:lnTo>
                  <a:pt x="611532" y="87696"/>
                </a:lnTo>
                <a:lnTo>
                  <a:pt x="604512" y="87696"/>
                </a:lnTo>
                <a:lnTo>
                  <a:pt x="603780" y="78686"/>
                </a:lnTo>
                <a:lnTo>
                  <a:pt x="603466" y="78686"/>
                </a:lnTo>
                <a:cubicBezTo>
                  <a:pt x="597458" y="85601"/>
                  <a:pt x="591172" y="89058"/>
                  <a:pt x="584606" y="89058"/>
                </a:cubicBezTo>
                <a:cubicBezTo>
                  <a:pt x="573150" y="89058"/>
                  <a:pt x="567422" y="81724"/>
                  <a:pt x="567422" y="67056"/>
                </a:cubicBezTo>
                <a:close/>
                <a:moveTo>
                  <a:pt x="1033548" y="29651"/>
                </a:moveTo>
                <a:cubicBezTo>
                  <a:pt x="1045072" y="29651"/>
                  <a:pt x="1050836" y="37020"/>
                  <a:pt x="1050836" y="51758"/>
                </a:cubicBezTo>
                <a:lnTo>
                  <a:pt x="1050836" y="87696"/>
                </a:lnTo>
                <a:lnTo>
                  <a:pt x="1042244" y="87696"/>
                </a:lnTo>
                <a:lnTo>
                  <a:pt x="1042244" y="52806"/>
                </a:lnTo>
                <a:cubicBezTo>
                  <a:pt x="1042244" y="42329"/>
                  <a:pt x="1038506" y="37090"/>
                  <a:pt x="1031032" y="37090"/>
                </a:cubicBezTo>
                <a:cubicBezTo>
                  <a:pt x="1026214" y="37090"/>
                  <a:pt x="1020834" y="40163"/>
                  <a:pt x="1014898" y="46310"/>
                </a:cubicBezTo>
                <a:lnTo>
                  <a:pt x="1014898" y="87696"/>
                </a:lnTo>
                <a:lnTo>
                  <a:pt x="1006410" y="87696"/>
                </a:lnTo>
                <a:lnTo>
                  <a:pt x="1006410" y="31118"/>
                </a:lnTo>
                <a:lnTo>
                  <a:pt x="1013326" y="31118"/>
                </a:lnTo>
                <a:lnTo>
                  <a:pt x="1014164" y="39395"/>
                </a:lnTo>
                <a:lnTo>
                  <a:pt x="1014478" y="39395"/>
                </a:lnTo>
                <a:cubicBezTo>
                  <a:pt x="1021114" y="32899"/>
                  <a:pt x="1027470" y="29651"/>
                  <a:pt x="1033548" y="29651"/>
                </a:cubicBezTo>
                <a:close/>
                <a:moveTo>
                  <a:pt x="961320" y="29651"/>
                </a:moveTo>
                <a:cubicBezTo>
                  <a:pt x="968584" y="29651"/>
                  <a:pt x="974660" y="32270"/>
                  <a:pt x="979550" y="37509"/>
                </a:cubicBezTo>
                <a:cubicBezTo>
                  <a:pt x="984788" y="43027"/>
                  <a:pt x="987408" y="50361"/>
                  <a:pt x="987408" y="59512"/>
                </a:cubicBezTo>
                <a:cubicBezTo>
                  <a:pt x="987408" y="68522"/>
                  <a:pt x="984788" y="75787"/>
                  <a:pt x="979550" y="81305"/>
                </a:cubicBezTo>
                <a:cubicBezTo>
                  <a:pt x="974660" y="86474"/>
                  <a:pt x="968584" y="89058"/>
                  <a:pt x="961320" y="89058"/>
                </a:cubicBezTo>
                <a:cubicBezTo>
                  <a:pt x="954124" y="89058"/>
                  <a:pt x="948082" y="86474"/>
                  <a:pt x="943194" y="81305"/>
                </a:cubicBezTo>
                <a:cubicBezTo>
                  <a:pt x="937954" y="75787"/>
                  <a:pt x="935334" y="68522"/>
                  <a:pt x="935334" y="59512"/>
                </a:cubicBezTo>
                <a:cubicBezTo>
                  <a:pt x="935334" y="50361"/>
                  <a:pt x="937954" y="43027"/>
                  <a:pt x="943194" y="37509"/>
                </a:cubicBezTo>
                <a:cubicBezTo>
                  <a:pt x="948012" y="32270"/>
                  <a:pt x="954054" y="29651"/>
                  <a:pt x="961320" y="29651"/>
                </a:cubicBezTo>
                <a:close/>
                <a:moveTo>
                  <a:pt x="901236" y="29651"/>
                </a:moveTo>
                <a:cubicBezTo>
                  <a:pt x="903820" y="29651"/>
                  <a:pt x="906440" y="30140"/>
                  <a:pt x="909094" y="31118"/>
                </a:cubicBezTo>
                <a:lnTo>
                  <a:pt x="928686" y="31118"/>
                </a:lnTo>
                <a:lnTo>
                  <a:pt x="928686" y="37719"/>
                </a:lnTo>
                <a:lnTo>
                  <a:pt x="916742" y="37719"/>
                </a:lnTo>
                <a:cubicBezTo>
                  <a:pt x="920026" y="40862"/>
                  <a:pt x="921666" y="44948"/>
                  <a:pt x="921666" y="49977"/>
                </a:cubicBezTo>
                <a:cubicBezTo>
                  <a:pt x="921666" y="55914"/>
                  <a:pt x="919676" y="60734"/>
                  <a:pt x="915694" y="64436"/>
                </a:cubicBezTo>
                <a:cubicBezTo>
                  <a:pt x="911852" y="67999"/>
                  <a:pt x="907034" y="69780"/>
                  <a:pt x="901236" y="69780"/>
                </a:cubicBezTo>
                <a:cubicBezTo>
                  <a:pt x="898092" y="69780"/>
                  <a:pt x="895194" y="69081"/>
                  <a:pt x="892540" y="67684"/>
                </a:cubicBezTo>
                <a:cubicBezTo>
                  <a:pt x="890024" y="69850"/>
                  <a:pt x="888768" y="72224"/>
                  <a:pt x="888768" y="74809"/>
                </a:cubicBezTo>
                <a:cubicBezTo>
                  <a:pt x="888768" y="79070"/>
                  <a:pt x="892120" y="81200"/>
                  <a:pt x="898826" y="81200"/>
                </a:cubicBezTo>
                <a:lnTo>
                  <a:pt x="910142" y="81200"/>
                </a:lnTo>
                <a:cubicBezTo>
                  <a:pt x="923134" y="81200"/>
                  <a:pt x="929630" y="85671"/>
                  <a:pt x="929630" y="94611"/>
                </a:cubicBezTo>
                <a:cubicBezTo>
                  <a:pt x="929630" y="99920"/>
                  <a:pt x="927080" y="104425"/>
                  <a:pt x="921982" y="108127"/>
                </a:cubicBezTo>
                <a:cubicBezTo>
                  <a:pt x="916602" y="112039"/>
                  <a:pt x="909758" y="113995"/>
                  <a:pt x="901446" y="113995"/>
                </a:cubicBezTo>
                <a:cubicBezTo>
                  <a:pt x="894390" y="113995"/>
                  <a:pt x="888768" y="112668"/>
                  <a:pt x="884576" y="110013"/>
                </a:cubicBezTo>
                <a:cubicBezTo>
                  <a:pt x="880246" y="107289"/>
                  <a:pt x="878080" y="103517"/>
                  <a:pt x="878080" y="98698"/>
                </a:cubicBezTo>
                <a:cubicBezTo>
                  <a:pt x="878080" y="93738"/>
                  <a:pt x="880874" y="89408"/>
                  <a:pt x="886462" y="85706"/>
                </a:cubicBezTo>
                <a:lnTo>
                  <a:pt x="886462" y="85286"/>
                </a:lnTo>
                <a:cubicBezTo>
                  <a:pt x="883040" y="83191"/>
                  <a:pt x="881328" y="80083"/>
                  <a:pt x="881328" y="75961"/>
                </a:cubicBezTo>
                <a:cubicBezTo>
                  <a:pt x="881328" y="72050"/>
                  <a:pt x="883424" y="68557"/>
                  <a:pt x="887614" y="65484"/>
                </a:cubicBezTo>
                <a:lnTo>
                  <a:pt x="887614" y="65065"/>
                </a:lnTo>
                <a:cubicBezTo>
                  <a:pt x="882726" y="61153"/>
                  <a:pt x="880280" y="56089"/>
                  <a:pt x="880280" y="49872"/>
                </a:cubicBezTo>
                <a:cubicBezTo>
                  <a:pt x="880280" y="43865"/>
                  <a:pt x="882342" y="38976"/>
                  <a:pt x="886462" y="35204"/>
                </a:cubicBezTo>
                <a:cubicBezTo>
                  <a:pt x="890444" y="31502"/>
                  <a:pt x="895368" y="29651"/>
                  <a:pt x="901236" y="29651"/>
                </a:cubicBezTo>
                <a:close/>
                <a:moveTo>
                  <a:pt x="846182" y="29651"/>
                </a:moveTo>
                <a:cubicBezTo>
                  <a:pt x="858964" y="29651"/>
                  <a:pt x="865354" y="37299"/>
                  <a:pt x="865354" y="52597"/>
                </a:cubicBezTo>
                <a:lnTo>
                  <a:pt x="865354" y="87696"/>
                </a:lnTo>
                <a:lnTo>
                  <a:pt x="858334" y="87696"/>
                </a:lnTo>
                <a:lnTo>
                  <a:pt x="857602" y="80781"/>
                </a:lnTo>
                <a:lnTo>
                  <a:pt x="857288" y="80781"/>
                </a:lnTo>
                <a:cubicBezTo>
                  <a:pt x="850792" y="86299"/>
                  <a:pt x="844434" y="89058"/>
                  <a:pt x="838218" y="89058"/>
                </a:cubicBezTo>
                <a:cubicBezTo>
                  <a:pt x="833398" y="89058"/>
                  <a:pt x="829486" y="87696"/>
                  <a:pt x="826484" y="84972"/>
                </a:cubicBezTo>
                <a:cubicBezTo>
                  <a:pt x="823340" y="82038"/>
                  <a:pt x="821768" y="78092"/>
                  <a:pt x="821768" y="73133"/>
                </a:cubicBezTo>
                <a:cubicBezTo>
                  <a:pt x="821768" y="66986"/>
                  <a:pt x="824598" y="62236"/>
                  <a:pt x="830256" y="58883"/>
                </a:cubicBezTo>
                <a:cubicBezTo>
                  <a:pt x="835704" y="55670"/>
                  <a:pt x="844574" y="53365"/>
                  <a:pt x="856868" y="51968"/>
                </a:cubicBezTo>
                <a:cubicBezTo>
                  <a:pt x="857008" y="41840"/>
                  <a:pt x="852992" y="36776"/>
                  <a:pt x="844818" y="36776"/>
                </a:cubicBezTo>
                <a:cubicBezTo>
                  <a:pt x="839300" y="36776"/>
                  <a:pt x="833574" y="38871"/>
                  <a:pt x="827636" y="43062"/>
                </a:cubicBezTo>
                <a:lnTo>
                  <a:pt x="824178" y="37090"/>
                </a:lnTo>
                <a:cubicBezTo>
                  <a:pt x="831722" y="32131"/>
                  <a:pt x="839056" y="29651"/>
                  <a:pt x="846182" y="29651"/>
                </a:cubicBezTo>
                <a:close/>
                <a:moveTo>
                  <a:pt x="811434" y="29651"/>
                </a:moveTo>
                <a:cubicBezTo>
                  <a:pt x="813738" y="29651"/>
                  <a:pt x="815730" y="30070"/>
                  <a:pt x="817406" y="30908"/>
                </a:cubicBezTo>
                <a:lnTo>
                  <a:pt x="815730" y="38347"/>
                </a:lnTo>
                <a:cubicBezTo>
                  <a:pt x="813844" y="37719"/>
                  <a:pt x="812062" y="37404"/>
                  <a:pt x="810386" y="37404"/>
                </a:cubicBezTo>
                <a:cubicBezTo>
                  <a:pt x="804170" y="37404"/>
                  <a:pt x="799314" y="41875"/>
                  <a:pt x="795822" y="50815"/>
                </a:cubicBezTo>
                <a:lnTo>
                  <a:pt x="795822" y="87696"/>
                </a:lnTo>
                <a:lnTo>
                  <a:pt x="787336" y="87696"/>
                </a:lnTo>
                <a:lnTo>
                  <a:pt x="787336" y="31118"/>
                </a:lnTo>
                <a:lnTo>
                  <a:pt x="794250" y="31118"/>
                </a:lnTo>
                <a:lnTo>
                  <a:pt x="795090" y="41490"/>
                </a:lnTo>
                <a:lnTo>
                  <a:pt x="795404" y="41490"/>
                </a:lnTo>
                <a:cubicBezTo>
                  <a:pt x="799664" y="33597"/>
                  <a:pt x="805008" y="29651"/>
                  <a:pt x="811434" y="29651"/>
                </a:cubicBezTo>
                <a:close/>
                <a:moveTo>
                  <a:pt x="655786" y="29651"/>
                </a:moveTo>
                <a:cubicBezTo>
                  <a:pt x="662840" y="29651"/>
                  <a:pt x="668324" y="32026"/>
                  <a:pt x="672236" y="36776"/>
                </a:cubicBezTo>
                <a:cubicBezTo>
                  <a:pt x="676148" y="41456"/>
                  <a:pt x="678102" y="47917"/>
                  <a:pt x="678102" y="56159"/>
                </a:cubicBezTo>
                <a:cubicBezTo>
                  <a:pt x="678102" y="58394"/>
                  <a:pt x="677964" y="60105"/>
                  <a:pt x="677684" y="61293"/>
                </a:cubicBezTo>
                <a:lnTo>
                  <a:pt x="639022" y="61293"/>
                </a:lnTo>
                <a:cubicBezTo>
                  <a:pt x="639302" y="67579"/>
                  <a:pt x="641188" y="72644"/>
                  <a:pt x="644680" y="76485"/>
                </a:cubicBezTo>
                <a:cubicBezTo>
                  <a:pt x="648172" y="80327"/>
                  <a:pt x="652748" y="82248"/>
                  <a:pt x="658406" y="82248"/>
                </a:cubicBezTo>
                <a:cubicBezTo>
                  <a:pt x="663434" y="82248"/>
                  <a:pt x="668220" y="80711"/>
                  <a:pt x="672760" y="77638"/>
                </a:cubicBezTo>
                <a:lnTo>
                  <a:pt x="675902" y="83296"/>
                </a:lnTo>
                <a:cubicBezTo>
                  <a:pt x="669896" y="87137"/>
                  <a:pt x="663714" y="89058"/>
                  <a:pt x="657358" y="89058"/>
                </a:cubicBezTo>
                <a:cubicBezTo>
                  <a:pt x="649674" y="89058"/>
                  <a:pt x="643352" y="86439"/>
                  <a:pt x="638394" y="81200"/>
                </a:cubicBezTo>
                <a:cubicBezTo>
                  <a:pt x="633154" y="75752"/>
                  <a:pt x="630536" y="68522"/>
                  <a:pt x="630536" y="59512"/>
                </a:cubicBezTo>
                <a:cubicBezTo>
                  <a:pt x="630536" y="50641"/>
                  <a:pt x="633120" y="43341"/>
                  <a:pt x="638288" y="37614"/>
                </a:cubicBezTo>
                <a:cubicBezTo>
                  <a:pt x="643178" y="32305"/>
                  <a:pt x="649010" y="29651"/>
                  <a:pt x="655786" y="29651"/>
                </a:cubicBezTo>
                <a:close/>
                <a:moveTo>
                  <a:pt x="231970" y="22526"/>
                </a:moveTo>
                <a:cubicBezTo>
                  <a:pt x="237140" y="29791"/>
                  <a:pt x="240528" y="36391"/>
                  <a:pt x="242134" y="42329"/>
                </a:cubicBezTo>
                <a:lnTo>
                  <a:pt x="235638" y="44948"/>
                </a:lnTo>
                <a:cubicBezTo>
                  <a:pt x="233892" y="38662"/>
                  <a:pt x="230678" y="31956"/>
                  <a:pt x="225998" y="24831"/>
                </a:cubicBezTo>
                <a:close/>
                <a:moveTo>
                  <a:pt x="285406" y="22002"/>
                </a:moveTo>
                <a:lnTo>
                  <a:pt x="292636" y="24412"/>
                </a:lnTo>
                <a:cubicBezTo>
                  <a:pt x="288026" y="33353"/>
                  <a:pt x="283974" y="40303"/>
                  <a:pt x="280482" y="45262"/>
                </a:cubicBezTo>
                <a:lnTo>
                  <a:pt x="274614" y="43167"/>
                </a:lnTo>
                <a:cubicBezTo>
                  <a:pt x="279084" y="36252"/>
                  <a:pt x="282682" y="29197"/>
                  <a:pt x="285406" y="22002"/>
                </a:cubicBezTo>
                <a:close/>
                <a:moveTo>
                  <a:pt x="335384" y="21164"/>
                </a:moveTo>
                <a:lnTo>
                  <a:pt x="335384" y="37719"/>
                </a:lnTo>
                <a:lnTo>
                  <a:pt x="392172" y="37719"/>
                </a:lnTo>
                <a:lnTo>
                  <a:pt x="392172" y="21164"/>
                </a:lnTo>
                <a:close/>
                <a:moveTo>
                  <a:pt x="1289360" y="20955"/>
                </a:moveTo>
                <a:cubicBezTo>
                  <a:pt x="1287754" y="24098"/>
                  <a:pt x="1285728" y="27800"/>
                  <a:pt x="1283284" y="32061"/>
                </a:cubicBezTo>
                <a:lnTo>
                  <a:pt x="1264738" y="59512"/>
                </a:lnTo>
                <a:lnTo>
                  <a:pt x="1289256" y="59512"/>
                </a:lnTo>
                <a:lnTo>
                  <a:pt x="1289256" y="34575"/>
                </a:lnTo>
                <a:cubicBezTo>
                  <a:pt x="1289256" y="30524"/>
                  <a:pt x="1289466" y="25984"/>
                  <a:pt x="1289884" y="20955"/>
                </a:cubicBezTo>
                <a:close/>
                <a:moveTo>
                  <a:pt x="1625440" y="18126"/>
                </a:moveTo>
                <a:lnTo>
                  <a:pt x="1625440" y="80572"/>
                </a:lnTo>
                <a:lnTo>
                  <a:pt x="1634870" y="80572"/>
                </a:lnTo>
                <a:cubicBezTo>
                  <a:pt x="1644020" y="80572"/>
                  <a:pt x="1650970" y="77778"/>
                  <a:pt x="1655720" y="72190"/>
                </a:cubicBezTo>
                <a:cubicBezTo>
                  <a:pt x="1660260" y="66741"/>
                  <a:pt x="1662530" y="59023"/>
                  <a:pt x="1662530" y="49034"/>
                </a:cubicBezTo>
                <a:cubicBezTo>
                  <a:pt x="1662530" y="28429"/>
                  <a:pt x="1653310" y="18126"/>
                  <a:pt x="1634870" y="18126"/>
                </a:cubicBezTo>
                <a:close/>
                <a:moveTo>
                  <a:pt x="720566" y="18126"/>
                </a:moveTo>
                <a:lnTo>
                  <a:pt x="720566" y="80572"/>
                </a:lnTo>
                <a:lnTo>
                  <a:pt x="729996" y="80572"/>
                </a:lnTo>
                <a:cubicBezTo>
                  <a:pt x="739146" y="80572"/>
                  <a:pt x="746096" y="77778"/>
                  <a:pt x="750846" y="72190"/>
                </a:cubicBezTo>
                <a:cubicBezTo>
                  <a:pt x="755386" y="66741"/>
                  <a:pt x="757656" y="59023"/>
                  <a:pt x="757656" y="49034"/>
                </a:cubicBezTo>
                <a:cubicBezTo>
                  <a:pt x="757656" y="28429"/>
                  <a:pt x="748436" y="18126"/>
                  <a:pt x="729996" y="18126"/>
                </a:cubicBezTo>
                <a:close/>
                <a:moveTo>
                  <a:pt x="482440" y="17916"/>
                </a:moveTo>
                <a:lnTo>
                  <a:pt x="482440" y="43900"/>
                </a:lnTo>
                <a:lnTo>
                  <a:pt x="494176" y="43900"/>
                </a:lnTo>
                <a:cubicBezTo>
                  <a:pt x="507098" y="43900"/>
                  <a:pt x="513558" y="39535"/>
                  <a:pt x="513558" y="30803"/>
                </a:cubicBezTo>
                <a:cubicBezTo>
                  <a:pt x="513558" y="26193"/>
                  <a:pt x="511986" y="22875"/>
                  <a:pt x="508844" y="20850"/>
                </a:cubicBezTo>
                <a:cubicBezTo>
                  <a:pt x="505840" y="18894"/>
                  <a:pt x="501126" y="17916"/>
                  <a:pt x="494700" y="17916"/>
                </a:cubicBezTo>
                <a:close/>
                <a:moveTo>
                  <a:pt x="155694" y="16659"/>
                </a:moveTo>
                <a:cubicBezTo>
                  <a:pt x="159048" y="36077"/>
                  <a:pt x="164636" y="51549"/>
                  <a:pt x="172458" y="63074"/>
                </a:cubicBezTo>
                <a:cubicBezTo>
                  <a:pt x="181540" y="50431"/>
                  <a:pt x="187756" y="34959"/>
                  <a:pt x="191108" y="16659"/>
                </a:cubicBezTo>
                <a:close/>
                <a:moveTo>
                  <a:pt x="1556156" y="16344"/>
                </a:moveTo>
                <a:cubicBezTo>
                  <a:pt x="1552314" y="16344"/>
                  <a:pt x="1549136" y="18021"/>
                  <a:pt x="1546622" y="21374"/>
                </a:cubicBezTo>
                <a:cubicBezTo>
                  <a:pt x="1544036" y="24726"/>
                  <a:pt x="1542744" y="29057"/>
                  <a:pt x="1542744" y="34366"/>
                </a:cubicBezTo>
                <a:cubicBezTo>
                  <a:pt x="1542744" y="39814"/>
                  <a:pt x="1543896" y="44075"/>
                  <a:pt x="1546202" y="47148"/>
                </a:cubicBezTo>
                <a:cubicBezTo>
                  <a:pt x="1548716" y="50431"/>
                  <a:pt x="1552278" y="52073"/>
                  <a:pt x="1556890" y="52073"/>
                </a:cubicBezTo>
                <a:cubicBezTo>
                  <a:pt x="1562896" y="52073"/>
                  <a:pt x="1568414" y="48545"/>
                  <a:pt x="1573444" y="41490"/>
                </a:cubicBezTo>
                <a:cubicBezTo>
                  <a:pt x="1572536" y="24726"/>
                  <a:pt x="1566772" y="16344"/>
                  <a:pt x="1556156" y="16344"/>
                </a:cubicBezTo>
                <a:close/>
                <a:moveTo>
                  <a:pt x="1225504" y="16344"/>
                </a:moveTo>
                <a:cubicBezTo>
                  <a:pt x="1221872" y="16344"/>
                  <a:pt x="1218868" y="17532"/>
                  <a:pt x="1216494" y="19907"/>
                </a:cubicBezTo>
                <a:cubicBezTo>
                  <a:pt x="1214120" y="22352"/>
                  <a:pt x="1212932" y="25460"/>
                  <a:pt x="1212932" y="29232"/>
                </a:cubicBezTo>
                <a:cubicBezTo>
                  <a:pt x="1212932" y="33493"/>
                  <a:pt x="1214748" y="37090"/>
                  <a:pt x="1218380" y="40024"/>
                </a:cubicBezTo>
                <a:cubicBezTo>
                  <a:pt x="1220894" y="42049"/>
                  <a:pt x="1225016" y="44180"/>
                  <a:pt x="1230744" y="46415"/>
                </a:cubicBezTo>
                <a:cubicBezTo>
                  <a:pt x="1236332" y="41665"/>
                  <a:pt x="1239126" y="36356"/>
                  <a:pt x="1239126" y="30489"/>
                </a:cubicBezTo>
                <a:cubicBezTo>
                  <a:pt x="1239126" y="26438"/>
                  <a:pt x="1237938" y="23120"/>
                  <a:pt x="1235564" y="20535"/>
                </a:cubicBezTo>
                <a:cubicBezTo>
                  <a:pt x="1233048" y="17741"/>
                  <a:pt x="1229696" y="16344"/>
                  <a:pt x="1225504" y="16344"/>
                </a:cubicBezTo>
                <a:close/>
                <a:moveTo>
                  <a:pt x="1912018" y="11001"/>
                </a:moveTo>
                <a:lnTo>
                  <a:pt x="1920926" y="11001"/>
                </a:lnTo>
                <a:lnTo>
                  <a:pt x="1949948" y="60664"/>
                </a:lnTo>
                <a:lnTo>
                  <a:pt x="1958226" y="76381"/>
                </a:lnTo>
                <a:lnTo>
                  <a:pt x="1958748" y="76381"/>
                </a:lnTo>
                <a:cubicBezTo>
                  <a:pt x="1957980" y="65135"/>
                  <a:pt x="1957596" y="57172"/>
                  <a:pt x="1957596" y="52492"/>
                </a:cubicBezTo>
                <a:lnTo>
                  <a:pt x="1957596" y="11001"/>
                </a:lnTo>
                <a:lnTo>
                  <a:pt x="1965874" y="11001"/>
                </a:lnTo>
                <a:lnTo>
                  <a:pt x="1965874" y="87696"/>
                </a:lnTo>
                <a:lnTo>
                  <a:pt x="1956862" y="87696"/>
                </a:lnTo>
                <a:lnTo>
                  <a:pt x="1928050" y="38033"/>
                </a:lnTo>
                <a:lnTo>
                  <a:pt x="1919668" y="22317"/>
                </a:lnTo>
                <a:lnTo>
                  <a:pt x="1919144" y="22317"/>
                </a:lnTo>
                <a:cubicBezTo>
                  <a:pt x="1919842" y="35029"/>
                  <a:pt x="1920192" y="42818"/>
                  <a:pt x="1920192" y="45681"/>
                </a:cubicBezTo>
                <a:lnTo>
                  <a:pt x="1920192" y="87696"/>
                </a:lnTo>
                <a:lnTo>
                  <a:pt x="1912018" y="87696"/>
                </a:lnTo>
                <a:close/>
                <a:moveTo>
                  <a:pt x="1807244" y="11001"/>
                </a:moveTo>
                <a:lnTo>
                  <a:pt x="1815940" y="11001"/>
                </a:lnTo>
                <a:lnTo>
                  <a:pt x="1815940" y="87696"/>
                </a:lnTo>
                <a:lnTo>
                  <a:pt x="1807244" y="87696"/>
                </a:lnTo>
                <a:close/>
                <a:moveTo>
                  <a:pt x="1692944" y="11001"/>
                </a:moveTo>
                <a:lnTo>
                  <a:pt x="1736636" y="11001"/>
                </a:lnTo>
                <a:lnTo>
                  <a:pt x="1736636" y="18335"/>
                </a:lnTo>
                <a:lnTo>
                  <a:pt x="1701640" y="18335"/>
                </a:lnTo>
                <a:lnTo>
                  <a:pt x="1701640" y="43586"/>
                </a:lnTo>
                <a:lnTo>
                  <a:pt x="1731082" y="43586"/>
                </a:lnTo>
                <a:lnTo>
                  <a:pt x="1731082" y="50920"/>
                </a:lnTo>
                <a:lnTo>
                  <a:pt x="1701640" y="50920"/>
                </a:lnTo>
                <a:lnTo>
                  <a:pt x="1701640" y="80362"/>
                </a:lnTo>
                <a:lnTo>
                  <a:pt x="1737788" y="80362"/>
                </a:lnTo>
                <a:lnTo>
                  <a:pt x="1737788" y="87696"/>
                </a:lnTo>
                <a:lnTo>
                  <a:pt x="1692944" y="87696"/>
                </a:lnTo>
                <a:close/>
                <a:moveTo>
                  <a:pt x="1616744" y="11001"/>
                </a:moveTo>
                <a:lnTo>
                  <a:pt x="1635604" y="11001"/>
                </a:lnTo>
                <a:cubicBezTo>
                  <a:pt x="1647268" y="11001"/>
                  <a:pt x="1656174" y="14319"/>
                  <a:pt x="1662322" y="20955"/>
                </a:cubicBezTo>
                <a:cubicBezTo>
                  <a:pt x="1668398" y="27520"/>
                  <a:pt x="1671436" y="36880"/>
                  <a:pt x="1671436" y="49034"/>
                </a:cubicBezTo>
                <a:cubicBezTo>
                  <a:pt x="1671436" y="61258"/>
                  <a:pt x="1668434" y="70723"/>
                  <a:pt x="1662426" y="77428"/>
                </a:cubicBezTo>
                <a:cubicBezTo>
                  <a:pt x="1656280" y="84274"/>
                  <a:pt x="1647442" y="87696"/>
                  <a:pt x="1635918" y="87696"/>
                </a:cubicBezTo>
                <a:lnTo>
                  <a:pt x="1616744" y="87696"/>
                </a:lnTo>
                <a:close/>
                <a:moveTo>
                  <a:pt x="1484232" y="11001"/>
                </a:moveTo>
                <a:lnTo>
                  <a:pt x="1520904" y="11001"/>
                </a:lnTo>
                <a:lnTo>
                  <a:pt x="1520904" y="18335"/>
                </a:lnTo>
                <a:lnTo>
                  <a:pt x="1491776" y="18335"/>
                </a:lnTo>
                <a:lnTo>
                  <a:pt x="1489680" y="41595"/>
                </a:lnTo>
                <a:cubicBezTo>
                  <a:pt x="1493522" y="39430"/>
                  <a:pt x="1497504" y="38347"/>
                  <a:pt x="1501624" y="38347"/>
                </a:cubicBezTo>
                <a:cubicBezTo>
                  <a:pt x="1508400" y="38347"/>
                  <a:pt x="1513814" y="40303"/>
                  <a:pt x="1517866" y="44215"/>
                </a:cubicBezTo>
                <a:cubicBezTo>
                  <a:pt x="1522336" y="48545"/>
                  <a:pt x="1524570" y="54762"/>
                  <a:pt x="1524570" y="62865"/>
                </a:cubicBezTo>
                <a:cubicBezTo>
                  <a:pt x="1524570" y="70827"/>
                  <a:pt x="1522022" y="77289"/>
                  <a:pt x="1516922" y="82248"/>
                </a:cubicBezTo>
                <a:cubicBezTo>
                  <a:pt x="1512242" y="86788"/>
                  <a:pt x="1506550" y="89058"/>
                  <a:pt x="1499844" y="89058"/>
                </a:cubicBezTo>
                <a:cubicBezTo>
                  <a:pt x="1490484" y="89058"/>
                  <a:pt x="1482416" y="85671"/>
                  <a:pt x="1475640" y="78895"/>
                </a:cubicBezTo>
                <a:lnTo>
                  <a:pt x="1479936" y="73237"/>
                </a:lnTo>
                <a:cubicBezTo>
                  <a:pt x="1485594" y="79035"/>
                  <a:pt x="1491986" y="81934"/>
                  <a:pt x="1499110" y="81934"/>
                </a:cubicBezTo>
                <a:cubicBezTo>
                  <a:pt x="1503860" y="81934"/>
                  <a:pt x="1507842" y="80222"/>
                  <a:pt x="1511054" y="76800"/>
                </a:cubicBezTo>
                <a:cubicBezTo>
                  <a:pt x="1514338" y="73307"/>
                  <a:pt x="1515980" y="68732"/>
                  <a:pt x="1515980" y="63074"/>
                </a:cubicBezTo>
                <a:cubicBezTo>
                  <a:pt x="1515980" y="57486"/>
                  <a:pt x="1514478" y="53051"/>
                  <a:pt x="1511474" y="49768"/>
                </a:cubicBezTo>
                <a:cubicBezTo>
                  <a:pt x="1508540" y="46555"/>
                  <a:pt x="1504558" y="44948"/>
                  <a:pt x="1499530" y="44948"/>
                </a:cubicBezTo>
                <a:cubicBezTo>
                  <a:pt x="1495478" y="44948"/>
                  <a:pt x="1491148" y="46485"/>
                  <a:pt x="1486538" y="49558"/>
                </a:cubicBezTo>
                <a:lnTo>
                  <a:pt x="1481822" y="46624"/>
                </a:lnTo>
                <a:close/>
                <a:moveTo>
                  <a:pt x="1430216" y="11001"/>
                </a:moveTo>
                <a:lnTo>
                  <a:pt x="1477678" y="11001"/>
                </a:lnTo>
                <a:lnTo>
                  <a:pt x="1477678" y="16135"/>
                </a:lnTo>
                <a:cubicBezTo>
                  <a:pt x="1469158" y="27171"/>
                  <a:pt x="1463254" y="38277"/>
                  <a:pt x="1459972" y="49453"/>
                </a:cubicBezTo>
                <a:cubicBezTo>
                  <a:pt x="1457318" y="58674"/>
                  <a:pt x="1455642" y="71421"/>
                  <a:pt x="1454942" y="87696"/>
                </a:cubicBezTo>
                <a:lnTo>
                  <a:pt x="1446038" y="87696"/>
                </a:lnTo>
                <a:cubicBezTo>
                  <a:pt x="1447224" y="59966"/>
                  <a:pt x="1454488" y="36845"/>
                  <a:pt x="1467830" y="18335"/>
                </a:cubicBezTo>
                <a:lnTo>
                  <a:pt x="1430216" y="18335"/>
                </a:lnTo>
                <a:close/>
                <a:moveTo>
                  <a:pt x="1379458" y="11001"/>
                </a:moveTo>
                <a:lnTo>
                  <a:pt x="1416128" y="11001"/>
                </a:lnTo>
                <a:lnTo>
                  <a:pt x="1416128" y="18335"/>
                </a:lnTo>
                <a:lnTo>
                  <a:pt x="1387002" y="18335"/>
                </a:lnTo>
                <a:lnTo>
                  <a:pt x="1384906" y="41595"/>
                </a:lnTo>
                <a:cubicBezTo>
                  <a:pt x="1388748" y="39430"/>
                  <a:pt x="1392728" y="38347"/>
                  <a:pt x="1396850" y="38347"/>
                </a:cubicBezTo>
                <a:cubicBezTo>
                  <a:pt x="1403626" y="38347"/>
                  <a:pt x="1409038" y="40303"/>
                  <a:pt x="1413090" y="44215"/>
                </a:cubicBezTo>
                <a:cubicBezTo>
                  <a:pt x="1417560" y="48545"/>
                  <a:pt x="1419796" y="54762"/>
                  <a:pt x="1419796" y="62865"/>
                </a:cubicBezTo>
                <a:cubicBezTo>
                  <a:pt x="1419796" y="70827"/>
                  <a:pt x="1417246" y="77289"/>
                  <a:pt x="1412148" y="82248"/>
                </a:cubicBezTo>
                <a:cubicBezTo>
                  <a:pt x="1407468" y="86788"/>
                  <a:pt x="1401774" y="89058"/>
                  <a:pt x="1395068" y="89058"/>
                </a:cubicBezTo>
                <a:cubicBezTo>
                  <a:pt x="1385708" y="89058"/>
                  <a:pt x="1377642" y="85671"/>
                  <a:pt x="1370866" y="78895"/>
                </a:cubicBezTo>
                <a:lnTo>
                  <a:pt x="1375162" y="73237"/>
                </a:lnTo>
                <a:cubicBezTo>
                  <a:pt x="1380820" y="79035"/>
                  <a:pt x="1387210" y="81934"/>
                  <a:pt x="1394336" y="81934"/>
                </a:cubicBezTo>
                <a:cubicBezTo>
                  <a:pt x="1399086" y="81934"/>
                  <a:pt x="1403066" y="80222"/>
                  <a:pt x="1406280" y="76800"/>
                </a:cubicBezTo>
                <a:cubicBezTo>
                  <a:pt x="1409562" y="73307"/>
                  <a:pt x="1411204" y="68732"/>
                  <a:pt x="1411204" y="63074"/>
                </a:cubicBezTo>
                <a:cubicBezTo>
                  <a:pt x="1411204" y="57486"/>
                  <a:pt x="1409702" y="53051"/>
                  <a:pt x="1406698" y="49768"/>
                </a:cubicBezTo>
                <a:cubicBezTo>
                  <a:pt x="1403766" y="46555"/>
                  <a:pt x="1399784" y="44948"/>
                  <a:pt x="1394754" y="44948"/>
                </a:cubicBezTo>
                <a:cubicBezTo>
                  <a:pt x="1390704" y="44948"/>
                  <a:pt x="1386372" y="46485"/>
                  <a:pt x="1381762" y="49558"/>
                </a:cubicBezTo>
                <a:lnTo>
                  <a:pt x="1377048" y="46624"/>
                </a:lnTo>
                <a:close/>
                <a:moveTo>
                  <a:pt x="1288208" y="11001"/>
                </a:moveTo>
                <a:lnTo>
                  <a:pt x="1297324" y="11001"/>
                </a:lnTo>
                <a:lnTo>
                  <a:pt x="1297324" y="59512"/>
                </a:lnTo>
                <a:lnTo>
                  <a:pt x="1307800" y="59512"/>
                </a:lnTo>
                <a:lnTo>
                  <a:pt x="1307800" y="66322"/>
                </a:lnTo>
                <a:lnTo>
                  <a:pt x="1297324" y="66322"/>
                </a:lnTo>
                <a:lnTo>
                  <a:pt x="1297324" y="87696"/>
                </a:lnTo>
                <a:lnTo>
                  <a:pt x="1289256" y="87696"/>
                </a:lnTo>
                <a:lnTo>
                  <a:pt x="1289256" y="66322"/>
                </a:lnTo>
                <a:lnTo>
                  <a:pt x="1255622" y="66322"/>
                </a:lnTo>
                <a:lnTo>
                  <a:pt x="1255622" y="60769"/>
                </a:lnTo>
                <a:close/>
                <a:moveTo>
                  <a:pt x="711870" y="11001"/>
                </a:moveTo>
                <a:lnTo>
                  <a:pt x="730728" y="11001"/>
                </a:lnTo>
                <a:cubicBezTo>
                  <a:pt x="742394" y="11001"/>
                  <a:pt x="751300" y="14319"/>
                  <a:pt x="757446" y="20955"/>
                </a:cubicBezTo>
                <a:cubicBezTo>
                  <a:pt x="763524" y="27520"/>
                  <a:pt x="766562" y="36880"/>
                  <a:pt x="766562" y="49034"/>
                </a:cubicBezTo>
                <a:cubicBezTo>
                  <a:pt x="766562" y="61258"/>
                  <a:pt x="763558" y="70723"/>
                  <a:pt x="757550" y="77428"/>
                </a:cubicBezTo>
                <a:cubicBezTo>
                  <a:pt x="751404" y="84274"/>
                  <a:pt x="742568" y="87696"/>
                  <a:pt x="731042" y="87696"/>
                </a:cubicBezTo>
                <a:lnTo>
                  <a:pt x="711870" y="87696"/>
                </a:lnTo>
                <a:close/>
                <a:moveTo>
                  <a:pt x="473744" y="11001"/>
                </a:moveTo>
                <a:lnTo>
                  <a:pt x="495956" y="11001"/>
                </a:lnTo>
                <a:cubicBezTo>
                  <a:pt x="513418" y="11001"/>
                  <a:pt x="522150" y="17253"/>
                  <a:pt x="522150" y="29756"/>
                </a:cubicBezTo>
                <a:cubicBezTo>
                  <a:pt x="522150" y="38347"/>
                  <a:pt x="518344" y="43900"/>
                  <a:pt x="510730" y="46415"/>
                </a:cubicBezTo>
                <a:lnTo>
                  <a:pt x="510730" y="46834"/>
                </a:lnTo>
                <a:cubicBezTo>
                  <a:pt x="521346" y="48860"/>
                  <a:pt x="526656" y="55006"/>
                  <a:pt x="526656" y="65274"/>
                </a:cubicBezTo>
                <a:cubicBezTo>
                  <a:pt x="526656" y="72539"/>
                  <a:pt x="523966" y="78162"/>
                  <a:pt x="518588" y="82143"/>
                </a:cubicBezTo>
                <a:cubicBezTo>
                  <a:pt x="513488" y="85845"/>
                  <a:pt x="506504" y="87696"/>
                  <a:pt x="497632" y="87696"/>
                </a:cubicBezTo>
                <a:lnTo>
                  <a:pt x="473744" y="87696"/>
                </a:lnTo>
                <a:close/>
                <a:moveTo>
                  <a:pt x="1225714" y="9848"/>
                </a:moveTo>
                <a:cubicBezTo>
                  <a:pt x="1232140" y="9848"/>
                  <a:pt x="1237240" y="11734"/>
                  <a:pt x="1241012" y="15506"/>
                </a:cubicBezTo>
                <a:cubicBezTo>
                  <a:pt x="1244714" y="19208"/>
                  <a:pt x="1246564" y="24063"/>
                  <a:pt x="1246564" y="30070"/>
                </a:cubicBezTo>
                <a:cubicBezTo>
                  <a:pt x="1246564" y="37055"/>
                  <a:pt x="1243106" y="43272"/>
                  <a:pt x="1236192" y="48720"/>
                </a:cubicBezTo>
                <a:lnTo>
                  <a:pt x="1236192" y="49244"/>
                </a:lnTo>
                <a:cubicBezTo>
                  <a:pt x="1244854" y="54273"/>
                  <a:pt x="1249184" y="60979"/>
                  <a:pt x="1249184" y="69361"/>
                </a:cubicBezTo>
                <a:cubicBezTo>
                  <a:pt x="1249184" y="74949"/>
                  <a:pt x="1247018" y="79594"/>
                  <a:pt x="1242688" y="83296"/>
                </a:cubicBezTo>
                <a:cubicBezTo>
                  <a:pt x="1238218" y="87137"/>
                  <a:pt x="1232490" y="89058"/>
                  <a:pt x="1225504" y="89058"/>
                </a:cubicBezTo>
                <a:cubicBezTo>
                  <a:pt x="1218450" y="89058"/>
                  <a:pt x="1212652" y="87137"/>
                  <a:pt x="1208112" y="83296"/>
                </a:cubicBezTo>
                <a:cubicBezTo>
                  <a:pt x="1203502" y="79454"/>
                  <a:pt x="1201196" y="74564"/>
                  <a:pt x="1201196" y="68627"/>
                </a:cubicBezTo>
                <a:cubicBezTo>
                  <a:pt x="1201196" y="59617"/>
                  <a:pt x="1205946" y="52492"/>
                  <a:pt x="1215446" y="47253"/>
                </a:cubicBezTo>
                <a:lnTo>
                  <a:pt x="1215446" y="46834"/>
                </a:lnTo>
                <a:cubicBezTo>
                  <a:pt x="1208532" y="42154"/>
                  <a:pt x="1205074" y="36287"/>
                  <a:pt x="1205074" y="29232"/>
                </a:cubicBezTo>
                <a:cubicBezTo>
                  <a:pt x="1205074" y="23504"/>
                  <a:pt x="1207064" y="18824"/>
                  <a:pt x="1211046" y="15192"/>
                </a:cubicBezTo>
                <a:cubicBezTo>
                  <a:pt x="1214888" y="11630"/>
                  <a:pt x="1219778" y="9848"/>
                  <a:pt x="1225714" y="9848"/>
                </a:cubicBezTo>
                <a:close/>
                <a:moveTo>
                  <a:pt x="1866098" y="9639"/>
                </a:moveTo>
                <a:cubicBezTo>
                  <a:pt x="1874620" y="9639"/>
                  <a:pt x="1881920" y="12747"/>
                  <a:pt x="1887998" y="18964"/>
                </a:cubicBezTo>
                <a:lnTo>
                  <a:pt x="1883178" y="24622"/>
                </a:lnTo>
                <a:cubicBezTo>
                  <a:pt x="1878568" y="19732"/>
                  <a:pt x="1872944" y="17287"/>
                  <a:pt x="1866308" y="17287"/>
                </a:cubicBezTo>
                <a:cubicBezTo>
                  <a:pt x="1858346" y="17287"/>
                  <a:pt x="1852024" y="20116"/>
                  <a:pt x="1847344" y="25774"/>
                </a:cubicBezTo>
                <a:cubicBezTo>
                  <a:pt x="1842594" y="31502"/>
                  <a:pt x="1840220" y="39290"/>
                  <a:pt x="1840220" y="49139"/>
                </a:cubicBezTo>
                <a:cubicBezTo>
                  <a:pt x="1840220" y="59128"/>
                  <a:pt x="1842490" y="66986"/>
                  <a:pt x="1847030" y="72713"/>
                </a:cubicBezTo>
                <a:cubicBezTo>
                  <a:pt x="1851640" y="78511"/>
                  <a:pt x="1858066" y="81410"/>
                  <a:pt x="1866308" y="81410"/>
                </a:cubicBezTo>
                <a:cubicBezTo>
                  <a:pt x="1872664" y="81410"/>
                  <a:pt x="1877520" y="79803"/>
                  <a:pt x="1880872" y="76590"/>
                </a:cubicBezTo>
                <a:lnTo>
                  <a:pt x="1880872" y="55635"/>
                </a:lnTo>
                <a:lnTo>
                  <a:pt x="1864214" y="55635"/>
                </a:lnTo>
                <a:lnTo>
                  <a:pt x="1864214" y="48406"/>
                </a:lnTo>
                <a:lnTo>
                  <a:pt x="1888940" y="48406"/>
                </a:lnTo>
                <a:lnTo>
                  <a:pt x="1888940" y="80257"/>
                </a:lnTo>
                <a:cubicBezTo>
                  <a:pt x="1883282" y="86125"/>
                  <a:pt x="1875458" y="89058"/>
                  <a:pt x="1865470" y="89058"/>
                </a:cubicBezTo>
                <a:cubicBezTo>
                  <a:pt x="1855272" y="89058"/>
                  <a:pt x="1847066" y="85531"/>
                  <a:pt x="1840848" y="78476"/>
                </a:cubicBezTo>
                <a:cubicBezTo>
                  <a:pt x="1834492" y="71281"/>
                  <a:pt x="1831314" y="61572"/>
                  <a:pt x="1831314" y="49349"/>
                </a:cubicBezTo>
                <a:cubicBezTo>
                  <a:pt x="1831314" y="37195"/>
                  <a:pt x="1834596" y="27486"/>
                  <a:pt x="1841162" y="20221"/>
                </a:cubicBezTo>
                <a:cubicBezTo>
                  <a:pt x="1847518" y="13166"/>
                  <a:pt x="1855830" y="9639"/>
                  <a:pt x="1866098" y="9639"/>
                </a:cubicBezTo>
                <a:close/>
                <a:moveTo>
                  <a:pt x="1771888" y="9639"/>
                </a:moveTo>
                <a:cubicBezTo>
                  <a:pt x="1780828" y="9639"/>
                  <a:pt x="1788266" y="12782"/>
                  <a:pt x="1794204" y="19069"/>
                </a:cubicBezTo>
                <a:lnTo>
                  <a:pt x="1789594" y="24622"/>
                </a:lnTo>
                <a:cubicBezTo>
                  <a:pt x="1784496" y="19732"/>
                  <a:pt x="1778592" y="17287"/>
                  <a:pt x="1771888" y="17287"/>
                </a:cubicBezTo>
                <a:cubicBezTo>
                  <a:pt x="1767416" y="17287"/>
                  <a:pt x="1763820" y="18335"/>
                  <a:pt x="1761096" y="20431"/>
                </a:cubicBezTo>
                <a:cubicBezTo>
                  <a:pt x="1758372" y="22596"/>
                  <a:pt x="1757010" y="25460"/>
                  <a:pt x="1757010" y="29022"/>
                </a:cubicBezTo>
                <a:cubicBezTo>
                  <a:pt x="1757010" y="32515"/>
                  <a:pt x="1758406" y="35414"/>
                  <a:pt x="1761200" y="37719"/>
                </a:cubicBezTo>
                <a:cubicBezTo>
                  <a:pt x="1762806" y="39046"/>
                  <a:pt x="1765670" y="40582"/>
                  <a:pt x="1769792" y="42329"/>
                </a:cubicBezTo>
                <a:lnTo>
                  <a:pt x="1780898" y="47044"/>
                </a:lnTo>
                <a:cubicBezTo>
                  <a:pt x="1791516" y="51723"/>
                  <a:pt x="1796824" y="58569"/>
                  <a:pt x="1796824" y="67579"/>
                </a:cubicBezTo>
                <a:cubicBezTo>
                  <a:pt x="1796824" y="73726"/>
                  <a:pt x="1794518" y="78825"/>
                  <a:pt x="1789908" y="82877"/>
                </a:cubicBezTo>
                <a:cubicBezTo>
                  <a:pt x="1785088" y="86998"/>
                  <a:pt x="1778802" y="89058"/>
                  <a:pt x="1771050" y="89058"/>
                </a:cubicBezTo>
                <a:cubicBezTo>
                  <a:pt x="1760432" y="89058"/>
                  <a:pt x="1751562" y="85251"/>
                  <a:pt x="1744436" y="77638"/>
                </a:cubicBezTo>
                <a:lnTo>
                  <a:pt x="1749674" y="71666"/>
                </a:lnTo>
                <a:cubicBezTo>
                  <a:pt x="1755682" y="78162"/>
                  <a:pt x="1762842" y="81410"/>
                  <a:pt x="1771154" y="81410"/>
                </a:cubicBezTo>
                <a:cubicBezTo>
                  <a:pt x="1776322" y="81410"/>
                  <a:pt x="1780444" y="80187"/>
                  <a:pt x="1783518" y="77743"/>
                </a:cubicBezTo>
                <a:cubicBezTo>
                  <a:pt x="1786520" y="75368"/>
                  <a:pt x="1788022" y="72190"/>
                  <a:pt x="1788022" y="68208"/>
                </a:cubicBezTo>
                <a:cubicBezTo>
                  <a:pt x="1788022" y="64506"/>
                  <a:pt x="1786766" y="61502"/>
                  <a:pt x="1784250" y="59197"/>
                </a:cubicBezTo>
                <a:cubicBezTo>
                  <a:pt x="1782644" y="57800"/>
                  <a:pt x="1779536" y="56089"/>
                  <a:pt x="1774926" y="54063"/>
                </a:cubicBezTo>
                <a:lnTo>
                  <a:pt x="1763820" y="49139"/>
                </a:lnTo>
                <a:cubicBezTo>
                  <a:pt x="1753412" y="44669"/>
                  <a:pt x="1748208" y="38173"/>
                  <a:pt x="1748208" y="29651"/>
                </a:cubicBezTo>
                <a:cubicBezTo>
                  <a:pt x="1748208" y="23853"/>
                  <a:pt x="1750444" y="19069"/>
                  <a:pt x="1754914" y="15297"/>
                </a:cubicBezTo>
                <a:cubicBezTo>
                  <a:pt x="1759384" y="11525"/>
                  <a:pt x="1765042" y="9639"/>
                  <a:pt x="1771888" y="9639"/>
                </a:cubicBezTo>
                <a:close/>
                <a:moveTo>
                  <a:pt x="1556156" y="9639"/>
                </a:moveTo>
                <a:cubicBezTo>
                  <a:pt x="1563838" y="9639"/>
                  <a:pt x="1569916" y="12677"/>
                  <a:pt x="1574386" y="18754"/>
                </a:cubicBezTo>
                <a:cubicBezTo>
                  <a:pt x="1579206" y="25111"/>
                  <a:pt x="1581616" y="34121"/>
                  <a:pt x="1581616" y="45786"/>
                </a:cubicBezTo>
                <a:cubicBezTo>
                  <a:pt x="1581616" y="60455"/>
                  <a:pt x="1578822" y="71596"/>
                  <a:pt x="1573234" y="79209"/>
                </a:cubicBezTo>
                <a:cubicBezTo>
                  <a:pt x="1568344" y="85775"/>
                  <a:pt x="1561954" y="89058"/>
                  <a:pt x="1554060" y="89058"/>
                </a:cubicBezTo>
                <a:cubicBezTo>
                  <a:pt x="1546936" y="89058"/>
                  <a:pt x="1540928" y="86509"/>
                  <a:pt x="1536038" y="81410"/>
                </a:cubicBezTo>
                <a:lnTo>
                  <a:pt x="1540754" y="76066"/>
                </a:lnTo>
                <a:cubicBezTo>
                  <a:pt x="1544316" y="79978"/>
                  <a:pt x="1548682" y="81934"/>
                  <a:pt x="1553850" y="81934"/>
                </a:cubicBezTo>
                <a:cubicBezTo>
                  <a:pt x="1559368" y="81934"/>
                  <a:pt x="1563804" y="79489"/>
                  <a:pt x="1567158" y="74599"/>
                </a:cubicBezTo>
                <a:cubicBezTo>
                  <a:pt x="1571068" y="68942"/>
                  <a:pt x="1573198" y="60315"/>
                  <a:pt x="1573548" y="48720"/>
                </a:cubicBezTo>
                <a:cubicBezTo>
                  <a:pt x="1568240" y="55216"/>
                  <a:pt x="1562232" y="58464"/>
                  <a:pt x="1555526" y="58464"/>
                </a:cubicBezTo>
                <a:cubicBezTo>
                  <a:pt x="1549030" y="58464"/>
                  <a:pt x="1543932" y="56438"/>
                  <a:pt x="1540230" y="52387"/>
                </a:cubicBezTo>
                <a:cubicBezTo>
                  <a:pt x="1536458" y="48126"/>
                  <a:pt x="1534572" y="42119"/>
                  <a:pt x="1534572" y="34366"/>
                </a:cubicBezTo>
                <a:cubicBezTo>
                  <a:pt x="1534572" y="27171"/>
                  <a:pt x="1536702" y="21199"/>
                  <a:pt x="1540964" y="16449"/>
                </a:cubicBezTo>
                <a:cubicBezTo>
                  <a:pt x="1545084" y="11909"/>
                  <a:pt x="1550148" y="9639"/>
                  <a:pt x="1556156" y="9639"/>
                </a:cubicBezTo>
                <a:close/>
                <a:moveTo>
                  <a:pt x="194356" y="9639"/>
                </a:moveTo>
                <a:lnTo>
                  <a:pt x="198652" y="11001"/>
                </a:lnTo>
                <a:cubicBezTo>
                  <a:pt x="195160" y="34680"/>
                  <a:pt x="187826" y="53959"/>
                  <a:pt x="176650" y="68837"/>
                </a:cubicBezTo>
                <a:cubicBezTo>
                  <a:pt x="182866" y="76660"/>
                  <a:pt x="191354" y="83889"/>
                  <a:pt x="202110" y="90525"/>
                </a:cubicBezTo>
                <a:cubicBezTo>
                  <a:pt x="199944" y="92132"/>
                  <a:pt x="198304" y="94018"/>
                  <a:pt x="197186" y="96183"/>
                </a:cubicBezTo>
                <a:cubicBezTo>
                  <a:pt x="186638" y="89338"/>
                  <a:pt x="178292" y="82108"/>
                  <a:pt x="172144" y="74495"/>
                </a:cubicBezTo>
                <a:cubicBezTo>
                  <a:pt x="164112" y="83645"/>
                  <a:pt x="154682" y="90665"/>
                  <a:pt x="143856" y="95554"/>
                </a:cubicBezTo>
                <a:cubicBezTo>
                  <a:pt x="142668" y="93179"/>
                  <a:pt x="141236" y="91259"/>
                  <a:pt x="139560" y="89792"/>
                </a:cubicBezTo>
                <a:cubicBezTo>
                  <a:pt x="150246" y="85391"/>
                  <a:pt x="159712" y="78406"/>
                  <a:pt x="167954" y="68837"/>
                </a:cubicBezTo>
                <a:cubicBezTo>
                  <a:pt x="159362" y="56264"/>
                  <a:pt x="153146" y="38871"/>
                  <a:pt x="149304" y="16659"/>
                </a:cubicBezTo>
                <a:lnTo>
                  <a:pt x="145322" y="16659"/>
                </a:lnTo>
                <a:lnTo>
                  <a:pt x="145322" y="9953"/>
                </a:lnTo>
                <a:lnTo>
                  <a:pt x="193100" y="9953"/>
                </a:lnTo>
                <a:close/>
                <a:moveTo>
                  <a:pt x="1337918" y="9534"/>
                </a:moveTo>
                <a:cubicBezTo>
                  <a:pt x="1344414" y="9604"/>
                  <a:pt x="1349618" y="11280"/>
                  <a:pt x="1353530" y="14563"/>
                </a:cubicBezTo>
                <a:cubicBezTo>
                  <a:pt x="1357652" y="17986"/>
                  <a:pt x="1359712" y="22666"/>
                  <a:pt x="1359712" y="28603"/>
                </a:cubicBezTo>
                <a:cubicBezTo>
                  <a:pt x="1359712" y="37753"/>
                  <a:pt x="1355136" y="43970"/>
                  <a:pt x="1345986" y="47253"/>
                </a:cubicBezTo>
                <a:lnTo>
                  <a:pt x="1345986" y="47672"/>
                </a:lnTo>
                <a:cubicBezTo>
                  <a:pt x="1350736" y="48790"/>
                  <a:pt x="1354578" y="50990"/>
                  <a:pt x="1357512" y="54273"/>
                </a:cubicBezTo>
                <a:cubicBezTo>
                  <a:pt x="1360724" y="57835"/>
                  <a:pt x="1362332" y="62166"/>
                  <a:pt x="1362332" y="67265"/>
                </a:cubicBezTo>
                <a:cubicBezTo>
                  <a:pt x="1362332" y="73901"/>
                  <a:pt x="1359992" y="79244"/>
                  <a:pt x="1355312" y="83296"/>
                </a:cubicBezTo>
                <a:cubicBezTo>
                  <a:pt x="1350842" y="87137"/>
                  <a:pt x="1345148" y="89058"/>
                  <a:pt x="1338234" y="89058"/>
                </a:cubicBezTo>
                <a:cubicBezTo>
                  <a:pt x="1328454" y="89058"/>
                  <a:pt x="1320352" y="85566"/>
                  <a:pt x="1313926" y="78581"/>
                </a:cubicBezTo>
                <a:lnTo>
                  <a:pt x="1318326" y="73028"/>
                </a:lnTo>
                <a:cubicBezTo>
                  <a:pt x="1324124" y="78965"/>
                  <a:pt x="1330584" y="81934"/>
                  <a:pt x="1337710" y="81934"/>
                </a:cubicBezTo>
                <a:cubicBezTo>
                  <a:pt x="1342458" y="81934"/>
                  <a:pt x="1346300" y="80606"/>
                  <a:pt x="1349234" y="77952"/>
                </a:cubicBezTo>
                <a:cubicBezTo>
                  <a:pt x="1352238" y="75158"/>
                  <a:pt x="1353740" y="71526"/>
                  <a:pt x="1353740" y="67056"/>
                </a:cubicBezTo>
                <a:cubicBezTo>
                  <a:pt x="1353740" y="56438"/>
                  <a:pt x="1345638" y="51130"/>
                  <a:pt x="1329432" y="51130"/>
                </a:cubicBezTo>
                <a:lnTo>
                  <a:pt x="1329432" y="44424"/>
                </a:lnTo>
                <a:cubicBezTo>
                  <a:pt x="1343822" y="44424"/>
                  <a:pt x="1351016" y="39360"/>
                  <a:pt x="1351016" y="29232"/>
                </a:cubicBezTo>
                <a:cubicBezTo>
                  <a:pt x="1351016" y="25390"/>
                  <a:pt x="1349828" y="22317"/>
                  <a:pt x="1347454" y="20012"/>
                </a:cubicBezTo>
                <a:cubicBezTo>
                  <a:pt x="1345008" y="17707"/>
                  <a:pt x="1341726" y="16519"/>
                  <a:pt x="1337604" y="16449"/>
                </a:cubicBezTo>
                <a:cubicBezTo>
                  <a:pt x="1331806" y="16519"/>
                  <a:pt x="1326428" y="19104"/>
                  <a:pt x="1321470" y="24203"/>
                </a:cubicBezTo>
                <a:lnTo>
                  <a:pt x="1316754" y="18650"/>
                </a:lnTo>
                <a:cubicBezTo>
                  <a:pt x="1323320" y="12642"/>
                  <a:pt x="1330374" y="9604"/>
                  <a:pt x="1337918" y="9534"/>
                </a:cubicBezTo>
                <a:close/>
                <a:moveTo>
                  <a:pt x="1101660" y="4295"/>
                </a:moveTo>
                <a:lnTo>
                  <a:pt x="1110148" y="4295"/>
                </a:lnTo>
                <a:lnTo>
                  <a:pt x="1110148" y="77952"/>
                </a:lnTo>
                <a:cubicBezTo>
                  <a:pt x="1110148" y="80606"/>
                  <a:pt x="1111020" y="81934"/>
                  <a:pt x="1112766" y="81934"/>
                </a:cubicBezTo>
                <a:cubicBezTo>
                  <a:pt x="1113396" y="81934"/>
                  <a:pt x="1114058" y="81864"/>
                  <a:pt x="1114758" y="81724"/>
                </a:cubicBezTo>
                <a:lnTo>
                  <a:pt x="1116014" y="88325"/>
                </a:lnTo>
                <a:cubicBezTo>
                  <a:pt x="1114408" y="88814"/>
                  <a:pt x="1112696" y="89058"/>
                  <a:pt x="1110880" y="89058"/>
                </a:cubicBezTo>
                <a:cubicBezTo>
                  <a:pt x="1104734" y="89058"/>
                  <a:pt x="1101660" y="85147"/>
                  <a:pt x="1101660" y="77324"/>
                </a:cubicBezTo>
                <a:close/>
                <a:moveTo>
                  <a:pt x="539686" y="4295"/>
                </a:moveTo>
                <a:lnTo>
                  <a:pt x="548172" y="4295"/>
                </a:lnTo>
                <a:lnTo>
                  <a:pt x="548172" y="77952"/>
                </a:lnTo>
                <a:cubicBezTo>
                  <a:pt x="548172" y="80606"/>
                  <a:pt x="549046" y="81934"/>
                  <a:pt x="550792" y="81934"/>
                </a:cubicBezTo>
                <a:cubicBezTo>
                  <a:pt x="551420" y="81934"/>
                  <a:pt x="552084" y="81864"/>
                  <a:pt x="552782" y="81724"/>
                </a:cubicBezTo>
                <a:lnTo>
                  <a:pt x="554040" y="88325"/>
                </a:lnTo>
                <a:cubicBezTo>
                  <a:pt x="552434" y="88814"/>
                  <a:pt x="550722" y="89058"/>
                  <a:pt x="548906" y="89058"/>
                </a:cubicBezTo>
                <a:cubicBezTo>
                  <a:pt x="542758" y="89058"/>
                  <a:pt x="539686" y="85147"/>
                  <a:pt x="539686" y="77324"/>
                </a:cubicBezTo>
                <a:close/>
                <a:moveTo>
                  <a:pt x="1090374" y="2933"/>
                </a:moveTo>
                <a:cubicBezTo>
                  <a:pt x="1093586" y="2933"/>
                  <a:pt x="1096626" y="3562"/>
                  <a:pt x="1099488" y="4819"/>
                </a:cubicBezTo>
                <a:lnTo>
                  <a:pt x="1097602" y="11420"/>
                </a:lnTo>
                <a:cubicBezTo>
                  <a:pt x="1095438" y="10372"/>
                  <a:pt x="1093272" y="9848"/>
                  <a:pt x="1091106" y="9848"/>
                </a:cubicBezTo>
                <a:cubicBezTo>
                  <a:pt x="1085658" y="9848"/>
                  <a:pt x="1082934" y="13690"/>
                  <a:pt x="1082934" y="21374"/>
                </a:cubicBezTo>
                <a:lnTo>
                  <a:pt x="1082934" y="31118"/>
                </a:lnTo>
                <a:lnTo>
                  <a:pt x="1095088" y="31118"/>
                </a:lnTo>
                <a:lnTo>
                  <a:pt x="1095088" y="38138"/>
                </a:lnTo>
                <a:lnTo>
                  <a:pt x="1082934" y="38138"/>
                </a:lnTo>
                <a:lnTo>
                  <a:pt x="1082934" y="87696"/>
                </a:lnTo>
                <a:lnTo>
                  <a:pt x="1074342" y="87696"/>
                </a:lnTo>
                <a:lnTo>
                  <a:pt x="1074342" y="38138"/>
                </a:lnTo>
                <a:lnTo>
                  <a:pt x="1066590" y="38138"/>
                </a:lnTo>
                <a:lnTo>
                  <a:pt x="1066590" y="31642"/>
                </a:lnTo>
                <a:lnTo>
                  <a:pt x="1074342" y="31118"/>
                </a:lnTo>
                <a:lnTo>
                  <a:pt x="1074342" y="21269"/>
                </a:lnTo>
                <a:cubicBezTo>
                  <a:pt x="1074342" y="9045"/>
                  <a:pt x="1079686" y="2933"/>
                  <a:pt x="1090374" y="2933"/>
                </a:cubicBezTo>
                <a:close/>
                <a:moveTo>
                  <a:pt x="90524" y="1047"/>
                </a:moveTo>
                <a:lnTo>
                  <a:pt x="95134" y="7019"/>
                </a:lnTo>
                <a:cubicBezTo>
                  <a:pt x="83750" y="9674"/>
                  <a:pt x="69954" y="11665"/>
                  <a:pt x="53748" y="12992"/>
                </a:cubicBezTo>
                <a:lnTo>
                  <a:pt x="53748" y="30908"/>
                </a:lnTo>
                <a:lnTo>
                  <a:pt x="88010" y="30908"/>
                </a:lnTo>
                <a:lnTo>
                  <a:pt x="89268" y="30594"/>
                </a:lnTo>
                <a:lnTo>
                  <a:pt x="93354" y="31851"/>
                </a:lnTo>
                <a:cubicBezTo>
                  <a:pt x="90840" y="49244"/>
                  <a:pt x="85670" y="63598"/>
                  <a:pt x="77846" y="74914"/>
                </a:cubicBezTo>
                <a:cubicBezTo>
                  <a:pt x="83016" y="81829"/>
                  <a:pt x="89302" y="86928"/>
                  <a:pt x="96706" y="90211"/>
                </a:cubicBezTo>
                <a:cubicBezTo>
                  <a:pt x="94680" y="91957"/>
                  <a:pt x="93110" y="93843"/>
                  <a:pt x="91992" y="95869"/>
                </a:cubicBezTo>
                <a:cubicBezTo>
                  <a:pt x="84798" y="92097"/>
                  <a:pt x="78720" y="86893"/>
                  <a:pt x="73760" y="80257"/>
                </a:cubicBezTo>
                <a:cubicBezTo>
                  <a:pt x="68172" y="86893"/>
                  <a:pt x="61642" y="92097"/>
                  <a:pt x="54168" y="95869"/>
                </a:cubicBezTo>
                <a:cubicBezTo>
                  <a:pt x="53050" y="93773"/>
                  <a:pt x="51654" y="91887"/>
                  <a:pt x="49976" y="90211"/>
                </a:cubicBezTo>
                <a:cubicBezTo>
                  <a:pt x="57520" y="86858"/>
                  <a:pt x="64122" y="81619"/>
                  <a:pt x="69780" y="74495"/>
                </a:cubicBezTo>
                <a:cubicBezTo>
                  <a:pt x="63982" y="64785"/>
                  <a:pt x="59512" y="52387"/>
                  <a:pt x="56368" y="37299"/>
                </a:cubicBezTo>
                <a:lnTo>
                  <a:pt x="53748" y="37299"/>
                </a:lnTo>
                <a:lnTo>
                  <a:pt x="53748" y="43586"/>
                </a:lnTo>
                <a:cubicBezTo>
                  <a:pt x="53748" y="67335"/>
                  <a:pt x="50360" y="84832"/>
                  <a:pt x="43586" y="96078"/>
                </a:cubicBezTo>
                <a:cubicBezTo>
                  <a:pt x="41978" y="94472"/>
                  <a:pt x="40128" y="93179"/>
                  <a:pt x="38032" y="92202"/>
                </a:cubicBezTo>
                <a:cubicBezTo>
                  <a:pt x="44110" y="81724"/>
                  <a:pt x="47148" y="65519"/>
                  <a:pt x="47148" y="43586"/>
                </a:cubicBezTo>
                <a:lnTo>
                  <a:pt x="47148" y="7543"/>
                </a:lnTo>
                <a:cubicBezTo>
                  <a:pt x="66148" y="5867"/>
                  <a:pt x="80606" y="3702"/>
                  <a:pt x="90524" y="1047"/>
                </a:cubicBezTo>
                <a:close/>
                <a:moveTo>
                  <a:pt x="254602" y="209"/>
                </a:moveTo>
                <a:lnTo>
                  <a:pt x="261832" y="209"/>
                </a:lnTo>
                <a:lnTo>
                  <a:pt x="261832" y="12992"/>
                </a:lnTo>
                <a:lnTo>
                  <a:pt x="300284" y="12992"/>
                </a:lnTo>
                <a:lnTo>
                  <a:pt x="300284" y="19697"/>
                </a:lnTo>
                <a:lnTo>
                  <a:pt x="261832" y="19697"/>
                </a:lnTo>
                <a:lnTo>
                  <a:pt x="261832" y="46520"/>
                </a:lnTo>
                <a:lnTo>
                  <a:pt x="304580" y="46520"/>
                </a:lnTo>
                <a:lnTo>
                  <a:pt x="304580" y="53120"/>
                </a:lnTo>
                <a:lnTo>
                  <a:pt x="266862" y="53120"/>
                </a:lnTo>
                <a:cubicBezTo>
                  <a:pt x="277828" y="67859"/>
                  <a:pt x="291134" y="78651"/>
                  <a:pt x="306780" y="85496"/>
                </a:cubicBezTo>
                <a:cubicBezTo>
                  <a:pt x="305174" y="86893"/>
                  <a:pt x="303568" y="88814"/>
                  <a:pt x="301960" y="91259"/>
                </a:cubicBezTo>
                <a:cubicBezTo>
                  <a:pt x="286244" y="83505"/>
                  <a:pt x="272868" y="71910"/>
                  <a:pt x="261832" y="56473"/>
                </a:cubicBezTo>
                <a:lnTo>
                  <a:pt x="261832" y="95554"/>
                </a:lnTo>
                <a:lnTo>
                  <a:pt x="254602" y="95554"/>
                </a:lnTo>
                <a:lnTo>
                  <a:pt x="254602" y="56788"/>
                </a:lnTo>
                <a:cubicBezTo>
                  <a:pt x="243916" y="71666"/>
                  <a:pt x="230714" y="83051"/>
                  <a:pt x="214998" y="90944"/>
                </a:cubicBezTo>
                <a:cubicBezTo>
                  <a:pt x="213530" y="88709"/>
                  <a:pt x="211890" y="86788"/>
                  <a:pt x="210074" y="85182"/>
                </a:cubicBezTo>
                <a:cubicBezTo>
                  <a:pt x="225860" y="78406"/>
                  <a:pt x="239060" y="67719"/>
                  <a:pt x="249678" y="53120"/>
                </a:cubicBezTo>
                <a:lnTo>
                  <a:pt x="212168" y="53120"/>
                </a:lnTo>
                <a:lnTo>
                  <a:pt x="212168" y="46520"/>
                </a:lnTo>
                <a:lnTo>
                  <a:pt x="254602" y="46520"/>
                </a:lnTo>
                <a:lnTo>
                  <a:pt x="254602" y="19697"/>
                </a:lnTo>
                <a:lnTo>
                  <a:pt x="217198" y="19697"/>
                </a:lnTo>
                <a:lnTo>
                  <a:pt x="217198" y="12992"/>
                </a:lnTo>
                <a:lnTo>
                  <a:pt x="254602" y="12992"/>
                </a:lnTo>
                <a:close/>
                <a:moveTo>
                  <a:pt x="124052" y="104"/>
                </a:moveTo>
                <a:lnTo>
                  <a:pt x="130864" y="104"/>
                </a:lnTo>
                <a:lnTo>
                  <a:pt x="130864" y="22526"/>
                </a:lnTo>
                <a:lnTo>
                  <a:pt x="145112" y="22526"/>
                </a:lnTo>
                <a:lnTo>
                  <a:pt x="145112" y="29127"/>
                </a:lnTo>
                <a:lnTo>
                  <a:pt x="130864" y="29127"/>
                </a:lnTo>
                <a:lnTo>
                  <a:pt x="130864" y="33318"/>
                </a:lnTo>
                <a:cubicBezTo>
                  <a:pt x="134216" y="36671"/>
                  <a:pt x="140084" y="43411"/>
                  <a:pt x="148466" y="53540"/>
                </a:cubicBezTo>
                <a:lnTo>
                  <a:pt x="144064" y="59721"/>
                </a:lnTo>
                <a:cubicBezTo>
                  <a:pt x="141132" y="54972"/>
                  <a:pt x="136730" y="48860"/>
                  <a:pt x="130864" y="41386"/>
                </a:cubicBezTo>
                <a:lnTo>
                  <a:pt x="130864" y="95450"/>
                </a:lnTo>
                <a:lnTo>
                  <a:pt x="124052" y="95450"/>
                </a:lnTo>
                <a:lnTo>
                  <a:pt x="124052" y="41281"/>
                </a:lnTo>
                <a:cubicBezTo>
                  <a:pt x="119302" y="56508"/>
                  <a:pt x="113854" y="68173"/>
                  <a:pt x="107708" y="76276"/>
                </a:cubicBezTo>
                <a:cubicBezTo>
                  <a:pt x="106660" y="73831"/>
                  <a:pt x="105264" y="71596"/>
                  <a:pt x="103516" y="69570"/>
                </a:cubicBezTo>
                <a:cubicBezTo>
                  <a:pt x="111550" y="60071"/>
                  <a:pt x="117732" y="46590"/>
                  <a:pt x="122062" y="29127"/>
                </a:cubicBezTo>
                <a:lnTo>
                  <a:pt x="106346" y="29127"/>
                </a:lnTo>
                <a:lnTo>
                  <a:pt x="106346" y="22526"/>
                </a:lnTo>
                <a:lnTo>
                  <a:pt x="124052" y="22526"/>
                </a:lnTo>
                <a:close/>
                <a:moveTo>
                  <a:pt x="358958" y="0"/>
                </a:moveTo>
                <a:lnTo>
                  <a:pt x="366816" y="1152"/>
                </a:lnTo>
                <a:cubicBezTo>
                  <a:pt x="364930" y="6461"/>
                  <a:pt x="363184" y="10896"/>
                  <a:pt x="361578" y="14459"/>
                </a:cubicBezTo>
                <a:lnTo>
                  <a:pt x="399402" y="14459"/>
                </a:lnTo>
                <a:lnTo>
                  <a:pt x="399402" y="95240"/>
                </a:lnTo>
                <a:lnTo>
                  <a:pt x="392172" y="95240"/>
                </a:lnTo>
                <a:lnTo>
                  <a:pt x="392172" y="89792"/>
                </a:lnTo>
                <a:lnTo>
                  <a:pt x="335384" y="89792"/>
                </a:lnTo>
                <a:lnTo>
                  <a:pt x="335384" y="95764"/>
                </a:lnTo>
                <a:lnTo>
                  <a:pt x="328364" y="95764"/>
                </a:lnTo>
                <a:lnTo>
                  <a:pt x="328364" y="14459"/>
                </a:lnTo>
                <a:lnTo>
                  <a:pt x="354558" y="14459"/>
                </a:lnTo>
                <a:cubicBezTo>
                  <a:pt x="356304" y="9988"/>
                  <a:pt x="357770" y="5168"/>
                  <a:pt x="358958" y="0"/>
                </a:cubicBezTo>
                <a:close/>
                <a:moveTo>
                  <a:pt x="26298" y="0"/>
                </a:moveTo>
                <a:lnTo>
                  <a:pt x="32688" y="0"/>
                </a:lnTo>
                <a:lnTo>
                  <a:pt x="32688" y="29337"/>
                </a:lnTo>
                <a:lnTo>
                  <a:pt x="42224" y="29337"/>
                </a:lnTo>
                <a:lnTo>
                  <a:pt x="42224" y="35623"/>
                </a:lnTo>
                <a:lnTo>
                  <a:pt x="14354" y="35623"/>
                </a:lnTo>
                <a:lnTo>
                  <a:pt x="14354" y="43796"/>
                </a:lnTo>
                <a:cubicBezTo>
                  <a:pt x="14354" y="47078"/>
                  <a:pt x="14318" y="49558"/>
                  <a:pt x="14248" y="51235"/>
                </a:cubicBezTo>
                <a:lnTo>
                  <a:pt x="35728" y="51235"/>
                </a:lnTo>
                <a:lnTo>
                  <a:pt x="35728" y="95554"/>
                </a:lnTo>
                <a:lnTo>
                  <a:pt x="29336" y="95554"/>
                </a:lnTo>
                <a:lnTo>
                  <a:pt x="29336" y="57521"/>
                </a:lnTo>
                <a:lnTo>
                  <a:pt x="14038" y="57521"/>
                </a:lnTo>
                <a:cubicBezTo>
                  <a:pt x="13130" y="74006"/>
                  <a:pt x="10128" y="86788"/>
                  <a:pt x="5028" y="95869"/>
                </a:cubicBezTo>
                <a:cubicBezTo>
                  <a:pt x="3632" y="94332"/>
                  <a:pt x="1954" y="92935"/>
                  <a:pt x="0" y="91678"/>
                </a:cubicBezTo>
                <a:cubicBezTo>
                  <a:pt x="5238" y="81549"/>
                  <a:pt x="7858" y="65589"/>
                  <a:pt x="7858" y="43796"/>
                </a:cubicBezTo>
                <a:lnTo>
                  <a:pt x="7858" y="2305"/>
                </a:lnTo>
                <a:lnTo>
                  <a:pt x="14354" y="2305"/>
                </a:lnTo>
                <a:lnTo>
                  <a:pt x="14354" y="29337"/>
                </a:lnTo>
                <a:lnTo>
                  <a:pt x="26298" y="29337"/>
                </a:lnTo>
                <a:close/>
              </a:path>
            </a:pathLst>
          </a:custGeom>
          <a:solidFill>
            <a:srgbClr val="E6E6E6"/>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fontAlgn="base"/>
            <a:endParaRPr lang="zh-CN" altLang="en-US" sz="800">
              <a:solidFill>
                <a:schemeClr val="bg1"/>
              </a:solidFill>
            </a:endParaRPr>
          </a:p>
        </p:txBody>
      </p:sp>
      <p:sp>
        <p:nvSpPr>
          <p:cNvPr id="3" name="文本框 2">
            <a:extLst>
              <a:ext uri="{FF2B5EF4-FFF2-40B4-BE49-F238E27FC236}">
                <a16:creationId xmlns:a16="http://schemas.microsoft.com/office/drawing/2014/main" id="{70C68887-BEB9-48B3-9D32-2D9741925CFB}"/>
              </a:ext>
            </a:extLst>
          </p:cNvPr>
          <p:cNvSpPr txBox="1"/>
          <p:nvPr userDrawn="1"/>
        </p:nvSpPr>
        <p:spPr>
          <a:xfrm>
            <a:off x="38852977" y="20296026"/>
            <a:ext cx="1965874" cy="113995"/>
          </a:xfrm>
          <a:custGeom>
            <a:avLst/>
            <a:gdLst/>
            <a:ahLst/>
            <a:cxnLst/>
            <a:rect l="l" t="t" r="r" b="b"/>
            <a:pathLst>
              <a:path w="1965874" h="113994">
                <a:moveTo>
                  <a:pt x="891806" y="87487"/>
                </a:moveTo>
                <a:cubicBezTo>
                  <a:pt x="887684" y="90420"/>
                  <a:pt x="885624" y="93808"/>
                  <a:pt x="885624" y="97650"/>
                </a:cubicBezTo>
                <a:cubicBezTo>
                  <a:pt x="885624" y="100793"/>
                  <a:pt x="887126" y="103308"/>
                  <a:pt x="890130" y="105194"/>
                </a:cubicBezTo>
                <a:cubicBezTo>
                  <a:pt x="893134" y="107080"/>
                  <a:pt x="897290" y="108023"/>
                  <a:pt x="902598" y="108023"/>
                </a:cubicBezTo>
                <a:cubicBezTo>
                  <a:pt x="908046" y="108023"/>
                  <a:pt x="912586" y="106765"/>
                  <a:pt x="916218" y="104251"/>
                </a:cubicBezTo>
                <a:cubicBezTo>
                  <a:pt x="919572" y="101876"/>
                  <a:pt x="921248" y="99082"/>
                  <a:pt x="921248" y="95869"/>
                </a:cubicBezTo>
                <a:cubicBezTo>
                  <a:pt x="921248" y="90909"/>
                  <a:pt x="917302" y="88430"/>
                  <a:pt x="909408" y="88430"/>
                </a:cubicBezTo>
                <a:lnTo>
                  <a:pt x="899036" y="88430"/>
                </a:lnTo>
                <a:cubicBezTo>
                  <a:pt x="896870" y="88430"/>
                  <a:pt x="894460" y="88115"/>
                  <a:pt x="891806" y="87487"/>
                </a:cubicBezTo>
                <a:close/>
                <a:moveTo>
                  <a:pt x="429472" y="75438"/>
                </a:moveTo>
                <a:cubicBezTo>
                  <a:pt x="431288" y="75438"/>
                  <a:pt x="432824" y="76066"/>
                  <a:pt x="434082" y="77324"/>
                </a:cubicBezTo>
                <a:cubicBezTo>
                  <a:pt x="435340" y="78651"/>
                  <a:pt x="435968" y="80327"/>
                  <a:pt x="435968" y="82353"/>
                </a:cubicBezTo>
                <a:cubicBezTo>
                  <a:pt x="435968" y="84309"/>
                  <a:pt x="435340" y="85915"/>
                  <a:pt x="434082" y="87172"/>
                </a:cubicBezTo>
                <a:cubicBezTo>
                  <a:pt x="432824" y="88430"/>
                  <a:pt x="431288" y="89058"/>
                  <a:pt x="429472" y="89058"/>
                </a:cubicBezTo>
                <a:cubicBezTo>
                  <a:pt x="427726" y="89058"/>
                  <a:pt x="426224" y="88430"/>
                  <a:pt x="424966" y="87172"/>
                </a:cubicBezTo>
                <a:cubicBezTo>
                  <a:pt x="423710" y="85915"/>
                  <a:pt x="423080" y="84309"/>
                  <a:pt x="423080" y="82353"/>
                </a:cubicBezTo>
                <a:cubicBezTo>
                  <a:pt x="423080" y="80327"/>
                  <a:pt x="423710" y="78651"/>
                  <a:pt x="424966" y="77324"/>
                </a:cubicBezTo>
                <a:cubicBezTo>
                  <a:pt x="426224" y="76066"/>
                  <a:pt x="427726" y="75438"/>
                  <a:pt x="429472" y="75438"/>
                </a:cubicBezTo>
                <a:close/>
                <a:moveTo>
                  <a:pt x="335384" y="66846"/>
                </a:moveTo>
                <a:lnTo>
                  <a:pt x="335384" y="83191"/>
                </a:lnTo>
                <a:lnTo>
                  <a:pt x="392172" y="83191"/>
                </a:lnTo>
                <a:lnTo>
                  <a:pt x="392172" y="66846"/>
                </a:lnTo>
                <a:close/>
                <a:moveTo>
                  <a:pt x="856868" y="57731"/>
                </a:moveTo>
                <a:cubicBezTo>
                  <a:pt x="847158" y="58848"/>
                  <a:pt x="840174" y="60629"/>
                  <a:pt x="835914" y="63074"/>
                </a:cubicBezTo>
                <a:cubicBezTo>
                  <a:pt x="832002" y="65449"/>
                  <a:pt x="830046" y="68627"/>
                  <a:pt x="830046" y="72609"/>
                </a:cubicBezTo>
                <a:cubicBezTo>
                  <a:pt x="830046" y="78965"/>
                  <a:pt x="833538" y="82143"/>
                  <a:pt x="840524" y="82143"/>
                </a:cubicBezTo>
                <a:cubicBezTo>
                  <a:pt x="845552" y="82143"/>
                  <a:pt x="851000" y="79524"/>
                  <a:pt x="856868" y="74285"/>
                </a:cubicBezTo>
                <a:close/>
                <a:moveTo>
                  <a:pt x="482440" y="50606"/>
                </a:moveTo>
                <a:lnTo>
                  <a:pt x="482440" y="80781"/>
                </a:lnTo>
                <a:lnTo>
                  <a:pt x="496270" y="80781"/>
                </a:lnTo>
                <a:cubicBezTo>
                  <a:pt x="510870" y="80781"/>
                  <a:pt x="518168" y="75507"/>
                  <a:pt x="518168" y="64960"/>
                </a:cubicBezTo>
                <a:cubicBezTo>
                  <a:pt x="518168" y="55391"/>
                  <a:pt x="510870" y="50606"/>
                  <a:pt x="496270" y="50606"/>
                </a:cubicBezTo>
                <a:close/>
                <a:moveTo>
                  <a:pt x="1220056" y="49977"/>
                </a:moveTo>
                <a:cubicBezTo>
                  <a:pt x="1212652" y="54657"/>
                  <a:pt x="1208950" y="60664"/>
                  <a:pt x="1208950" y="67999"/>
                </a:cubicBezTo>
                <a:cubicBezTo>
                  <a:pt x="1208950" y="72190"/>
                  <a:pt x="1210522" y="75682"/>
                  <a:pt x="1213666" y="78476"/>
                </a:cubicBezTo>
                <a:cubicBezTo>
                  <a:pt x="1216878" y="81270"/>
                  <a:pt x="1220860" y="82667"/>
                  <a:pt x="1225610" y="82667"/>
                </a:cubicBezTo>
                <a:cubicBezTo>
                  <a:pt x="1230150" y="82667"/>
                  <a:pt x="1233886" y="81375"/>
                  <a:pt x="1236820" y="78790"/>
                </a:cubicBezTo>
                <a:cubicBezTo>
                  <a:pt x="1239614" y="76276"/>
                  <a:pt x="1241012" y="73063"/>
                  <a:pt x="1241012" y="69151"/>
                </a:cubicBezTo>
                <a:cubicBezTo>
                  <a:pt x="1241012" y="64401"/>
                  <a:pt x="1238916" y="60420"/>
                  <a:pt x="1234724" y="57207"/>
                </a:cubicBezTo>
                <a:cubicBezTo>
                  <a:pt x="1232140" y="55321"/>
                  <a:pt x="1227250" y="52911"/>
                  <a:pt x="1220056" y="49977"/>
                </a:cubicBezTo>
                <a:close/>
                <a:moveTo>
                  <a:pt x="335384" y="44215"/>
                </a:moveTo>
                <a:lnTo>
                  <a:pt x="335384" y="60350"/>
                </a:lnTo>
                <a:lnTo>
                  <a:pt x="392172" y="60350"/>
                </a:lnTo>
                <a:lnTo>
                  <a:pt x="392172" y="44215"/>
                </a:lnTo>
                <a:close/>
                <a:moveTo>
                  <a:pt x="62130" y="37299"/>
                </a:moveTo>
                <a:cubicBezTo>
                  <a:pt x="64786" y="49942"/>
                  <a:pt x="68662" y="60490"/>
                  <a:pt x="73760" y="68942"/>
                </a:cubicBezTo>
                <a:cubicBezTo>
                  <a:pt x="79558" y="60071"/>
                  <a:pt x="83644" y="49523"/>
                  <a:pt x="86020" y="37299"/>
                </a:cubicBezTo>
                <a:close/>
                <a:moveTo>
                  <a:pt x="961320" y="36880"/>
                </a:moveTo>
                <a:cubicBezTo>
                  <a:pt x="956220" y="36880"/>
                  <a:pt x="952100" y="38976"/>
                  <a:pt x="948956" y="43167"/>
                </a:cubicBezTo>
                <a:cubicBezTo>
                  <a:pt x="945742" y="47288"/>
                  <a:pt x="944136" y="52736"/>
                  <a:pt x="944136" y="59512"/>
                </a:cubicBezTo>
                <a:cubicBezTo>
                  <a:pt x="944136" y="66217"/>
                  <a:pt x="945742" y="71631"/>
                  <a:pt x="948956" y="75752"/>
                </a:cubicBezTo>
                <a:cubicBezTo>
                  <a:pt x="952100" y="79873"/>
                  <a:pt x="956220" y="81934"/>
                  <a:pt x="961320" y="81934"/>
                </a:cubicBezTo>
                <a:cubicBezTo>
                  <a:pt x="966418" y="81934"/>
                  <a:pt x="970574" y="79873"/>
                  <a:pt x="973788" y="75752"/>
                </a:cubicBezTo>
                <a:cubicBezTo>
                  <a:pt x="977000" y="71631"/>
                  <a:pt x="978608" y="66217"/>
                  <a:pt x="978608" y="59512"/>
                </a:cubicBezTo>
                <a:cubicBezTo>
                  <a:pt x="978608" y="52806"/>
                  <a:pt x="977000" y="47358"/>
                  <a:pt x="973788" y="43167"/>
                </a:cubicBezTo>
                <a:cubicBezTo>
                  <a:pt x="970574" y="38976"/>
                  <a:pt x="966418" y="36880"/>
                  <a:pt x="961320" y="36880"/>
                </a:cubicBezTo>
                <a:close/>
                <a:moveTo>
                  <a:pt x="655890" y="36566"/>
                </a:moveTo>
                <a:cubicBezTo>
                  <a:pt x="651560" y="36566"/>
                  <a:pt x="647822" y="38173"/>
                  <a:pt x="644680" y="41386"/>
                </a:cubicBezTo>
                <a:cubicBezTo>
                  <a:pt x="641396" y="44808"/>
                  <a:pt x="639476" y="49384"/>
                  <a:pt x="638918" y="55111"/>
                </a:cubicBezTo>
                <a:lnTo>
                  <a:pt x="670560" y="55111"/>
                </a:lnTo>
                <a:cubicBezTo>
                  <a:pt x="670560" y="42748"/>
                  <a:pt x="665670" y="36566"/>
                  <a:pt x="655890" y="36566"/>
                </a:cubicBezTo>
                <a:close/>
                <a:moveTo>
                  <a:pt x="901236" y="36042"/>
                </a:moveTo>
                <a:cubicBezTo>
                  <a:pt x="897604" y="36042"/>
                  <a:pt x="894600" y="37265"/>
                  <a:pt x="892224" y="39709"/>
                </a:cubicBezTo>
                <a:cubicBezTo>
                  <a:pt x="889780" y="42224"/>
                  <a:pt x="888558" y="45612"/>
                  <a:pt x="888558" y="49872"/>
                </a:cubicBezTo>
                <a:cubicBezTo>
                  <a:pt x="888558" y="53994"/>
                  <a:pt x="889816" y="57381"/>
                  <a:pt x="892330" y="60036"/>
                </a:cubicBezTo>
                <a:cubicBezTo>
                  <a:pt x="894774" y="62620"/>
                  <a:pt x="897744" y="63912"/>
                  <a:pt x="901236" y="63912"/>
                </a:cubicBezTo>
                <a:cubicBezTo>
                  <a:pt x="904728" y="63912"/>
                  <a:pt x="907696" y="62620"/>
                  <a:pt x="910142" y="60036"/>
                </a:cubicBezTo>
                <a:cubicBezTo>
                  <a:pt x="912656" y="57381"/>
                  <a:pt x="913914" y="53994"/>
                  <a:pt x="913914" y="49872"/>
                </a:cubicBezTo>
                <a:cubicBezTo>
                  <a:pt x="913914" y="45681"/>
                  <a:pt x="912656" y="42294"/>
                  <a:pt x="910142" y="39709"/>
                </a:cubicBezTo>
                <a:cubicBezTo>
                  <a:pt x="907766" y="37265"/>
                  <a:pt x="904798" y="36042"/>
                  <a:pt x="901236" y="36042"/>
                </a:cubicBezTo>
                <a:close/>
                <a:moveTo>
                  <a:pt x="429472" y="32689"/>
                </a:moveTo>
                <a:cubicBezTo>
                  <a:pt x="431288" y="32689"/>
                  <a:pt x="432824" y="33318"/>
                  <a:pt x="434082" y="34575"/>
                </a:cubicBezTo>
                <a:cubicBezTo>
                  <a:pt x="435340" y="35902"/>
                  <a:pt x="435968" y="37579"/>
                  <a:pt x="435968" y="39605"/>
                </a:cubicBezTo>
                <a:cubicBezTo>
                  <a:pt x="435968" y="41560"/>
                  <a:pt x="435340" y="43167"/>
                  <a:pt x="434082" y="44424"/>
                </a:cubicBezTo>
                <a:cubicBezTo>
                  <a:pt x="432824" y="45681"/>
                  <a:pt x="431288" y="46310"/>
                  <a:pt x="429472" y="46310"/>
                </a:cubicBezTo>
                <a:cubicBezTo>
                  <a:pt x="427726" y="46310"/>
                  <a:pt x="426224" y="45681"/>
                  <a:pt x="424966" y="44424"/>
                </a:cubicBezTo>
                <a:cubicBezTo>
                  <a:pt x="423710" y="43167"/>
                  <a:pt x="423080" y="41560"/>
                  <a:pt x="423080" y="39605"/>
                </a:cubicBezTo>
                <a:cubicBezTo>
                  <a:pt x="423080" y="37579"/>
                  <a:pt x="423710" y="35902"/>
                  <a:pt x="424966" y="34575"/>
                </a:cubicBezTo>
                <a:cubicBezTo>
                  <a:pt x="426224" y="33318"/>
                  <a:pt x="427726" y="32689"/>
                  <a:pt x="429472" y="32689"/>
                </a:cubicBezTo>
                <a:close/>
                <a:moveTo>
                  <a:pt x="1121644" y="31118"/>
                </a:moveTo>
                <a:lnTo>
                  <a:pt x="1130550" y="31118"/>
                </a:lnTo>
                <a:lnTo>
                  <a:pt x="1142600" y="63493"/>
                </a:lnTo>
                <a:lnTo>
                  <a:pt x="1148258" y="79419"/>
                </a:lnTo>
                <a:lnTo>
                  <a:pt x="1148780" y="79419"/>
                </a:lnTo>
                <a:cubicBezTo>
                  <a:pt x="1149130" y="78371"/>
                  <a:pt x="1149934" y="75682"/>
                  <a:pt x="1151190" y="71351"/>
                </a:cubicBezTo>
                <a:cubicBezTo>
                  <a:pt x="1152168" y="67999"/>
                  <a:pt x="1152972" y="65379"/>
                  <a:pt x="1153600" y="63493"/>
                </a:cubicBezTo>
                <a:lnTo>
                  <a:pt x="1164182" y="31118"/>
                </a:lnTo>
                <a:lnTo>
                  <a:pt x="1172564" y="31118"/>
                </a:lnTo>
                <a:lnTo>
                  <a:pt x="1150982" y="92935"/>
                </a:lnTo>
                <a:cubicBezTo>
                  <a:pt x="1146440" y="105927"/>
                  <a:pt x="1139560" y="112423"/>
                  <a:pt x="1130340" y="112423"/>
                </a:cubicBezTo>
                <a:cubicBezTo>
                  <a:pt x="1127896" y="112423"/>
                  <a:pt x="1125730" y="112039"/>
                  <a:pt x="1123844" y="111271"/>
                </a:cubicBezTo>
                <a:lnTo>
                  <a:pt x="1125626" y="104355"/>
                </a:lnTo>
                <a:cubicBezTo>
                  <a:pt x="1127162" y="104914"/>
                  <a:pt x="1128630" y="105194"/>
                  <a:pt x="1130026" y="105194"/>
                </a:cubicBezTo>
                <a:cubicBezTo>
                  <a:pt x="1135894" y="105194"/>
                  <a:pt x="1140294" y="100933"/>
                  <a:pt x="1143228" y="92411"/>
                </a:cubicBezTo>
                <a:lnTo>
                  <a:pt x="1144486" y="88011"/>
                </a:lnTo>
                <a:close/>
                <a:moveTo>
                  <a:pt x="567422" y="31118"/>
                </a:moveTo>
                <a:lnTo>
                  <a:pt x="575910" y="31118"/>
                </a:lnTo>
                <a:lnTo>
                  <a:pt x="575910" y="66008"/>
                </a:lnTo>
                <a:cubicBezTo>
                  <a:pt x="575910" y="71456"/>
                  <a:pt x="576782" y="75403"/>
                  <a:pt x="578528" y="77847"/>
                </a:cubicBezTo>
                <a:cubicBezTo>
                  <a:pt x="580274" y="80362"/>
                  <a:pt x="583138" y="81619"/>
                  <a:pt x="587120" y="81619"/>
                </a:cubicBezTo>
                <a:cubicBezTo>
                  <a:pt x="592290" y="81619"/>
                  <a:pt x="597598" y="78301"/>
                  <a:pt x="603046" y="71666"/>
                </a:cubicBezTo>
                <a:lnTo>
                  <a:pt x="603046" y="31118"/>
                </a:lnTo>
                <a:lnTo>
                  <a:pt x="611532" y="31118"/>
                </a:lnTo>
                <a:lnTo>
                  <a:pt x="611532" y="87696"/>
                </a:lnTo>
                <a:lnTo>
                  <a:pt x="604512" y="87696"/>
                </a:lnTo>
                <a:lnTo>
                  <a:pt x="603780" y="78686"/>
                </a:lnTo>
                <a:lnTo>
                  <a:pt x="603466" y="78686"/>
                </a:lnTo>
                <a:cubicBezTo>
                  <a:pt x="597458" y="85601"/>
                  <a:pt x="591172" y="89058"/>
                  <a:pt x="584606" y="89058"/>
                </a:cubicBezTo>
                <a:cubicBezTo>
                  <a:pt x="573150" y="89058"/>
                  <a:pt x="567422" y="81724"/>
                  <a:pt x="567422" y="67056"/>
                </a:cubicBezTo>
                <a:close/>
                <a:moveTo>
                  <a:pt x="1033548" y="29651"/>
                </a:moveTo>
                <a:cubicBezTo>
                  <a:pt x="1045072" y="29651"/>
                  <a:pt x="1050836" y="37020"/>
                  <a:pt x="1050836" y="51758"/>
                </a:cubicBezTo>
                <a:lnTo>
                  <a:pt x="1050836" y="87696"/>
                </a:lnTo>
                <a:lnTo>
                  <a:pt x="1042244" y="87696"/>
                </a:lnTo>
                <a:lnTo>
                  <a:pt x="1042244" y="52806"/>
                </a:lnTo>
                <a:cubicBezTo>
                  <a:pt x="1042244" y="42329"/>
                  <a:pt x="1038506" y="37090"/>
                  <a:pt x="1031032" y="37090"/>
                </a:cubicBezTo>
                <a:cubicBezTo>
                  <a:pt x="1026214" y="37090"/>
                  <a:pt x="1020834" y="40163"/>
                  <a:pt x="1014898" y="46310"/>
                </a:cubicBezTo>
                <a:lnTo>
                  <a:pt x="1014898" y="87696"/>
                </a:lnTo>
                <a:lnTo>
                  <a:pt x="1006410" y="87696"/>
                </a:lnTo>
                <a:lnTo>
                  <a:pt x="1006410" y="31118"/>
                </a:lnTo>
                <a:lnTo>
                  <a:pt x="1013326" y="31118"/>
                </a:lnTo>
                <a:lnTo>
                  <a:pt x="1014164" y="39395"/>
                </a:lnTo>
                <a:lnTo>
                  <a:pt x="1014478" y="39395"/>
                </a:lnTo>
                <a:cubicBezTo>
                  <a:pt x="1021114" y="32899"/>
                  <a:pt x="1027470" y="29651"/>
                  <a:pt x="1033548" y="29651"/>
                </a:cubicBezTo>
                <a:close/>
                <a:moveTo>
                  <a:pt x="961320" y="29651"/>
                </a:moveTo>
                <a:cubicBezTo>
                  <a:pt x="968584" y="29651"/>
                  <a:pt x="974660" y="32270"/>
                  <a:pt x="979550" y="37509"/>
                </a:cubicBezTo>
                <a:cubicBezTo>
                  <a:pt x="984788" y="43027"/>
                  <a:pt x="987408" y="50361"/>
                  <a:pt x="987408" y="59512"/>
                </a:cubicBezTo>
                <a:cubicBezTo>
                  <a:pt x="987408" y="68522"/>
                  <a:pt x="984788" y="75787"/>
                  <a:pt x="979550" y="81305"/>
                </a:cubicBezTo>
                <a:cubicBezTo>
                  <a:pt x="974660" y="86474"/>
                  <a:pt x="968584" y="89058"/>
                  <a:pt x="961320" y="89058"/>
                </a:cubicBezTo>
                <a:cubicBezTo>
                  <a:pt x="954124" y="89058"/>
                  <a:pt x="948082" y="86474"/>
                  <a:pt x="943194" y="81305"/>
                </a:cubicBezTo>
                <a:cubicBezTo>
                  <a:pt x="937954" y="75787"/>
                  <a:pt x="935334" y="68522"/>
                  <a:pt x="935334" y="59512"/>
                </a:cubicBezTo>
                <a:cubicBezTo>
                  <a:pt x="935334" y="50361"/>
                  <a:pt x="937954" y="43027"/>
                  <a:pt x="943194" y="37509"/>
                </a:cubicBezTo>
                <a:cubicBezTo>
                  <a:pt x="948012" y="32270"/>
                  <a:pt x="954054" y="29651"/>
                  <a:pt x="961320" y="29651"/>
                </a:cubicBezTo>
                <a:close/>
                <a:moveTo>
                  <a:pt x="901236" y="29651"/>
                </a:moveTo>
                <a:cubicBezTo>
                  <a:pt x="903820" y="29651"/>
                  <a:pt x="906440" y="30140"/>
                  <a:pt x="909094" y="31118"/>
                </a:cubicBezTo>
                <a:lnTo>
                  <a:pt x="928686" y="31118"/>
                </a:lnTo>
                <a:lnTo>
                  <a:pt x="928686" y="37719"/>
                </a:lnTo>
                <a:lnTo>
                  <a:pt x="916742" y="37719"/>
                </a:lnTo>
                <a:cubicBezTo>
                  <a:pt x="920026" y="40862"/>
                  <a:pt x="921666" y="44948"/>
                  <a:pt x="921666" y="49977"/>
                </a:cubicBezTo>
                <a:cubicBezTo>
                  <a:pt x="921666" y="55914"/>
                  <a:pt x="919676" y="60734"/>
                  <a:pt x="915694" y="64436"/>
                </a:cubicBezTo>
                <a:cubicBezTo>
                  <a:pt x="911852" y="67999"/>
                  <a:pt x="907034" y="69780"/>
                  <a:pt x="901236" y="69780"/>
                </a:cubicBezTo>
                <a:cubicBezTo>
                  <a:pt x="898092" y="69780"/>
                  <a:pt x="895194" y="69081"/>
                  <a:pt x="892540" y="67684"/>
                </a:cubicBezTo>
                <a:cubicBezTo>
                  <a:pt x="890024" y="69850"/>
                  <a:pt x="888768" y="72224"/>
                  <a:pt x="888768" y="74809"/>
                </a:cubicBezTo>
                <a:cubicBezTo>
                  <a:pt x="888768" y="79070"/>
                  <a:pt x="892120" y="81200"/>
                  <a:pt x="898826" y="81200"/>
                </a:cubicBezTo>
                <a:lnTo>
                  <a:pt x="910142" y="81200"/>
                </a:lnTo>
                <a:cubicBezTo>
                  <a:pt x="923134" y="81200"/>
                  <a:pt x="929630" y="85671"/>
                  <a:pt x="929630" y="94611"/>
                </a:cubicBezTo>
                <a:cubicBezTo>
                  <a:pt x="929630" y="99920"/>
                  <a:pt x="927080" y="104425"/>
                  <a:pt x="921982" y="108127"/>
                </a:cubicBezTo>
                <a:cubicBezTo>
                  <a:pt x="916602" y="112039"/>
                  <a:pt x="909758" y="113995"/>
                  <a:pt x="901446" y="113995"/>
                </a:cubicBezTo>
                <a:cubicBezTo>
                  <a:pt x="894390" y="113995"/>
                  <a:pt x="888768" y="112668"/>
                  <a:pt x="884576" y="110013"/>
                </a:cubicBezTo>
                <a:cubicBezTo>
                  <a:pt x="880246" y="107289"/>
                  <a:pt x="878080" y="103517"/>
                  <a:pt x="878080" y="98698"/>
                </a:cubicBezTo>
                <a:cubicBezTo>
                  <a:pt x="878080" y="93738"/>
                  <a:pt x="880874" y="89408"/>
                  <a:pt x="886462" y="85706"/>
                </a:cubicBezTo>
                <a:lnTo>
                  <a:pt x="886462" y="85286"/>
                </a:lnTo>
                <a:cubicBezTo>
                  <a:pt x="883040" y="83191"/>
                  <a:pt x="881328" y="80083"/>
                  <a:pt x="881328" y="75961"/>
                </a:cubicBezTo>
                <a:cubicBezTo>
                  <a:pt x="881328" y="72050"/>
                  <a:pt x="883424" y="68557"/>
                  <a:pt x="887614" y="65484"/>
                </a:cubicBezTo>
                <a:lnTo>
                  <a:pt x="887614" y="65065"/>
                </a:lnTo>
                <a:cubicBezTo>
                  <a:pt x="882726" y="61153"/>
                  <a:pt x="880280" y="56089"/>
                  <a:pt x="880280" y="49872"/>
                </a:cubicBezTo>
                <a:cubicBezTo>
                  <a:pt x="880280" y="43865"/>
                  <a:pt x="882342" y="38976"/>
                  <a:pt x="886462" y="35204"/>
                </a:cubicBezTo>
                <a:cubicBezTo>
                  <a:pt x="890444" y="31502"/>
                  <a:pt x="895368" y="29651"/>
                  <a:pt x="901236" y="29651"/>
                </a:cubicBezTo>
                <a:close/>
                <a:moveTo>
                  <a:pt x="846182" y="29651"/>
                </a:moveTo>
                <a:cubicBezTo>
                  <a:pt x="858964" y="29651"/>
                  <a:pt x="865354" y="37299"/>
                  <a:pt x="865354" y="52597"/>
                </a:cubicBezTo>
                <a:lnTo>
                  <a:pt x="865354" y="87696"/>
                </a:lnTo>
                <a:lnTo>
                  <a:pt x="858334" y="87696"/>
                </a:lnTo>
                <a:lnTo>
                  <a:pt x="857602" y="80781"/>
                </a:lnTo>
                <a:lnTo>
                  <a:pt x="857288" y="80781"/>
                </a:lnTo>
                <a:cubicBezTo>
                  <a:pt x="850792" y="86299"/>
                  <a:pt x="844434" y="89058"/>
                  <a:pt x="838218" y="89058"/>
                </a:cubicBezTo>
                <a:cubicBezTo>
                  <a:pt x="833398" y="89058"/>
                  <a:pt x="829486" y="87696"/>
                  <a:pt x="826484" y="84972"/>
                </a:cubicBezTo>
                <a:cubicBezTo>
                  <a:pt x="823340" y="82038"/>
                  <a:pt x="821768" y="78092"/>
                  <a:pt x="821768" y="73133"/>
                </a:cubicBezTo>
                <a:cubicBezTo>
                  <a:pt x="821768" y="66986"/>
                  <a:pt x="824598" y="62236"/>
                  <a:pt x="830256" y="58883"/>
                </a:cubicBezTo>
                <a:cubicBezTo>
                  <a:pt x="835704" y="55670"/>
                  <a:pt x="844574" y="53365"/>
                  <a:pt x="856868" y="51968"/>
                </a:cubicBezTo>
                <a:cubicBezTo>
                  <a:pt x="857008" y="41840"/>
                  <a:pt x="852992" y="36776"/>
                  <a:pt x="844818" y="36776"/>
                </a:cubicBezTo>
                <a:cubicBezTo>
                  <a:pt x="839300" y="36776"/>
                  <a:pt x="833574" y="38871"/>
                  <a:pt x="827636" y="43062"/>
                </a:cubicBezTo>
                <a:lnTo>
                  <a:pt x="824178" y="37090"/>
                </a:lnTo>
                <a:cubicBezTo>
                  <a:pt x="831722" y="32131"/>
                  <a:pt x="839056" y="29651"/>
                  <a:pt x="846182" y="29651"/>
                </a:cubicBezTo>
                <a:close/>
                <a:moveTo>
                  <a:pt x="811434" y="29651"/>
                </a:moveTo>
                <a:cubicBezTo>
                  <a:pt x="813738" y="29651"/>
                  <a:pt x="815730" y="30070"/>
                  <a:pt x="817406" y="30908"/>
                </a:cubicBezTo>
                <a:lnTo>
                  <a:pt x="815730" y="38347"/>
                </a:lnTo>
                <a:cubicBezTo>
                  <a:pt x="813844" y="37719"/>
                  <a:pt x="812062" y="37404"/>
                  <a:pt x="810386" y="37404"/>
                </a:cubicBezTo>
                <a:cubicBezTo>
                  <a:pt x="804170" y="37404"/>
                  <a:pt x="799314" y="41875"/>
                  <a:pt x="795822" y="50815"/>
                </a:cubicBezTo>
                <a:lnTo>
                  <a:pt x="795822" y="87696"/>
                </a:lnTo>
                <a:lnTo>
                  <a:pt x="787336" y="87696"/>
                </a:lnTo>
                <a:lnTo>
                  <a:pt x="787336" y="31118"/>
                </a:lnTo>
                <a:lnTo>
                  <a:pt x="794250" y="31118"/>
                </a:lnTo>
                <a:lnTo>
                  <a:pt x="795090" y="41490"/>
                </a:lnTo>
                <a:lnTo>
                  <a:pt x="795404" y="41490"/>
                </a:lnTo>
                <a:cubicBezTo>
                  <a:pt x="799664" y="33597"/>
                  <a:pt x="805008" y="29651"/>
                  <a:pt x="811434" y="29651"/>
                </a:cubicBezTo>
                <a:close/>
                <a:moveTo>
                  <a:pt x="655786" y="29651"/>
                </a:moveTo>
                <a:cubicBezTo>
                  <a:pt x="662840" y="29651"/>
                  <a:pt x="668324" y="32026"/>
                  <a:pt x="672236" y="36776"/>
                </a:cubicBezTo>
                <a:cubicBezTo>
                  <a:pt x="676148" y="41456"/>
                  <a:pt x="678102" y="47917"/>
                  <a:pt x="678102" y="56159"/>
                </a:cubicBezTo>
                <a:cubicBezTo>
                  <a:pt x="678102" y="58394"/>
                  <a:pt x="677964" y="60105"/>
                  <a:pt x="677684" y="61293"/>
                </a:cubicBezTo>
                <a:lnTo>
                  <a:pt x="639022" y="61293"/>
                </a:lnTo>
                <a:cubicBezTo>
                  <a:pt x="639302" y="67579"/>
                  <a:pt x="641188" y="72644"/>
                  <a:pt x="644680" y="76485"/>
                </a:cubicBezTo>
                <a:cubicBezTo>
                  <a:pt x="648172" y="80327"/>
                  <a:pt x="652748" y="82248"/>
                  <a:pt x="658406" y="82248"/>
                </a:cubicBezTo>
                <a:cubicBezTo>
                  <a:pt x="663434" y="82248"/>
                  <a:pt x="668220" y="80711"/>
                  <a:pt x="672760" y="77638"/>
                </a:cubicBezTo>
                <a:lnTo>
                  <a:pt x="675902" y="83296"/>
                </a:lnTo>
                <a:cubicBezTo>
                  <a:pt x="669896" y="87137"/>
                  <a:pt x="663714" y="89058"/>
                  <a:pt x="657358" y="89058"/>
                </a:cubicBezTo>
                <a:cubicBezTo>
                  <a:pt x="649674" y="89058"/>
                  <a:pt x="643352" y="86439"/>
                  <a:pt x="638394" y="81200"/>
                </a:cubicBezTo>
                <a:cubicBezTo>
                  <a:pt x="633154" y="75752"/>
                  <a:pt x="630536" y="68522"/>
                  <a:pt x="630536" y="59512"/>
                </a:cubicBezTo>
                <a:cubicBezTo>
                  <a:pt x="630536" y="50641"/>
                  <a:pt x="633120" y="43341"/>
                  <a:pt x="638288" y="37614"/>
                </a:cubicBezTo>
                <a:cubicBezTo>
                  <a:pt x="643178" y="32305"/>
                  <a:pt x="649010" y="29651"/>
                  <a:pt x="655786" y="29651"/>
                </a:cubicBezTo>
                <a:close/>
                <a:moveTo>
                  <a:pt x="231970" y="22526"/>
                </a:moveTo>
                <a:cubicBezTo>
                  <a:pt x="237140" y="29791"/>
                  <a:pt x="240528" y="36391"/>
                  <a:pt x="242134" y="42329"/>
                </a:cubicBezTo>
                <a:lnTo>
                  <a:pt x="235638" y="44948"/>
                </a:lnTo>
                <a:cubicBezTo>
                  <a:pt x="233892" y="38662"/>
                  <a:pt x="230678" y="31956"/>
                  <a:pt x="225998" y="24831"/>
                </a:cubicBezTo>
                <a:close/>
                <a:moveTo>
                  <a:pt x="285406" y="22002"/>
                </a:moveTo>
                <a:lnTo>
                  <a:pt x="292636" y="24412"/>
                </a:lnTo>
                <a:cubicBezTo>
                  <a:pt x="288026" y="33353"/>
                  <a:pt x="283974" y="40303"/>
                  <a:pt x="280482" y="45262"/>
                </a:cubicBezTo>
                <a:lnTo>
                  <a:pt x="274614" y="43167"/>
                </a:lnTo>
                <a:cubicBezTo>
                  <a:pt x="279084" y="36252"/>
                  <a:pt x="282682" y="29197"/>
                  <a:pt x="285406" y="22002"/>
                </a:cubicBezTo>
                <a:close/>
                <a:moveTo>
                  <a:pt x="335384" y="21164"/>
                </a:moveTo>
                <a:lnTo>
                  <a:pt x="335384" y="37719"/>
                </a:lnTo>
                <a:lnTo>
                  <a:pt x="392172" y="37719"/>
                </a:lnTo>
                <a:lnTo>
                  <a:pt x="392172" y="21164"/>
                </a:lnTo>
                <a:close/>
                <a:moveTo>
                  <a:pt x="1289360" y="20955"/>
                </a:moveTo>
                <a:cubicBezTo>
                  <a:pt x="1287754" y="24098"/>
                  <a:pt x="1285728" y="27800"/>
                  <a:pt x="1283284" y="32061"/>
                </a:cubicBezTo>
                <a:lnTo>
                  <a:pt x="1264738" y="59512"/>
                </a:lnTo>
                <a:lnTo>
                  <a:pt x="1289256" y="59512"/>
                </a:lnTo>
                <a:lnTo>
                  <a:pt x="1289256" y="34575"/>
                </a:lnTo>
                <a:cubicBezTo>
                  <a:pt x="1289256" y="30524"/>
                  <a:pt x="1289466" y="25984"/>
                  <a:pt x="1289884" y="20955"/>
                </a:cubicBezTo>
                <a:close/>
                <a:moveTo>
                  <a:pt x="1625440" y="18126"/>
                </a:moveTo>
                <a:lnTo>
                  <a:pt x="1625440" y="80572"/>
                </a:lnTo>
                <a:lnTo>
                  <a:pt x="1634870" y="80572"/>
                </a:lnTo>
                <a:cubicBezTo>
                  <a:pt x="1644020" y="80572"/>
                  <a:pt x="1650970" y="77778"/>
                  <a:pt x="1655720" y="72190"/>
                </a:cubicBezTo>
                <a:cubicBezTo>
                  <a:pt x="1660260" y="66741"/>
                  <a:pt x="1662530" y="59023"/>
                  <a:pt x="1662530" y="49034"/>
                </a:cubicBezTo>
                <a:cubicBezTo>
                  <a:pt x="1662530" y="28429"/>
                  <a:pt x="1653310" y="18126"/>
                  <a:pt x="1634870" y="18126"/>
                </a:cubicBezTo>
                <a:close/>
                <a:moveTo>
                  <a:pt x="720566" y="18126"/>
                </a:moveTo>
                <a:lnTo>
                  <a:pt x="720566" y="80572"/>
                </a:lnTo>
                <a:lnTo>
                  <a:pt x="729996" y="80572"/>
                </a:lnTo>
                <a:cubicBezTo>
                  <a:pt x="739146" y="80572"/>
                  <a:pt x="746096" y="77778"/>
                  <a:pt x="750846" y="72190"/>
                </a:cubicBezTo>
                <a:cubicBezTo>
                  <a:pt x="755386" y="66741"/>
                  <a:pt x="757656" y="59023"/>
                  <a:pt x="757656" y="49034"/>
                </a:cubicBezTo>
                <a:cubicBezTo>
                  <a:pt x="757656" y="28429"/>
                  <a:pt x="748436" y="18126"/>
                  <a:pt x="729996" y="18126"/>
                </a:cubicBezTo>
                <a:close/>
                <a:moveTo>
                  <a:pt x="482440" y="17916"/>
                </a:moveTo>
                <a:lnTo>
                  <a:pt x="482440" y="43900"/>
                </a:lnTo>
                <a:lnTo>
                  <a:pt x="494176" y="43900"/>
                </a:lnTo>
                <a:cubicBezTo>
                  <a:pt x="507098" y="43900"/>
                  <a:pt x="513558" y="39535"/>
                  <a:pt x="513558" y="30803"/>
                </a:cubicBezTo>
                <a:cubicBezTo>
                  <a:pt x="513558" y="26193"/>
                  <a:pt x="511986" y="22875"/>
                  <a:pt x="508844" y="20850"/>
                </a:cubicBezTo>
                <a:cubicBezTo>
                  <a:pt x="505840" y="18894"/>
                  <a:pt x="501126" y="17916"/>
                  <a:pt x="494700" y="17916"/>
                </a:cubicBezTo>
                <a:close/>
                <a:moveTo>
                  <a:pt x="155694" y="16659"/>
                </a:moveTo>
                <a:cubicBezTo>
                  <a:pt x="159048" y="36077"/>
                  <a:pt x="164636" y="51549"/>
                  <a:pt x="172458" y="63074"/>
                </a:cubicBezTo>
                <a:cubicBezTo>
                  <a:pt x="181540" y="50431"/>
                  <a:pt x="187756" y="34959"/>
                  <a:pt x="191108" y="16659"/>
                </a:cubicBezTo>
                <a:close/>
                <a:moveTo>
                  <a:pt x="1556156" y="16344"/>
                </a:moveTo>
                <a:cubicBezTo>
                  <a:pt x="1552314" y="16344"/>
                  <a:pt x="1549136" y="18021"/>
                  <a:pt x="1546622" y="21374"/>
                </a:cubicBezTo>
                <a:cubicBezTo>
                  <a:pt x="1544036" y="24726"/>
                  <a:pt x="1542744" y="29057"/>
                  <a:pt x="1542744" y="34366"/>
                </a:cubicBezTo>
                <a:cubicBezTo>
                  <a:pt x="1542744" y="39814"/>
                  <a:pt x="1543896" y="44075"/>
                  <a:pt x="1546202" y="47148"/>
                </a:cubicBezTo>
                <a:cubicBezTo>
                  <a:pt x="1548716" y="50431"/>
                  <a:pt x="1552278" y="52073"/>
                  <a:pt x="1556890" y="52073"/>
                </a:cubicBezTo>
                <a:cubicBezTo>
                  <a:pt x="1562896" y="52073"/>
                  <a:pt x="1568414" y="48545"/>
                  <a:pt x="1573444" y="41490"/>
                </a:cubicBezTo>
                <a:cubicBezTo>
                  <a:pt x="1572536" y="24726"/>
                  <a:pt x="1566772" y="16344"/>
                  <a:pt x="1556156" y="16344"/>
                </a:cubicBezTo>
                <a:close/>
                <a:moveTo>
                  <a:pt x="1225504" y="16344"/>
                </a:moveTo>
                <a:cubicBezTo>
                  <a:pt x="1221872" y="16344"/>
                  <a:pt x="1218868" y="17532"/>
                  <a:pt x="1216494" y="19907"/>
                </a:cubicBezTo>
                <a:cubicBezTo>
                  <a:pt x="1214120" y="22352"/>
                  <a:pt x="1212932" y="25460"/>
                  <a:pt x="1212932" y="29232"/>
                </a:cubicBezTo>
                <a:cubicBezTo>
                  <a:pt x="1212932" y="33493"/>
                  <a:pt x="1214748" y="37090"/>
                  <a:pt x="1218380" y="40024"/>
                </a:cubicBezTo>
                <a:cubicBezTo>
                  <a:pt x="1220894" y="42049"/>
                  <a:pt x="1225016" y="44180"/>
                  <a:pt x="1230744" y="46415"/>
                </a:cubicBezTo>
                <a:cubicBezTo>
                  <a:pt x="1236332" y="41665"/>
                  <a:pt x="1239126" y="36356"/>
                  <a:pt x="1239126" y="30489"/>
                </a:cubicBezTo>
                <a:cubicBezTo>
                  <a:pt x="1239126" y="26438"/>
                  <a:pt x="1237938" y="23120"/>
                  <a:pt x="1235564" y="20535"/>
                </a:cubicBezTo>
                <a:cubicBezTo>
                  <a:pt x="1233048" y="17741"/>
                  <a:pt x="1229696" y="16344"/>
                  <a:pt x="1225504" y="16344"/>
                </a:cubicBezTo>
                <a:close/>
                <a:moveTo>
                  <a:pt x="1912018" y="11001"/>
                </a:moveTo>
                <a:lnTo>
                  <a:pt x="1920926" y="11001"/>
                </a:lnTo>
                <a:lnTo>
                  <a:pt x="1949948" y="60664"/>
                </a:lnTo>
                <a:lnTo>
                  <a:pt x="1958226" y="76381"/>
                </a:lnTo>
                <a:lnTo>
                  <a:pt x="1958748" y="76381"/>
                </a:lnTo>
                <a:cubicBezTo>
                  <a:pt x="1957980" y="65135"/>
                  <a:pt x="1957596" y="57172"/>
                  <a:pt x="1957596" y="52492"/>
                </a:cubicBezTo>
                <a:lnTo>
                  <a:pt x="1957596" y="11001"/>
                </a:lnTo>
                <a:lnTo>
                  <a:pt x="1965874" y="11001"/>
                </a:lnTo>
                <a:lnTo>
                  <a:pt x="1965874" y="87696"/>
                </a:lnTo>
                <a:lnTo>
                  <a:pt x="1956862" y="87696"/>
                </a:lnTo>
                <a:lnTo>
                  <a:pt x="1928050" y="38033"/>
                </a:lnTo>
                <a:lnTo>
                  <a:pt x="1919668" y="22317"/>
                </a:lnTo>
                <a:lnTo>
                  <a:pt x="1919144" y="22317"/>
                </a:lnTo>
                <a:cubicBezTo>
                  <a:pt x="1919842" y="35029"/>
                  <a:pt x="1920192" y="42818"/>
                  <a:pt x="1920192" y="45681"/>
                </a:cubicBezTo>
                <a:lnTo>
                  <a:pt x="1920192" y="87696"/>
                </a:lnTo>
                <a:lnTo>
                  <a:pt x="1912018" y="87696"/>
                </a:lnTo>
                <a:close/>
                <a:moveTo>
                  <a:pt x="1807244" y="11001"/>
                </a:moveTo>
                <a:lnTo>
                  <a:pt x="1815940" y="11001"/>
                </a:lnTo>
                <a:lnTo>
                  <a:pt x="1815940" y="87696"/>
                </a:lnTo>
                <a:lnTo>
                  <a:pt x="1807244" y="87696"/>
                </a:lnTo>
                <a:close/>
                <a:moveTo>
                  <a:pt x="1692944" y="11001"/>
                </a:moveTo>
                <a:lnTo>
                  <a:pt x="1736636" y="11001"/>
                </a:lnTo>
                <a:lnTo>
                  <a:pt x="1736636" y="18335"/>
                </a:lnTo>
                <a:lnTo>
                  <a:pt x="1701640" y="18335"/>
                </a:lnTo>
                <a:lnTo>
                  <a:pt x="1701640" y="43586"/>
                </a:lnTo>
                <a:lnTo>
                  <a:pt x="1731082" y="43586"/>
                </a:lnTo>
                <a:lnTo>
                  <a:pt x="1731082" y="50920"/>
                </a:lnTo>
                <a:lnTo>
                  <a:pt x="1701640" y="50920"/>
                </a:lnTo>
                <a:lnTo>
                  <a:pt x="1701640" y="80362"/>
                </a:lnTo>
                <a:lnTo>
                  <a:pt x="1737788" y="80362"/>
                </a:lnTo>
                <a:lnTo>
                  <a:pt x="1737788" y="87696"/>
                </a:lnTo>
                <a:lnTo>
                  <a:pt x="1692944" y="87696"/>
                </a:lnTo>
                <a:close/>
                <a:moveTo>
                  <a:pt x="1616744" y="11001"/>
                </a:moveTo>
                <a:lnTo>
                  <a:pt x="1635604" y="11001"/>
                </a:lnTo>
                <a:cubicBezTo>
                  <a:pt x="1647268" y="11001"/>
                  <a:pt x="1656174" y="14319"/>
                  <a:pt x="1662322" y="20955"/>
                </a:cubicBezTo>
                <a:cubicBezTo>
                  <a:pt x="1668398" y="27520"/>
                  <a:pt x="1671436" y="36880"/>
                  <a:pt x="1671436" y="49034"/>
                </a:cubicBezTo>
                <a:cubicBezTo>
                  <a:pt x="1671436" y="61258"/>
                  <a:pt x="1668434" y="70723"/>
                  <a:pt x="1662426" y="77428"/>
                </a:cubicBezTo>
                <a:cubicBezTo>
                  <a:pt x="1656280" y="84274"/>
                  <a:pt x="1647442" y="87696"/>
                  <a:pt x="1635918" y="87696"/>
                </a:cubicBezTo>
                <a:lnTo>
                  <a:pt x="1616744" y="87696"/>
                </a:lnTo>
                <a:close/>
                <a:moveTo>
                  <a:pt x="1484232" y="11001"/>
                </a:moveTo>
                <a:lnTo>
                  <a:pt x="1520904" y="11001"/>
                </a:lnTo>
                <a:lnTo>
                  <a:pt x="1520904" y="18335"/>
                </a:lnTo>
                <a:lnTo>
                  <a:pt x="1491776" y="18335"/>
                </a:lnTo>
                <a:lnTo>
                  <a:pt x="1489680" y="41595"/>
                </a:lnTo>
                <a:cubicBezTo>
                  <a:pt x="1493522" y="39430"/>
                  <a:pt x="1497504" y="38347"/>
                  <a:pt x="1501624" y="38347"/>
                </a:cubicBezTo>
                <a:cubicBezTo>
                  <a:pt x="1508400" y="38347"/>
                  <a:pt x="1513814" y="40303"/>
                  <a:pt x="1517866" y="44215"/>
                </a:cubicBezTo>
                <a:cubicBezTo>
                  <a:pt x="1522336" y="48545"/>
                  <a:pt x="1524570" y="54762"/>
                  <a:pt x="1524570" y="62865"/>
                </a:cubicBezTo>
                <a:cubicBezTo>
                  <a:pt x="1524570" y="70827"/>
                  <a:pt x="1522022" y="77289"/>
                  <a:pt x="1516922" y="82248"/>
                </a:cubicBezTo>
                <a:cubicBezTo>
                  <a:pt x="1512242" y="86788"/>
                  <a:pt x="1506550" y="89058"/>
                  <a:pt x="1499844" y="89058"/>
                </a:cubicBezTo>
                <a:cubicBezTo>
                  <a:pt x="1490484" y="89058"/>
                  <a:pt x="1482416" y="85671"/>
                  <a:pt x="1475640" y="78895"/>
                </a:cubicBezTo>
                <a:lnTo>
                  <a:pt x="1479936" y="73237"/>
                </a:lnTo>
                <a:cubicBezTo>
                  <a:pt x="1485594" y="79035"/>
                  <a:pt x="1491986" y="81934"/>
                  <a:pt x="1499110" y="81934"/>
                </a:cubicBezTo>
                <a:cubicBezTo>
                  <a:pt x="1503860" y="81934"/>
                  <a:pt x="1507842" y="80222"/>
                  <a:pt x="1511054" y="76800"/>
                </a:cubicBezTo>
                <a:cubicBezTo>
                  <a:pt x="1514338" y="73307"/>
                  <a:pt x="1515980" y="68732"/>
                  <a:pt x="1515980" y="63074"/>
                </a:cubicBezTo>
                <a:cubicBezTo>
                  <a:pt x="1515980" y="57486"/>
                  <a:pt x="1514478" y="53051"/>
                  <a:pt x="1511474" y="49768"/>
                </a:cubicBezTo>
                <a:cubicBezTo>
                  <a:pt x="1508540" y="46555"/>
                  <a:pt x="1504558" y="44948"/>
                  <a:pt x="1499530" y="44948"/>
                </a:cubicBezTo>
                <a:cubicBezTo>
                  <a:pt x="1495478" y="44948"/>
                  <a:pt x="1491148" y="46485"/>
                  <a:pt x="1486538" y="49558"/>
                </a:cubicBezTo>
                <a:lnTo>
                  <a:pt x="1481822" y="46624"/>
                </a:lnTo>
                <a:close/>
                <a:moveTo>
                  <a:pt x="1430216" y="11001"/>
                </a:moveTo>
                <a:lnTo>
                  <a:pt x="1477678" y="11001"/>
                </a:lnTo>
                <a:lnTo>
                  <a:pt x="1477678" y="16135"/>
                </a:lnTo>
                <a:cubicBezTo>
                  <a:pt x="1469158" y="27171"/>
                  <a:pt x="1463254" y="38277"/>
                  <a:pt x="1459972" y="49453"/>
                </a:cubicBezTo>
                <a:cubicBezTo>
                  <a:pt x="1457318" y="58674"/>
                  <a:pt x="1455642" y="71421"/>
                  <a:pt x="1454942" y="87696"/>
                </a:cubicBezTo>
                <a:lnTo>
                  <a:pt x="1446038" y="87696"/>
                </a:lnTo>
                <a:cubicBezTo>
                  <a:pt x="1447224" y="59966"/>
                  <a:pt x="1454488" y="36845"/>
                  <a:pt x="1467830" y="18335"/>
                </a:cubicBezTo>
                <a:lnTo>
                  <a:pt x="1430216" y="18335"/>
                </a:lnTo>
                <a:close/>
                <a:moveTo>
                  <a:pt x="1379458" y="11001"/>
                </a:moveTo>
                <a:lnTo>
                  <a:pt x="1416128" y="11001"/>
                </a:lnTo>
                <a:lnTo>
                  <a:pt x="1416128" y="18335"/>
                </a:lnTo>
                <a:lnTo>
                  <a:pt x="1387002" y="18335"/>
                </a:lnTo>
                <a:lnTo>
                  <a:pt x="1384906" y="41595"/>
                </a:lnTo>
                <a:cubicBezTo>
                  <a:pt x="1388748" y="39430"/>
                  <a:pt x="1392728" y="38347"/>
                  <a:pt x="1396850" y="38347"/>
                </a:cubicBezTo>
                <a:cubicBezTo>
                  <a:pt x="1403626" y="38347"/>
                  <a:pt x="1409038" y="40303"/>
                  <a:pt x="1413090" y="44215"/>
                </a:cubicBezTo>
                <a:cubicBezTo>
                  <a:pt x="1417560" y="48545"/>
                  <a:pt x="1419796" y="54762"/>
                  <a:pt x="1419796" y="62865"/>
                </a:cubicBezTo>
                <a:cubicBezTo>
                  <a:pt x="1419796" y="70827"/>
                  <a:pt x="1417246" y="77289"/>
                  <a:pt x="1412148" y="82248"/>
                </a:cubicBezTo>
                <a:cubicBezTo>
                  <a:pt x="1407468" y="86788"/>
                  <a:pt x="1401774" y="89058"/>
                  <a:pt x="1395068" y="89058"/>
                </a:cubicBezTo>
                <a:cubicBezTo>
                  <a:pt x="1385708" y="89058"/>
                  <a:pt x="1377642" y="85671"/>
                  <a:pt x="1370866" y="78895"/>
                </a:cubicBezTo>
                <a:lnTo>
                  <a:pt x="1375162" y="73237"/>
                </a:lnTo>
                <a:cubicBezTo>
                  <a:pt x="1380820" y="79035"/>
                  <a:pt x="1387210" y="81934"/>
                  <a:pt x="1394336" y="81934"/>
                </a:cubicBezTo>
                <a:cubicBezTo>
                  <a:pt x="1399086" y="81934"/>
                  <a:pt x="1403066" y="80222"/>
                  <a:pt x="1406280" y="76800"/>
                </a:cubicBezTo>
                <a:cubicBezTo>
                  <a:pt x="1409562" y="73307"/>
                  <a:pt x="1411204" y="68732"/>
                  <a:pt x="1411204" y="63074"/>
                </a:cubicBezTo>
                <a:cubicBezTo>
                  <a:pt x="1411204" y="57486"/>
                  <a:pt x="1409702" y="53051"/>
                  <a:pt x="1406698" y="49768"/>
                </a:cubicBezTo>
                <a:cubicBezTo>
                  <a:pt x="1403766" y="46555"/>
                  <a:pt x="1399784" y="44948"/>
                  <a:pt x="1394754" y="44948"/>
                </a:cubicBezTo>
                <a:cubicBezTo>
                  <a:pt x="1390704" y="44948"/>
                  <a:pt x="1386372" y="46485"/>
                  <a:pt x="1381762" y="49558"/>
                </a:cubicBezTo>
                <a:lnTo>
                  <a:pt x="1377048" y="46624"/>
                </a:lnTo>
                <a:close/>
                <a:moveTo>
                  <a:pt x="1288208" y="11001"/>
                </a:moveTo>
                <a:lnTo>
                  <a:pt x="1297324" y="11001"/>
                </a:lnTo>
                <a:lnTo>
                  <a:pt x="1297324" y="59512"/>
                </a:lnTo>
                <a:lnTo>
                  <a:pt x="1307800" y="59512"/>
                </a:lnTo>
                <a:lnTo>
                  <a:pt x="1307800" y="66322"/>
                </a:lnTo>
                <a:lnTo>
                  <a:pt x="1297324" y="66322"/>
                </a:lnTo>
                <a:lnTo>
                  <a:pt x="1297324" y="87696"/>
                </a:lnTo>
                <a:lnTo>
                  <a:pt x="1289256" y="87696"/>
                </a:lnTo>
                <a:lnTo>
                  <a:pt x="1289256" y="66322"/>
                </a:lnTo>
                <a:lnTo>
                  <a:pt x="1255622" y="66322"/>
                </a:lnTo>
                <a:lnTo>
                  <a:pt x="1255622" y="60769"/>
                </a:lnTo>
                <a:close/>
                <a:moveTo>
                  <a:pt x="711870" y="11001"/>
                </a:moveTo>
                <a:lnTo>
                  <a:pt x="730728" y="11001"/>
                </a:lnTo>
                <a:cubicBezTo>
                  <a:pt x="742394" y="11001"/>
                  <a:pt x="751300" y="14319"/>
                  <a:pt x="757446" y="20955"/>
                </a:cubicBezTo>
                <a:cubicBezTo>
                  <a:pt x="763524" y="27520"/>
                  <a:pt x="766562" y="36880"/>
                  <a:pt x="766562" y="49034"/>
                </a:cubicBezTo>
                <a:cubicBezTo>
                  <a:pt x="766562" y="61258"/>
                  <a:pt x="763558" y="70723"/>
                  <a:pt x="757550" y="77428"/>
                </a:cubicBezTo>
                <a:cubicBezTo>
                  <a:pt x="751404" y="84274"/>
                  <a:pt x="742568" y="87696"/>
                  <a:pt x="731042" y="87696"/>
                </a:cubicBezTo>
                <a:lnTo>
                  <a:pt x="711870" y="87696"/>
                </a:lnTo>
                <a:close/>
                <a:moveTo>
                  <a:pt x="473744" y="11001"/>
                </a:moveTo>
                <a:lnTo>
                  <a:pt x="495956" y="11001"/>
                </a:lnTo>
                <a:cubicBezTo>
                  <a:pt x="513418" y="11001"/>
                  <a:pt x="522150" y="17253"/>
                  <a:pt x="522150" y="29756"/>
                </a:cubicBezTo>
                <a:cubicBezTo>
                  <a:pt x="522150" y="38347"/>
                  <a:pt x="518344" y="43900"/>
                  <a:pt x="510730" y="46415"/>
                </a:cubicBezTo>
                <a:lnTo>
                  <a:pt x="510730" y="46834"/>
                </a:lnTo>
                <a:cubicBezTo>
                  <a:pt x="521346" y="48860"/>
                  <a:pt x="526656" y="55006"/>
                  <a:pt x="526656" y="65274"/>
                </a:cubicBezTo>
                <a:cubicBezTo>
                  <a:pt x="526656" y="72539"/>
                  <a:pt x="523966" y="78162"/>
                  <a:pt x="518588" y="82143"/>
                </a:cubicBezTo>
                <a:cubicBezTo>
                  <a:pt x="513488" y="85845"/>
                  <a:pt x="506504" y="87696"/>
                  <a:pt x="497632" y="87696"/>
                </a:cubicBezTo>
                <a:lnTo>
                  <a:pt x="473744" y="87696"/>
                </a:lnTo>
                <a:close/>
                <a:moveTo>
                  <a:pt x="1225714" y="9848"/>
                </a:moveTo>
                <a:cubicBezTo>
                  <a:pt x="1232140" y="9848"/>
                  <a:pt x="1237240" y="11734"/>
                  <a:pt x="1241012" y="15506"/>
                </a:cubicBezTo>
                <a:cubicBezTo>
                  <a:pt x="1244714" y="19208"/>
                  <a:pt x="1246564" y="24063"/>
                  <a:pt x="1246564" y="30070"/>
                </a:cubicBezTo>
                <a:cubicBezTo>
                  <a:pt x="1246564" y="37055"/>
                  <a:pt x="1243106" y="43272"/>
                  <a:pt x="1236192" y="48720"/>
                </a:cubicBezTo>
                <a:lnTo>
                  <a:pt x="1236192" y="49244"/>
                </a:lnTo>
                <a:cubicBezTo>
                  <a:pt x="1244854" y="54273"/>
                  <a:pt x="1249184" y="60979"/>
                  <a:pt x="1249184" y="69361"/>
                </a:cubicBezTo>
                <a:cubicBezTo>
                  <a:pt x="1249184" y="74949"/>
                  <a:pt x="1247018" y="79594"/>
                  <a:pt x="1242688" y="83296"/>
                </a:cubicBezTo>
                <a:cubicBezTo>
                  <a:pt x="1238218" y="87137"/>
                  <a:pt x="1232490" y="89058"/>
                  <a:pt x="1225504" y="89058"/>
                </a:cubicBezTo>
                <a:cubicBezTo>
                  <a:pt x="1218450" y="89058"/>
                  <a:pt x="1212652" y="87137"/>
                  <a:pt x="1208112" y="83296"/>
                </a:cubicBezTo>
                <a:cubicBezTo>
                  <a:pt x="1203502" y="79454"/>
                  <a:pt x="1201196" y="74564"/>
                  <a:pt x="1201196" y="68627"/>
                </a:cubicBezTo>
                <a:cubicBezTo>
                  <a:pt x="1201196" y="59617"/>
                  <a:pt x="1205946" y="52492"/>
                  <a:pt x="1215446" y="47253"/>
                </a:cubicBezTo>
                <a:lnTo>
                  <a:pt x="1215446" y="46834"/>
                </a:lnTo>
                <a:cubicBezTo>
                  <a:pt x="1208532" y="42154"/>
                  <a:pt x="1205074" y="36287"/>
                  <a:pt x="1205074" y="29232"/>
                </a:cubicBezTo>
                <a:cubicBezTo>
                  <a:pt x="1205074" y="23504"/>
                  <a:pt x="1207064" y="18824"/>
                  <a:pt x="1211046" y="15192"/>
                </a:cubicBezTo>
                <a:cubicBezTo>
                  <a:pt x="1214888" y="11630"/>
                  <a:pt x="1219778" y="9848"/>
                  <a:pt x="1225714" y="9848"/>
                </a:cubicBezTo>
                <a:close/>
                <a:moveTo>
                  <a:pt x="1866098" y="9639"/>
                </a:moveTo>
                <a:cubicBezTo>
                  <a:pt x="1874620" y="9639"/>
                  <a:pt x="1881920" y="12747"/>
                  <a:pt x="1887998" y="18964"/>
                </a:cubicBezTo>
                <a:lnTo>
                  <a:pt x="1883178" y="24622"/>
                </a:lnTo>
                <a:cubicBezTo>
                  <a:pt x="1878568" y="19732"/>
                  <a:pt x="1872944" y="17287"/>
                  <a:pt x="1866308" y="17287"/>
                </a:cubicBezTo>
                <a:cubicBezTo>
                  <a:pt x="1858346" y="17287"/>
                  <a:pt x="1852024" y="20116"/>
                  <a:pt x="1847344" y="25774"/>
                </a:cubicBezTo>
                <a:cubicBezTo>
                  <a:pt x="1842594" y="31502"/>
                  <a:pt x="1840220" y="39290"/>
                  <a:pt x="1840220" y="49139"/>
                </a:cubicBezTo>
                <a:cubicBezTo>
                  <a:pt x="1840220" y="59128"/>
                  <a:pt x="1842490" y="66986"/>
                  <a:pt x="1847030" y="72713"/>
                </a:cubicBezTo>
                <a:cubicBezTo>
                  <a:pt x="1851640" y="78511"/>
                  <a:pt x="1858066" y="81410"/>
                  <a:pt x="1866308" y="81410"/>
                </a:cubicBezTo>
                <a:cubicBezTo>
                  <a:pt x="1872664" y="81410"/>
                  <a:pt x="1877520" y="79803"/>
                  <a:pt x="1880872" y="76590"/>
                </a:cubicBezTo>
                <a:lnTo>
                  <a:pt x="1880872" y="55635"/>
                </a:lnTo>
                <a:lnTo>
                  <a:pt x="1864214" y="55635"/>
                </a:lnTo>
                <a:lnTo>
                  <a:pt x="1864214" y="48406"/>
                </a:lnTo>
                <a:lnTo>
                  <a:pt x="1888940" y="48406"/>
                </a:lnTo>
                <a:lnTo>
                  <a:pt x="1888940" y="80257"/>
                </a:lnTo>
                <a:cubicBezTo>
                  <a:pt x="1883282" y="86125"/>
                  <a:pt x="1875458" y="89058"/>
                  <a:pt x="1865470" y="89058"/>
                </a:cubicBezTo>
                <a:cubicBezTo>
                  <a:pt x="1855272" y="89058"/>
                  <a:pt x="1847066" y="85531"/>
                  <a:pt x="1840848" y="78476"/>
                </a:cubicBezTo>
                <a:cubicBezTo>
                  <a:pt x="1834492" y="71281"/>
                  <a:pt x="1831314" y="61572"/>
                  <a:pt x="1831314" y="49349"/>
                </a:cubicBezTo>
                <a:cubicBezTo>
                  <a:pt x="1831314" y="37195"/>
                  <a:pt x="1834596" y="27486"/>
                  <a:pt x="1841162" y="20221"/>
                </a:cubicBezTo>
                <a:cubicBezTo>
                  <a:pt x="1847518" y="13166"/>
                  <a:pt x="1855830" y="9639"/>
                  <a:pt x="1866098" y="9639"/>
                </a:cubicBezTo>
                <a:close/>
                <a:moveTo>
                  <a:pt x="1771888" y="9639"/>
                </a:moveTo>
                <a:cubicBezTo>
                  <a:pt x="1780828" y="9639"/>
                  <a:pt x="1788266" y="12782"/>
                  <a:pt x="1794204" y="19069"/>
                </a:cubicBezTo>
                <a:lnTo>
                  <a:pt x="1789594" y="24622"/>
                </a:lnTo>
                <a:cubicBezTo>
                  <a:pt x="1784496" y="19732"/>
                  <a:pt x="1778592" y="17287"/>
                  <a:pt x="1771888" y="17287"/>
                </a:cubicBezTo>
                <a:cubicBezTo>
                  <a:pt x="1767416" y="17287"/>
                  <a:pt x="1763820" y="18335"/>
                  <a:pt x="1761096" y="20431"/>
                </a:cubicBezTo>
                <a:cubicBezTo>
                  <a:pt x="1758372" y="22596"/>
                  <a:pt x="1757010" y="25460"/>
                  <a:pt x="1757010" y="29022"/>
                </a:cubicBezTo>
                <a:cubicBezTo>
                  <a:pt x="1757010" y="32515"/>
                  <a:pt x="1758406" y="35414"/>
                  <a:pt x="1761200" y="37719"/>
                </a:cubicBezTo>
                <a:cubicBezTo>
                  <a:pt x="1762806" y="39046"/>
                  <a:pt x="1765670" y="40582"/>
                  <a:pt x="1769792" y="42329"/>
                </a:cubicBezTo>
                <a:lnTo>
                  <a:pt x="1780898" y="47044"/>
                </a:lnTo>
                <a:cubicBezTo>
                  <a:pt x="1791516" y="51723"/>
                  <a:pt x="1796824" y="58569"/>
                  <a:pt x="1796824" y="67579"/>
                </a:cubicBezTo>
                <a:cubicBezTo>
                  <a:pt x="1796824" y="73726"/>
                  <a:pt x="1794518" y="78825"/>
                  <a:pt x="1789908" y="82877"/>
                </a:cubicBezTo>
                <a:cubicBezTo>
                  <a:pt x="1785088" y="86998"/>
                  <a:pt x="1778802" y="89058"/>
                  <a:pt x="1771050" y="89058"/>
                </a:cubicBezTo>
                <a:cubicBezTo>
                  <a:pt x="1760432" y="89058"/>
                  <a:pt x="1751562" y="85251"/>
                  <a:pt x="1744436" y="77638"/>
                </a:cubicBezTo>
                <a:lnTo>
                  <a:pt x="1749674" y="71666"/>
                </a:lnTo>
                <a:cubicBezTo>
                  <a:pt x="1755682" y="78162"/>
                  <a:pt x="1762842" y="81410"/>
                  <a:pt x="1771154" y="81410"/>
                </a:cubicBezTo>
                <a:cubicBezTo>
                  <a:pt x="1776322" y="81410"/>
                  <a:pt x="1780444" y="80187"/>
                  <a:pt x="1783518" y="77743"/>
                </a:cubicBezTo>
                <a:cubicBezTo>
                  <a:pt x="1786520" y="75368"/>
                  <a:pt x="1788022" y="72190"/>
                  <a:pt x="1788022" y="68208"/>
                </a:cubicBezTo>
                <a:cubicBezTo>
                  <a:pt x="1788022" y="64506"/>
                  <a:pt x="1786766" y="61502"/>
                  <a:pt x="1784250" y="59197"/>
                </a:cubicBezTo>
                <a:cubicBezTo>
                  <a:pt x="1782644" y="57800"/>
                  <a:pt x="1779536" y="56089"/>
                  <a:pt x="1774926" y="54063"/>
                </a:cubicBezTo>
                <a:lnTo>
                  <a:pt x="1763820" y="49139"/>
                </a:lnTo>
                <a:cubicBezTo>
                  <a:pt x="1753412" y="44669"/>
                  <a:pt x="1748208" y="38173"/>
                  <a:pt x="1748208" y="29651"/>
                </a:cubicBezTo>
                <a:cubicBezTo>
                  <a:pt x="1748208" y="23853"/>
                  <a:pt x="1750444" y="19069"/>
                  <a:pt x="1754914" y="15297"/>
                </a:cubicBezTo>
                <a:cubicBezTo>
                  <a:pt x="1759384" y="11525"/>
                  <a:pt x="1765042" y="9639"/>
                  <a:pt x="1771888" y="9639"/>
                </a:cubicBezTo>
                <a:close/>
                <a:moveTo>
                  <a:pt x="1556156" y="9639"/>
                </a:moveTo>
                <a:cubicBezTo>
                  <a:pt x="1563838" y="9639"/>
                  <a:pt x="1569916" y="12677"/>
                  <a:pt x="1574386" y="18754"/>
                </a:cubicBezTo>
                <a:cubicBezTo>
                  <a:pt x="1579206" y="25111"/>
                  <a:pt x="1581616" y="34121"/>
                  <a:pt x="1581616" y="45786"/>
                </a:cubicBezTo>
                <a:cubicBezTo>
                  <a:pt x="1581616" y="60455"/>
                  <a:pt x="1578822" y="71596"/>
                  <a:pt x="1573234" y="79209"/>
                </a:cubicBezTo>
                <a:cubicBezTo>
                  <a:pt x="1568344" y="85775"/>
                  <a:pt x="1561954" y="89058"/>
                  <a:pt x="1554060" y="89058"/>
                </a:cubicBezTo>
                <a:cubicBezTo>
                  <a:pt x="1546936" y="89058"/>
                  <a:pt x="1540928" y="86509"/>
                  <a:pt x="1536038" y="81410"/>
                </a:cubicBezTo>
                <a:lnTo>
                  <a:pt x="1540754" y="76066"/>
                </a:lnTo>
                <a:cubicBezTo>
                  <a:pt x="1544316" y="79978"/>
                  <a:pt x="1548682" y="81934"/>
                  <a:pt x="1553850" y="81934"/>
                </a:cubicBezTo>
                <a:cubicBezTo>
                  <a:pt x="1559368" y="81934"/>
                  <a:pt x="1563804" y="79489"/>
                  <a:pt x="1567158" y="74599"/>
                </a:cubicBezTo>
                <a:cubicBezTo>
                  <a:pt x="1571068" y="68942"/>
                  <a:pt x="1573198" y="60315"/>
                  <a:pt x="1573548" y="48720"/>
                </a:cubicBezTo>
                <a:cubicBezTo>
                  <a:pt x="1568240" y="55216"/>
                  <a:pt x="1562232" y="58464"/>
                  <a:pt x="1555526" y="58464"/>
                </a:cubicBezTo>
                <a:cubicBezTo>
                  <a:pt x="1549030" y="58464"/>
                  <a:pt x="1543932" y="56438"/>
                  <a:pt x="1540230" y="52387"/>
                </a:cubicBezTo>
                <a:cubicBezTo>
                  <a:pt x="1536458" y="48126"/>
                  <a:pt x="1534572" y="42119"/>
                  <a:pt x="1534572" y="34366"/>
                </a:cubicBezTo>
                <a:cubicBezTo>
                  <a:pt x="1534572" y="27171"/>
                  <a:pt x="1536702" y="21199"/>
                  <a:pt x="1540964" y="16449"/>
                </a:cubicBezTo>
                <a:cubicBezTo>
                  <a:pt x="1545084" y="11909"/>
                  <a:pt x="1550148" y="9639"/>
                  <a:pt x="1556156" y="9639"/>
                </a:cubicBezTo>
                <a:close/>
                <a:moveTo>
                  <a:pt x="194356" y="9639"/>
                </a:moveTo>
                <a:lnTo>
                  <a:pt x="198652" y="11001"/>
                </a:lnTo>
                <a:cubicBezTo>
                  <a:pt x="195160" y="34680"/>
                  <a:pt x="187826" y="53959"/>
                  <a:pt x="176650" y="68837"/>
                </a:cubicBezTo>
                <a:cubicBezTo>
                  <a:pt x="182866" y="76660"/>
                  <a:pt x="191354" y="83889"/>
                  <a:pt x="202110" y="90525"/>
                </a:cubicBezTo>
                <a:cubicBezTo>
                  <a:pt x="199944" y="92132"/>
                  <a:pt x="198304" y="94018"/>
                  <a:pt x="197186" y="96183"/>
                </a:cubicBezTo>
                <a:cubicBezTo>
                  <a:pt x="186638" y="89338"/>
                  <a:pt x="178292" y="82108"/>
                  <a:pt x="172144" y="74495"/>
                </a:cubicBezTo>
                <a:cubicBezTo>
                  <a:pt x="164112" y="83645"/>
                  <a:pt x="154682" y="90665"/>
                  <a:pt x="143856" y="95554"/>
                </a:cubicBezTo>
                <a:cubicBezTo>
                  <a:pt x="142668" y="93179"/>
                  <a:pt x="141236" y="91259"/>
                  <a:pt x="139560" y="89792"/>
                </a:cubicBezTo>
                <a:cubicBezTo>
                  <a:pt x="150246" y="85391"/>
                  <a:pt x="159712" y="78406"/>
                  <a:pt x="167954" y="68837"/>
                </a:cubicBezTo>
                <a:cubicBezTo>
                  <a:pt x="159362" y="56264"/>
                  <a:pt x="153146" y="38871"/>
                  <a:pt x="149304" y="16659"/>
                </a:cubicBezTo>
                <a:lnTo>
                  <a:pt x="145322" y="16659"/>
                </a:lnTo>
                <a:lnTo>
                  <a:pt x="145322" y="9953"/>
                </a:lnTo>
                <a:lnTo>
                  <a:pt x="193100" y="9953"/>
                </a:lnTo>
                <a:close/>
                <a:moveTo>
                  <a:pt x="1337918" y="9534"/>
                </a:moveTo>
                <a:cubicBezTo>
                  <a:pt x="1344414" y="9604"/>
                  <a:pt x="1349618" y="11280"/>
                  <a:pt x="1353530" y="14563"/>
                </a:cubicBezTo>
                <a:cubicBezTo>
                  <a:pt x="1357652" y="17986"/>
                  <a:pt x="1359712" y="22666"/>
                  <a:pt x="1359712" y="28603"/>
                </a:cubicBezTo>
                <a:cubicBezTo>
                  <a:pt x="1359712" y="37753"/>
                  <a:pt x="1355136" y="43970"/>
                  <a:pt x="1345986" y="47253"/>
                </a:cubicBezTo>
                <a:lnTo>
                  <a:pt x="1345986" y="47672"/>
                </a:lnTo>
                <a:cubicBezTo>
                  <a:pt x="1350736" y="48790"/>
                  <a:pt x="1354578" y="50990"/>
                  <a:pt x="1357512" y="54273"/>
                </a:cubicBezTo>
                <a:cubicBezTo>
                  <a:pt x="1360724" y="57835"/>
                  <a:pt x="1362332" y="62166"/>
                  <a:pt x="1362332" y="67265"/>
                </a:cubicBezTo>
                <a:cubicBezTo>
                  <a:pt x="1362332" y="73901"/>
                  <a:pt x="1359992" y="79244"/>
                  <a:pt x="1355312" y="83296"/>
                </a:cubicBezTo>
                <a:cubicBezTo>
                  <a:pt x="1350842" y="87137"/>
                  <a:pt x="1345148" y="89058"/>
                  <a:pt x="1338234" y="89058"/>
                </a:cubicBezTo>
                <a:cubicBezTo>
                  <a:pt x="1328454" y="89058"/>
                  <a:pt x="1320352" y="85566"/>
                  <a:pt x="1313926" y="78581"/>
                </a:cubicBezTo>
                <a:lnTo>
                  <a:pt x="1318326" y="73028"/>
                </a:lnTo>
                <a:cubicBezTo>
                  <a:pt x="1324124" y="78965"/>
                  <a:pt x="1330584" y="81934"/>
                  <a:pt x="1337710" y="81934"/>
                </a:cubicBezTo>
                <a:cubicBezTo>
                  <a:pt x="1342458" y="81934"/>
                  <a:pt x="1346300" y="80606"/>
                  <a:pt x="1349234" y="77952"/>
                </a:cubicBezTo>
                <a:cubicBezTo>
                  <a:pt x="1352238" y="75158"/>
                  <a:pt x="1353740" y="71526"/>
                  <a:pt x="1353740" y="67056"/>
                </a:cubicBezTo>
                <a:cubicBezTo>
                  <a:pt x="1353740" y="56438"/>
                  <a:pt x="1345638" y="51130"/>
                  <a:pt x="1329432" y="51130"/>
                </a:cubicBezTo>
                <a:lnTo>
                  <a:pt x="1329432" y="44424"/>
                </a:lnTo>
                <a:cubicBezTo>
                  <a:pt x="1343822" y="44424"/>
                  <a:pt x="1351016" y="39360"/>
                  <a:pt x="1351016" y="29232"/>
                </a:cubicBezTo>
                <a:cubicBezTo>
                  <a:pt x="1351016" y="25390"/>
                  <a:pt x="1349828" y="22317"/>
                  <a:pt x="1347454" y="20012"/>
                </a:cubicBezTo>
                <a:cubicBezTo>
                  <a:pt x="1345008" y="17707"/>
                  <a:pt x="1341726" y="16519"/>
                  <a:pt x="1337604" y="16449"/>
                </a:cubicBezTo>
                <a:cubicBezTo>
                  <a:pt x="1331806" y="16519"/>
                  <a:pt x="1326428" y="19104"/>
                  <a:pt x="1321470" y="24203"/>
                </a:cubicBezTo>
                <a:lnTo>
                  <a:pt x="1316754" y="18650"/>
                </a:lnTo>
                <a:cubicBezTo>
                  <a:pt x="1323320" y="12642"/>
                  <a:pt x="1330374" y="9604"/>
                  <a:pt x="1337918" y="9534"/>
                </a:cubicBezTo>
                <a:close/>
                <a:moveTo>
                  <a:pt x="1101660" y="4295"/>
                </a:moveTo>
                <a:lnTo>
                  <a:pt x="1110148" y="4295"/>
                </a:lnTo>
                <a:lnTo>
                  <a:pt x="1110148" y="77952"/>
                </a:lnTo>
                <a:cubicBezTo>
                  <a:pt x="1110148" y="80606"/>
                  <a:pt x="1111020" y="81934"/>
                  <a:pt x="1112766" y="81934"/>
                </a:cubicBezTo>
                <a:cubicBezTo>
                  <a:pt x="1113396" y="81934"/>
                  <a:pt x="1114058" y="81864"/>
                  <a:pt x="1114758" y="81724"/>
                </a:cubicBezTo>
                <a:lnTo>
                  <a:pt x="1116014" y="88325"/>
                </a:lnTo>
                <a:cubicBezTo>
                  <a:pt x="1114408" y="88814"/>
                  <a:pt x="1112696" y="89058"/>
                  <a:pt x="1110880" y="89058"/>
                </a:cubicBezTo>
                <a:cubicBezTo>
                  <a:pt x="1104734" y="89058"/>
                  <a:pt x="1101660" y="85147"/>
                  <a:pt x="1101660" y="77324"/>
                </a:cubicBezTo>
                <a:close/>
                <a:moveTo>
                  <a:pt x="539686" y="4295"/>
                </a:moveTo>
                <a:lnTo>
                  <a:pt x="548172" y="4295"/>
                </a:lnTo>
                <a:lnTo>
                  <a:pt x="548172" y="77952"/>
                </a:lnTo>
                <a:cubicBezTo>
                  <a:pt x="548172" y="80606"/>
                  <a:pt x="549046" y="81934"/>
                  <a:pt x="550792" y="81934"/>
                </a:cubicBezTo>
                <a:cubicBezTo>
                  <a:pt x="551420" y="81934"/>
                  <a:pt x="552084" y="81864"/>
                  <a:pt x="552782" y="81724"/>
                </a:cubicBezTo>
                <a:lnTo>
                  <a:pt x="554040" y="88325"/>
                </a:lnTo>
                <a:cubicBezTo>
                  <a:pt x="552434" y="88814"/>
                  <a:pt x="550722" y="89058"/>
                  <a:pt x="548906" y="89058"/>
                </a:cubicBezTo>
                <a:cubicBezTo>
                  <a:pt x="542758" y="89058"/>
                  <a:pt x="539686" y="85147"/>
                  <a:pt x="539686" y="77324"/>
                </a:cubicBezTo>
                <a:close/>
                <a:moveTo>
                  <a:pt x="1090374" y="2933"/>
                </a:moveTo>
                <a:cubicBezTo>
                  <a:pt x="1093586" y="2933"/>
                  <a:pt x="1096626" y="3562"/>
                  <a:pt x="1099488" y="4819"/>
                </a:cubicBezTo>
                <a:lnTo>
                  <a:pt x="1097602" y="11420"/>
                </a:lnTo>
                <a:cubicBezTo>
                  <a:pt x="1095438" y="10372"/>
                  <a:pt x="1093272" y="9848"/>
                  <a:pt x="1091106" y="9848"/>
                </a:cubicBezTo>
                <a:cubicBezTo>
                  <a:pt x="1085658" y="9848"/>
                  <a:pt x="1082934" y="13690"/>
                  <a:pt x="1082934" y="21374"/>
                </a:cubicBezTo>
                <a:lnTo>
                  <a:pt x="1082934" y="31118"/>
                </a:lnTo>
                <a:lnTo>
                  <a:pt x="1095088" y="31118"/>
                </a:lnTo>
                <a:lnTo>
                  <a:pt x="1095088" y="38138"/>
                </a:lnTo>
                <a:lnTo>
                  <a:pt x="1082934" y="38138"/>
                </a:lnTo>
                <a:lnTo>
                  <a:pt x="1082934" y="87696"/>
                </a:lnTo>
                <a:lnTo>
                  <a:pt x="1074342" y="87696"/>
                </a:lnTo>
                <a:lnTo>
                  <a:pt x="1074342" y="38138"/>
                </a:lnTo>
                <a:lnTo>
                  <a:pt x="1066590" y="38138"/>
                </a:lnTo>
                <a:lnTo>
                  <a:pt x="1066590" y="31642"/>
                </a:lnTo>
                <a:lnTo>
                  <a:pt x="1074342" y="31118"/>
                </a:lnTo>
                <a:lnTo>
                  <a:pt x="1074342" y="21269"/>
                </a:lnTo>
                <a:cubicBezTo>
                  <a:pt x="1074342" y="9045"/>
                  <a:pt x="1079686" y="2933"/>
                  <a:pt x="1090374" y="2933"/>
                </a:cubicBezTo>
                <a:close/>
                <a:moveTo>
                  <a:pt x="90524" y="1047"/>
                </a:moveTo>
                <a:lnTo>
                  <a:pt x="95134" y="7019"/>
                </a:lnTo>
                <a:cubicBezTo>
                  <a:pt x="83750" y="9674"/>
                  <a:pt x="69954" y="11665"/>
                  <a:pt x="53748" y="12992"/>
                </a:cubicBezTo>
                <a:lnTo>
                  <a:pt x="53748" y="30908"/>
                </a:lnTo>
                <a:lnTo>
                  <a:pt x="88010" y="30908"/>
                </a:lnTo>
                <a:lnTo>
                  <a:pt x="89268" y="30594"/>
                </a:lnTo>
                <a:lnTo>
                  <a:pt x="93354" y="31851"/>
                </a:lnTo>
                <a:cubicBezTo>
                  <a:pt x="90840" y="49244"/>
                  <a:pt x="85670" y="63598"/>
                  <a:pt x="77846" y="74914"/>
                </a:cubicBezTo>
                <a:cubicBezTo>
                  <a:pt x="83016" y="81829"/>
                  <a:pt x="89302" y="86928"/>
                  <a:pt x="96706" y="90211"/>
                </a:cubicBezTo>
                <a:cubicBezTo>
                  <a:pt x="94680" y="91957"/>
                  <a:pt x="93110" y="93843"/>
                  <a:pt x="91992" y="95869"/>
                </a:cubicBezTo>
                <a:cubicBezTo>
                  <a:pt x="84798" y="92097"/>
                  <a:pt x="78720" y="86893"/>
                  <a:pt x="73760" y="80257"/>
                </a:cubicBezTo>
                <a:cubicBezTo>
                  <a:pt x="68172" y="86893"/>
                  <a:pt x="61642" y="92097"/>
                  <a:pt x="54168" y="95869"/>
                </a:cubicBezTo>
                <a:cubicBezTo>
                  <a:pt x="53050" y="93773"/>
                  <a:pt x="51654" y="91887"/>
                  <a:pt x="49976" y="90211"/>
                </a:cubicBezTo>
                <a:cubicBezTo>
                  <a:pt x="57520" y="86858"/>
                  <a:pt x="64122" y="81619"/>
                  <a:pt x="69780" y="74495"/>
                </a:cubicBezTo>
                <a:cubicBezTo>
                  <a:pt x="63982" y="64785"/>
                  <a:pt x="59512" y="52387"/>
                  <a:pt x="56368" y="37299"/>
                </a:cubicBezTo>
                <a:lnTo>
                  <a:pt x="53748" y="37299"/>
                </a:lnTo>
                <a:lnTo>
                  <a:pt x="53748" y="43586"/>
                </a:lnTo>
                <a:cubicBezTo>
                  <a:pt x="53748" y="67335"/>
                  <a:pt x="50360" y="84832"/>
                  <a:pt x="43586" y="96078"/>
                </a:cubicBezTo>
                <a:cubicBezTo>
                  <a:pt x="41978" y="94472"/>
                  <a:pt x="40128" y="93179"/>
                  <a:pt x="38032" y="92202"/>
                </a:cubicBezTo>
                <a:cubicBezTo>
                  <a:pt x="44110" y="81724"/>
                  <a:pt x="47148" y="65519"/>
                  <a:pt x="47148" y="43586"/>
                </a:cubicBezTo>
                <a:lnTo>
                  <a:pt x="47148" y="7543"/>
                </a:lnTo>
                <a:cubicBezTo>
                  <a:pt x="66148" y="5867"/>
                  <a:pt x="80606" y="3702"/>
                  <a:pt x="90524" y="1047"/>
                </a:cubicBezTo>
                <a:close/>
                <a:moveTo>
                  <a:pt x="254602" y="209"/>
                </a:moveTo>
                <a:lnTo>
                  <a:pt x="261832" y="209"/>
                </a:lnTo>
                <a:lnTo>
                  <a:pt x="261832" y="12992"/>
                </a:lnTo>
                <a:lnTo>
                  <a:pt x="300284" y="12992"/>
                </a:lnTo>
                <a:lnTo>
                  <a:pt x="300284" y="19697"/>
                </a:lnTo>
                <a:lnTo>
                  <a:pt x="261832" y="19697"/>
                </a:lnTo>
                <a:lnTo>
                  <a:pt x="261832" y="46520"/>
                </a:lnTo>
                <a:lnTo>
                  <a:pt x="304580" y="46520"/>
                </a:lnTo>
                <a:lnTo>
                  <a:pt x="304580" y="53120"/>
                </a:lnTo>
                <a:lnTo>
                  <a:pt x="266862" y="53120"/>
                </a:lnTo>
                <a:cubicBezTo>
                  <a:pt x="277828" y="67859"/>
                  <a:pt x="291134" y="78651"/>
                  <a:pt x="306780" y="85496"/>
                </a:cubicBezTo>
                <a:cubicBezTo>
                  <a:pt x="305174" y="86893"/>
                  <a:pt x="303568" y="88814"/>
                  <a:pt x="301960" y="91259"/>
                </a:cubicBezTo>
                <a:cubicBezTo>
                  <a:pt x="286244" y="83505"/>
                  <a:pt x="272868" y="71910"/>
                  <a:pt x="261832" y="56473"/>
                </a:cubicBezTo>
                <a:lnTo>
                  <a:pt x="261832" y="95554"/>
                </a:lnTo>
                <a:lnTo>
                  <a:pt x="254602" y="95554"/>
                </a:lnTo>
                <a:lnTo>
                  <a:pt x="254602" y="56788"/>
                </a:lnTo>
                <a:cubicBezTo>
                  <a:pt x="243916" y="71666"/>
                  <a:pt x="230714" y="83051"/>
                  <a:pt x="214998" y="90944"/>
                </a:cubicBezTo>
                <a:cubicBezTo>
                  <a:pt x="213530" y="88709"/>
                  <a:pt x="211890" y="86788"/>
                  <a:pt x="210074" y="85182"/>
                </a:cubicBezTo>
                <a:cubicBezTo>
                  <a:pt x="225860" y="78406"/>
                  <a:pt x="239060" y="67719"/>
                  <a:pt x="249678" y="53120"/>
                </a:cubicBezTo>
                <a:lnTo>
                  <a:pt x="212168" y="53120"/>
                </a:lnTo>
                <a:lnTo>
                  <a:pt x="212168" y="46520"/>
                </a:lnTo>
                <a:lnTo>
                  <a:pt x="254602" y="46520"/>
                </a:lnTo>
                <a:lnTo>
                  <a:pt x="254602" y="19697"/>
                </a:lnTo>
                <a:lnTo>
                  <a:pt x="217198" y="19697"/>
                </a:lnTo>
                <a:lnTo>
                  <a:pt x="217198" y="12992"/>
                </a:lnTo>
                <a:lnTo>
                  <a:pt x="254602" y="12992"/>
                </a:lnTo>
                <a:close/>
                <a:moveTo>
                  <a:pt x="124052" y="104"/>
                </a:moveTo>
                <a:lnTo>
                  <a:pt x="130864" y="104"/>
                </a:lnTo>
                <a:lnTo>
                  <a:pt x="130864" y="22526"/>
                </a:lnTo>
                <a:lnTo>
                  <a:pt x="145112" y="22526"/>
                </a:lnTo>
                <a:lnTo>
                  <a:pt x="145112" y="29127"/>
                </a:lnTo>
                <a:lnTo>
                  <a:pt x="130864" y="29127"/>
                </a:lnTo>
                <a:lnTo>
                  <a:pt x="130864" y="33318"/>
                </a:lnTo>
                <a:cubicBezTo>
                  <a:pt x="134216" y="36671"/>
                  <a:pt x="140084" y="43411"/>
                  <a:pt x="148466" y="53540"/>
                </a:cubicBezTo>
                <a:lnTo>
                  <a:pt x="144064" y="59721"/>
                </a:lnTo>
                <a:cubicBezTo>
                  <a:pt x="141132" y="54972"/>
                  <a:pt x="136730" y="48860"/>
                  <a:pt x="130864" y="41386"/>
                </a:cubicBezTo>
                <a:lnTo>
                  <a:pt x="130864" y="95450"/>
                </a:lnTo>
                <a:lnTo>
                  <a:pt x="124052" y="95450"/>
                </a:lnTo>
                <a:lnTo>
                  <a:pt x="124052" y="41281"/>
                </a:lnTo>
                <a:cubicBezTo>
                  <a:pt x="119302" y="56508"/>
                  <a:pt x="113854" y="68173"/>
                  <a:pt x="107708" y="76276"/>
                </a:cubicBezTo>
                <a:cubicBezTo>
                  <a:pt x="106660" y="73831"/>
                  <a:pt x="105264" y="71596"/>
                  <a:pt x="103516" y="69570"/>
                </a:cubicBezTo>
                <a:cubicBezTo>
                  <a:pt x="111550" y="60071"/>
                  <a:pt x="117732" y="46590"/>
                  <a:pt x="122062" y="29127"/>
                </a:cubicBezTo>
                <a:lnTo>
                  <a:pt x="106346" y="29127"/>
                </a:lnTo>
                <a:lnTo>
                  <a:pt x="106346" y="22526"/>
                </a:lnTo>
                <a:lnTo>
                  <a:pt x="124052" y="22526"/>
                </a:lnTo>
                <a:close/>
                <a:moveTo>
                  <a:pt x="358958" y="0"/>
                </a:moveTo>
                <a:lnTo>
                  <a:pt x="366816" y="1152"/>
                </a:lnTo>
                <a:cubicBezTo>
                  <a:pt x="364930" y="6461"/>
                  <a:pt x="363184" y="10896"/>
                  <a:pt x="361578" y="14459"/>
                </a:cubicBezTo>
                <a:lnTo>
                  <a:pt x="399402" y="14459"/>
                </a:lnTo>
                <a:lnTo>
                  <a:pt x="399402" y="95240"/>
                </a:lnTo>
                <a:lnTo>
                  <a:pt x="392172" y="95240"/>
                </a:lnTo>
                <a:lnTo>
                  <a:pt x="392172" y="89792"/>
                </a:lnTo>
                <a:lnTo>
                  <a:pt x="335384" y="89792"/>
                </a:lnTo>
                <a:lnTo>
                  <a:pt x="335384" y="95764"/>
                </a:lnTo>
                <a:lnTo>
                  <a:pt x="328364" y="95764"/>
                </a:lnTo>
                <a:lnTo>
                  <a:pt x="328364" y="14459"/>
                </a:lnTo>
                <a:lnTo>
                  <a:pt x="354558" y="14459"/>
                </a:lnTo>
                <a:cubicBezTo>
                  <a:pt x="356304" y="9988"/>
                  <a:pt x="357770" y="5168"/>
                  <a:pt x="358958" y="0"/>
                </a:cubicBezTo>
                <a:close/>
                <a:moveTo>
                  <a:pt x="26298" y="0"/>
                </a:moveTo>
                <a:lnTo>
                  <a:pt x="32688" y="0"/>
                </a:lnTo>
                <a:lnTo>
                  <a:pt x="32688" y="29337"/>
                </a:lnTo>
                <a:lnTo>
                  <a:pt x="42224" y="29337"/>
                </a:lnTo>
                <a:lnTo>
                  <a:pt x="42224" y="35623"/>
                </a:lnTo>
                <a:lnTo>
                  <a:pt x="14354" y="35623"/>
                </a:lnTo>
                <a:lnTo>
                  <a:pt x="14354" y="43796"/>
                </a:lnTo>
                <a:cubicBezTo>
                  <a:pt x="14354" y="47078"/>
                  <a:pt x="14318" y="49558"/>
                  <a:pt x="14248" y="51235"/>
                </a:cubicBezTo>
                <a:lnTo>
                  <a:pt x="35728" y="51235"/>
                </a:lnTo>
                <a:lnTo>
                  <a:pt x="35728" y="95554"/>
                </a:lnTo>
                <a:lnTo>
                  <a:pt x="29336" y="95554"/>
                </a:lnTo>
                <a:lnTo>
                  <a:pt x="29336" y="57521"/>
                </a:lnTo>
                <a:lnTo>
                  <a:pt x="14038" y="57521"/>
                </a:lnTo>
                <a:cubicBezTo>
                  <a:pt x="13130" y="74006"/>
                  <a:pt x="10128" y="86788"/>
                  <a:pt x="5028" y="95869"/>
                </a:cubicBezTo>
                <a:cubicBezTo>
                  <a:pt x="3632" y="94332"/>
                  <a:pt x="1954" y="92935"/>
                  <a:pt x="0" y="91678"/>
                </a:cubicBezTo>
                <a:cubicBezTo>
                  <a:pt x="5238" y="81549"/>
                  <a:pt x="7858" y="65589"/>
                  <a:pt x="7858" y="43796"/>
                </a:cubicBezTo>
                <a:lnTo>
                  <a:pt x="7858" y="2305"/>
                </a:lnTo>
                <a:lnTo>
                  <a:pt x="14354" y="2305"/>
                </a:lnTo>
                <a:lnTo>
                  <a:pt x="14354" y="29337"/>
                </a:lnTo>
                <a:lnTo>
                  <a:pt x="26298" y="29337"/>
                </a:lnTo>
                <a:close/>
              </a:path>
            </a:pathLst>
          </a:custGeom>
          <a:solidFill>
            <a:srgbClr val="E6E6E6"/>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fontAlgn="base"/>
            <a:endParaRPr lang="zh-CN" altLang="en-US" sz="800">
              <a:solidFill>
                <a:schemeClr val="bg1"/>
              </a:solidFill>
            </a:endParaRPr>
          </a:p>
        </p:txBody>
      </p:sp>
      <p:sp>
        <p:nvSpPr>
          <p:cNvPr id="4" name="文本框 3">
            <a:extLst>
              <a:ext uri="{FF2B5EF4-FFF2-40B4-BE49-F238E27FC236}">
                <a16:creationId xmlns:a16="http://schemas.microsoft.com/office/drawing/2014/main" id="{3DA84732-7AEF-4010-B554-4E6548B2394C}"/>
              </a:ext>
            </a:extLst>
          </p:cNvPr>
          <p:cNvSpPr txBox="1"/>
          <p:nvPr userDrawn="1"/>
        </p:nvSpPr>
        <p:spPr>
          <a:xfrm>
            <a:off x="-24850223" y="18772026"/>
            <a:ext cx="1965874" cy="113995"/>
          </a:xfrm>
          <a:custGeom>
            <a:avLst/>
            <a:gdLst/>
            <a:ahLst/>
            <a:cxnLst/>
            <a:rect l="l" t="t" r="r" b="b"/>
            <a:pathLst>
              <a:path w="1965874" h="113994">
                <a:moveTo>
                  <a:pt x="891806" y="87487"/>
                </a:moveTo>
                <a:cubicBezTo>
                  <a:pt x="887684" y="90420"/>
                  <a:pt x="885624" y="93808"/>
                  <a:pt x="885624" y="97650"/>
                </a:cubicBezTo>
                <a:cubicBezTo>
                  <a:pt x="885624" y="100793"/>
                  <a:pt x="887126" y="103308"/>
                  <a:pt x="890130" y="105194"/>
                </a:cubicBezTo>
                <a:cubicBezTo>
                  <a:pt x="893134" y="107080"/>
                  <a:pt x="897290" y="108023"/>
                  <a:pt x="902598" y="108023"/>
                </a:cubicBezTo>
                <a:cubicBezTo>
                  <a:pt x="908046" y="108023"/>
                  <a:pt x="912586" y="106765"/>
                  <a:pt x="916218" y="104251"/>
                </a:cubicBezTo>
                <a:cubicBezTo>
                  <a:pt x="919572" y="101876"/>
                  <a:pt x="921248" y="99082"/>
                  <a:pt x="921248" y="95869"/>
                </a:cubicBezTo>
                <a:cubicBezTo>
                  <a:pt x="921248" y="90909"/>
                  <a:pt x="917302" y="88430"/>
                  <a:pt x="909408" y="88430"/>
                </a:cubicBezTo>
                <a:lnTo>
                  <a:pt x="899036" y="88430"/>
                </a:lnTo>
                <a:cubicBezTo>
                  <a:pt x="896870" y="88430"/>
                  <a:pt x="894460" y="88115"/>
                  <a:pt x="891806" y="87487"/>
                </a:cubicBezTo>
                <a:close/>
                <a:moveTo>
                  <a:pt x="429472" y="75438"/>
                </a:moveTo>
                <a:cubicBezTo>
                  <a:pt x="431288" y="75438"/>
                  <a:pt x="432824" y="76066"/>
                  <a:pt x="434082" y="77324"/>
                </a:cubicBezTo>
                <a:cubicBezTo>
                  <a:pt x="435340" y="78651"/>
                  <a:pt x="435968" y="80327"/>
                  <a:pt x="435968" y="82353"/>
                </a:cubicBezTo>
                <a:cubicBezTo>
                  <a:pt x="435968" y="84309"/>
                  <a:pt x="435340" y="85915"/>
                  <a:pt x="434082" y="87172"/>
                </a:cubicBezTo>
                <a:cubicBezTo>
                  <a:pt x="432824" y="88430"/>
                  <a:pt x="431288" y="89058"/>
                  <a:pt x="429472" y="89058"/>
                </a:cubicBezTo>
                <a:cubicBezTo>
                  <a:pt x="427726" y="89058"/>
                  <a:pt x="426224" y="88430"/>
                  <a:pt x="424966" y="87172"/>
                </a:cubicBezTo>
                <a:cubicBezTo>
                  <a:pt x="423710" y="85915"/>
                  <a:pt x="423080" y="84309"/>
                  <a:pt x="423080" y="82353"/>
                </a:cubicBezTo>
                <a:cubicBezTo>
                  <a:pt x="423080" y="80327"/>
                  <a:pt x="423710" y="78651"/>
                  <a:pt x="424966" y="77324"/>
                </a:cubicBezTo>
                <a:cubicBezTo>
                  <a:pt x="426224" y="76066"/>
                  <a:pt x="427726" y="75438"/>
                  <a:pt x="429472" y="75438"/>
                </a:cubicBezTo>
                <a:close/>
                <a:moveTo>
                  <a:pt x="335384" y="66846"/>
                </a:moveTo>
                <a:lnTo>
                  <a:pt x="335384" y="83191"/>
                </a:lnTo>
                <a:lnTo>
                  <a:pt x="392172" y="83191"/>
                </a:lnTo>
                <a:lnTo>
                  <a:pt x="392172" y="66846"/>
                </a:lnTo>
                <a:close/>
                <a:moveTo>
                  <a:pt x="856868" y="57731"/>
                </a:moveTo>
                <a:cubicBezTo>
                  <a:pt x="847158" y="58848"/>
                  <a:pt x="840174" y="60629"/>
                  <a:pt x="835914" y="63074"/>
                </a:cubicBezTo>
                <a:cubicBezTo>
                  <a:pt x="832002" y="65449"/>
                  <a:pt x="830046" y="68627"/>
                  <a:pt x="830046" y="72609"/>
                </a:cubicBezTo>
                <a:cubicBezTo>
                  <a:pt x="830046" y="78965"/>
                  <a:pt x="833538" y="82143"/>
                  <a:pt x="840524" y="82143"/>
                </a:cubicBezTo>
                <a:cubicBezTo>
                  <a:pt x="845552" y="82143"/>
                  <a:pt x="851000" y="79524"/>
                  <a:pt x="856868" y="74285"/>
                </a:cubicBezTo>
                <a:close/>
                <a:moveTo>
                  <a:pt x="482440" y="50606"/>
                </a:moveTo>
                <a:lnTo>
                  <a:pt x="482440" y="80781"/>
                </a:lnTo>
                <a:lnTo>
                  <a:pt x="496270" y="80781"/>
                </a:lnTo>
                <a:cubicBezTo>
                  <a:pt x="510870" y="80781"/>
                  <a:pt x="518168" y="75507"/>
                  <a:pt x="518168" y="64960"/>
                </a:cubicBezTo>
                <a:cubicBezTo>
                  <a:pt x="518168" y="55391"/>
                  <a:pt x="510870" y="50606"/>
                  <a:pt x="496270" y="50606"/>
                </a:cubicBezTo>
                <a:close/>
                <a:moveTo>
                  <a:pt x="1220056" y="49977"/>
                </a:moveTo>
                <a:cubicBezTo>
                  <a:pt x="1212652" y="54657"/>
                  <a:pt x="1208950" y="60664"/>
                  <a:pt x="1208950" y="67999"/>
                </a:cubicBezTo>
                <a:cubicBezTo>
                  <a:pt x="1208950" y="72190"/>
                  <a:pt x="1210522" y="75682"/>
                  <a:pt x="1213666" y="78476"/>
                </a:cubicBezTo>
                <a:cubicBezTo>
                  <a:pt x="1216878" y="81270"/>
                  <a:pt x="1220860" y="82667"/>
                  <a:pt x="1225610" y="82667"/>
                </a:cubicBezTo>
                <a:cubicBezTo>
                  <a:pt x="1230150" y="82667"/>
                  <a:pt x="1233886" y="81375"/>
                  <a:pt x="1236820" y="78790"/>
                </a:cubicBezTo>
                <a:cubicBezTo>
                  <a:pt x="1239614" y="76276"/>
                  <a:pt x="1241012" y="73063"/>
                  <a:pt x="1241012" y="69151"/>
                </a:cubicBezTo>
                <a:cubicBezTo>
                  <a:pt x="1241012" y="64401"/>
                  <a:pt x="1238916" y="60420"/>
                  <a:pt x="1234724" y="57207"/>
                </a:cubicBezTo>
                <a:cubicBezTo>
                  <a:pt x="1232140" y="55321"/>
                  <a:pt x="1227250" y="52911"/>
                  <a:pt x="1220056" y="49977"/>
                </a:cubicBezTo>
                <a:close/>
                <a:moveTo>
                  <a:pt x="335384" y="44215"/>
                </a:moveTo>
                <a:lnTo>
                  <a:pt x="335384" y="60350"/>
                </a:lnTo>
                <a:lnTo>
                  <a:pt x="392172" y="60350"/>
                </a:lnTo>
                <a:lnTo>
                  <a:pt x="392172" y="44215"/>
                </a:lnTo>
                <a:close/>
                <a:moveTo>
                  <a:pt x="62130" y="37299"/>
                </a:moveTo>
                <a:cubicBezTo>
                  <a:pt x="64786" y="49942"/>
                  <a:pt x="68662" y="60490"/>
                  <a:pt x="73760" y="68942"/>
                </a:cubicBezTo>
                <a:cubicBezTo>
                  <a:pt x="79558" y="60071"/>
                  <a:pt x="83644" y="49523"/>
                  <a:pt x="86020" y="37299"/>
                </a:cubicBezTo>
                <a:close/>
                <a:moveTo>
                  <a:pt x="961320" y="36880"/>
                </a:moveTo>
                <a:cubicBezTo>
                  <a:pt x="956220" y="36880"/>
                  <a:pt x="952100" y="38976"/>
                  <a:pt x="948956" y="43167"/>
                </a:cubicBezTo>
                <a:cubicBezTo>
                  <a:pt x="945742" y="47288"/>
                  <a:pt x="944136" y="52736"/>
                  <a:pt x="944136" y="59512"/>
                </a:cubicBezTo>
                <a:cubicBezTo>
                  <a:pt x="944136" y="66217"/>
                  <a:pt x="945742" y="71631"/>
                  <a:pt x="948956" y="75752"/>
                </a:cubicBezTo>
                <a:cubicBezTo>
                  <a:pt x="952100" y="79873"/>
                  <a:pt x="956220" y="81934"/>
                  <a:pt x="961320" y="81934"/>
                </a:cubicBezTo>
                <a:cubicBezTo>
                  <a:pt x="966418" y="81934"/>
                  <a:pt x="970574" y="79873"/>
                  <a:pt x="973788" y="75752"/>
                </a:cubicBezTo>
                <a:cubicBezTo>
                  <a:pt x="977000" y="71631"/>
                  <a:pt x="978608" y="66217"/>
                  <a:pt x="978608" y="59512"/>
                </a:cubicBezTo>
                <a:cubicBezTo>
                  <a:pt x="978608" y="52806"/>
                  <a:pt x="977000" y="47358"/>
                  <a:pt x="973788" y="43167"/>
                </a:cubicBezTo>
                <a:cubicBezTo>
                  <a:pt x="970574" y="38976"/>
                  <a:pt x="966418" y="36880"/>
                  <a:pt x="961320" y="36880"/>
                </a:cubicBezTo>
                <a:close/>
                <a:moveTo>
                  <a:pt x="655890" y="36566"/>
                </a:moveTo>
                <a:cubicBezTo>
                  <a:pt x="651560" y="36566"/>
                  <a:pt x="647822" y="38173"/>
                  <a:pt x="644680" y="41386"/>
                </a:cubicBezTo>
                <a:cubicBezTo>
                  <a:pt x="641396" y="44808"/>
                  <a:pt x="639476" y="49384"/>
                  <a:pt x="638918" y="55111"/>
                </a:cubicBezTo>
                <a:lnTo>
                  <a:pt x="670560" y="55111"/>
                </a:lnTo>
                <a:cubicBezTo>
                  <a:pt x="670560" y="42748"/>
                  <a:pt x="665670" y="36566"/>
                  <a:pt x="655890" y="36566"/>
                </a:cubicBezTo>
                <a:close/>
                <a:moveTo>
                  <a:pt x="901236" y="36042"/>
                </a:moveTo>
                <a:cubicBezTo>
                  <a:pt x="897604" y="36042"/>
                  <a:pt x="894600" y="37265"/>
                  <a:pt x="892224" y="39709"/>
                </a:cubicBezTo>
                <a:cubicBezTo>
                  <a:pt x="889780" y="42224"/>
                  <a:pt x="888558" y="45612"/>
                  <a:pt x="888558" y="49872"/>
                </a:cubicBezTo>
                <a:cubicBezTo>
                  <a:pt x="888558" y="53994"/>
                  <a:pt x="889816" y="57381"/>
                  <a:pt x="892330" y="60036"/>
                </a:cubicBezTo>
                <a:cubicBezTo>
                  <a:pt x="894774" y="62620"/>
                  <a:pt x="897744" y="63912"/>
                  <a:pt x="901236" y="63912"/>
                </a:cubicBezTo>
                <a:cubicBezTo>
                  <a:pt x="904728" y="63912"/>
                  <a:pt x="907696" y="62620"/>
                  <a:pt x="910142" y="60036"/>
                </a:cubicBezTo>
                <a:cubicBezTo>
                  <a:pt x="912656" y="57381"/>
                  <a:pt x="913914" y="53994"/>
                  <a:pt x="913914" y="49872"/>
                </a:cubicBezTo>
                <a:cubicBezTo>
                  <a:pt x="913914" y="45681"/>
                  <a:pt x="912656" y="42294"/>
                  <a:pt x="910142" y="39709"/>
                </a:cubicBezTo>
                <a:cubicBezTo>
                  <a:pt x="907766" y="37265"/>
                  <a:pt x="904798" y="36042"/>
                  <a:pt x="901236" y="36042"/>
                </a:cubicBezTo>
                <a:close/>
                <a:moveTo>
                  <a:pt x="429472" y="32689"/>
                </a:moveTo>
                <a:cubicBezTo>
                  <a:pt x="431288" y="32689"/>
                  <a:pt x="432824" y="33318"/>
                  <a:pt x="434082" y="34575"/>
                </a:cubicBezTo>
                <a:cubicBezTo>
                  <a:pt x="435340" y="35902"/>
                  <a:pt x="435968" y="37579"/>
                  <a:pt x="435968" y="39605"/>
                </a:cubicBezTo>
                <a:cubicBezTo>
                  <a:pt x="435968" y="41560"/>
                  <a:pt x="435340" y="43167"/>
                  <a:pt x="434082" y="44424"/>
                </a:cubicBezTo>
                <a:cubicBezTo>
                  <a:pt x="432824" y="45681"/>
                  <a:pt x="431288" y="46310"/>
                  <a:pt x="429472" y="46310"/>
                </a:cubicBezTo>
                <a:cubicBezTo>
                  <a:pt x="427726" y="46310"/>
                  <a:pt x="426224" y="45681"/>
                  <a:pt x="424966" y="44424"/>
                </a:cubicBezTo>
                <a:cubicBezTo>
                  <a:pt x="423710" y="43167"/>
                  <a:pt x="423080" y="41560"/>
                  <a:pt x="423080" y="39605"/>
                </a:cubicBezTo>
                <a:cubicBezTo>
                  <a:pt x="423080" y="37579"/>
                  <a:pt x="423710" y="35902"/>
                  <a:pt x="424966" y="34575"/>
                </a:cubicBezTo>
                <a:cubicBezTo>
                  <a:pt x="426224" y="33318"/>
                  <a:pt x="427726" y="32689"/>
                  <a:pt x="429472" y="32689"/>
                </a:cubicBezTo>
                <a:close/>
                <a:moveTo>
                  <a:pt x="1121644" y="31118"/>
                </a:moveTo>
                <a:lnTo>
                  <a:pt x="1130550" y="31118"/>
                </a:lnTo>
                <a:lnTo>
                  <a:pt x="1142600" y="63493"/>
                </a:lnTo>
                <a:lnTo>
                  <a:pt x="1148258" y="79419"/>
                </a:lnTo>
                <a:lnTo>
                  <a:pt x="1148780" y="79419"/>
                </a:lnTo>
                <a:cubicBezTo>
                  <a:pt x="1149130" y="78371"/>
                  <a:pt x="1149934" y="75682"/>
                  <a:pt x="1151190" y="71351"/>
                </a:cubicBezTo>
                <a:cubicBezTo>
                  <a:pt x="1152168" y="67999"/>
                  <a:pt x="1152972" y="65379"/>
                  <a:pt x="1153600" y="63493"/>
                </a:cubicBezTo>
                <a:lnTo>
                  <a:pt x="1164182" y="31118"/>
                </a:lnTo>
                <a:lnTo>
                  <a:pt x="1172564" y="31118"/>
                </a:lnTo>
                <a:lnTo>
                  <a:pt x="1150982" y="92935"/>
                </a:lnTo>
                <a:cubicBezTo>
                  <a:pt x="1146440" y="105927"/>
                  <a:pt x="1139560" y="112423"/>
                  <a:pt x="1130340" y="112423"/>
                </a:cubicBezTo>
                <a:cubicBezTo>
                  <a:pt x="1127896" y="112423"/>
                  <a:pt x="1125730" y="112039"/>
                  <a:pt x="1123844" y="111271"/>
                </a:cubicBezTo>
                <a:lnTo>
                  <a:pt x="1125626" y="104355"/>
                </a:lnTo>
                <a:cubicBezTo>
                  <a:pt x="1127162" y="104914"/>
                  <a:pt x="1128630" y="105194"/>
                  <a:pt x="1130026" y="105194"/>
                </a:cubicBezTo>
                <a:cubicBezTo>
                  <a:pt x="1135894" y="105194"/>
                  <a:pt x="1140294" y="100933"/>
                  <a:pt x="1143228" y="92411"/>
                </a:cubicBezTo>
                <a:lnTo>
                  <a:pt x="1144486" y="88011"/>
                </a:lnTo>
                <a:close/>
                <a:moveTo>
                  <a:pt x="567422" y="31118"/>
                </a:moveTo>
                <a:lnTo>
                  <a:pt x="575910" y="31118"/>
                </a:lnTo>
                <a:lnTo>
                  <a:pt x="575910" y="66008"/>
                </a:lnTo>
                <a:cubicBezTo>
                  <a:pt x="575910" y="71456"/>
                  <a:pt x="576782" y="75403"/>
                  <a:pt x="578528" y="77847"/>
                </a:cubicBezTo>
                <a:cubicBezTo>
                  <a:pt x="580274" y="80362"/>
                  <a:pt x="583138" y="81619"/>
                  <a:pt x="587120" y="81619"/>
                </a:cubicBezTo>
                <a:cubicBezTo>
                  <a:pt x="592290" y="81619"/>
                  <a:pt x="597598" y="78301"/>
                  <a:pt x="603046" y="71666"/>
                </a:cubicBezTo>
                <a:lnTo>
                  <a:pt x="603046" y="31118"/>
                </a:lnTo>
                <a:lnTo>
                  <a:pt x="611532" y="31118"/>
                </a:lnTo>
                <a:lnTo>
                  <a:pt x="611532" y="87696"/>
                </a:lnTo>
                <a:lnTo>
                  <a:pt x="604512" y="87696"/>
                </a:lnTo>
                <a:lnTo>
                  <a:pt x="603780" y="78686"/>
                </a:lnTo>
                <a:lnTo>
                  <a:pt x="603466" y="78686"/>
                </a:lnTo>
                <a:cubicBezTo>
                  <a:pt x="597458" y="85601"/>
                  <a:pt x="591172" y="89058"/>
                  <a:pt x="584606" y="89058"/>
                </a:cubicBezTo>
                <a:cubicBezTo>
                  <a:pt x="573150" y="89058"/>
                  <a:pt x="567422" y="81724"/>
                  <a:pt x="567422" y="67056"/>
                </a:cubicBezTo>
                <a:close/>
                <a:moveTo>
                  <a:pt x="1033548" y="29651"/>
                </a:moveTo>
                <a:cubicBezTo>
                  <a:pt x="1045072" y="29651"/>
                  <a:pt x="1050836" y="37020"/>
                  <a:pt x="1050836" y="51758"/>
                </a:cubicBezTo>
                <a:lnTo>
                  <a:pt x="1050836" y="87696"/>
                </a:lnTo>
                <a:lnTo>
                  <a:pt x="1042244" y="87696"/>
                </a:lnTo>
                <a:lnTo>
                  <a:pt x="1042244" y="52806"/>
                </a:lnTo>
                <a:cubicBezTo>
                  <a:pt x="1042244" y="42329"/>
                  <a:pt x="1038506" y="37090"/>
                  <a:pt x="1031032" y="37090"/>
                </a:cubicBezTo>
                <a:cubicBezTo>
                  <a:pt x="1026214" y="37090"/>
                  <a:pt x="1020834" y="40163"/>
                  <a:pt x="1014898" y="46310"/>
                </a:cubicBezTo>
                <a:lnTo>
                  <a:pt x="1014898" y="87696"/>
                </a:lnTo>
                <a:lnTo>
                  <a:pt x="1006410" y="87696"/>
                </a:lnTo>
                <a:lnTo>
                  <a:pt x="1006410" y="31118"/>
                </a:lnTo>
                <a:lnTo>
                  <a:pt x="1013326" y="31118"/>
                </a:lnTo>
                <a:lnTo>
                  <a:pt x="1014164" y="39395"/>
                </a:lnTo>
                <a:lnTo>
                  <a:pt x="1014478" y="39395"/>
                </a:lnTo>
                <a:cubicBezTo>
                  <a:pt x="1021114" y="32899"/>
                  <a:pt x="1027470" y="29651"/>
                  <a:pt x="1033548" y="29651"/>
                </a:cubicBezTo>
                <a:close/>
                <a:moveTo>
                  <a:pt x="961320" y="29651"/>
                </a:moveTo>
                <a:cubicBezTo>
                  <a:pt x="968584" y="29651"/>
                  <a:pt x="974660" y="32270"/>
                  <a:pt x="979550" y="37509"/>
                </a:cubicBezTo>
                <a:cubicBezTo>
                  <a:pt x="984788" y="43027"/>
                  <a:pt x="987408" y="50361"/>
                  <a:pt x="987408" y="59512"/>
                </a:cubicBezTo>
                <a:cubicBezTo>
                  <a:pt x="987408" y="68522"/>
                  <a:pt x="984788" y="75787"/>
                  <a:pt x="979550" y="81305"/>
                </a:cubicBezTo>
                <a:cubicBezTo>
                  <a:pt x="974660" y="86474"/>
                  <a:pt x="968584" y="89058"/>
                  <a:pt x="961320" y="89058"/>
                </a:cubicBezTo>
                <a:cubicBezTo>
                  <a:pt x="954124" y="89058"/>
                  <a:pt x="948082" y="86474"/>
                  <a:pt x="943194" y="81305"/>
                </a:cubicBezTo>
                <a:cubicBezTo>
                  <a:pt x="937954" y="75787"/>
                  <a:pt x="935334" y="68522"/>
                  <a:pt x="935334" y="59512"/>
                </a:cubicBezTo>
                <a:cubicBezTo>
                  <a:pt x="935334" y="50361"/>
                  <a:pt x="937954" y="43027"/>
                  <a:pt x="943194" y="37509"/>
                </a:cubicBezTo>
                <a:cubicBezTo>
                  <a:pt x="948012" y="32270"/>
                  <a:pt x="954054" y="29651"/>
                  <a:pt x="961320" y="29651"/>
                </a:cubicBezTo>
                <a:close/>
                <a:moveTo>
                  <a:pt x="901236" y="29651"/>
                </a:moveTo>
                <a:cubicBezTo>
                  <a:pt x="903820" y="29651"/>
                  <a:pt x="906440" y="30140"/>
                  <a:pt x="909094" y="31118"/>
                </a:cubicBezTo>
                <a:lnTo>
                  <a:pt x="928686" y="31118"/>
                </a:lnTo>
                <a:lnTo>
                  <a:pt x="928686" y="37719"/>
                </a:lnTo>
                <a:lnTo>
                  <a:pt x="916742" y="37719"/>
                </a:lnTo>
                <a:cubicBezTo>
                  <a:pt x="920026" y="40862"/>
                  <a:pt x="921666" y="44948"/>
                  <a:pt x="921666" y="49977"/>
                </a:cubicBezTo>
                <a:cubicBezTo>
                  <a:pt x="921666" y="55914"/>
                  <a:pt x="919676" y="60734"/>
                  <a:pt x="915694" y="64436"/>
                </a:cubicBezTo>
                <a:cubicBezTo>
                  <a:pt x="911852" y="67999"/>
                  <a:pt x="907034" y="69780"/>
                  <a:pt x="901236" y="69780"/>
                </a:cubicBezTo>
                <a:cubicBezTo>
                  <a:pt x="898092" y="69780"/>
                  <a:pt x="895194" y="69081"/>
                  <a:pt x="892540" y="67684"/>
                </a:cubicBezTo>
                <a:cubicBezTo>
                  <a:pt x="890024" y="69850"/>
                  <a:pt x="888768" y="72224"/>
                  <a:pt x="888768" y="74809"/>
                </a:cubicBezTo>
                <a:cubicBezTo>
                  <a:pt x="888768" y="79070"/>
                  <a:pt x="892120" y="81200"/>
                  <a:pt x="898826" y="81200"/>
                </a:cubicBezTo>
                <a:lnTo>
                  <a:pt x="910142" y="81200"/>
                </a:lnTo>
                <a:cubicBezTo>
                  <a:pt x="923134" y="81200"/>
                  <a:pt x="929630" y="85671"/>
                  <a:pt x="929630" y="94611"/>
                </a:cubicBezTo>
                <a:cubicBezTo>
                  <a:pt x="929630" y="99920"/>
                  <a:pt x="927080" y="104425"/>
                  <a:pt x="921982" y="108127"/>
                </a:cubicBezTo>
                <a:cubicBezTo>
                  <a:pt x="916602" y="112039"/>
                  <a:pt x="909758" y="113995"/>
                  <a:pt x="901446" y="113995"/>
                </a:cubicBezTo>
                <a:cubicBezTo>
                  <a:pt x="894390" y="113995"/>
                  <a:pt x="888768" y="112668"/>
                  <a:pt x="884576" y="110013"/>
                </a:cubicBezTo>
                <a:cubicBezTo>
                  <a:pt x="880246" y="107289"/>
                  <a:pt x="878080" y="103517"/>
                  <a:pt x="878080" y="98698"/>
                </a:cubicBezTo>
                <a:cubicBezTo>
                  <a:pt x="878080" y="93738"/>
                  <a:pt x="880874" y="89408"/>
                  <a:pt x="886462" y="85706"/>
                </a:cubicBezTo>
                <a:lnTo>
                  <a:pt x="886462" y="85286"/>
                </a:lnTo>
                <a:cubicBezTo>
                  <a:pt x="883040" y="83191"/>
                  <a:pt x="881328" y="80083"/>
                  <a:pt x="881328" y="75961"/>
                </a:cubicBezTo>
                <a:cubicBezTo>
                  <a:pt x="881328" y="72050"/>
                  <a:pt x="883424" y="68557"/>
                  <a:pt x="887614" y="65484"/>
                </a:cubicBezTo>
                <a:lnTo>
                  <a:pt x="887614" y="65065"/>
                </a:lnTo>
                <a:cubicBezTo>
                  <a:pt x="882726" y="61153"/>
                  <a:pt x="880280" y="56089"/>
                  <a:pt x="880280" y="49872"/>
                </a:cubicBezTo>
                <a:cubicBezTo>
                  <a:pt x="880280" y="43865"/>
                  <a:pt x="882342" y="38976"/>
                  <a:pt x="886462" y="35204"/>
                </a:cubicBezTo>
                <a:cubicBezTo>
                  <a:pt x="890444" y="31502"/>
                  <a:pt x="895368" y="29651"/>
                  <a:pt x="901236" y="29651"/>
                </a:cubicBezTo>
                <a:close/>
                <a:moveTo>
                  <a:pt x="846182" y="29651"/>
                </a:moveTo>
                <a:cubicBezTo>
                  <a:pt x="858964" y="29651"/>
                  <a:pt x="865354" y="37299"/>
                  <a:pt x="865354" y="52597"/>
                </a:cubicBezTo>
                <a:lnTo>
                  <a:pt x="865354" y="87696"/>
                </a:lnTo>
                <a:lnTo>
                  <a:pt x="858334" y="87696"/>
                </a:lnTo>
                <a:lnTo>
                  <a:pt x="857602" y="80781"/>
                </a:lnTo>
                <a:lnTo>
                  <a:pt x="857288" y="80781"/>
                </a:lnTo>
                <a:cubicBezTo>
                  <a:pt x="850792" y="86299"/>
                  <a:pt x="844434" y="89058"/>
                  <a:pt x="838218" y="89058"/>
                </a:cubicBezTo>
                <a:cubicBezTo>
                  <a:pt x="833398" y="89058"/>
                  <a:pt x="829486" y="87696"/>
                  <a:pt x="826484" y="84972"/>
                </a:cubicBezTo>
                <a:cubicBezTo>
                  <a:pt x="823340" y="82038"/>
                  <a:pt x="821768" y="78092"/>
                  <a:pt x="821768" y="73133"/>
                </a:cubicBezTo>
                <a:cubicBezTo>
                  <a:pt x="821768" y="66986"/>
                  <a:pt x="824598" y="62236"/>
                  <a:pt x="830256" y="58883"/>
                </a:cubicBezTo>
                <a:cubicBezTo>
                  <a:pt x="835704" y="55670"/>
                  <a:pt x="844574" y="53365"/>
                  <a:pt x="856868" y="51968"/>
                </a:cubicBezTo>
                <a:cubicBezTo>
                  <a:pt x="857008" y="41840"/>
                  <a:pt x="852992" y="36776"/>
                  <a:pt x="844818" y="36776"/>
                </a:cubicBezTo>
                <a:cubicBezTo>
                  <a:pt x="839300" y="36776"/>
                  <a:pt x="833574" y="38871"/>
                  <a:pt x="827636" y="43062"/>
                </a:cubicBezTo>
                <a:lnTo>
                  <a:pt x="824178" y="37090"/>
                </a:lnTo>
                <a:cubicBezTo>
                  <a:pt x="831722" y="32131"/>
                  <a:pt x="839056" y="29651"/>
                  <a:pt x="846182" y="29651"/>
                </a:cubicBezTo>
                <a:close/>
                <a:moveTo>
                  <a:pt x="811434" y="29651"/>
                </a:moveTo>
                <a:cubicBezTo>
                  <a:pt x="813738" y="29651"/>
                  <a:pt x="815730" y="30070"/>
                  <a:pt x="817406" y="30908"/>
                </a:cubicBezTo>
                <a:lnTo>
                  <a:pt x="815730" y="38347"/>
                </a:lnTo>
                <a:cubicBezTo>
                  <a:pt x="813844" y="37719"/>
                  <a:pt x="812062" y="37404"/>
                  <a:pt x="810386" y="37404"/>
                </a:cubicBezTo>
                <a:cubicBezTo>
                  <a:pt x="804170" y="37404"/>
                  <a:pt x="799314" y="41875"/>
                  <a:pt x="795822" y="50815"/>
                </a:cubicBezTo>
                <a:lnTo>
                  <a:pt x="795822" y="87696"/>
                </a:lnTo>
                <a:lnTo>
                  <a:pt x="787336" y="87696"/>
                </a:lnTo>
                <a:lnTo>
                  <a:pt x="787336" y="31118"/>
                </a:lnTo>
                <a:lnTo>
                  <a:pt x="794250" y="31118"/>
                </a:lnTo>
                <a:lnTo>
                  <a:pt x="795090" y="41490"/>
                </a:lnTo>
                <a:lnTo>
                  <a:pt x="795404" y="41490"/>
                </a:lnTo>
                <a:cubicBezTo>
                  <a:pt x="799664" y="33597"/>
                  <a:pt x="805008" y="29651"/>
                  <a:pt x="811434" y="29651"/>
                </a:cubicBezTo>
                <a:close/>
                <a:moveTo>
                  <a:pt x="655786" y="29651"/>
                </a:moveTo>
                <a:cubicBezTo>
                  <a:pt x="662840" y="29651"/>
                  <a:pt x="668324" y="32026"/>
                  <a:pt x="672236" y="36776"/>
                </a:cubicBezTo>
                <a:cubicBezTo>
                  <a:pt x="676148" y="41456"/>
                  <a:pt x="678102" y="47917"/>
                  <a:pt x="678102" y="56159"/>
                </a:cubicBezTo>
                <a:cubicBezTo>
                  <a:pt x="678102" y="58394"/>
                  <a:pt x="677964" y="60105"/>
                  <a:pt x="677684" y="61293"/>
                </a:cubicBezTo>
                <a:lnTo>
                  <a:pt x="639022" y="61293"/>
                </a:lnTo>
                <a:cubicBezTo>
                  <a:pt x="639302" y="67579"/>
                  <a:pt x="641188" y="72644"/>
                  <a:pt x="644680" y="76485"/>
                </a:cubicBezTo>
                <a:cubicBezTo>
                  <a:pt x="648172" y="80327"/>
                  <a:pt x="652748" y="82248"/>
                  <a:pt x="658406" y="82248"/>
                </a:cubicBezTo>
                <a:cubicBezTo>
                  <a:pt x="663434" y="82248"/>
                  <a:pt x="668220" y="80711"/>
                  <a:pt x="672760" y="77638"/>
                </a:cubicBezTo>
                <a:lnTo>
                  <a:pt x="675902" y="83296"/>
                </a:lnTo>
                <a:cubicBezTo>
                  <a:pt x="669896" y="87137"/>
                  <a:pt x="663714" y="89058"/>
                  <a:pt x="657358" y="89058"/>
                </a:cubicBezTo>
                <a:cubicBezTo>
                  <a:pt x="649674" y="89058"/>
                  <a:pt x="643352" y="86439"/>
                  <a:pt x="638394" y="81200"/>
                </a:cubicBezTo>
                <a:cubicBezTo>
                  <a:pt x="633154" y="75752"/>
                  <a:pt x="630536" y="68522"/>
                  <a:pt x="630536" y="59512"/>
                </a:cubicBezTo>
                <a:cubicBezTo>
                  <a:pt x="630536" y="50641"/>
                  <a:pt x="633120" y="43341"/>
                  <a:pt x="638288" y="37614"/>
                </a:cubicBezTo>
                <a:cubicBezTo>
                  <a:pt x="643178" y="32305"/>
                  <a:pt x="649010" y="29651"/>
                  <a:pt x="655786" y="29651"/>
                </a:cubicBezTo>
                <a:close/>
                <a:moveTo>
                  <a:pt x="231970" y="22526"/>
                </a:moveTo>
                <a:cubicBezTo>
                  <a:pt x="237140" y="29791"/>
                  <a:pt x="240528" y="36391"/>
                  <a:pt x="242134" y="42329"/>
                </a:cubicBezTo>
                <a:lnTo>
                  <a:pt x="235638" y="44948"/>
                </a:lnTo>
                <a:cubicBezTo>
                  <a:pt x="233892" y="38662"/>
                  <a:pt x="230678" y="31956"/>
                  <a:pt x="225998" y="24831"/>
                </a:cubicBezTo>
                <a:close/>
                <a:moveTo>
                  <a:pt x="285406" y="22002"/>
                </a:moveTo>
                <a:lnTo>
                  <a:pt x="292636" y="24412"/>
                </a:lnTo>
                <a:cubicBezTo>
                  <a:pt x="288026" y="33353"/>
                  <a:pt x="283974" y="40303"/>
                  <a:pt x="280482" y="45262"/>
                </a:cubicBezTo>
                <a:lnTo>
                  <a:pt x="274614" y="43167"/>
                </a:lnTo>
                <a:cubicBezTo>
                  <a:pt x="279084" y="36252"/>
                  <a:pt x="282682" y="29197"/>
                  <a:pt x="285406" y="22002"/>
                </a:cubicBezTo>
                <a:close/>
                <a:moveTo>
                  <a:pt x="335384" y="21164"/>
                </a:moveTo>
                <a:lnTo>
                  <a:pt x="335384" y="37719"/>
                </a:lnTo>
                <a:lnTo>
                  <a:pt x="392172" y="37719"/>
                </a:lnTo>
                <a:lnTo>
                  <a:pt x="392172" y="21164"/>
                </a:lnTo>
                <a:close/>
                <a:moveTo>
                  <a:pt x="1289360" y="20955"/>
                </a:moveTo>
                <a:cubicBezTo>
                  <a:pt x="1287754" y="24098"/>
                  <a:pt x="1285728" y="27800"/>
                  <a:pt x="1283284" y="32061"/>
                </a:cubicBezTo>
                <a:lnTo>
                  <a:pt x="1264738" y="59512"/>
                </a:lnTo>
                <a:lnTo>
                  <a:pt x="1289256" y="59512"/>
                </a:lnTo>
                <a:lnTo>
                  <a:pt x="1289256" y="34575"/>
                </a:lnTo>
                <a:cubicBezTo>
                  <a:pt x="1289256" y="30524"/>
                  <a:pt x="1289466" y="25984"/>
                  <a:pt x="1289884" y="20955"/>
                </a:cubicBezTo>
                <a:close/>
                <a:moveTo>
                  <a:pt x="1625440" y="18126"/>
                </a:moveTo>
                <a:lnTo>
                  <a:pt x="1625440" y="80572"/>
                </a:lnTo>
                <a:lnTo>
                  <a:pt x="1634870" y="80572"/>
                </a:lnTo>
                <a:cubicBezTo>
                  <a:pt x="1644020" y="80572"/>
                  <a:pt x="1650970" y="77778"/>
                  <a:pt x="1655720" y="72190"/>
                </a:cubicBezTo>
                <a:cubicBezTo>
                  <a:pt x="1660260" y="66741"/>
                  <a:pt x="1662530" y="59023"/>
                  <a:pt x="1662530" y="49034"/>
                </a:cubicBezTo>
                <a:cubicBezTo>
                  <a:pt x="1662530" y="28429"/>
                  <a:pt x="1653310" y="18126"/>
                  <a:pt x="1634870" y="18126"/>
                </a:cubicBezTo>
                <a:close/>
                <a:moveTo>
                  <a:pt x="720566" y="18126"/>
                </a:moveTo>
                <a:lnTo>
                  <a:pt x="720566" y="80572"/>
                </a:lnTo>
                <a:lnTo>
                  <a:pt x="729996" y="80572"/>
                </a:lnTo>
                <a:cubicBezTo>
                  <a:pt x="739146" y="80572"/>
                  <a:pt x="746096" y="77778"/>
                  <a:pt x="750846" y="72190"/>
                </a:cubicBezTo>
                <a:cubicBezTo>
                  <a:pt x="755386" y="66741"/>
                  <a:pt x="757656" y="59023"/>
                  <a:pt x="757656" y="49034"/>
                </a:cubicBezTo>
                <a:cubicBezTo>
                  <a:pt x="757656" y="28429"/>
                  <a:pt x="748436" y="18126"/>
                  <a:pt x="729996" y="18126"/>
                </a:cubicBezTo>
                <a:close/>
                <a:moveTo>
                  <a:pt x="482440" y="17916"/>
                </a:moveTo>
                <a:lnTo>
                  <a:pt x="482440" y="43900"/>
                </a:lnTo>
                <a:lnTo>
                  <a:pt x="494176" y="43900"/>
                </a:lnTo>
                <a:cubicBezTo>
                  <a:pt x="507098" y="43900"/>
                  <a:pt x="513558" y="39535"/>
                  <a:pt x="513558" y="30803"/>
                </a:cubicBezTo>
                <a:cubicBezTo>
                  <a:pt x="513558" y="26193"/>
                  <a:pt x="511986" y="22875"/>
                  <a:pt x="508844" y="20850"/>
                </a:cubicBezTo>
                <a:cubicBezTo>
                  <a:pt x="505840" y="18894"/>
                  <a:pt x="501126" y="17916"/>
                  <a:pt x="494700" y="17916"/>
                </a:cubicBezTo>
                <a:close/>
                <a:moveTo>
                  <a:pt x="155694" y="16659"/>
                </a:moveTo>
                <a:cubicBezTo>
                  <a:pt x="159048" y="36077"/>
                  <a:pt x="164636" y="51549"/>
                  <a:pt x="172458" y="63074"/>
                </a:cubicBezTo>
                <a:cubicBezTo>
                  <a:pt x="181540" y="50431"/>
                  <a:pt x="187756" y="34959"/>
                  <a:pt x="191108" y="16659"/>
                </a:cubicBezTo>
                <a:close/>
                <a:moveTo>
                  <a:pt x="1556156" y="16344"/>
                </a:moveTo>
                <a:cubicBezTo>
                  <a:pt x="1552314" y="16344"/>
                  <a:pt x="1549136" y="18021"/>
                  <a:pt x="1546622" y="21374"/>
                </a:cubicBezTo>
                <a:cubicBezTo>
                  <a:pt x="1544036" y="24726"/>
                  <a:pt x="1542744" y="29057"/>
                  <a:pt x="1542744" y="34366"/>
                </a:cubicBezTo>
                <a:cubicBezTo>
                  <a:pt x="1542744" y="39814"/>
                  <a:pt x="1543896" y="44075"/>
                  <a:pt x="1546202" y="47148"/>
                </a:cubicBezTo>
                <a:cubicBezTo>
                  <a:pt x="1548716" y="50431"/>
                  <a:pt x="1552278" y="52073"/>
                  <a:pt x="1556890" y="52073"/>
                </a:cubicBezTo>
                <a:cubicBezTo>
                  <a:pt x="1562896" y="52073"/>
                  <a:pt x="1568414" y="48545"/>
                  <a:pt x="1573444" y="41490"/>
                </a:cubicBezTo>
                <a:cubicBezTo>
                  <a:pt x="1572536" y="24726"/>
                  <a:pt x="1566772" y="16344"/>
                  <a:pt x="1556156" y="16344"/>
                </a:cubicBezTo>
                <a:close/>
                <a:moveTo>
                  <a:pt x="1225504" y="16344"/>
                </a:moveTo>
                <a:cubicBezTo>
                  <a:pt x="1221872" y="16344"/>
                  <a:pt x="1218868" y="17532"/>
                  <a:pt x="1216494" y="19907"/>
                </a:cubicBezTo>
                <a:cubicBezTo>
                  <a:pt x="1214120" y="22352"/>
                  <a:pt x="1212932" y="25460"/>
                  <a:pt x="1212932" y="29232"/>
                </a:cubicBezTo>
                <a:cubicBezTo>
                  <a:pt x="1212932" y="33493"/>
                  <a:pt x="1214748" y="37090"/>
                  <a:pt x="1218380" y="40024"/>
                </a:cubicBezTo>
                <a:cubicBezTo>
                  <a:pt x="1220894" y="42049"/>
                  <a:pt x="1225016" y="44180"/>
                  <a:pt x="1230744" y="46415"/>
                </a:cubicBezTo>
                <a:cubicBezTo>
                  <a:pt x="1236332" y="41665"/>
                  <a:pt x="1239126" y="36356"/>
                  <a:pt x="1239126" y="30489"/>
                </a:cubicBezTo>
                <a:cubicBezTo>
                  <a:pt x="1239126" y="26438"/>
                  <a:pt x="1237938" y="23120"/>
                  <a:pt x="1235564" y="20535"/>
                </a:cubicBezTo>
                <a:cubicBezTo>
                  <a:pt x="1233048" y="17741"/>
                  <a:pt x="1229696" y="16344"/>
                  <a:pt x="1225504" y="16344"/>
                </a:cubicBezTo>
                <a:close/>
                <a:moveTo>
                  <a:pt x="1912018" y="11001"/>
                </a:moveTo>
                <a:lnTo>
                  <a:pt x="1920926" y="11001"/>
                </a:lnTo>
                <a:lnTo>
                  <a:pt x="1949948" y="60664"/>
                </a:lnTo>
                <a:lnTo>
                  <a:pt x="1958226" y="76381"/>
                </a:lnTo>
                <a:lnTo>
                  <a:pt x="1958748" y="76381"/>
                </a:lnTo>
                <a:cubicBezTo>
                  <a:pt x="1957980" y="65135"/>
                  <a:pt x="1957596" y="57172"/>
                  <a:pt x="1957596" y="52492"/>
                </a:cubicBezTo>
                <a:lnTo>
                  <a:pt x="1957596" y="11001"/>
                </a:lnTo>
                <a:lnTo>
                  <a:pt x="1965874" y="11001"/>
                </a:lnTo>
                <a:lnTo>
                  <a:pt x="1965874" y="87696"/>
                </a:lnTo>
                <a:lnTo>
                  <a:pt x="1956862" y="87696"/>
                </a:lnTo>
                <a:lnTo>
                  <a:pt x="1928050" y="38033"/>
                </a:lnTo>
                <a:lnTo>
                  <a:pt x="1919668" y="22317"/>
                </a:lnTo>
                <a:lnTo>
                  <a:pt x="1919144" y="22317"/>
                </a:lnTo>
                <a:cubicBezTo>
                  <a:pt x="1919842" y="35029"/>
                  <a:pt x="1920192" y="42818"/>
                  <a:pt x="1920192" y="45681"/>
                </a:cubicBezTo>
                <a:lnTo>
                  <a:pt x="1920192" y="87696"/>
                </a:lnTo>
                <a:lnTo>
                  <a:pt x="1912018" y="87696"/>
                </a:lnTo>
                <a:close/>
                <a:moveTo>
                  <a:pt x="1807244" y="11001"/>
                </a:moveTo>
                <a:lnTo>
                  <a:pt x="1815940" y="11001"/>
                </a:lnTo>
                <a:lnTo>
                  <a:pt x="1815940" y="87696"/>
                </a:lnTo>
                <a:lnTo>
                  <a:pt x="1807244" y="87696"/>
                </a:lnTo>
                <a:close/>
                <a:moveTo>
                  <a:pt x="1692944" y="11001"/>
                </a:moveTo>
                <a:lnTo>
                  <a:pt x="1736636" y="11001"/>
                </a:lnTo>
                <a:lnTo>
                  <a:pt x="1736636" y="18335"/>
                </a:lnTo>
                <a:lnTo>
                  <a:pt x="1701640" y="18335"/>
                </a:lnTo>
                <a:lnTo>
                  <a:pt x="1701640" y="43586"/>
                </a:lnTo>
                <a:lnTo>
                  <a:pt x="1731082" y="43586"/>
                </a:lnTo>
                <a:lnTo>
                  <a:pt x="1731082" y="50920"/>
                </a:lnTo>
                <a:lnTo>
                  <a:pt x="1701640" y="50920"/>
                </a:lnTo>
                <a:lnTo>
                  <a:pt x="1701640" y="80362"/>
                </a:lnTo>
                <a:lnTo>
                  <a:pt x="1737788" y="80362"/>
                </a:lnTo>
                <a:lnTo>
                  <a:pt x="1737788" y="87696"/>
                </a:lnTo>
                <a:lnTo>
                  <a:pt x="1692944" y="87696"/>
                </a:lnTo>
                <a:close/>
                <a:moveTo>
                  <a:pt x="1616744" y="11001"/>
                </a:moveTo>
                <a:lnTo>
                  <a:pt x="1635604" y="11001"/>
                </a:lnTo>
                <a:cubicBezTo>
                  <a:pt x="1647268" y="11001"/>
                  <a:pt x="1656174" y="14319"/>
                  <a:pt x="1662322" y="20955"/>
                </a:cubicBezTo>
                <a:cubicBezTo>
                  <a:pt x="1668398" y="27520"/>
                  <a:pt x="1671436" y="36880"/>
                  <a:pt x="1671436" y="49034"/>
                </a:cubicBezTo>
                <a:cubicBezTo>
                  <a:pt x="1671436" y="61258"/>
                  <a:pt x="1668434" y="70723"/>
                  <a:pt x="1662426" y="77428"/>
                </a:cubicBezTo>
                <a:cubicBezTo>
                  <a:pt x="1656280" y="84274"/>
                  <a:pt x="1647442" y="87696"/>
                  <a:pt x="1635918" y="87696"/>
                </a:cubicBezTo>
                <a:lnTo>
                  <a:pt x="1616744" y="87696"/>
                </a:lnTo>
                <a:close/>
                <a:moveTo>
                  <a:pt x="1484232" y="11001"/>
                </a:moveTo>
                <a:lnTo>
                  <a:pt x="1520904" y="11001"/>
                </a:lnTo>
                <a:lnTo>
                  <a:pt x="1520904" y="18335"/>
                </a:lnTo>
                <a:lnTo>
                  <a:pt x="1491776" y="18335"/>
                </a:lnTo>
                <a:lnTo>
                  <a:pt x="1489680" y="41595"/>
                </a:lnTo>
                <a:cubicBezTo>
                  <a:pt x="1493522" y="39430"/>
                  <a:pt x="1497504" y="38347"/>
                  <a:pt x="1501624" y="38347"/>
                </a:cubicBezTo>
                <a:cubicBezTo>
                  <a:pt x="1508400" y="38347"/>
                  <a:pt x="1513814" y="40303"/>
                  <a:pt x="1517866" y="44215"/>
                </a:cubicBezTo>
                <a:cubicBezTo>
                  <a:pt x="1522336" y="48545"/>
                  <a:pt x="1524570" y="54762"/>
                  <a:pt x="1524570" y="62865"/>
                </a:cubicBezTo>
                <a:cubicBezTo>
                  <a:pt x="1524570" y="70827"/>
                  <a:pt x="1522022" y="77289"/>
                  <a:pt x="1516922" y="82248"/>
                </a:cubicBezTo>
                <a:cubicBezTo>
                  <a:pt x="1512242" y="86788"/>
                  <a:pt x="1506550" y="89058"/>
                  <a:pt x="1499844" y="89058"/>
                </a:cubicBezTo>
                <a:cubicBezTo>
                  <a:pt x="1490484" y="89058"/>
                  <a:pt x="1482416" y="85671"/>
                  <a:pt x="1475640" y="78895"/>
                </a:cubicBezTo>
                <a:lnTo>
                  <a:pt x="1479936" y="73237"/>
                </a:lnTo>
                <a:cubicBezTo>
                  <a:pt x="1485594" y="79035"/>
                  <a:pt x="1491986" y="81934"/>
                  <a:pt x="1499110" y="81934"/>
                </a:cubicBezTo>
                <a:cubicBezTo>
                  <a:pt x="1503860" y="81934"/>
                  <a:pt x="1507842" y="80222"/>
                  <a:pt x="1511054" y="76800"/>
                </a:cubicBezTo>
                <a:cubicBezTo>
                  <a:pt x="1514338" y="73307"/>
                  <a:pt x="1515980" y="68732"/>
                  <a:pt x="1515980" y="63074"/>
                </a:cubicBezTo>
                <a:cubicBezTo>
                  <a:pt x="1515980" y="57486"/>
                  <a:pt x="1514478" y="53051"/>
                  <a:pt x="1511474" y="49768"/>
                </a:cubicBezTo>
                <a:cubicBezTo>
                  <a:pt x="1508540" y="46555"/>
                  <a:pt x="1504558" y="44948"/>
                  <a:pt x="1499530" y="44948"/>
                </a:cubicBezTo>
                <a:cubicBezTo>
                  <a:pt x="1495478" y="44948"/>
                  <a:pt x="1491148" y="46485"/>
                  <a:pt x="1486538" y="49558"/>
                </a:cubicBezTo>
                <a:lnTo>
                  <a:pt x="1481822" y="46624"/>
                </a:lnTo>
                <a:close/>
                <a:moveTo>
                  <a:pt x="1430216" y="11001"/>
                </a:moveTo>
                <a:lnTo>
                  <a:pt x="1477678" y="11001"/>
                </a:lnTo>
                <a:lnTo>
                  <a:pt x="1477678" y="16135"/>
                </a:lnTo>
                <a:cubicBezTo>
                  <a:pt x="1469158" y="27171"/>
                  <a:pt x="1463254" y="38277"/>
                  <a:pt x="1459972" y="49453"/>
                </a:cubicBezTo>
                <a:cubicBezTo>
                  <a:pt x="1457318" y="58674"/>
                  <a:pt x="1455642" y="71421"/>
                  <a:pt x="1454942" y="87696"/>
                </a:cubicBezTo>
                <a:lnTo>
                  <a:pt x="1446038" y="87696"/>
                </a:lnTo>
                <a:cubicBezTo>
                  <a:pt x="1447224" y="59966"/>
                  <a:pt x="1454488" y="36845"/>
                  <a:pt x="1467830" y="18335"/>
                </a:cubicBezTo>
                <a:lnTo>
                  <a:pt x="1430216" y="18335"/>
                </a:lnTo>
                <a:close/>
                <a:moveTo>
                  <a:pt x="1379458" y="11001"/>
                </a:moveTo>
                <a:lnTo>
                  <a:pt x="1416128" y="11001"/>
                </a:lnTo>
                <a:lnTo>
                  <a:pt x="1416128" y="18335"/>
                </a:lnTo>
                <a:lnTo>
                  <a:pt x="1387002" y="18335"/>
                </a:lnTo>
                <a:lnTo>
                  <a:pt x="1384906" y="41595"/>
                </a:lnTo>
                <a:cubicBezTo>
                  <a:pt x="1388748" y="39430"/>
                  <a:pt x="1392728" y="38347"/>
                  <a:pt x="1396850" y="38347"/>
                </a:cubicBezTo>
                <a:cubicBezTo>
                  <a:pt x="1403626" y="38347"/>
                  <a:pt x="1409038" y="40303"/>
                  <a:pt x="1413090" y="44215"/>
                </a:cubicBezTo>
                <a:cubicBezTo>
                  <a:pt x="1417560" y="48545"/>
                  <a:pt x="1419796" y="54762"/>
                  <a:pt x="1419796" y="62865"/>
                </a:cubicBezTo>
                <a:cubicBezTo>
                  <a:pt x="1419796" y="70827"/>
                  <a:pt x="1417246" y="77289"/>
                  <a:pt x="1412148" y="82248"/>
                </a:cubicBezTo>
                <a:cubicBezTo>
                  <a:pt x="1407468" y="86788"/>
                  <a:pt x="1401774" y="89058"/>
                  <a:pt x="1395068" y="89058"/>
                </a:cubicBezTo>
                <a:cubicBezTo>
                  <a:pt x="1385708" y="89058"/>
                  <a:pt x="1377642" y="85671"/>
                  <a:pt x="1370866" y="78895"/>
                </a:cubicBezTo>
                <a:lnTo>
                  <a:pt x="1375162" y="73237"/>
                </a:lnTo>
                <a:cubicBezTo>
                  <a:pt x="1380820" y="79035"/>
                  <a:pt x="1387210" y="81934"/>
                  <a:pt x="1394336" y="81934"/>
                </a:cubicBezTo>
                <a:cubicBezTo>
                  <a:pt x="1399086" y="81934"/>
                  <a:pt x="1403066" y="80222"/>
                  <a:pt x="1406280" y="76800"/>
                </a:cubicBezTo>
                <a:cubicBezTo>
                  <a:pt x="1409562" y="73307"/>
                  <a:pt x="1411204" y="68732"/>
                  <a:pt x="1411204" y="63074"/>
                </a:cubicBezTo>
                <a:cubicBezTo>
                  <a:pt x="1411204" y="57486"/>
                  <a:pt x="1409702" y="53051"/>
                  <a:pt x="1406698" y="49768"/>
                </a:cubicBezTo>
                <a:cubicBezTo>
                  <a:pt x="1403766" y="46555"/>
                  <a:pt x="1399784" y="44948"/>
                  <a:pt x="1394754" y="44948"/>
                </a:cubicBezTo>
                <a:cubicBezTo>
                  <a:pt x="1390704" y="44948"/>
                  <a:pt x="1386372" y="46485"/>
                  <a:pt x="1381762" y="49558"/>
                </a:cubicBezTo>
                <a:lnTo>
                  <a:pt x="1377048" y="46624"/>
                </a:lnTo>
                <a:close/>
                <a:moveTo>
                  <a:pt x="1288208" y="11001"/>
                </a:moveTo>
                <a:lnTo>
                  <a:pt x="1297324" y="11001"/>
                </a:lnTo>
                <a:lnTo>
                  <a:pt x="1297324" y="59512"/>
                </a:lnTo>
                <a:lnTo>
                  <a:pt x="1307800" y="59512"/>
                </a:lnTo>
                <a:lnTo>
                  <a:pt x="1307800" y="66322"/>
                </a:lnTo>
                <a:lnTo>
                  <a:pt x="1297324" y="66322"/>
                </a:lnTo>
                <a:lnTo>
                  <a:pt x="1297324" y="87696"/>
                </a:lnTo>
                <a:lnTo>
                  <a:pt x="1289256" y="87696"/>
                </a:lnTo>
                <a:lnTo>
                  <a:pt x="1289256" y="66322"/>
                </a:lnTo>
                <a:lnTo>
                  <a:pt x="1255622" y="66322"/>
                </a:lnTo>
                <a:lnTo>
                  <a:pt x="1255622" y="60769"/>
                </a:lnTo>
                <a:close/>
                <a:moveTo>
                  <a:pt x="711870" y="11001"/>
                </a:moveTo>
                <a:lnTo>
                  <a:pt x="730728" y="11001"/>
                </a:lnTo>
                <a:cubicBezTo>
                  <a:pt x="742394" y="11001"/>
                  <a:pt x="751300" y="14319"/>
                  <a:pt x="757446" y="20955"/>
                </a:cubicBezTo>
                <a:cubicBezTo>
                  <a:pt x="763524" y="27520"/>
                  <a:pt x="766562" y="36880"/>
                  <a:pt x="766562" y="49034"/>
                </a:cubicBezTo>
                <a:cubicBezTo>
                  <a:pt x="766562" y="61258"/>
                  <a:pt x="763558" y="70723"/>
                  <a:pt x="757550" y="77428"/>
                </a:cubicBezTo>
                <a:cubicBezTo>
                  <a:pt x="751404" y="84274"/>
                  <a:pt x="742568" y="87696"/>
                  <a:pt x="731042" y="87696"/>
                </a:cubicBezTo>
                <a:lnTo>
                  <a:pt x="711870" y="87696"/>
                </a:lnTo>
                <a:close/>
                <a:moveTo>
                  <a:pt x="473744" y="11001"/>
                </a:moveTo>
                <a:lnTo>
                  <a:pt x="495956" y="11001"/>
                </a:lnTo>
                <a:cubicBezTo>
                  <a:pt x="513418" y="11001"/>
                  <a:pt x="522150" y="17253"/>
                  <a:pt x="522150" y="29756"/>
                </a:cubicBezTo>
                <a:cubicBezTo>
                  <a:pt x="522150" y="38347"/>
                  <a:pt x="518344" y="43900"/>
                  <a:pt x="510730" y="46415"/>
                </a:cubicBezTo>
                <a:lnTo>
                  <a:pt x="510730" y="46834"/>
                </a:lnTo>
                <a:cubicBezTo>
                  <a:pt x="521346" y="48860"/>
                  <a:pt x="526656" y="55006"/>
                  <a:pt x="526656" y="65274"/>
                </a:cubicBezTo>
                <a:cubicBezTo>
                  <a:pt x="526656" y="72539"/>
                  <a:pt x="523966" y="78162"/>
                  <a:pt x="518588" y="82143"/>
                </a:cubicBezTo>
                <a:cubicBezTo>
                  <a:pt x="513488" y="85845"/>
                  <a:pt x="506504" y="87696"/>
                  <a:pt x="497632" y="87696"/>
                </a:cubicBezTo>
                <a:lnTo>
                  <a:pt x="473744" y="87696"/>
                </a:lnTo>
                <a:close/>
                <a:moveTo>
                  <a:pt x="1225714" y="9848"/>
                </a:moveTo>
                <a:cubicBezTo>
                  <a:pt x="1232140" y="9848"/>
                  <a:pt x="1237240" y="11734"/>
                  <a:pt x="1241012" y="15506"/>
                </a:cubicBezTo>
                <a:cubicBezTo>
                  <a:pt x="1244714" y="19208"/>
                  <a:pt x="1246564" y="24063"/>
                  <a:pt x="1246564" y="30070"/>
                </a:cubicBezTo>
                <a:cubicBezTo>
                  <a:pt x="1246564" y="37055"/>
                  <a:pt x="1243106" y="43272"/>
                  <a:pt x="1236192" y="48720"/>
                </a:cubicBezTo>
                <a:lnTo>
                  <a:pt x="1236192" y="49244"/>
                </a:lnTo>
                <a:cubicBezTo>
                  <a:pt x="1244854" y="54273"/>
                  <a:pt x="1249184" y="60979"/>
                  <a:pt x="1249184" y="69361"/>
                </a:cubicBezTo>
                <a:cubicBezTo>
                  <a:pt x="1249184" y="74949"/>
                  <a:pt x="1247018" y="79594"/>
                  <a:pt x="1242688" y="83296"/>
                </a:cubicBezTo>
                <a:cubicBezTo>
                  <a:pt x="1238218" y="87137"/>
                  <a:pt x="1232490" y="89058"/>
                  <a:pt x="1225504" y="89058"/>
                </a:cubicBezTo>
                <a:cubicBezTo>
                  <a:pt x="1218450" y="89058"/>
                  <a:pt x="1212652" y="87137"/>
                  <a:pt x="1208112" y="83296"/>
                </a:cubicBezTo>
                <a:cubicBezTo>
                  <a:pt x="1203502" y="79454"/>
                  <a:pt x="1201196" y="74564"/>
                  <a:pt x="1201196" y="68627"/>
                </a:cubicBezTo>
                <a:cubicBezTo>
                  <a:pt x="1201196" y="59617"/>
                  <a:pt x="1205946" y="52492"/>
                  <a:pt x="1215446" y="47253"/>
                </a:cubicBezTo>
                <a:lnTo>
                  <a:pt x="1215446" y="46834"/>
                </a:lnTo>
                <a:cubicBezTo>
                  <a:pt x="1208532" y="42154"/>
                  <a:pt x="1205074" y="36287"/>
                  <a:pt x="1205074" y="29232"/>
                </a:cubicBezTo>
                <a:cubicBezTo>
                  <a:pt x="1205074" y="23504"/>
                  <a:pt x="1207064" y="18824"/>
                  <a:pt x="1211046" y="15192"/>
                </a:cubicBezTo>
                <a:cubicBezTo>
                  <a:pt x="1214888" y="11630"/>
                  <a:pt x="1219778" y="9848"/>
                  <a:pt x="1225714" y="9848"/>
                </a:cubicBezTo>
                <a:close/>
                <a:moveTo>
                  <a:pt x="1866098" y="9639"/>
                </a:moveTo>
                <a:cubicBezTo>
                  <a:pt x="1874620" y="9639"/>
                  <a:pt x="1881920" y="12747"/>
                  <a:pt x="1887998" y="18964"/>
                </a:cubicBezTo>
                <a:lnTo>
                  <a:pt x="1883178" y="24622"/>
                </a:lnTo>
                <a:cubicBezTo>
                  <a:pt x="1878568" y="19732"/>
                  <a:pt x="1872944" y="17287"/>
                  <a:pt x="1866308" y="17287"/>
                </a:cubicBezTo>
                <a:cubicBezTo>
                  <a:pt x="1858346" y="17287"/>
                  <a:pt x="1852024" y="20116"/>
                  <a:pt x="1847344" y="25774"/>
                </a:cubicBezTo>
                <a:cubicBezTo>
                  <a:pt x="1842594" y="31502"/>
                  <a:pt x="1840220" y="39290"/>
                  <a:pt x="1840220" y="49139"/>
                </a:cubicBezTo>
                <a:cubicBezTo>
                  <a:pt x="1840220" y="59128"/>
                  <a:pt x="1842490" y="66986"/>
                  <a:pt x="1847030" y="72713"/>
                </a:cubicBezTo>
                <a:cubicBezTo>
                  <a:pt x="1851640" y="78511"/>
                  <a:pt x="1858066" y="81410"/>
                  <a:pt x="1866308" y="81410"/>
                </a:cubicBezTo>
                <a:cubicBezTo>
                  <a:pt x="1872664" y="81410"/>
                  <a:pt x="1877520" y="79803"/>
                  <a:pt x="1880872" y="76590"/>
                </a:cubicBezTo>
                <a:lnTo>
                  <a:pt x="1880872" y="55635"/>
                </a:lnTo>
                <a:lnTo>
                  <a:pt x="1864214" y="55635"/>
                </a:lnTo>
                <a:lnTo>
                  <a:pt x="1864214" y="48406"/>
                </a:lnTo>
                <a:lnTo>
                  <a:pt x="1888940" y="48406"/>
                </a:lnTo>
                <a:lnTo>
                  <a:pt x="1888940" y="80257"/>
                </a:lnTo>
                <a:cubicBezTo>
                  <a:pt x="1883282" y="86125"/>
                  <a:pt x="1875458" y="89058"/>
                  <a:pt x="1865470" y="89058"/>
                </a:cubicBezTo>
                <a:cubicBezTo>
                  <a:pt x="1855272" y="89058"/>
                  <a:pt x="1847066" y="85531"/>
                  <a:pt x="1840848" y="78476"/>
                </a:cubicBezTo>
                <a:cubicBezTo>
                  <a:pt x="1834492" y="71281"/>
                  <a:pt x="1831314" y="61572"/>
                  <a:pt x="1831314" y="49349"/>
                </a:cubicBezTo>
                <a:cubicBezTo>
                  <a:pt x="1831314" y="37195"/>
                  <a:pt x="1834596" y="27486"/>
                  <a:pt x="1841162" y="20221"/>
                </a:cubicBezTo>
                <a:cubicBezTo>
                  <a:pt x="1847518" y="13166"/>
                  <a:pt x="1855830" y="9639"/>
                  <a:pt x="1866098" y="9639"/>
                </a:cubicBezTo>
                <a:close/>
                <a:moveTo>
                  <a:pt x="1771888" y="9639"/>
                </a:moveTo>
                <a:cubicBezTo>
                  <a:pt x="1780828" y="9639"/>
                  <a:pt x="1788266" y="12782"/>
                  <a:pt x="1794204" y="19069"/>
                </a:cubicBezTo>
                <a:lnTo>
                  <a:pt x="1789594" y="24622"/>
                </a:lnTo>
                <a:cubicBezTo>
                  <a:pt x="1784496" y="19732"/>
                  <a:pt x="1778592" y="17287"/>
                  <a:pt x="1771888" y="17287"/>
                </a:cubicBezTo>
                <a:cubicBezTo>
                  <a:pt x="1767416" y="17287"/>
                  <a:pt x="1763820" y="18335"/>
                  <a:pt x="1761096" y="20431"/>
                </a:cubicBezTo>
                <a:cubicBezTo>
                  <a:pt x="1758372" y="22596"/>
                  <a:pt x="1757010" y="25460"/>
                  <a:pt x="1757010" y="29022"/>
                </a:cubicBezTo>
                <a:cubicBezTo>
                  <a:pt x="1757010" y="32515"/>
                  <a:pt x="1758406" y="35414"/>
                  <a:pt x="1761200" y="37719"/>
                </a:cubicBezTo>
                <a:cubicBezTo>
                  <a:pt x="1762806" y="39046"/>
                  <a:pt x="1765670" y="40582"/>
                  <a:pt x="1769792" y="42329"/>
                </a:cubicBezTo>
                <a:lnTo>
                  <a:pt x="1780898" y="47044"/>
                </a:lnTo>
                <a:cubicBezTo>
                  <a:pt x="1791516" y="51723"/>
                  <a:pt x="1796824" y="58569"/>
                  <a:pt x="1796824" y="67579"/>
                </a:cubicBezTo>
                <a:cubicBezTo>
                  <a:pt x="1796824" y="73726"/>
                  <a:pt x="1794518" y="78825"/>
                  <a:pt x="1789908" y="82877"/>
                </a:cubicBezTo>
                <a:cubicBezTo>
                  <a:pt x="1785088" y="86998"/>
                  <a:pt x="1778802" y="89058"/>
                  <a:pt x="1771050" y="89058"/>
                </a:cubicBezTo>
                <a:cubicBezTo>
                  <a:pt x="1760432" y="89058"/>
                  <a:pt x="1751562" y="85251"/>
                  <a:pt x="1744436" y="77638"/>
                </a:cubicBezTo>
                <a:lnTo>
                  <a:pt x="1749674" y="71666"/>
                </a:lnTo>
                <a:cubicBezTo>
                  <a:pt x="1755682" y="78162"/>
                  <a:pt x="1762842" y="81410"/>
                  <a:pt x="1771154" y="81410"/>
                </a:cubicBezTo>
                <a:cubicBezTo>
                  <a:pt x="1776322" y="81410"/>
                  <a:pt x="1780444" y="80187"/>
                  <a:pt x="1783518" y="77743"/>
                </a:cubicBezTo>
                <a:cubicBezTo>
                  <a:pt x="1786520" y="75368"/>
                  <a:pt x="1788022" y="72190"/>
                  <a:pt x="1788022" y="68208"/>
                </a:cubicBezTo>
                <a:cubicBezTo>
                  <a:pt x="1788022" y="64506"/>
                  <a:pt x="1786766" y="61502"/>
                  <a:pt x="1784250" y="59197"/>
                </a:cubicBezTo>
                <a:cubicBezTo>
                  <a:pt x="1782644" y="57800"/>
                  <a:pt x="1779536" y="56089"/>
                  <a:pt x="1774926" y="54063"/>
                </a:cubicBezTo>
                <a:lnTo>
                  <a:pt x="1763820" y="49139"/>
                </a:lnTo>
                <a:cubicBezTo>
                  <a:pt x="1753412" y="44669"/>
                  <a:pt x="1748208" y="38173"/>
                  <a:pt x="1748208" y="29651"/>
                </a:cubicBezTo>
                <a:cubicBezTo>
                  <a:pt x="1748208" y="23853"/>
                  <a:pt x="1750444" y="19069"/>
                  <a:pt x="1754914" y="15297"/>
                </a:cubicBezTo>
                <a:cubicBezTo>
                  <a:pt x="1759384" y="11525"/>
                  <a:pt x="1765042" y="9639"/>
                  <a:pt x="1771888" y="9639"/>
                </a:cubicBezTo>
                <a:close/>
                <a:moveTo>
                  <a:pt x="1556156" y="9639"/>
                </a:moveTo>
                <a:cubicBezTo>
                  <a:pt x="1563838" y="9639"/>
                  <a:pt x="1569916" y="12677"/>
                  <a:pt x="1574386" y="18754"/>
                </a:cubicBezTo>
                <a:cubicBezTo>
                  <a:pt x="1579206" y="25111"/>
                  <a:pt x="1581616" y="34121"/>
                  <a:pt x="1581616" y="45786"/>
                </a:cubicBezTo>
                <a:cubicBezTo>
                  <a:pt x="1581616" y="60455"/>
                  <a:pt x="1578822" y="71596"/>
                  <a:pt x="1573234" y="79209"/>
                </a:cubicBezTo>
                <a:cubicBezTo>
                  <a:pt x="1568344" y="85775"/>
                  <a:pt x="1561954" y="89058"/>
                  <a:pt x="1554060" y="89058"/>
                </a:cubicBezTo>
                <a:cubicBezTo>
                  <a:pt x="1546936" y="89058"/>
                  <a:pt x="1540928" y="86509"/>
                  <a:pt x="1536038" y="81410"/>
                </a:cubicBezTo>
                <a:lnTo>
                  <a:pt x="1540754" y="76066"/>
                </a:lnTo>
                <a:cubicBezTo>
                  <a:pt x="1544316" y="79978"/>
                  <a:pt x="1548682" y="81934"/>
                  <a:pt x="1553850" y="81934"/>
                </a:cubicBezTo>
                <a:cubicBezTo>
                  <a:pt x="1559368" y="81934"/>
                  <a:pt x="1563804" y="79489"/>
                  <a:pt x="1567158" y="74599"/>
                </a:cubicBezTo>
                <a:cubicBezTo>
                  <a:pt x="1571068" y="68942"/>
                  <a:pt x="1573198" y="60315"/>
                  <a:pt x="1573548" y="48720"/>
                </a:cubicBezTo>
                <a:cubicBezTo>
                  <a:pt x="1568240" y="55216"/>
                  <a:pt x="1562232" y="58464"/>
                  <a:pt x="1555526" y="58464"/>
                </a:cubicBezTo>
                <a:cubicBezTo>
                  <a:pt x="1549030" y="58464"/>
                  <a:pt x="1543932" y="56438"/>
                  <a:pt x="1540230" y="52387"/>
                </a:cubicBezTo>
                <a:cubicBezTo>
                  <a:pt x="1536458" y="48126"/>
                  <a:pt x="1534572" y="42119"/>
                  <a:pt x="1534572" y="34366"/>
                </a:cubicBezTo>
                <a:cubicBezTo>
                  <a:pt x="1534572" y="27171"/>
                  <a:pt x="1536702" y="21199"/>
                  <a:pt x="1540964" y="16449"/>
                </a:cubicBezTo>
                <a:cubicBezTo>
                  <a:pt x="1545084" y="11909"/>
                  <a:pt x="1550148" y="9639"/>
                  <a:pt x="1556156" y="9639"/>
                </a:cubicBezTo>
                <a:close/>
                <a:moveTo>
                  <a:pt x="194356" y="9639"/>
                </a:moveTo>
                <a:lnTo>
                  <a:pt x="198652" y="11001"/>
                </a:lnTo>
                <a:cubicBezTo>
                  <a:pt x="195160" y="34680"/>
                  <a:pt x="187826" y="53959"/>
                  <a:pt x="176650" y="68837"/>
                </a:cubicBezTo>
                <a:cubicBezTo>
                  <a:pt x="182866" y="76660"/>
                  <a:pt x="191354" y="83889"/>
                  <a:pt x="202110" y="90525"/>
                </a:cubicBezTo>
                <a:cubicBezTo>
                  <a:pt x="199944" y="92132"/>
                  <a:pt x="198304" y="94018"/>
                  <a:pt x="197186" y="96183"/>
                </a:cubicBezTo>
                <a:cubicBezTo>
                  <a:pt x="186638" y="89338"/>
                  <a:pt x="178292" y="82108"/>
                  <a:pt x="172144" y="74495"/>
                </a:cubicBezTo>
                <a:cubicBezTo>
                  <a:pt x="164112" y="83645"/>
                  <a:pt x="154682" y="90665"/>
                  <a:pt x="143856" y="95554"/>
                </a:cubicBezTo>
                <a:cubicBezTo>
                  <a:pt x="142668" y="93179"/>
                  <a:pt x="141236" y="91259"/>
                  <a:pt x="139560" y="89792"/>
                </a:cubicBezTo>
                <a:cubicBezTo>
                  <a:pt x="150246" y="85391"/>
                  <a:pt x="159712" y="78406"/>
                  <a:pt x="167954" y="68837"/>
                </a:cubicBezTo>
                <a:cubicBezTo>
                  <a:pt x="159362" y="56264"/>
                  <a:pt x="153146" y="38871"/>
                  <a:pt x="149304" y="16659"/>
                </a:cubicBezTo>
                <a:lnTo>
                  <a:pt x="145322" y="16659"/>
                </a:lnTo>
                <a:lnTo>
                  <a:pt x="145322" y="9953"/>
                </a:lnTo>
                <a:lnTo>
                  <a:pt x="193100" y="9953"/>
                </a:lnTo>
                <a:close/>
                <a:moveTo>
                  <a:pt x="1337918" y="9534"/>
                </a:moveTo>
                <a:cubicBezTo>
                  <a:pt x="1344414" y="9604"/>
                  <a:pt x="1349618" y="11280"/>
                  <a:pt x="1353530" y="14563"/>
                </a:cubicBezTo>
                <a:cubicBezTo>
                  <a:pt x="1357652" y="17986"/>
                  <a:pt x="1359712" y="22666"/>
                  <a:pt x="1359712" y="28603"/>
                </a:cubicBezTo>
                <a:cubicBezTo>
                  <a:pt x="1359712" y="37753"/>
                  <a:pt x="1355136" y="43970"/>
                  <a:pt x="1345986" y="47253"/>
                </a:cubicBezTo>
                <a:lnTo>
                  <a:pt x="1345986" y="47672"/>
                </a:lnTo>
                <a:cubicBezTo>
                  <a:pt x="1350736" y="48790"/>
                  <a:pt x="1354578" y="50990"/>
                  <a:pt x="1357512" y="54273"/>
                </a:cubicBezTo>
                <a:cubicBezTo>
                  <a:pt x="1360724" y="57835"/>
                  <a:pt x="1362332" y="62166"/>
                  <a:pt x="1362332" y="67265"/>
                </a:cubicBezTo>
                <a:cubicBezTo>
                  <a:pt x="1362332" y="73901"/>
                  <a:pt x="1359992" y="79244"/>
                  <a:pt x="1355312" y="83296"/>
                </a:cubicBezTo>
                <a:cubicBezTo>
                  <a:pt x="1350842" y="87137"/>
                  <a:pt x="1345148" y="89058"/>
                  <a:pt x="1338234" y="89058"/>
                </a:cubicBezTo>
                <a:cubicBezTo>
                  <a:pt x="1328454" y="89058"/>
                  <a:pt x="1320352" y="85566"/>
                  <a:pt x="1313926" y="78581"/>
                </a:cubicBezTo>
                <a:lnTo>
                  <a:pt x="1318326" y="73028"/>
                </a:lnTo>
                <a:cubicBezTo>
                  <a:pt x="1324124" y="78965"/>
                  <a:pt x="1330584" y="81934"/>
                  <a:pt x="1337710" y="81934"/>
                </a:cubicBezTo>
                <a:cubicBezTo>
                  <a:pt x="1342458" y="81934"/>
                  <a:pt x="1346300" y="80606"/>
                  <a:pt x="1349234" y="77952"/>
                </a:cubicBezTo>
                <a:cubicBezTo>
                  <a:pt x="1352238" y="75158"/>
                  <a:pt x="1353740" y="71526"/>
                  <a:pt x="1353740" y="67056"/>
                </a:cubicBezTo>
                <a:cubicBezTo>
                  <a:pt x="1353740" y="56438"/>
                  <a:pt x="1345638" y="51130"/>
                  <a:pt x="1329432" y="51130"/>
                </a:cubicBezTo>
                <a:lnTo>
                  <a:pt x="1329432" y="44424"/>
                </a:lnTo>
                <a:cubicBezTo>
                  <a:pt x="1343822" y="44424"/>
                  <a:pt x="1351016" y="39360"/>
                  <a:pt x="1351016" y="29232"/>
                </a:cubicBezTo>
                <a:cubicBezTo>
                  <a:pt x="1351016" y="25390"/>
                  <a:pt x="1349828" y="22317"/>
                  <a:pt x="1347454" y="20012"/>
                </a:cubicBezTo>
                <a:cubicBezTo>
                  <a:pt x="1345008" y="17707"/>
                  <a:pt x="1341726" y="16519"/>
                  <a:pt x="1337604" y="16449"/>
                </a:cubicBezTo>
                <a:cubicBezTo>
                  <a:pt x="1331806" y="16519"/>
                  <a:pt x="1326428" y="19104"/>
                  <a:pt x="1321470" y="24203"/>
                </a:cubicBezTo>
                <a:lnTo>
                  <a:pt x="1316754" y="18650"/>
                </a:lnTo>
                <a:cubicBezTo>
                  <a:pt x="1323320" y="12642"/>
                  <a:pt x="1330374" y="9604"/>
                  <a:pt x="1337918" y="9534"/>
                </a:cubicBezTo>
                <a:close/>
                <a:moveTo>
                  <a:pt x="1101660" y="4295"/>
                </a:moveTo>
                <a:lnTo>
                  <a:pt x="1110148" y="4295"/>
                </a:lnTo>
                <a:lnTo>
                  <a:pt x="1110148" y="77952"/>
                </a:lnTo>
                <a:cubicBezTo>
                  <a:pt x="1110148" y="80606"/>
                  <a:pt x="1111020" y="81934"/>
                  <a:pt x="1112766" y="81934"/>
                </a:cubicBezTo>
                <a:cubicBezTo>
                  <a:pt x="1113396" y="81934"/>
                  <a:pt x="1114058" y="81864"/>
                  <a:pt x="1114758" y="81724"/>
                </a:cubicBezTo>
                <a:lnTo>
                  <a:pt x="1116014" y="88325"/>
                </a:lnTo>
                <a:cubicBezTo>
                  <a:pt x="1114408" y="88814"/>
                  <a:pt x="1112696" y="89058"/>
                  <a:pt x="1110880" y="89058"/>
                </a:cubicBezTo>
                <a:cubicBezTo>
                  <a:pt x="1104734" y="89058"/>
                  <a:pt x="1101660" y="85147"/>
                  <a:pt x="1101660" y="77324"/>
                </a:cubicBezTo>
                <a:close/>
                <a:moveTo>
                  <a:pt x="539686" y="4295"/>
                </a:moveTo>
                <a:lnTo>
                  <a:pt x="548172" y="4295"/>
                </a:lnTo>
                <a:lnTo>
                  <a:pt x="548172" y="77952"/>
                </a:lnTo>
                <a:cubicBezTo>
                  <a:pt x="548172" y="80606"/>
                  <a:pt x="549046" y="81934"/>
                  <a:pt x="550792" y="81934"/>
                </a:cubicBezTo>
                <a:cubicBezTo>
                  <a:pt x="551420" y="81934"/>
                  <a:pt x="552084" y="81864"/>
                  <a:pt x="552782" y="81724"/>
                </a:cubicBezTo>
                <a:lnTo>
                  <a:pt x="554040" y="88325"/>
                </a:lnTo>
                <a:cubicBezTo>
                  <a:pt x="552434" y="88814"/>
                  <a:pt x="550722" y="89058"/>
                  <a:pt x="548906" y="89058"/>
                </a:cubicBezTo>
                <a:cubicBezTo>
                  <a:pt x="542758" y="89058"/>
                  <a:pt x="539686" y="85147"/>
                  <a:pt x="539686" y="77324"/>
                </a:cubicBezTo>
                <a:close/>
                <a:moveTo>
                  <a:pt x="1090374" y="2933"/>
                </a:moveTo>
                <a:cubicBezTo>
                  <a:pt x="1093586" y="2933"/>
                  <a:pt x="1096626" y="3562"/>
                  <a:pt x="1099488" y="4819"/>
                </a:cubicBezTo>
                <a:lnTo>
                  <a:pt x="1097602" y="11420"/>
                </a:lnTo>
                <a:cubicBezTo>
                  <a:pt x="1095438" y="10372"/>
                  <a:pt x="1093272" y="9848"/>
                  <a:pt x="1091106" y="9848"/>
                </a:cubicBezTo>
                <a:cubicBezTo>
                  <a:pt x="1085658" y="9848"/>
                  <a:pt x="1082934" y="13690"/>
                  <a:pt x="1082934" y="21374"/>
                </a:cubicBezTo>
                <a:lnTo>
                  <a:pt x="1082934" y="31118"/>
                </a:lnTo>
                <a:lnTo>
                  <a:pt x="1095088" y="31118"/>
                </a:lnTo>
                <a:lnTo>
                  <a:pt x="1095088" y="38138"/>
                </a:lnTo>
                <a:lnTo>
                  <a:pt x="1082934" y="38138"/>
                </a:lnTo>
                <a:lnTo>
                  <a:pt x="1082934" y="87696"/>
                </a:lnTo>
                <a:lnTo>
                  <a:pt x="1074342" y="87696"/>
                </a:lnTo>
                <a:lnTo>
                  <a:pt x="1074342" y="38138"/>
                </a:lnTo>
                <a:lnTo>
                  <a:pt x="1066590" y="38138"/>
                </a:lnTo>
                <a:lnTo>
                  <a:pt x="1066590" y="31642"/>
                </a:lnTo>
                <a:lnTo>
                  <a:pt x="1074342" y="31118"/>
                </a:lnTo>
                <a:lnTo>
                  <a:pt x="1074342" y="21269"/>
                </a:lnTo>
                <a:cubicBezTo>
                  <a:pt x="1074342" y="9045"/>
                  <a:pt x="1079686" y="2933"/>
                  <a:pt x="1090374" y="2933"/>
                </a:cubicBezTo>
                <a:close/>
                <a:moveTo>
                  <a:pt x="90524" y="1047"/>
                </a:moveTo>
                <a:lnTo>
                  <a:pt x="95134" y="7019"/>
                </a:lnTo>
                <a:cubicBezTo>
                  <a:pt x="83750" y="9674"/>
                  <a:pt x="69954" y="11665"/>
                  <a:pt x="53748" y="12992"/>
                </a:cubicBezTo>
                <a:lnTo>
                  <a:pt x="53748" y="30908"/>
                </a:lnTo>
                <a:lnTo>
                  <a:pt x="88010" y="30908"/>
                </a:lnTo>
                <a:lnTo>
                  <a:pt x="89268" y="30594"/>
                </a:lnTo>
                <a:lnTo>
                  <a:pt x="93354" y="31851"/>
                </a:lnTo>
                <a:cubicBezTo>
                  <a:pt x="90840" y="49244"/>
                  <a:pt x="85670" y="63598"/>
                  <a:pt x="77846" y="74914"/>
                </a:cubicBezTo>
                <a:cubicBezTo>
                  <a:pt x="83016" y="81829"/>
                  <a:pt x="89302" y="86928"/>
                  <a:pt x="96706" y="90211"/>
                </a:cubicBezTo>
                <a:cubicBezTo>
                  <a:pt x="94680" y="91957"/>
                  <a:pt x="93110" y="93843"/>
                  <a:pt x="91992" y="95869"/>
                </a:cubicBezTo>
                <a:cubicBezTo>
                  <a:pt x="84798" y="92097"/>
                  <a:pt x="78720" y="86893"/>
                  <a:pt x="73760" y="80257"/>
                </a:cubicBezTo>
                <a:cubicBezTo>
                  <a:pt x="68172" y="86893"/>
                  <a:pt x="61642" y="92097"/>
                  <a:pt x="54168" y="95869"/>
                </a:cubicBezTo>
                <a:cubicBezTo>
                  <a:pt x="53050" y="93773"/>
                  <a:pt x="51654" y="91887"/>
                  <a:pt x="49976" y="90211"/>
                </a:cubicBezTo>
                <a:cubicBezTo>
                  <a:pt x="57520" y="86858"/>
                  <a:pt x="64122" y="81619"/>
                  <a:pt x="69780" y="74495"/>
                </a:cubicBezTo>
                <a:cubicBezTo>
                  <a:pt x="63982" y="64785"/>
                  <a:pt x="59512" y="52387"/>
                  <a:pt x="56368" y="37299"/>
                </a:cubicBezTo>
                <a:lnTo>
                  <a:pt x="53748" y="37299"/>
                </a:lnTo>
                <a:lnTo>
                  <a:pt x="53748" y="43586"/>
                </a:lnTo>
                <a:cubicBezTo>
                  <a:pt x="53748" y="67335"/>
                  <a:pt x="50360" y="84832"/>
                  <a:pt x="43586" y="96078"/>
                </a:cubicBezTo>
                <a:cubicBezTo>
                  <a:pt x="41978" y="94472"/>
                  <a:pt x="40128" y="93179"/>
                  <a:pt x="38032" y="92202"/>
                </a:cubicBezTo>
                <a:cubicBezTo>
                  <a:pt x="44110" y="81724"/>
                  <a:pt x="47148" y="65519"/>
                  <a:pt x="47148" y="43586"/>
                </a:cubicBezTo>
                <a:lnTo>
                  <a:pt x="47148" y="7543"/>
                </a:lnTo>
                <a:cubicBezTo>
                  <a:pt x="66148" y="5867"/>
                  <a:pt x="80606" y="3702"/>
                  <a:pt x="90524" y="1047"/>
                </a:cubicBezTo>
                <a:close/>
                <a:moveTo>
                  <a:pt x="254602" y="209"/>
                </a:moveTo>
                <a:lnTo>
                  <a:pt x="261832" y="209"/>
                </a:lnTo>
                <a:lnTo>
                  <a:pt x="261832" y="12992"/>
                </a:lnTo>
                <a:lnTo>
                  <a:pt x="300284" y="12992"/>
                </a:lnTo>
                <a:lnTo>
                  <a:pt x="300284" y="19697"/>
                </a:lnTo>
                <a:lnTo>
                  <a:pt x="261832" y="19697"/>
                </a:lnTo>
                <a:lnTo>
                  <a:pt x="261832" y="46520"/>
                </a:lnTo>
                <a:lnTo>
                  <a:pt x="304580" y="46520"/>
                </a:lnTo>
                <a:lnTo>
                  <a:pt x="304580" y="53120"/>
                </a:lnTo>
                <a:lnTo>
                  <a:pt x="266862" y="53120"/>
                </a:lnTo>
                <a:cubicBezTo>
                  <a:pt x="277828" y="67859"/>
                  <a:pt x="291134" y="78651"/>
                  <a:pt x="306780" y="85496"/>
                </a:cubicBezTo>
                <a:cubicBezTo>
                  <a:pt x="305174" y="86893"/>
                  <a:pt x="303568" y="88814"/>
                  <a:pt x="301960" y="91259"/>
                </a:cubicBezTo>
                <a:cubicBezTo>
                  <a:pt x="286244" y="83505"/>
                  <a:pt x="272868" y="71910"/>
                  <a:pt x="261832" y="56473"/>
                </a:cubicBezTo>
                <a:lnTo>
                  <a:pt x="261832" y="95554"/>
                </a:lnTo>
                <a:lnTo>
                  <a:pt x="254602" y="95554"/>
                </a:lnTo>
                <a:lnTo>
                  <a:pt x="254602" y="56788"/>
                </a:lnTo>
                <a:cubicBezTo>
                  <a:pt x="243916" y="71666"/>
                  <a:pt x="230714" y="83051"/>
                  <a:pt x="214998" y="90944"/>
                </a:cubicBezTo>
                <a:cubicBezTo>
                  <a:pt x="213530" y="88709"/>
                  <a:pt x="211890" y="86788"/>
                  <a:pt x="210074" y="85182"/>
                </a:cubicBezTo>
                <a:cubicBezTo>
                  <a:pt x="225860" y="78406"/>
                  <a:pt x="239060" y="67719"/>
                  <a:pt x="249678" y="53120"/>
                </a:cubicBezTo>
                <a:lnTo>
                  <a:pt x="212168" y="53120"/>
                </a:lnTo>
                <a:lnTo>
                  <a:pt x="212168" y="46520"/>
                </a:lnTo>
                <a:lnTo>
                  <a:pt x="254602" y="46520"/>
                </a:lnTo>
                <a:lnTo>
                  <a:pt x="254602" y="19697"/>
                </a:lnTo>
                <a:lnTo>
                  <a:pt x="217198" y="19697"/>
                </a:lnTo>
                <a:lnTo>
                  <a:pt x="217198" y="12992"/>
                </a:lnTo>
                <a:lnTo>
                  <a:pt x="254602" y="12992"/>
                </a:lnTo>
                <a:close/>
                <a:moveTo>
                  <a:pt x="124052" y="104"/>
                </a:moveTo>
                <a:lnTo>
                  <a:pt x="130864" y="104"/>
                </a:lnTo>
                <a:lnTo>
                  <a:pt x="130864" y="22526"/>
                </a:lnTo>
                <a:lnTo>
                  <a:pt x="145112" y="22526"/>
                </a:lnTo>
                <a:lnTo>
                  <a:pt x="145112" y="29127"/>
                </a:lnTo>
                <a:lnTo>
                  <a:pt x="130864" y="29127"/>
                </a:lnTo>
                <a:lnTo>
                  <a:pt x="130864" y="33318"/>
                </a:lnTo>
                <a:cubicBezTo>
                  <a:pt x="134216" y="36671"/>
                  <a:pt x="140084" y="43411"/>
                  <a:pt x="148466" y="53540"/>
                </a:cubicBezTo>
                <a:lnTo>
                  <a:pt x="144064" y="59721"/>
                </a:lnTo>
                <a:cubicBezTo>
                  <a:pt x="141132" y="54972"/>
                  <a:pt x="136730" y="48860"/>
                  <a:pt x="130864" y="41386"/>
                </a:cubicBezTo>
                <a:lnTo>
                  <a:pt x="130864" y="95450"/>
                </a:lnTo>
                <a:lnTo>
                  <a:pt x="124052" y="95450"/>
                </a:lnTo>
                <a:lnTo>
                  <a:pt x="124052" y="41281"/>
                </a:lnTo>
                <a:cubicBezTo>
                  <a:pt x="119302" y="56508"/>
                  <a:pt x="113854" y="68173"/>
                  <a:pt x="107708" y="76276"/>
                </a:cubicBezTo>
                <a:cubicBezTo>
                  <a:pt x="106660" y="73831"/>
                  <a:pt x="105264" y="71596"/>
                  <a:pt x="103516" y="69570"/>
                </a:cubicBezTo>
                <a:cubicBezTo>
                  <a:pt x="111550" y="60071"/>
                  <a:pt x="117732" y="46590"/>
                  <a:pt x="122062" y="29127"/>
                </a:cubicBezTo>
                <a:lnTo>
                  <a:pt x="106346" y="29127"/>
                </a:lnTo>
                <a:lnTo>
                  <a:pt x="106346" y="22526"/>
                </a:lnTo>
                <a:lnTo>
                  <a:pt x="124052" y="22526"/>
                </a:lnTo>
                <a:close/>
                <a:moveTo>
                  <a:pt x="358958" y="0"/>
                </a:moveTo>
                <a:lnTo>
                  <a:pt x="366816" y="1152"/>
                </a:lnTo>
                <a:cubicBezTo>
                  <a:pt x="364930" y="6461"/>
                  <a:pt x="363184" y="10896"/>
                  <a:pt x="361578" y="14459"/>
                </a:cubicBezTo>
                <a:lnTo>
                  <a:pt x="399402" y="14459"/>
                </a:lnTo>
                <a:lnTo>
                  <a:pt x="399402" y="95240"/>
                </a:lnTo>
                <a:lnTo>
                  <a:pt x="392172" y="95240"/>
                </a:lnTo>
                <a:lnTo>
                  <a:pt x="392172" y="89792"/>
                </a:lnTo>
                <a:lnTo>
                  <a:pt x="335384" y="89792"/>
                </a:lnTo>
                <a:lnTo>
                  <a:pt x="335384" y="95764"/>
                </a:lnTo>
                <a:lnTo>
                  <a:pt x="328364" y="95764"/>
                </a:lnTo>
                <a:lnTo>
                  <a:pt x="328364" y="14459"/>
                </a:lnTo>
                <a:lnTo>
                  <a:pt x="354558" y="14459"/>
                </a:lnTo>
                <a:cubicBezTo>
                  <a:pt x="356304" y="9988"/>
                  <a:pt x="357770" y="5168"/>
                  <a:pt x="358958" y="0"/>
                </a:cubicBezTo>
                <a:close/>
                <a:moveTo>
                  <a:pt x="26298" y="0"/>
                </a:moveTo>
                <a:lnTo>
                  <a:pt x="32688" y="0"/>
                </a:lnTo>
                <a:lnTo>
                  <a:pt x="32688" y="29337"/>
                </a:lnTo>
                <a:lnTo>
                  <a:pt x="42224" y="29337"/>
                </a:lnTo>
                <a:lnTo>
                  <a:pt x="42224" y="35623"/>
                </a:lnTo>
                <a:lnTo>
                  <a:pt x="14354" y="35623"/>
                </a:lnTo>
                <a:lnTo>
                  <a:pt x="14354" y="43796"/>
                </a:lnTo>
                <a:cubicBezTo>
                  <a:pt x="14354" y="47078"/>
                  <a:pt x="14318" y="49558"/>
                  <a:pt x="14248" y="51235"/>
                </a:cubicBezTo>
                <a:lnTo>
                  <a:pt x="35728" y="51235"/>
                </a:lnTo>
                <a:lnTo>
                  <a:pt x="35728" y="95554"/>
                </a:lnTo>
                <a:lnTo>
                  <a:pt x="29336" y="95554"/>
                </a:lnTo>
                <a:lnTo>
                  <a:pt x="29336" y="57521"/>
                </a:lnTo>
                <a:lnTo>
                  <a:pt x="14038" y="57521"/>
                </a:lnTo>
                <a:cubicBezTo>
                  <a:pt x="13130" y="74006"/>
                  <a:pt x="10128" y="86788"/>
                  <a:pt x="5028" y="95869"/>
                </a:cubicBezTo>
                <a:cubicBezTo>
                  <a:pt x="3632" y="94332"/>
                  <a:pt x="1954" y="92935"/>
                  <a:pt x="0" y="91678"/>
                </a:cubicBezTo>
                <a:cubicBezTo>
                  <a:pt x="5238" y="81549"/>
                  <a:pt x="7858" y="65589"/>
                  <a:pt x="7858" y="43796"/>
                </a:cubicBezTo>
                <a:lnTo>
                  <a:pt x="7858" y="2305"/>
                </a:lnTo>
                <a:lnTo>
                  <a:pt x="14354" y="2305"/>
                </a:lnTo>
                <a:lnTo>
                  <a:pt x="14354" y="29337"/>
                </a:lnTo>
                <a:lnTo>
                  <a:pt x="26298" y="29337"/>
                </a:lnTo>
                <a:close/>
              </a:path>
            </a:pathLst>
          </a:custGeom>
          <a:solidFill>
            <a:srgbClr val="E6E6E6"/>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fontAlgn="base"/>
            <a:endParaRPr lang="zh-CN" altLang="en-US" sz="800">
              <a:solidFill>
                <a:schemeClr val="bg1"/>
              </a:solidFill>
            </a:endParaRPr>
          </a:p>
        </p:txBody>
      </p:sp>
      <p:sp>
        <p:nvSpPr>
          <p:cNvPr id="5" name="矩形 4">
            <a:extLst>
              <a:ext uri="{FF2B5EF4-FFF2-40B4-BE49-F238E27FC236}">
                <a16:creationId xmlns:a16="http://schemas.microsoft.com/office/drawing/2014/main" id="{21E30BAC-3EFA-4972-B62C-AF8DE118CE80}"/>
              </a:ext>
            </a:extLst>
          </p:cNvPr>
          <p:cNvSpPr/>
          <p:nvPr userDrawn="1"/>
        </p:nvSpPr>
        <p:spPr>
          <a:xfrm>
            <a:off x="-15098004" y="6488668"/>
            <a:ext cx="1197764" cy="369332"/>
          </a:xfrm>
          <a:prstGeom prst="rect">
            <a:avLst/>
          </a:prstGeom>
        </p:spPr>
        <p:txBody>
          <a:bodyPr wrap="none">
            <a:normAutofit/>
          </a:bodyPr>
          <a:lstStyle/>
          <a:p>
            <a:r>
              <a:rPr lang="vi-VN" altLang="vi-VN">
                <a:solidFill>
                  <a:srgbClr val="CCD1D4"/>
                </a:solidFill>
                <a:latin typeface="Noto Sans"/>
                <a:ea typeface="Noto Sans"/>
              </a:rPr>
              <a:t>61536760</a:t>
            </a:r>
            <a:endParaRPr lang="zh-CN" altLang="en-US">
              <a:solidFill>
                <a:srgbClr val="CCD1D4"/>
              </a:solidFill>
            </a:endParaRPr>
          </a:p>
        </p:txBody>
      </p:sp>
    </p:spTree>
    <p:extLst>
      <p:ext uri="{BB962C8B-B14F-4D97-AF65-F5344CB8AC3E}">
        <p14:creationId xmlns:p14="http://schemas.microsoft.com/office/powerpoint/2010/main" val="2600910000"/>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normAutofit/>
          </a:bodyPr>
          <a:lstStyle>
            <a:lvl1pPr>
              <a:defRPr>
                <a:solidFill>
                  <a:schemeClr val="accent1">
                    <a:lumMod val="100000"/>
                  </a:schemeClr>
                </a:solidFill>
              </a:defRPr>
            </a:lvl1pPr>
          </a:lstStyle>
          <a:p>
            <a:r>
              <a:rPr lang="vi-VN" altLang="vi-VN">
                <a:latin typeface="Noto Sans"/>
                <a:ea typeface="Noto Sans"/>
              </a:rPr>
              <a:t>Bấm vào đây để chỉnh sửa kiểu tiêu</a:t>
            </a:r>
          </a:p>
        </p:txBody>
      </p:sp>
      <p:sp>
        <p:nvSpPr>
          <p:cNvPr id="3" name="日期占位符 3">
            <a:extLst>
              <a:ext uri="{FF2B5EF4-FFF2-40B4-BE49-F238E27FC236}">
                <a16:creationId xmlns:a16="http://schemas.microsoft.com/office/drawing/2014/main" id="{86D08F90-B93B-43DA-B8FF-D2F45CADCDE3}"/>
              </a:ext>
            </a:extLst>
          </p:cNvPr>
          <p:cNvSpPr>
            <a:spLocks noGrp="1" noChangeArrowheads="1"/>
          </p:cNvSpPr>
          <p:nvPr>
            <p:ph type="dt" sz="half" idx="10"/>
          </p:nvPr>
        </p:nvSpPr>
        <p:spPr/>
        <p:txBody>
          <a:bodyPr>
            <a:normAutofit fontScale="22500" lnSpcReduction="20000"/>
          </a:bodyPr>
          <a:lstStyle>
            <a:lvl1pPr>
              <a:defRPr>
                <a:solidFill>
                  <a:schemeClr val="accent1">
                    <a:lumMod val="100000"/>
                  </a:schemeClr>
                </a:solidFill>
              </a:defRPr>
            </a:lvl1pPr>
          </a:lstStyle>
          <a:p>
            <a:pPr>
              <a:defRPr/>
            </a:pPr>
            <a:fld id="{19880014-9585-46CF-97C7-B4513E33F330}" type="datetime1">
              <a:rPr lang="vi-VN" altLang="vi-VN" sz="1600" smtClean="0">
                <a:latin typeface="Noto Sans"/>
                <a:ea typeface="Noto Sans"/>
              </a:rPr>
              <a:pPr>
                <a:defRPr/>
              </a:pPr>
              <a:t>08/09/2025</a:t>
            </a:fld>
            <a:endParaRPr lang="zh-CN" altLang="en-US"/>
          </a:p>
        </p:txBody>
      </p:sp>
      <p:sp>
        <p:nvSpPr>
          <p:cNvPr id="4" name="页脚占位符 4">
            <a:extLst>
              <a:ext uri="{FF2B5EF4-FFF2-40B4-BE49-F238E27FC236}">
                <a16:creationId xmlns:a16="http://schemas.microsoft.com/office/drawing/2014/main" id="{49CFA287-DCED-4350-A7D9-38A7E43081DD}"/>
              </a:ext>
            </a:extLst>
          </p:cNvPr>
          <p:cNvSpPr>
            <a:spLocks noGrp="1" noChangeArrowheads="1"/>
          </p:cNvSpPr>
          <p:nvPr>
            <p:ph type="ftr" sz="quarter" idx="11"/>
          </p:nvPr>
        </p:nvSpPr>
        <p:spPr/>
        <p:txBody>
          <a:bodyPr/>
          <a:lstStyle>
            <a:lvl1pPr>
              <a:defRPr/>
            </a:lvl1pPr>
          </a:lstStyle>
          <a:p>
            <a:pPr>
              <a:defRPr/>
            </a:pPr>
            <a:endParaRPr lang="zh-CN" altLang="zh-CN"/>
          </a:p>
        </p:txBody>
      </p:sp>
      <p:sp>
        <p:nvSpPr>
          <p:cNvPr id="5" name="灯片编号占位符 5">
            <a:extLst>
              <a:ext uri="{FF2B5EF4-FFF2-40B4-BE49-F238E27FC236}">
                <a16:creationId xmlns:a16="http://schemas.microsoft.com/office/drawing/2014/main" id="{5B7CD3D9-B325-4ECC-B9C8-F445DC2E64A9}"/>
              </a:ext>
            </a:extLst>
          </p:cNvPr>
          <p:cNvSpPr>
            <a:spLocks noGrp="1" noChangeArrowheads="1"/>
          </p:cNvSpPr>
          <p:nvPr>
            <p:ph type="sldNum" sz="quarter" idx="12"/>
          </p:nvPr>
        </p:nvSpPr>
        <p:spPr/>
        <p:txBody>
          <a:bodyPr>
            <a:normAutofit fontScale="22500" lnSpcReduction="20000"/>
          </a:bodyPr>
          <a:lstStyle>
            <a:lvl1pPr>
              <a:defRPr>
                <a:solidFill>
                  <a:schemeClr val="accent1">
                    <a:lumMod val="100000"/>
                  </a:schemeClr>
                </a:solidFill>
              </a:defRPr>
            </a:lvl1pPr>
          </a:lstStyle>
          <a:p>
            <a:fld id="{7EC0284A-C3E8-444F-AF7D-7F000BF533D6}" type="slidenum">
              <a:rPr lang="vi-VN" altLang="vi-VN" smtClean="0">
                <a:latin typeface="Noto Sans"/>
                <a:ea typeface="Noto Sans"/>
              </a:rPr>
              <a:t>‹#›</a:t>
            </a:fld>
            <a:endParaRPr lang="zh-CN" altLang="en-US"/>
          </a:p>
        </p:txBody>
      </p:sp>
    </p:spTree>
    <p:extLst>
      <p:ext uri="{BB962C8B-B14F-4D97-AF65-F5344CB8AC3E}">
        <p14:creationId xmlns:p14="http://schemas.microsoft.com/office/powerpoint/2010/main" val="409255350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5" name="图片占位符 4">
            <a:extLst>
              <a:ext uri="{FF2B5EF4-FFF2-40B4-BE49-F238E27FC236}">
                <a16:creationId xmlns:a16="http://schemas.microsoft.com/office/drawing/2014/main" id="{13CCDA62-D2EE-4A85-93D9-0DAE04F9D73D}"/>
              </a:ext>
            </a:extLst>
          </p:cNvPr>
          <p:cNvSpPr>
            <a:spLocks noGrp="1"/>
          </p:cNvSpPr>
          <p:nvPr>
            <p:ph type="pic" sz="quarter" idx="10"/>
          </p:nvPr>
        </p:nvSpPr>
        <p:spPr>
          <a:xfrm>
            <a:off x="904360" y="1573537"/>
            <a:ext cx="5611737" cy="3710926"/>
          </a:xfrm>
          <a:custGeom>
            <a:avLst/>
            <a:gdLst>
              <a:gd name="connsiteX0" fmla="*/ 0 w 5611737"/>
              <a:gd name="connsiteY0" fmla="*/ 0 h 3710926"/>
              <a:gd name="connsiteX1" fmla="*/ 5611737 w 5611737"/>
              <a:gd name="connsiteY1" fmla="*/ 0 h 3710926"/>
              <a:gd name="connsiteX2" fmla="*/ 5611737 w 5611737"/>
              <a:gd name="connsiteY2" fmla="*/ 3710926 h 3710926"/>
              <a:gd name="connsiteX3" fmla="*/ 0 w 5611737"/>
              <a:gd name="connsiteY3" fmla="*/ 3710926 h 3710926"/>
            </a:gdLst>
            <a:ahLst/>
            <a:cxnLst>
              <a:cxn ang="0">
                <a:pos x="connsiteX0" y="connsiteY0"/>
              </a:cxn>
              <a:cxn ang="0">
                <a:pos x="connsiteX1" y="connsiteY1"/>
              </a:cxn>
              <a:cxn ang="0">
                <a:pos x="connsiteX2" y="connsiteY2"/>
              </a:cxn>
              <a:cxn ang="0">
                <a:pos x="connsiteX3" y="connsiteY3"/>
              </a:cxn>
            </a:cxnLst>
            <a:rect l="l" t="t" r="r" b="b"/>
            <a:pathLst>
              <a:path w="5611737" h="3710925">
                <a:moveTo>
                  <a:pt x="0" y="0"/>
                </a:moveTo>
                <a:lnTo>
                  <a:pt x="5611737" y="0"/>
                </a:lnTo>
                <a:lnTo>
                  <a:pt x="5611737" y="3710926"/>
                </a:lnTo>
                <a:lnTo>
                  <a:pt x="0" y="3710926"/>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177711609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1196563"/>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advClick="0" advTm="300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5" name="任意多边形: 形状 4">
            <a:extLst>
              <a:ext uri="{FF2B5EF4-FFF2-40B4-BE49-F238E27FC236}">
                <a16:creationId xmlns:a16="http://schemas.microsoft.com/office/drawing/2014/main" id="{E76CA426-0A26-41C3-A499-9DCFC41065D3}"/>
              </a:ext>
            </a:extLst>
          </p:cNvPr>
          <p:cNvSpPr>
            <a:spLocks noGrp="1"/>
          </p:cNvSpPr>
          <p:nvPr>
            <p:ph type="pic" sz="quarter" idx="10"/>
          </p:nvPr>
        </p:nvSpPr>
        <p:spPr>
          <a:xfrm>
            <a:off x="4966759" y="0"/>
            <a:ext cx="7225241" cy="6362635"/>
          </a:xfrm>
          <a:custGeom>
            <a:avLst/>
            <a:gdLst>
              <a:gd name="connsiteX0" fmla="*/ 0 w 7225241"/>
              <a:gd name="connsiteY0" fmla="*/ 0 h 6362635"/>
              <a:gd name="connsiteX1" fmla="*/ 7225241 w 7225241"/>
              <a:gd name="connsiteY1" fmla="*/ 0 h 6362635"/>
              <a:gd name="connsiteX2" fmla="*/ 7225241 w 7225241"/>
              <a:gd name="connsiteY2" fmla="*/ 6362635 h 6362635"/>
            </a:gdLst>
            <a:ahLst/>
            <a:cxnLst>
              <a:cxn ang="0">
                <a:pos x="connsiteX0" y="connsiteY0"/>
              </a:cxn>
              <a:cxn ang="0">
                <a:pos x="connsiteX1" y="connsiteY1"/>
              </a:cxn>
              <a:cxn ang="0">
                <a:pos x="connsiteX2" y="connsiteY2"/>
              </a:cxn>
            </a:cxnLst>
            <a:rect l="l" t="t" r="r" b="b"/>
            <a:pathLst>
              <a:path w="7225241" h="6362635">
                <a:moveTo>
                  <a:pt x="0" y="0"/>
                </a:moveTo>
                <a:lnTo>
                  <a:pt x="7225241" y="0"/>
                </a:lnTo>
                <a:lnTo>
                  <a:pt x="7225241" y="6362635"/>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1311679482"/>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advClick="0" advTm="3000"/>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a:t>Образец заголовка</a:t>
            </a:r>
          </a:p>
        </p:txBody>
      </p:sp>
      <p:sp>
        <p:nvSpPr>
          <p:cNvPr id="3" name="Объект 2"/>
          <p:cNvSpPr>
            <a:spLocks noGrp="1"/>
          </p:cNvSpPr>
          <p:nvPr>
            <p:ph idx="1"/>
          </p:nvPr>
        </p:nvSpPr>
        <p:spPr/>
        <p:txBody>
          <a:bodyPr>
            <a:normAutofit fontScale="22500" lnSpcReduction="20000"/>
          </a:bodyPr>
          <a:lstStyle/>
          <a:p>
            <a:pPr lvl="0"/>
            <a:r>
              <a:rPr lang="vi-VN" altLang="vi-VN" sz="2600">
                <a:latin typeface="Noto Sans"/>
                <a:ea typeface="Noto Sans"/>
              </a:rPr>
              <a:t>Образец текста</a:t>
            </a:r>
          </a:p>
          <a:p>
            <a:pPr lvl="1"/>
            <a:r>
              <a:rPr lang="vi-VN" altLang="vi-VN" sz="2300">
                <a:latin typeface="Noto Sans"/>
                <a:ea typeface="Noto Sans"/>
              </a:rPr>
              <a:t>Второй уровень</a:t>
            </a:r>
          </a:p>
          <a:p>
            <a:pPr lvl="2"/>
            <a:r>
              <a:rPr lang="vi-VN" altLang="vi-VN" sz="1900">
                <a:latin typeface="Noto Sans"/>
                <a:ea typeface="Noto Sans"/>
              </a:rPr>
              <a:t>Третий уровень</a:t>
            </a:r>
          </a:p>
          <a:p>
            <a:pPr lvl="3"/>
            <a:r>
              <a:rPr lang="vi-VN" altLang="vi-VN" sz="1600">
                <a:latin typeface="Noto Sans"/>
                <a:ea typeface="Noto Sans"/>
              </a:rPr>
              <a:t>Четвертый уровень</a:t>
            </a:r>
          </a:p>
          <a:p>
            <a:pPr lvl="4"/>
            <a:r>
              <a:rPr lang="vi-VN" altLang="vi-VN" sz="1700">
                <a:latin typeface="Noto Sans"/>
                <a:ea typeface="Noto Sans"/>
              </a:rPr>
              <a:t>Пятый уровень</a:t>
            </a:r>
          </a:p>
        </p:txBody>
      </p:sp>
      <p:sp>
        <p:nvSpPr>
          <p:cNvPr id="4" name="Дата 3"/>
          <p:cNvSpPr>
            <a:spLocks noGrp="1"/>
          </p:cNvSpPr>
          <p:nvPr>
            <p:ph type="dt" sz="half" idx="10"/>
          </p:nvPr>
        </p:nvSpPr>
        <p:spPr/>
        <p:txBody>
          <a:bodyPr>
            <a:normAutofit fontScale="22500" lnSpcReduction="20000"/>
          </a:bodyPr>
          <a:lstStyle/>
          <a:p>
            <a:fld id="{8985934A-7B1D-4D83-B3D7-7D7272CC0002}" type="datetimeFigureOut">
              <a:rPr lang="vi-VN" altLang="vi-VN" sz="1600" smtClean="0">
                <a:latin typeface="Noto Sans"/>
                <a:ea typeface="Noto Sans"/>
              </a:rPr>
              <a:t>08/09/2025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normAutofit fontScale="22500" lnSpcReduction="20000"/>
          </a:bodyPr>
          <a:lstStyle/>
          <a:p>
            <a:fld id="{7285E0F8-D687-49D4-88B1-19EBA89FB8DE}" type="slidenum">
              <a:rPr lang="vi-VN" altLang="vi-VN" smtClean="0">
                <a:latin typeface="Noto Sans"/>
                <a:ea typeface="Noto Sans"/>
              </a:rPr>
              <a:t>‹#›</a:t>
            </a:fld>
            <a:endParaRPr lang="ru-RU"/>
          </a:p>
        </p:txBody>
      </p:sp>
    </p:spTree>
    <p:extLst>
      <p:ext uri="{BB962C8B-B14F-4D97-AF65-F5344CB8AC3E}">
        <p14:creationId xmlns:p14="http://schemas.microsoft.com/office/powerpoint/2010/main" val="3836673772"/>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Заголовок и объект">
    <p:spTree>
      <p:nvGrpSpPr>
        <p:cNvPr id="1" name=""/>
        <p:cNvGrpSpPr/>
        <p:nvPr/>
      </p:nvGrpSpPr>
      <p:grpSpPr>
        <a:xfrm>
          <a:off x="0" y="0"/>
          <a:ext cx="0" cy="0"/>
          <a:chOff x="0" y="0"/>
          <a:chExt cx="0" cy="0"/>
        </a:xfrm>
      </p:grpSpPr>
      <p:sp>
        <p:nvSpPr>
          <p:cNvPr id="10" name="图片占位符 9">
            <a:extLst>
              <a:ext uri="{FF2B5EF4-FFF2-40B4-BE49-F238E27FC236}">
                <a16:creationId xmlns:a16="http://schemas.microsoft.com/office/drawing/2014/main" id="{BCD14E77-07F5-4784-A584-0C4D676B3D9D}"/>
              </a:ext>
            </a:extLst>
          </p:cNvPr>
          <p:cNvSpPr>
            <a:spLocks noGrp="1"/>
          </p:cNvSpPr>
          <p:nvPr>
            <p:ph type="pic" sz="quarter" idx="13"/>
          </p:nvPr>
        </p:nvSpPr>
        <p:spPr>
          <a:xfrm>
            <a:off x="1276476" y="-29495"/>
            <a:ext cx="4602654" cy="6939296"/>
          </a:xfrm>
          <a:custGeom>
            <a:avLst/>
            <a:gdLst>
              <a:gd name="connsiteX0" fmla="*/ 4 w 4602654"/>
              <a:gd name="connsiteY0" fmla="*/ 2325950 h 6939296"/>
              <a:gd name="connsiteX1" fmla="*/ 4602654 w 4602654"/>
              <a:gd name="connsiteY1" fmla="*/ 2325950 h 6939296"/>
              <a:gd name="connsiteX2" fmla="*/ 4 w 4602654"/>
              <a:gd name="connsiteY2" fmla="*/ 6939296 h 6939296"/>
              <a:gd name="connsiteX3" fmla="*/ 0 w 4602654"/>
              <a:gd name="connsiteY3" fmla="*/ 0 h 6939296"/>
              <a:gd name="connsiteX4" fmla="*/ 4602654 w 4602654"/>
              <a:gd name="connsiteY4" fmla="*/ 0 h 6939296"/>
              <a:gd name="connsiteX5" fmla="*/ 4602654 w 4602654"/>
              <a:gd name="connsiteY5" fmla="*/ 2325949 h 6939296"/>
              <a:gd name="connsiteX6" fmla="*/ 0 w 4602654"/>
              <a:gd name="connsiteY6" fmla="*/ 2325949 h 6939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02654" h="6939296">
                <a:moveTo>
                  <a:pt x="4" y="2325950"/>
                </a:moveTo>
                <a:lnTo>
                  <a:pt x="4602654" y="2325950"/>
                </a:lnTo>
                <a:lnTo>
                  <a:pt x="4" y="6939296"/>
                </a:lnTo>
                <a:close/>
                <a:moveTo>
                  <a:pt x="0" y="0"/>
                </a:moveTo>
                <a:lnTo>
                  <a:pt x="4602654" y="0"/>
                </a:lnTo>
                <a:lnTo>
                  <a:pt x="4602654" y="2325949"/>
                </a:lnTo>
                <a:lnTo>
                  <a:pt x="0" y="2325949"/>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17378941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Заголовок, текст и 3 пункта">
    <p:spTree>
      <p:nvGrpSpPr>
        <p:cNvPr id="1" name=""/>
        <p:cNvGrpSpPr/>
        <p:nvPr/>
      </p:nvGrpSpPr>
      <p:grpSpPr>
        <a:xfrm>
          <a:off x="0" y="0"/>
          <a:ext cx="0" cy="0"/>
          <a:chOff x="0" y="0"/>
          <a:chExt cx="0" cy="0"/>
        </a:xfrm>
      </p:grpSpPr>
      <p:sp>
        <p:nvSpPr>
          <p:cNvPr id="24" name="Рисунок 23"/>
          <p:cNvSpPr>
            <a:spLocks noGrp="1"/>
          </p:cNvSpPr>
          <p:nvPr>
            <p:ph type="pic" sz="quarter" idx="32"/>
          </p:nvPr>
        </p:nvSpPr>
        <p:spPr>
          <a:xfrm>
            <a:off x="-2647" y="0"/>
            <a:ext cx="5811309" cy="5810253"/>
          </a:xfrm>
          <a:custGeom>
            <a:avLst/>
            <a:gdLst>
              <a:gd name="connsiteX0" fmla="*/ 0 w 5811309"/>
              <a:gd name="connsiteY0" fmla="*/ 0 h 5810253"/>
              <a:gd name="connsiteX1" fmla="*/ 5811309 w 5811309"/>
              <a:gd name="connsiteY1" fmla="*/ 0 h 5810253"/>
              <a:gd name="connsiteX2" fmla="*/ 0 w 5811309"/>
              <a:gd name="connsiteY2" fmla="*/ 5810253 h 5810253"/>
            </a:gdLst>
            <a:ahLst/>
            <a:cxnLst>
              <a:cxn ang="0">
                <a:pos x="connsiteX0" y="connsiteY0"/>
              </a:cxn>
              <a:cxn ang="0">
                <a:pos x="connsiteX1" y="connsiteY1"/>
              </a:cxn>
              <a:cxn ang="0">
                <a:pos x="connsiteX2" y="connsiteY2"/>
              </a:cxn>
            </a:cxnLst>
            <a:rect l="l" t="t" r="r" b="b"/>
            <a:pathLst>
              <a:path w="5811309" h="5810253">
                <a:moveTo>
                  <a:pt x="0" y="0"/>
                </a:moveTo>
                <a:lnTo>
                  <a:pt x="5811309" y="0"/>
                </a:lnTo>
                <a:lnTo>
                  <a:pt x="0" y="5810253"/>
                </a:lnTo>
                <a:close/>
              </a:path>
            </a:pathLst>
          </a:custGeom>
        </p:spPr>
        <p:txBody>
          <a:bodyPr wrap="square">
            <a:noAutofit/>
          </a:bodyPr>
          <a:lstStyle>
            <a:lvl1pPr>
              <a:defRPr>
                <a:solidFill>
                  <a:srgbClr val="262626"/>
                </a:solidFill>
                <a:latin typeface="PT Sans" panose="020B0503020203020204" pitchFamily="34" charset="-52"/>
              </a:defRPr>
            </a:lvl1pPr>
          </a:lstStyle>
          <a:p>
            <a:endParaRPr lang="ru-RU"/>
          </a:p>
        </p:txBody>
      </p:sp>
      <p:sp>
        <p:nvSpPr>
          <p:cNvPr id="27" name="Прямоугольный треугольник 26"/>
          <p:cNvSpPr/>
          <p:nvPr userDrawn="1"/>
        </p:nvSpPr>
        <p:spPr>
          <a:xfrm flipH="1">
            <a:off x="11169749" y="5810250"/>
            <a:ext cx="1022249" cy="104775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117">
              <a:solidFill>
                <a:srgbClr val="262626"/>
              </a:solidFill>
              <a:latin typeface="PT Sans" panose="020B0503020203020204" pitchFamily="34" charset="-52"/>
            </a:endParaRPr>
          </a:p>
        </p:txBody>
      </p:sp>
      <p:cxnSp>
        <p:nvCxnSpPr>
          <p:cNvPr id="31" name="Прямая соединительная линия 30"/>
          <p:cNvCxnSpPr/>
          <p:nvPr userDrawn="1"/>
        </p:nvCxnSpPr>
        <p:spPr>
          <a:xfrm flipH="1">
            <a:off x="4337126" y="-53614"/>
            <a:ext cx="830580" cy="830580"/>
          </a:xfrm>
          <a:prstGeom prst="line">
            <a:avLst/>
          </a:prstGeom>
          <a:ln w="50800">
            <a:solidFill>
              <a:srgbClr val="F1F1F1"/>
            </a:solidFill>
          </a:ln>
        </p:spPr>
        <p:style>
          <a:lnRef idx="1">
            <a:schemeClr val="accent1"/>
          </a:lnRef>
          <a:fillRef idx="0">
            <a:schemeClr val="accent1"/>
          </a:fillRef>
          <a:effectRef idx="0">
            <a:schemeClr val="accent1"/>
          </a:effectRef>
          <a:fontRef idx="minor">
            <a:schemeClr val="tx1"/>
          </a:fontRef>
        </p:style>
      </p:cxnSp>
      <p:sp>
        <p:nvSpPr>
          <p:cNvPr id="34" name="Текст 19"/>
          <p:cNvSpPr>
            <a:spLocks noGrp="1"/>
          </p:cNvSpPr>
          <p:nvPr>
            <p:ph type="body" sz="quarter" idx="11" hasCustomPrompt="1"/>
          </p:nvPr>
        </p:nvSpPr>
        <p:spPr>
          <a:xfrm>
            <a:off x="1785818" y="2967040"/>
            <a:ext cx="3482748" cy="981075"/>
          </a:xfrm>
        </p:spPr>
        <p:txBody>
          <a:bodyPr>
            <a:normAutofit/>
          </a:bodyPr>
          <a:lstStyle>
            <a:lvl1pPr marL="0" marR="0" indent="0" algn="l" defTabSz="914436" rtl="0" eaLnBrk="1" fontAlgn="auto" latinLnBrk="0" hangingPunct="1">
              <a:lnSpc>
                <a:spcPct val="100000"/>
              </a:lnSpc>
              <a:spcBef>
                <a:spcPct val="0"/>
              </a:spcBef>
              <a:spcAft>
                <a:spcPct val="0"/>
              </a:spcAft>
              <a:buClrTx/>
              <a:buSzTx/>
              <a:buFontTx/>
              <a:buNone/>
              <a:defRPr sz="5400">
                <a:solidFill>
                  <a:srgbClr val="262626"/>
                </a:solidFill>
                <a:latin typeface="PT Sans" panose="020B0503020203020204" pitchFamily="34" charset="-52"/>
              </a:defRPr>
            </a:lvl1pPr>
          </a:lstStyle>
          <a:p>
            <a:pPr marL="0" marR="0" lvl="0" indent="0" algn="l" defTabSz="914436" rtl="0" eaLnBrk="1" fontAlgn="auto" latinLnBrk="0" hangingPunct="1">
              <a:lnSpc>
                <a:spcPct val="100000"/>
              </a:lnSpc>
              <a:spcBef>
                <a:spcPct val="0"/>
              </a:spcBef>
              <a:spcAft>
                <a:spcPct val="0"/>
              </a:spcAft>
              <a:buClrTx/>
              <a:buSzTx/>
              <a:buFontTx/>
              <a:buNone/>
              <a:defRPr/>
            </a:pPr>
            <a:r>
              <a:rPr kumimoji="0" lang="vi-VN" altLang="vi-VN" sz="5400" b="0" i="0" u="none" strike="noStrike" kern="1200" cap="none" spc="0" normalizeH="0" baseline="0" noProof="0">
                <a:ln>
                  <a:noFill/>
                </a:ln>
                <a:solidFill>
                  <a:prstClr val="black">
                    <a:lumMod val="85000"/>
                    <a:lumOff val="15000"/>
                  </a:prstClr>
                </a:solidFill>
                <a:effectLst/>
                <a:uLnTx/>
                <a:uFillTx/>
                <a:latin typeface="Noto Sans"/>
                <a:ea typeface="Noto Sans"/>
              </a:rPr>
              <a:t>VỀ</a:t>
            </a:r>
            <a:endParaRPr kumimoji="0" lang="ru-RU" sz="5400" b="0" i="0" u="none" strike="noStrike" kern="1200" cap="none" spc="0" normalizeH="0" baseline="0" noProof="0">
              <a:ln>
                <a:noFill/>
              </a:ln>
              <a:solidFill>
                <a:prstClr val="black">
                  <a:lumMod val="85000"/>
                  <a:lumOff val="15000"/>
                </a:prstClr>
              </a:solidFill>
              <a:effectLst/>
              <a:uLnTx/>
              <a:uFillTx/>
              <a:latin typeface="Circe Bold" panose="020B0602020203020203" pitchFamily="34" charset="-52"/>
            </a:endParaRPr>
          </a:p>
        </p:txBody>
      </p:sp>
      <p:sp>
        <p:nvSpPr>
          <p:cNvPr id="35" name="Текст 33"/>
          <p:cNvSpPr>
            <a:spLocks noGrp="1"/>
          </p:cNvSpPr>
          <p:nvPr>
            <p:ph type="body" sz="quarter" idx="12" hasCustomPrompt="1"/>
          </p:nvPr>
        </p:nvSpPr>
        <p:spPr>
          <a:xfrm>
            <a:off x="5303075" y="1466850"/>
            <a:ext cx="2286000" cy="560388"/>
          </a:xfrm>
        </p:spPr>
        <p:txBody>
          <a:bodyPr>
            <a:normAutofit/>
          </a:bodyPr>
          <a:lstStyle>
            <a:lvl1pPr marL="0" marR="0" indent="0" algn="l" defTabSz="914436" rtl="0" eaLnBrk="1" fontAlgn="auto" latinLnBrk="0" hangingPunct="1">
              <a:lnSpc>
                <a:spcPct val="135000"/>
              </a:lnSpc>
              <a:spcBef>
                <a:spcPct val="0"/>
              </a:spcBef>
              <a:spcAft>
                <a:spcPct val="0"/>
              </a:spcAft>
              <a:buClrTx/>
              <a:buSzTx/>
              <a:buFontTx/>
              <a:buNone/>
              <a:defRPr sz="2251">
                <a:solidFill>
                  <a:srgbClr val="262626"/>
                </a:solidFill>
                <a:latin typeface="PT Sans" panose="020B0503020203020204" pitchFamily="34" charset="-52"/>
              </a:defRPr>
            </a:lvl1pPr>
          </a:lstStyle>
          <a:p>
            <a:pPr marL="0" marR="0" lvl="0" indent="0" algn="l" defTabSz="914436" rtl="0" eaLnBrk="1" fontAlgn="auto" latinLnBrk="0" hangingPunct="1">
              <a:lnSpc>
                <a:spcPct val="108000"/>
              </a:lnSpc>
              <a:spcBef>
                <a:spcPct val="0"/>
              </a:spcBef>
              <a:spcAft>
                <a:spcPct val="0"/>
              </a:spcAft>
              <a:buClrTx/>
              <a:buSzTx/>
              <a:buFontTx/>
              <a:buNone/>
              <a:defRPr/>
            </a:pPr>
            <a:r>
              <a:rPr kumimoji="0" lang="vi-VN" altLang="vi-VN" sz="2251" b="0" i="0" u="none" strike="noStrike" kern="1200" cap="none" spc="0" normalizeH="0" baseline="0" noProof="0">
                <a:ln>
                  <a:noFill/>
                </a:ln>
                <a:solidFill>
                  <a:prstClr val="black">
                    <a:lumMod val="85000"/>
                    <a:lumOff val="15000"/>
                  </a:prstClr>
                </a:solidFill>
                <a:effectLst/>
                <a:uLnTx/>
                <a:uFillTx/>
                <a:latin typeface="Noto Sans"/>
                <a:ea typeface="Noto Sans"/>
              </a:rPr>
              <a:t>LOREM IPSUM</a:t>
            </a:r>
          </a:p>
        </p:txBody>
      </p:sp>
      <p:sp>
        <p:nvSpPr>
          <p:cNvPr id="36" name="Текст 39"/>
          <p:cNvSpPr>
            <a:spLocks noGrp="1"/>
          </p:cNvSpPr>
          <p:nvPr>
            <p:ph type="body" sz="quarter" idx="13" hasCustomPrompt="1"/>
          </p:nvPr>
        </p:nvSpPr>
        <p:spPr>
          <a:xfrm>
            <a:off x="5303840" y="2025199"/>
            <a:ext cx="5957887" cy="1101725"/>
          </a:xfrm>
        </p:spPr>
        <p:txBody>
          <a:bodyPr>
            <a:normAutofit/>
          </a:bodyPr>
          <a:lstStyle>
            <a:lvl1pPr marL="0" marR="0" indent="0" algn="l" defTabSz="914436" rtl="0" eaLnBrk="1" fontAlgn="auto" latinLnBrk="0" hangingPunct="1">
              <a:lnSpc>
                <a:spcPct val="130000"/>
              </a:lnSpc>
              <a:spcBef>
                <a:spcPct val="0"/>
              </a:spcBef>
              <a:spcAft>
                <a:spcPct val="0"/>
              </a:spcAft>
              <a:buClrTx/>
              <a:buSzTx/>
              <a:buFontTx/>
              <a:buNone/>
              <a:defRPr sz="1200">
                <a:solidFill>
                  <a:srgbClr val="262626"/>
                </a:solidFill>
                <a:latin typeface="PT Sans" panose="020B0503020203020204" pitchFamily="34" charset="-52"/>
              </a:defRPr>
            </a:lvl1pPr>
          </a:lstStyle>
          <a:p>
            <a:pPr marL="0" marR="0" lvl="0" indent="0" algn="l" defTabSz="914436" rtl="0" eaLnBrk="1" fontAlgn="auto" latinLnBrk="0" hangingPunct="1">
              <a:lnSpc>
                <a:spcPct val="104000"/>
              </a:lnSpc>
              <a:spcBef>
                <a:spcPct val="0"/>
              </a:spcBef>
              <a:spcAft>
                <a:spcPct val="0"/>
              </a:spcAft>
              <a:buClrTx/>
              <a:buSzTx/>
              <a:buFontTx/>
              <a:buNone/>
              <a:defRPr/>
            </a:pPr>
            <a:r>
              <a:rPr kumimoji="0" lang="vi-VN" altLang="vi-VN" sz="1200" b="0" i="0" u="none" strike="noStrike" kern="1200" cap="none" spc="0" normalizeH="0" baseline="0" noProof="0">
                <a:ln>
                  <a:noFill/>
                </a:ln>
                <a:solidFill>
                  <a:prstClr val="black">
                    <a:lumMod val="85000"/>
                    <a:lumOff val="15000"/>
                  </a:prstClr>
                </a:solidFill>
                <a:effectLst/>
                <a:uLnTx/>
                <a:uFillTx/>
                <a:latin typeface="Noto Sans"/>
                <a:ea typeface="Noto Sans"/>
              </a:rPr>
              <a:t>Lorem ipsum dolor sit amet, consectetuer adipiscing elit.Maecenas porttitor congue massa. morbi tristique senectus.</a:t>
            </a:r>
            <a:endParaRPr kumimoji="0" lang="ru-RU" sz="1200" b="0" i="0" u="none" strike="noStrike" kern="1200" cap="none" spc="0" normalizeH="0" baseline="0" noProof="0">
              <a:ln>
                <a:noFill/>
              </a:ln>
              <a:solidFill>
                <a:prstClr val="black">
                  <a:lumMod val="85000"/>
                  <a:lumOff val="15000"/>
                </a:prstClr>
              </a:solidFill>
              <a:effectLst/>
              <a:uLnTx/>
              <a:uFillTx/>
              <a:latin typeface="Circe" panose="020B0502020203020203" pitchFamily="34" charset="-52"/>
            </a:endParaRPr>
          </a:p>
        </p:txBody>
      </p:sp>
      <p:sp>
        <p:nvSpPr>
          <p:cNvPr id="37" name="Текст 41"/>
          <p:cNvSpPr>
            <a:spLocks noGrp="1"/>
          </p:cNvSpPr>
          <p:nvPr>
            <p:ph type="body" sz="quarter" idx="14" hasCustomPrompt="1"/>
          </p:nvPr>
        </p:nvSpPr>
        <p:spPr>
          <a:xfrm>
            <a:off x="5334000" y="4816477"/>
            <a:ext cx="1422400" cy="708025"/>
          </a:xfrm>
        </p:spPr>
        <p:txBody>
          <a:bodyPr>
            <a:normAutofit/>
          </a:bodyPr>
          <a:lstStyle>
            <a:lvl1pPr marL="0" marR="0" indent="0" algn="l" defTabSz="914436" rtl="0" eaLnBrk="1" fontAlgn="auto" latinLnBrk="0" hangingPunct="1">
              <a:lnSpc>
                <a:spcPct val="125000"/>
              </a:lnSpc>
              <a:spcBef>
                <a:spcPct val="0"/>
              </a:spcBef>
              <a:spcAft>
                <a:spcPct val="0"/>
              </a:spcAft>
              <a:buClrTx/>
              <a:buSzTx/>
              <a:buFontTx/>
              <a:buNone/>
              <a:defRPr sz="800">
                <a:solidFill>
                  <a:srgbClr val="262626"/>
                </a:solidFill>
                <a:latin typeface="PT Sans" panose="020B0503020203020204" pitchFamily="34" charset="-52"/>
              </a:defRPr>
            </a:lvl1pPr>
          </a:lstStyle>
          <a:p>
            <a:pPr marL="0" marR="0" lvl="0" indent="0" algn="l" defTabSz="914436" rtl="0" eaLnBrk="1" fontAlgn="auto" latinLnBrk="0" hangingPunct="1">
              <a:lnSpc>
                <a:spcPct val="100000"/>
              </a:lnSpc>
              <a:spcBef>
                <a:spcPct val="0"/>
              </a:spcBef>
              <a:spcAft>
                <a:spcPct val="0"/>
              </a:spcAft>
              <a:buClrTx/>
              <a:buSzTx/>
              <a:buFontTx/>
              <a:buNone/>
              <a:defRPr/>
            </a:pPr>
            <a:r>
              <a:rPr kumimoji="0" lang="vi-VN" altLang="vi-VN" sz="800" b="0" i="0" u="none" strike="noStrike" kern="1200" cap="none" spc="0" normalizeH="0" baseline="0" noProof="0">
                <a:ln>
                  <a:noFill/>
                </a:ln>
                <a:solidFill>
                  <a:prstClr val="black">
                    <a:lumMod val="85000"/>
                    <a:lumOff val="15000"/>
                  </a:prstClr>
                </a:solidFill>
                <a:effectLst/>
                <a:uLnTx/>
                <a:uFillTx/>
                <a:latin typeface="Noto Sans"/>
                <a:ea typeface="Noto Sans"/>
              </a:rPr>
              <a:t>Lorem ipsum dolor</a:t>
            </a:r>
            <a:endParaRPr kumimoji="0" lang="ru-RU" sz="700" b="0" i="0" u="none" strike="noStrike" kern="1200" cap="none" spc="0" normalizeH="0" baseline="0" noProof="0">
              <a:ln>
                <a:noFill/>
              </a:ln>
              <a:solidFill>
                <a:prstClr val="black">
                  <a:lumMod val="85000"/>
                  <a:lumOff val="15000"/>
                </a:prstClr>
              </a:solidFill>
              <a:effectLst/>
              <a:uLnTx/>
              <a:uFillTx/>
              <a:latin typeface="Circe Bold" panose="020B0602020203020203" pitchFamily="34" charset="-52"/>
            </a:endParaRPr>
          </a:p>
        </p:txBody>
      </p:sp>
      <p:sp>
        <p:nvSpPr>
          <p:cNvPr id="38" name="Текст 43"/>
          <p:cNvSpPr>
            <a:spLocks noGrp="1"/>
          </p:cNvSpPr>
          <p:nvPr>
            <p:ph type="body" sz="quarter" idx="15" hasCustomPrompt="1"/>
          </p:nvPr>
        </p:nvSpPr>
        <p:spPr>
          <a:xfrm>
            <a:off x="5334002" y="4448800"/>
            <a:ext cx="1008063" cy="307749"/>
          </a:xfrm>
        </p:spPr>
        <p:txBody>
          <a:bodyPr>
            <a:normAutofit/>
          </a:bodyPr>
          <a:lstStyle>
            <a:lvl1pPr marL="0" marR="0" indent="0" algn="l" defTabSz="914436" rtl="0" eaLnBrk="1" fontAlgn="auto" latinLnBrk="0" hangingPunct="1">
              <a:lnSpc>
                <a:spcPct val="100000"/>
              </a:lnSpc>
              <a:spcBef>
                <a:spcPct val="0"/>
              </a:spcBef>
              <a:spcAft>
                <a:spcPct val="0"/>
              </a:spcAft>
              <a:buClrTx/>
              <a:buSzTx/>
              <a:buFontTx/>
              <a:buNone/>
              <a:defRPr sz="1400">
                <a:solidFill>
                  <a:srgbClr val="262626"/>
                </a:solidFill>
                <a:latin typeface="PT Sans" panose="020B0503020203020204" pitchFamily="34" charset="-52"/>
              </a:defRPr>
            </a:lvl1pPr>
          </a:lstStyle>
          <a:p>
            <a:pPr marL="0" marR="0" lvl="0" indent="0" algn="l" defTabSz="914436" rtl="0" eaLnBrk="1" fontAlgn="auto" latinLnBrk="0" hangingPunct="1">
              <a:lnSpc>
                <a:spcPct val="100000"/>
              </a:lnSpc>
              <a:spcBef>
                <a:spcPct val="0"/>
              </a:spcBef>
              <a:spcAft>
                <a:spcPct val="0"/>
              </a:spcAft>
              <a:buClrTx/>
              <a:buSzTx/>
              <a:buFontTx/>
              <a:buNone/>
              <a:defRPr/>
            </a:pPr>
            <a:r>
              <a:rPr kumimoji="0" lang="vi-VN" altLang="vi-VN" sz="1000" b="0" i="0" u="none" strike="noStrike" kern="1200" cap="none" spc="0" normalizeH="0" baseline="0" noProof="0">
                <a:ln>
                  <a:noFill/>
                </a:ln>
                <a:solidFill>
                  <a:prstClr val="black">
                    <a:lumMod val="85000"/>
                    <a:lumOff val="15000"/>
                  </a:prstClr>
                </a:solidFill>
                <a:effectLst/>
                <a:uLnTx/>
                <a:uFillTx/>
                <a:latin typeface="Noto Sans"/>
                <a:ea typeface="Noto Sans"/>
              </a:rPr>
              <a:t>LOREM</a:t>
            </a:r>
            <a:endParaRPr kumimoji="0" lang="ru-RU" sz="1000" b="0" i="0" u="none" strike="noStrike" kern="1200" cap="none" spc="0" normalizeH="0" baseline="0" noProof="0">
              <a:ln>
                <a:noFill/>
              </a:ln>
              <a:solidFill>
                <a:prstClr val="black">
                  <a:lumMod val="85000"/>
                  <a:lumOff val="15000"/>
                </a:prstClr>
              </a:solidFill>
              <a:effectLst/>
              <a:uLnTx/>
              <a:uFillTx/>
              <a:latin typeface="Circe Bold" panose="020B0602020203020203" pitchFamily="34" charset="-52"/>
            </a:endParaRPr>
          </a:p>
        </p:txBody>
      </p:sp>
      <p:sp>
        <p:nvSpPr>
          <p:cNvPr id="39" name="Текст 41"/>
          <p:cNvSpPr>
            <a:spLocks noGrp="1"/>
          </p:cNvSpPr>
          <p:nvPr>
            <p:ph type="body" sz="quarter" idx="16" hasCustomPrompt="1"/>
          </p:nvPr>
        </p:nvSpPr>
        <p:spPr>
          <a:xfrm>
            <a:off x="7589075" y="4810340"/>
            <a:ext cx="1422400" cy="708025"/>
          </a:xfrm>
        </p:spPr>
        <p:txBody>
          <a:bodyPr>
            <a:normAutofit/>
          </a:bodyPr>
          <a:lstStyle>
            <a:lvl1pPr marL="0" marR="0" indent="0" algn="l" defTabSz="914436" rtl="0" eaLnBrk="1" fontAlgn="auto" latinLnBrk="0" hangingPunct="1">
              <a:lnSpc>
                <a:spcPct val="125000"/>
              </a:lnSpc>
              <a:spcBef>
                <a:spcPct val="0"/>
              </a:spcBef>
              <a:spcAft>
                <a:spcPct val="0"/>
              </a:spcAft>
              <a:buClrTx/>
              <a:buSzTx/>
              <a:buFontTx/>
              <a:buNone/>
              <a:defRPr sz="800">
                <a:solidFill>
                  <a:srgbClr val="262626"/>
                </a:solidFill>
                <a:latin typeface="PT Sans" panose="020B0503020203020204" pitchFamily="34" charset="-52"/>
              </a:defRPr>
            </a:lvl1pPr>
          </a:lstStyle>
          <a:p>
            <a:pPr marL="0" marR="0" lvl="0" indent="0" algn="l" defTabSz="914436" rtl="0" eaLnBrk="1" fontAlgn="auto" latinLnBrk="0" hangingPunct="1">
              <a:lnSpc>
                <a:spcPct val="100000"/>
              </a:lnSpc>
              <a:spcBef>
                <a:spcPct val="0"/>
              </a:spcBef>
              <a:spcAft>
                <a:spcPct val="0"/>
              </a:spcAft>
              <a:buClrTx/>
              <a:buSzTx/>
              <a:buFontTx/>
              <a:buNone/>
              <a:defRPr/>
            </a:pPr>
            <a:r>
              <a:rPr kumimoji="0" lang="vi-VN" altLang="vi-VN" sz="800" b="0" i="0" u="none" strike="noStrike" kern="1200" cap="none" spc="0" normalizeH="0" baseline="0" noProof="0">
                <a:ln>
                  <a:noFill/>
                </a:ln>
                <a:solidFill>
                  <a:prstClr val="black">
                    <a:lumMod val="85000"/>
                    <a:lumOff val="15000"/>
                  </a:prstClr>
                </a:solidFill>
                <a:effectLst/>
                <a:uLnTx/>
                <a:uFillTx/>
                <a:latin typeface="Noto Sans"/>
                <a:ea typeface="Noto Sans"/>
              </a:rPr>
              <a:t>Lorem ipsum dolor</a:t>
            </a:r>
            <a:endParaRPr kumimoji="0" lang="ru-RU" sz="700" b="0" i="0" u="none" strike="noStrike" kern="1200" cap="none" spc="0" normalizeH="0" baseline="0" noProof="0">
              <a:ln>
                <a:noFill/>
              </a:ln>
              <a:solidFill>
                <a:prstClr val="black">
                  <a:lumMod val="85000"/>
                  <a:lumOff val="15000"/>
                </a:prstClr>
              </a:solidFill>
              <a:effectLst/>
              <a:uLnTx/>
              <a:uFillTx/>
              <a:latin typeface="Circe Bold" panose="020B0602020203020203" pitchFamily="34" charset="-52"/>
            </a:endParaRPr>
          </a:p>
        </p:txBody>
      </p:sp>
      <p:sp>
        <p:nvSpPr>
          <p:cNvPr id="40" name="Текст 43"/>
          <p:cNvSpPr>
            <a:spLocks noGrp="1"/>
          </p:cNvSpPr>
          <p:nvPr>
            <p:ph type="body" sz="quarter" idx="17" hasCustomPrompt="1"/>
          </p:nvPr>
        </p:nvSpPr>
        <p:spPr>
          <a:xfrm>
            <a:off x="7589075" y="4442663"/>
            <a:ext cx="1008063" cy="307749"/>
          </a:xfrm>
        </p:spPr>
        <p:txBody>
          <a:bodyPr>
            <a:normAutofit/>
          </a:bodyPr>
          <a:lstStyle>
            <a:lvl1pPr marL="0" marR="0" indent="0" algn="l" defTabSz="914436" rtl="0" eaLnBrk="1" fontAlgn="auto" latinLnBrk="0" hangingPunct="1">
              <a:lnSpc>
                <a:spcPct val="100000"/>
              </a:lnSpc>
              <a:spcBef>
                <a:spcPct val="0"/>
              </a:spcBef>
              <a:spcAft>
                <a:spcPct val="0"/>
              </a:spcAft>
              <a:buClrTx/>
              <a:buSzTx/>
              <a:buFontTx/>
              <a:buNone/>
              <a:defRPr sz="1400">
                <a:solidFill>
                  <a:srgbClr val="262626"/>
                </a:solidFill>
                <a:latin typeface="PT Sans" panose="020B0503020203020204" pitchFamily="34" charset="-52"/>
              </a:defRPr>
            </a:lvl1pPr>
          </a:lstStyle>
          <a:p>
            <a:pPr marL="0" marR="0" lvl="0" indent="0" algn="l" defTabSz="914436" rtl="0" eaLnBrk="1" fontAlgn="auto" latinLnBrk="0" hangingPunct="1">
              <a:lnSpc>
                <a:spcPct val="100000"/>
              </a:lnSpc>
              <a:spcBef>
                <a:spcPct val="0"/>
              </a:spcBef>
              <a:spcAft>
                <a:spcPct val="0"/>
              </a:spcAft>
              <a:buClrTx/>
              <a:buSzTx/>
              <a:buFontTx/>
              <a:buNone/>
              <a:defRPr/>
            </a:pPr>
            <a:r>
              <a:rPr kumimoji="0" lang="vi-VN" altLang="vi-VN" sz="1000" b="0" i="0" u="none" strike="noStrike" kern="1200" cap="none" spc="0" normalizeH="0" baseline="0" noProof="0">
                <a:ln>
                  <a:noFill/>
                </a:ln>
                <a:solidFill>
                  <a:prstClr val="black">
                    <a:lumMod val="85000"/>
                    <a:lumOff val="15000"/>
                  </a:prstClr>
                </a:solidFill>
                <a:effectLst/>
                <a:uLnTx/>
                <a:uFillTx/>
                <a:latin typeface="Noto Sans"/>
                <a:ea typeface="Noto Sans"/>
              </a:rPr>
              <a:t>LOREM</a:t>
            </a:r>
            <a:endParaRPr kumimoji="0" lang="ru-RU" sz="1000" b="0" i="0" u="none" strike="noStrike" kern="1200" cap="none" spc="0" normalizeH="0" baseline="0" noProof="0">
              <a:ln>
                <a:noFill/>
              </a:ln>
              <a:solidFill>
                <a:prstClr val="black">
                  <a:lumMod val="85000"/>
                  <a:lumOff val="15000"/>
                </a:prstClr>
              </a:solidFill>
              <a:effectLst/>
              <a:uLnTx/>
              <a:uFillTx/>
              <a:latin typeface="Circe Bold" panose="020B0602020203020203" pitchFamily="34" charset="-52"/>
            </a:endParaRPr>
          </a:p>
        </p:txBody>
      </p:sp>
      <p:sp>
        <p:nvSpPr>
          <p:cNvPr id="41" name="Текст 41"/>
          <p:cNvSpPr>
            <a:spLocks noGrp="1"/>
          </p:cNvSpPr>
          <p:nvPr>
            <p:ph type="body" sz="quarter" idx="18" hasCustomPrompt="1"/>
          </p:nvPr>
        </p:nvSpPr>
        <p:spPr>
          <a:xfrm>
            <a:off x="9783825" y="4810340"/>
            <a:ext cx="1422400" cy="708025"/>
          </a:xfrm>
        </p:spPr>
        <p:txBody>
          <a:bodyPr>
            <a:normAutofit/>
          </a:bodyPr>
          <a:lstStyle>
            <a:lvl1pPr marL="0" marR="0" indent="0" algn="l" defTabSz="914436" rtl="0" eaLnBrk="1" fontAlgn="auto" latinLnBrk="0" hangingPunct="1">
              <a:lnSpc>
                <a:spcPct val="125000"/>
              </a:lnSpc>
              <a:spcBef>
                <a:spcPct val="0"/>
              </a:spcBef>
              <a:spcAft>
                <a:spcPct val="0"/>
              </a:spcAft>
              <a:buClrTx/>
              <a:buSzTx/>
              <a:buFontTx/>
              <a:buNone/>
              <a:defRPr sz="800">
                <a:solidFill>
                  <a:srgbClr val="262626"/>
                </a:solidFill>
                <a:latin typeface="PT Sans" panose="020B0503020203020204" pitchFamily="34" charset="-52"/>
              </a:defRPr>
            </a:lvl1pPr>
          </a:lstStyle>
          <a:p>
            <a:pPr marL="0" marR="0" lvl="0" indent="0" algn="l" defTabSz="914436" rtl="0" eaLnBrk="1" fontAlgn="auto" latinLnBrk="0" hangingPunct="1">
              <a:lnSpc>
                <a:spcPct val="100000"/>
              </a:lnSpc>
              <a:spcBef>
                <a:spcPct val="0"/>
              </a:spcBef>
              <a:spcAft>
                <a:spcPct val="0"/>
              </a:spcAft>
              <a:buClrTx/>
              <a:buSzTx/>
              <a:buFontTx/>
              <a:buNone/>
              <a:defRPr/>
            </a:pPr>
            <a:r>
              <a:rPr kumimoji="0" lang="vi-VN" altLang="vi-VN" sz="800" b="0" i="0" u="none" strike="noStrike" kern="1200" cap="none" spc="0" normalizeH="0" baseline="0" noProof="0">
                <a:ln>
                  <a:noFill/>
                </a:ln>
                <a:solidFill>
                  <a:prstClr val="black">
                    <a:lumMod val="85000"/>
                    <a:lumOff val="15000"/>
                  </a:prstClr>
                </a:solidFill>
                <a:effectLst/>
                <a:uLnTx/>
                <a:uFillTx/>
                <a:latin typeface="Noto Sans"/>
                <a:ea typeface="Noto Sans"/>
              </a:rPr>
              <a:t>Lorem ipsum dolor</a:t>
            </a:r>
            <a:endParaRPr kumimoji="0" lang="ru-RU" sz="700" b="0" i="0" u="none" strike="noStrike" kern="1200" cap="none" spc="0" normalizeH="0" baseline="0" noProof="0">
              <a:ln>
                <a:noFill/>
              </a:ln>
              <a:solidFill>
                <a:prstClr val="black">
                  <a:lumMod val="85000"/>
                  <a:lumOff val="15000"/>
                </a:prstClr>
              </a:solidFill>
              <a:effectLst/>
              <a:uLnTx/>
              <a:uFillTx/>
              <a:latin typeface="Circe Bold" panose="020B0602020203020203" pitchFamily="34" charset="-52"/>
            </a:endParaRPr>
          </a:p>
        </p:txBody>
      </p:sp>
      <p:sp>
        <p:nvSpPr>
          <p:cNvPr id="42" name="Текст 43"/>
          <p:cNvSpPr>
            <a:spLocks noGrp="1"/>
          </p:cNvSpPr>
          <p:nvPr>
            <p:ph type="body" sz="quarter" idx="19" hasCustomPrompt="1"/>
          </p:nvPr>
        </p:nvSpPr>
        <p:spPr>
          <a:xfrm>
            <a:off x="9783827" y="4442663"/>
            <a:ext cx="1008063" cy="307749"/>
          </a:xfrm>
        </p:spPr>
        <p:txBody>
          <a:bodyPr>
            <a:normAutofit/>
          </a:bodyPr>
          <a:lstStyle>
            <a:lvl1pPr marL="0" marR="0" indent="0" algn="l" defTabSz="914436" rtl="0" eaLnBrk="1" fontAlgn="auto" latinLnBrk="0" hangingPunct="1">
              <a:lnSpc>
                <a:spcPct val="100000"/>
              </a:lnSpc>
              <a:spcBef>
                <a:spcPct val="0"/>
              </a:spcBef>
              <a:spcAft>
                <a:spcPct val="0"/>
              </a:spcAft>
              <a:buClrTx/>
              <a:buSzTx/>
              <a:buFontTx/>
              <a:buNone/>
              <a:defRPr sz="1400">
                <a:solidFill>
                  <a:srgbClr val="262626"/>
                </a:solidFill>
                <a:latin typeface="PT Sans" panose="020B0503020203020204" pitchFamily="34" charset="-52"/>
              </a:defRPr>
            </a:lvl1pPr>
          </a:lstStyle>
          <a:p>
            <a:pPr marL="0" marR="0" lvl="0" indent="0" algn="l" defTabSz="914436" rtl="0" eaLnBrk="1" fontAlgn="auto" latinLnBrk="0" hangingPunct="1">
              <a:lnSpc>
                <a:spcPct val="100000"/>
              </a:lnSpc>
              <a:spcBef>
                <a:spcPct val="0"/>
              </a:spcBef>
              <a:spcAft>
                <a:spcPct val="0"/>
              </a:spcAft>
              <a:buClrTx/>
              <a:buSzTx/>
              <a:buFontTx/>
              <a:buNone/>
              <a:defRPr/>
            </a:pPr>
            <a:r>
              <a:rPr kumimoji="0" lang="vi-VN" altLang="vi-VN" sz="1000" b="0" i="0" u="none" strike="noStrike" kern="1200" cap="none" spc="0" normalizeH="0" baseline="0" noProof="0">
                <a:ln>
                  <a:noFill/>
                </a:ln>
                <a:solidFill>
                  <a:prstClr val="black">
                    <a:lumMod val="85000"/>
                    <a:lumOff val="15000"/>
                  </a:prstClr>
                </a:solidFill>
                <a:effectLst/>
                <a:uLnTx/>
                <a:uFillTx/>
                <a:latin typeface="Noto Sans"/>
                <a:ea typeface="Noto Sans"/>
              </a:rPr>
              <a:t>LOREM</a:t>
            </a:r>
            <a:endParaRPr kumimoji="0" lang="ru-RU" sz="1000" b="0" i="0" u="none" strike="noStrike" kern="1200" cap="none" spc="0" normalizeH="0" baseline="0" noProof="0">
              <a:ln>
                <a:noFill/>
              </a:ln>
              <a:solidFill>
                <a:prstClr val="black">
                  <a:lumMod val="85000"/>
                  <a:lumOff val="15000"/>
                </a:prstClr>
              </a:solidFill>
              <a:effectLst/>
              <a:uLnTx/>
              <a:uFillTx/>
              <a:latin typeface="Circe Bold" panose="020B0602020203020203" pitchFamily="34" charset="-52"/>
            </a:endParaRPr>
          </a:p>
        </p:txBody>
      </p:sp>
      <p:sp>
        <p:nvSpPr>
          <p:cNvPr id="47" name="Рисунок 46"/>
          <p:cNvSpPr>
            <a:spLocks noGrp="1"/>
          </p:cNvSpPr>
          <p:nvPr>
            <p:ph type="pic" sz="quarter" idx="25" hasCustomPrompt="1"/>
          </p:nvPr>
        </p:nvSpPr>
        <p:spPr>
          <a:xfrm>
            <a:off x="5436178" y="3973457"/>
            <a:ext cx="324000" cy="324000"/>
          </a:xfrm>
        </p:spPr>
        <p:txBody>
          <a:bodyPr anchor="ctr">
            <a:normAutofit fontScale="95000" lnSpcReduction="20000"/>
          </a:bodyPr>
          <a:lstStyle>
            <a:lvl1pPr marL="0" indent="0">
              <a:buNone/>
              <a:defRPr sz="700">
                <a:solidFill>
                  <a:srgbClr val="262626"/>
                </a:solidFill>
                <a:latin typeface="PT Sans" panose="020B0503020203020204" pitchFamily="34" charset="-52"/>
              </a:defRPr>
            </a:lvl1pPr>
          </a:lstStyle>
          <a:p>
            <a:r>
              <a:rPr lang="vi-VN" altLang="vi-VN">
                <a:latin typeface="Noto Sans"/>
                <a:ea typeface="Noto Sans"/>
              </a:rPr>
              <a:t>Иконка</a:t>
            </a:r>
          </a:p>
        </p:txBody>
      </p:sp>
      <p:sp>
        <p:nvSpPr>
          <p:cNvPr id="48" name="Рисунок 46"/>
          <p:cNvSpPr>
            <a:spLocks noGrp="1"/>
          </p:cNvSpPr>
          <p:nvPr>
            <p:ph type="pic" sz="quarter" idx="27" hasCustomPrompt="1"/>
          </p:nvPr>
        </p:nvSpPr>
        <p:spPr>
          <a:xfrm>
            <a:off x="7646134" y="3981733"/>
            <a:ext cx="324000" cy="324000"/>
          </a:xfrm>
        </p:spPr>
        <p:txBody>
          <a:bodyPr anchor="ctr">
            <a:normAutofit fontScale="95000" lnSpcReduction="20000"/>
          </a:bodyPr>
          <a:lstStyle>
            <a:lvl1pPr marL="0" indent="0">
              <a:buNone/>
              <a:defRPr sz="700">
                <a:solidFill>
                  <a:srgbClr val="262626"/>
                </a:solidFill>
                <a:latin typeface="PT Sans" panose="020B0503020203020204" pitchFamily="34" charset="-52"/>
              </a:defRPr>
            </a:lvl1pPr>
          </a:lstStyle>
          <a:p>
            <a:r>
              <a:rPr lang="vi-VN" altLang="vi-VN">
                <a:latin typeface="Noto Sans"/>
                <a:ea typeface="Noto Sans"/>
              </a:rPr>
              <a:t>Иконка</a:t>
            </a:r>
          </a:p>
        </p:txBody>
      </p:sp>
      <p:sp>
        <p:nvSpPr>
          <p:cNvPr id="49" name="Рисунок 46"/>
          <p:cNvSpPr>
            <a:spLocks noGrp="1"/>
          </p:cNvSpPr>
          <p:nvPr>
            <p:ph type="pic" sz="quarter" idx="28" hasCustomPrompt="1"/>
          </p:nvPr>
        </p:nvSpPr>
        <p:spPr>
          <a:xfrm>
            <a:off x="9818017" y="3981733"/>
            <a:ext cx="324000" cy="324000"/>
          </a:xfrm>
        </p:spPr>
        <p:txBody>
          <a:bodyPr anchor="ctr">
            <a:normAutofit fontScale="95000" lnSpcReduction="20000"/>
          </a:bodyPr>
          <a:lstStyle>
            <a:lvl1pPr marL="0" indent="0">
              <a:buNone/>
              <a:defRPr sz="700">
                <a:solidFill>
                  <a:srgbClr val="262626"/>
                </a:solidFill>
                <a:latin typeface="PT Sans" panose="020B0503020203020204" pitchFamily="34" charset="-52"/>
              </a:defRPr>
            </a:lvl1pPr>
          </a:lstStyle>
          <a:p>
            <a:r>
              <a:rPr lang="vi-VN" altLang="vi-VN">
                <a:latin typeface="Noto Sans"/>
                <a:ea typeface="Noto Sans"/>
              </a:rPr>
              <a:t>Иконка</a:t>
            </a:r>
          </a:p>
        </p:txBody>
      </p:sp>
      <p:sp>
        <p:nvSpPr>
          <p:cNvPr id="50" name="Прямоугольник 49"/>
          <p:cNvSpPr/>
          <p:nvPr userDrawn="1"/>
        </p:nvSpPr>
        <p:spPr>
          <a:xfrm>
            <a:off x="11801476" y="308098"/>
            <a:ext cx="107156" cy="107156"/>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117">
              <a:solidFill>
                <a:srgbClr val="262626"/>
              </a:solidFill>
              <a:latin typeface="PT Sans" panose="020B0503020203020204" pitchFamily="34" charset="-52"/>
            </a:endParaRPr>
          </a:p>
        </p:txBody>
      </p:sp>
      <p:sp>
        <p:nvSpPr>
          <p:cNvPr id="51" name="Текст 2"/>
          <p:cNvSpPr>
            <a:spLocks noGrp="1"/>
          </p:cNvSpPr>
          <p:nvPr>
            <p:ph type="body" sz="quarter" idx="29" hasCustomPrompt="1"/>
          </p:nvPr>
        </p:nvSpPr>
        <p:spPr>
          <a:xfrm>
            <a:off x="9785745" y="269343"/>
            <a:ext cx="1527175" cy="183356"/>
          </a:xfrm>
        </p:spPr>
        <p:txBody>
          <a:bodyPr>
            <a:normAutofit/>
          </a:bodyPr>
          <a:lstStyle>
            <a:lvl1pPr marL="0" marR="0" indent="0" algn="l" defTabSz="914436" rtl="0" eaLnBrk="1" fontAlgn="auto" latinLnBrk="0" hangingPunct="1">
              <a:lnSpc>
                <a:spcPct val="100000"/>
              </a:lnSpc>
              <a:spcBef>
                <a:spcPct val="0"/>
              </a:spcBef>
              <a:spcAft>
                <a:spcPct val="0"/>
              </a:spcAft>
              <a:buClrTx/>
              <a:buSzTx/>
              <a:buFontTx/>
              <a:buNone/>
              <a:defRPr sz="600">
                <a:solidFill>
                  <a:srgbClr val="262626"/>
                </a:solidFill>
                <a:latin typeface="PT Sans" panose="020B0503020203020204" pitchFamily="34" charset="-52"/>
              </a:defRPr>
            </a:lvl1pPr>
          </a:lstStyle>
          <a:p>
            <a:pPr marL="0" marR="0" lvl="0" indent="0" algn="l" defTabSz="914436" rtl="0" eaLnBrk="1" fontAlgn="auto" latinLnBrk="0" hangingPunct="1">
              <a:lnSpc>
                <a:spcPct val="100000"/>
              </a:lnSpc>
              <a:spcBef>
                <a:spcPct val="0"/>
              </a:spcBef>
              <a:spcAft>
                <a:spcPct val="0"/>
              </a:spcAft>
              <a:buClrTx/>
              <a:buSzTx/>
              <a:buFontTx/>
              <a:buNone/>
              <a:defRPr/>
            </a:pPr>
            <a:r>
              <a:rPr kumimoji="0" lang="vi-VN" altLang="vi-VN" sz="600" b="0" i="0" u="none" strike="noStrike" kern="1200" cap="none" spc="0" normalizeH="0" baseline="0" noProof="0">
                <a:ln>
                  <a:noFill/>
                </a:ln>
                <a:solidFill>
                  <a:prstClr val="black">
                    <a:lumMod val="85000"/>
                    <a:lumOff val="15000"/>
                  </a:prstClr>
                </a:solidFill>
                <a:effectLst/>
                <a:uLnTx/>
                <a:uFillTx/>
                <a:latin typeface="Noto Sans"/>
                <a:ea typeface="Noto Sans"/>
              </a:rPr>
              <a:t>Lorem ipsum dolor ngồi</a:t>
            </a:r>
            <a:endParaRPr kumimoji="0" lang="ru-RU" sz="600" b="0" i="0" u="none" strike="noStrike" kern="1200" cap="none" spc="0" normalizeH="0" baseline="0" noProof="0">
              <a:ln>
                <a:noFill/>
              </a:ln>
              <a:solidFill>
                <a:prstClr val="black">
                  <a:lumMod val="85000"/>
                  <a:lumOff val="15000"/>
                </a:prstClr>
              </a:solidFill>
              <a:effectLst/>
              <a:uLnTx/>
              <a:uFillTx/>
              <a:latin typeface="+mn-lt"/>
            </a:endParaRPr>
          </a:p>
        </p:txBody>
      </p:sp>
      <p:sp>
        <p:nvSpPr>
          <p:cNvPr id="52" name="Текст 2"/>
          <p:cNvSpPr>
            <a:spLocks noGrp="1"/>
          </p:cNvSpPr>
          <p:nvPr>
            <p:ph type="body" sz="quarter" idx="30" hasCustomPrompt="1"/>
          </p:nvPr>
        </p:nvSpPr>
        <p:spPr>
          <a:xfrm>
            <a:off x="198957" y="269343"/>
            <a:ext cx="816769" cy="298204"/>
          </a:xfrm>
        </p:spPr>
        <p:txBody>
          <a:bodyPr>
            <a:normAutofit/>
          </a:bodyPr>
          <a:lstStyle>
            <a:lvl1pPr marL="0" marR="0" indent="0" algn="l" defTabSz="914436" rtl="0" eaLnBrk="1" fontAlgn="auto" latinLnBrk="0" hangingPunct="1">
              <a:lnSpc>
                <a:spcPct val="100000"/>
              </a:lnSpc>
              <a:spcBef>
                <a:spcPct val="0"/>
              </a:spcBef>
              <a:spcAft>
                <a:spcPct val="0"/>
              </a:spcAft>
              <a:buClrTx/>
              <a:buSzTx/>
              <a:buFontTx/>
              <a:buNone/>
              <a:defRPr sz="600">
                <a:solidFill>
                  <a:srgbClr val="262626"/>
                </a:solidFill>
                <a:latin typeface="PT Sans" panose="020B0503020203020204" pitchFamily="34" charset="-52"/>
              </a:defRPr>
            </a:lvl1pPr>
          </a:lstStyle>
          <a:p>
            <a:pPr marL="0" marR="0" lvl="0" indent="0" algn="l" defTabSz="914436" rtl="0" eaLnBrk="1" fontAlgn="auto" latinLnBrk="0" hangingPunct="1">
              <a:lnSpc>
                <a:spcPct val="100000"/>
              </a:lnSpc>
              <a:spcBef>
                <a:spcPct val="0"/>
              </a:spcBef>
              <a:spcAft>
                <a:spcPct val="0"/>
              </a:spcAft>
              <a:buClrTx/>
              <a:buSzTx/>
              <a:buFontTx/>
              <a:buNone/>
              <a:defRPr/>
            </a:pPr>
            <a:r>
              <a:rPr kumimoji="0" lang="vi-VN" altLang="vi-VN" sz="600" b="0" i="0" u="none" strike="noStrike" kern="1200" cap="none" spc="0" normalizeH="0" baseline="0" noProof="0">
                <a:ln>
                  <a:noFill/>
                </a:ln>
                <a:solidFill>
                  <a:prstClr val="black">
                    <a:lumMod val="85000"/>
                    <a:lumOff val="15000"/>
                  </a:prstClr>
                </a:solidFill>
                <a:effectLst/>
                <a:uLnTx/>
                <a:uFillTx/>
                <a:latin typeface="Noto Sans"/>
                <a:ea typeface="Noto Sans"/>
              </a:rPr>
              <a:t>Lorem ipsum dolor</a:t>
            </a:r>
            <a:endParaRPr kumimoji="0" lang="ru-RU" sz="600" b="0" i="0" u="none" strike="noStrike" kern="1200" cap="none" spc="0" normalizeH="0" baseline="0" noProof="0">
              <a:ln>
                <a:noFill/>
              </a:ln>
              <a:solidFill>
                <a:prstClr val="black">
                  <a:lumMod val="85000"/>
                  <a:lumOff val="15000"/>
                </a:prstClr>
              </a:solidFill>
              <a:effectLst/>
              <a:uLnTx/>
              <a:uFillTx/>
              <a:latin typeface="Circe Bold" panose="020B0602020203020203" pitchFamily="34" charset="-52"/>
            </a:endParaRPr>
          </a:p>
        </p:txBody>
      </p:sp>
      <p:sp>
        <p:nvSpPr>
          <p:cNvPr id="53" name="Текст 35"/>
          <p:cNvSpPr>
            <a:spLocks noGrp="1"/>
          </p:cNvSpPr>
          <p:nvPr>
            <p:ph type="body" sz="quarter" idx="31" hasCustomPrompt="1"/>
          </p:nvPr>
        </p:nvSpPr>
        <p:spPr>
          <a:xfrm>
            <a:off x="278961" y="4788980"/>
            <a:ext cx="292100" cy="1235075"/>
          </a:xfrm>
        </p:spPr>
        <p:txBody>
          <a:bodyPr vert="vert270">
            <a:normAutofit/>
          </a:bodyPr>
          <a:lstStyle>
            <a:lvl1pPr marL="0" marR="0" indent="0" algn="l" defTabSz="914436" rtl="0" eaLnBrk="1" fontAlgn="auto" latinLnBrk="0" hangingPunct="1">
              <a:lnSpc>
                <a:spcPct val="100000"/>
              </a:lnSpc>
              <a:spcBef>
                <a:spcPct val="0"/>
              </a:spcBef>
              <a:spcAft>
                <a:spcPct val="0"/>
              </a:spcAft>
              <a:buClrTx/>
              <a:buSzTx/>
              <a:buFontTx/>
              <a:buNone/>
              <a:defRPr sz="800">
                <a:solidFill>
                  <a:srgbClr val="262626"/>
                </a:solidFill>
                <a:latin typeface="PT Sans" panose="020B0503020203020204" pitchFamily="34" charset="-52"/>
              </a:defRPr>
            </a:lvl1pPr>
          </a:lstStyle>
          <a:p>
            <a:pPr marL="0" marR="0" lvl="0" indent="0" algn="l" defTabSz="914436" rtl="0" eaLnBrk="1" fontAlgn="auto" latinLnBrk="0" hangingPunct="1">
              <a:lnSpc>
                <a:spcPct val="100000"/>
              </a:lnSpc>
              <a:spcBef>
                <a:spcPct val="0"/>
              </a:spcBef>
              <a:spcAft>
                <a:spcPct val="0"/>
              </a:spcAft>
              <a:buClrTx/>
              <a:buSzTx/>
              <a:buFontTx/>
              <a:buNone/>
              <a:defRPr/>
            </a:pPr>
            <a:r>
              <a:rPr kumimoji="0" lang="vi-VN" altLang="vi-VN" sz="700" b="0" i="0" u="none" strike="noStrike" kern="1200" cap="none" spc="0" normalizeH="0" baseline="0" noProof="0">
                <a:ln>
                  <a:noFill/>
                </a:ln>
                <a:solidFill>
                  <a:prstClr val="black">
                    <a:lumMod val="85000"/>
                    <a:lumOff val="15000"/>
                  </a:prstClr>
                </a:solidFill>
                <a:effectLst/>
                <a:uLnTx/>
                <a:uFillTx/>
                <a:latin typeface="Noto Sans"/>
                <a:ea typeface="Noto Sans"/>
              </a:rPr>
              <a:t>Lorem ipsum dolor</a:t>
            </a:r>
            <a:endParaRPr kumimoji="0" lang="ru-RU" sz="800" b="0" i="0" u="none" strike="noStrike" kern="1200" cap="none" spc="0" normalizeH="0" baseline="0" noProof="0">
              <a:ln>
                <a:noFill/>
              </a:ln>
              <a:solidFill>
                <a:prstClr val="black">
                  <a:lumMod val="85000"/>
                  <a:lumOff val="15000"/>
                </a:prstClr>
              </a:solidFill>
              <a:effectLst/>
              <a:uLnTx/>
              <a:uFillTx/>
              <a:latin typeface="Circe" panose="020B0502020203020203" pitchFamily="34" charset="-52"/>
            </a:endParaRPr>
          </a:p>
        </p:txBody>
      </p:sp>
      <p:sp>
        <p:nvSpPr>
          <p:cNvPr id="22" name="Овал 21"/>
          <p:cNvSpPr/>
          <p:nvPr userDrawn="1"/>
        </p:nvSpPr>
        <p:spPr>
          <a:xfrm>
            <a:off x="356756" y="6217195"/>
            <a:ext cx="149226" cy="149226"/>
          </a:xfrm>
          <a:prstGeom prst="ellipse">
            <a:avLst/>
          </a:prstGeom>
          <a:solidFill>
            <a:schemeClr val="tx1"/>
          </a:solid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117">
              <a:solidFill>
                <a:srgbClr val="262626"/>
              </a:solidFill>
              <a:latin typeface="PT Sans" panose="020B0503020203020204" pitchFamily="34" charset="-52"/>
              <a:ea typeface="PT Sans" panose="020B0503020203020204" pitchFamily="34" charset="-52"/>
            </a:endParaRPr>
          </a:p>
        </p:txBody>
      </p:sp>
    </p:spTree>
    <p:extLst>
      <p:ext uri="{BB962C8B-B14F-4D97-AF65-F5344CB8AC3E}">
        <p14:creationId xmlns:p14="http://schemas.microsoft.com/office/powerpoint/2010/main" val="3430163385"/>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Заголовок, текст и 3 пункта">
    <p:spTree>
      <p:nvGrpSpPr>
        <p:cNvPr id="1" name=""/>
        <p:cNvGrpSpPr/>
        <p:nvPr/>
      </p:nvGrpSpPr>
      <p:grpSpPr>
        <a:xfrm>
          <a:off x="0" y="0"/>
          <a:ext cx="0" cy="0"/>
          <a:chOff x="0" y="0"/>
          <a:chExt cx="0" cy="0"/>
        </a:xfrm>
      </p:grpSpPr>
      <p:sp>
        <p:nvSpPr>
          <p:cNvPr id="28" name="图片占位符 27">
            <a:extLst>
              <a:ext uri="{FF2B5EF4-FFF2-40B4-BE49-F238E27FC236}">
                <a16:creationId xmlns:a16="http://schemas.microsoft.com/office/drawing/2014/main" id="{B4273A08-D1EB-4EDA-BDF6-82213156EEF1}"/>
              </a:ext>
            </a:extLst>
          </p:cNvPr>
          <p:cNvSpPr>
            <a:spLocks noGrp="1"/>
          </p:cNvSpPr>
          <p:nvPr>
            <p:ph type="pic" sz="quarter" idx="10"/>
          </p:nvPr>
        </p:nvSpPr>
        <p:spPr>
          <a:xfrm>
            <a:off x="4513652" y="0"/>
            <a:ext cx="2890609" cy="4860621"/>
          </a:xfrm>
          <a:custGeom>
            <a:avLst/>
            <a:gdLst>
              <a:gd name="connsiteX0" fmla="*/ 2851189 w 2890609"/>
              <a:gd name="connsiteY0" fmla="*/ 0 h 4860621"/>
              <a:gd name="connsiteX1" fmla="*/ 2890609 w 2890609"/>
              <a:gd name="connsiteY1" fmla="*/ 2009432 h 4860621"/>
              <a:gd name="connsiteX2" fmla="*/ 39420 w 2890609"/>
              <a:gd name="connsiteY2" fmla="*/ 4860621 h 4860621"/>
              <a:gd name="connsiteX3" fmla="*/ 0 w 2890609"/>
              <a:gd name="connsiteY3" fmla="*/ 2851189 h 4860621"/>
            </a:gdLst>
            <a:ahLst/>
            <a:cxnLst>
              <a:cxn ang="0">
                <a:pos x="connsiteX0" y="connsiteY0"/>
              </a:cxn>
              <a:cxn ang="0">
                <a:pos x="connsiteX1" y="connsiteY1"/>
              </a:cxn>
              <a:cxn ang="0">
                <a:pos x="connsiteX2" y="connsiteY2"/>
              </a:cxn>
              <a:cxn ang="0">
                <a:pos x="connsiteX3" y="connsiteY3"/>
              </a:cxn>
            </a:cxnLst>
            <a:rect l="l" t="t" r="r" b="b"/>
            <a:pathLst>
              <a:path w="2890609" h="4860621">
                <a:moveTo>
                  <a:pt x="2851189" y="0"/>
                </a:moveTo>
                <a:lnTo>
                  <a:pt x="2890609" y="2009432"/>
                </a:lnTo>
                <a:lnTo>
                  <a:pt x="39420" y="4860621"/>
                </a:lnTo>
                <a:lnTo>
                  <a:pt x="0" y="2851189"/>
                </a:lnTo>
                <a:close/>
              </a:path>
            </a:pathLst>
          </a:custGeom>
        </p:spPr>
        <p:txBody>
          <a:bodyPr wrap="square">
            <a:noAutofit/>
          </a:bodyPr>
          <a:lstStyle/>
          <a:p>
            <a:endParaRPr lang="zh-CN" altLang="en-US"/>
          </a:p>
        </p:txBody>
      </p:sp>
      <p:sp>
        <p:nvSpPr>
          <p:cNvPr id="29" name="图片占位符 28">
            <a:extLst>
              <a:ext uri="{FF2B5EF4-FFF2-40B4-BE49-F238E27FC236}">
                <a16:creationId xmlns:a16="http://schemas.microsoft.com/office/drawing/2014/main" id="{A01796E7-A09D-4428-88B0-6FCCB0E29ECF}"/>
              </a:ext>
            </a:extLst>
          </p:cNvPr>
          <p:cNvSpPr>
            <a:spLocks noGrp="1"/>
          </p:cNvSpPr>
          <p:nvPr>
            <p:ph type="pic" sz="quarter" idx="11"/>
          </p:nvPr>
        </p:nvSpPr>
        <p:spPr>
          <a:xfrm>
            <a:off x="6080396" y="716271"/>
            <a:ext cx="2890609" cy="4860621"/>
          </a:xfrm>
          <a:custGeom>
            <a:avLst/>
            <a:gdLst>
              <a:gd name="connsiteX0" fmla="*/ 2851189 w 2890609"/>
              <a:gd name="connsiteY0" fmla="*/ 0 h 4860621"/>
              <a:gd name="connsiteX1" fmla="*/ 2890609 w 2890609"/>
              <a:gd name="connsiteY1" fmla="*/ 2009432 h 4860621"/>
              <a:gd name="connsiteX2" fmla="*/ 39420 w 2890609"/>
              <a:gd name="connsiteY2" fmla="*/ 4860621 h 4860621"/>
              <a:gd name="connsiteX3" fmla="*/ 0 w 2890609"/>
              <a:gd name="connsiteY3" fmla="*/ 2851189 h 4860621"/>
            </a:gdLst>
            <a:ahLst/>
            <a:cxnLst>
              <a:cxn ang="0">
                <a:pos x="connsiteX0" y="connsiteY0"/>
              </a:cxn>
              <a:cxn ang="0">
                <a:pos x="connsiteX1" y="connsiteY1"/>
              </a:cxn>
              <a:cxn ang="0">
                <a:pos x="connsiteX2" y="connsiteY2"/>
              </a:cxn>
              <a:cxn ang="0">
                <a:pos x="connsiteX3" y="connsiteY3"/>
              </a:cxn>
            </a:cxnLst>
            <a:rect l="l" t="t" r="r" b="b"/>
            <a:pathLst>
              <a:path w="2890609" h="4860621">
                <a:moveTo>
                  <a:pt x="2851189" y="0"/>
                </a:moveTo>
                <a:lnTo>
                  <a:pt x="2890609" y="2009432"/>
                </a:lnTo>
                <a:lnTo>
                  <a:pt x="39420" y="4860621"/>
                </a:lnTo>
                <a:lnTo>
                  <a:pt x="0" y="2851189"/>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184664410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down)">
                                      <p:cBhvr>
                                        <p:cTn id="7" dur="500"/>
                                        <p:tgtEl>
                                          <p:spTgt spid="29"/>
                                        </p:tgtEl>
                                      </p:cBhvr>
                                    </p:animEffect>
                                  </p:childTnLst>
                                </p:cTn>
                              </p:par>
                            </p:childTnLst>
                          </p:cTn>
                        </p:par>
                        <p:par>
                          <p:cTn id="8" fill="hold" nodeType="afterGroup">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down)">
                                      <p:cBhvr>
                                        <p:cTn id="1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26" Type="http://schemas.openxmlformats.org/officeDocument/2006/relationships/image" Target="../media/image8.png"/><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5" Type="http://schemas.openxmlformats.org/officeDocument/2006/relationships/image" Target="../media/image7.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6.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BA86F5B0-BE1F-4236-898D-DC5095464704}"/>
              </a:ext>
            </a:extLst>
          </p:cNvPr>
          <p:cNvSpPr txBox="1"/>
          <p:nvPr userDrawn="1"/>
        </p:nvSpPr>
        <p:spPr>
          <a:xfrm>
            <a:off x="2378578" y="-10793573"/>
            <a:ext cx="1965874" cy="113995"/>
          </a:xfrm>
          <a:custGeom>
            <a:avLst/>
            <a:gdLst/>
            <a:ahLst/>
            <a:cxnLst/>
            <a:rect l="l" t="t" r="r" b="b"/>
            <a:pathLst>
              <a:path w="1965874" h="113994">
                <a:moveTo>
                  <a:pt x="891806" y="87487"/>
                </a:moveTo>
                <a:cubicBezTo>
                  <a:pt x="887684" y="90420"/>
                  <a:pt x="885624" y="93808"/>
                  <a:pt x="885624" y="97650"/>
                </a:cubicBezTo>
                <a:cubicBezTo>
                  <a:pt x="885624" y="100793"/>
                  <a:pt x="887126" y="103308"/>
                  <a:pt x="890130" y="105194"/>
                </a:cubicBezTo>
                <a:cubicBezTo>
                  <a:pt x="893134" y="107080"/>
                  <a:pt x="897290" y="108023"/>
                  <a:pt x="902598" y="108023"/>
                </a:cubicBezTo>
                <a:cubicBezTo>
                  <a:pt x="908046" y="108023"/>
                  <a:pt x="912586" y="106765"/>
                  <a:pt x="916218" y="104251"/>
                </a:cubicBezTo>
                <a:cubicBezTo>
                  <a:pt x="919572" y="101876"/>
                  <a:pt x="921248" y="99082"/>
                  <a:pt x="921248" y="95869"/>
                </a:cubicBezTo>
                <a:cubicBezTo>
                  <a:pt x="921248" y="90909"/>
                  <a:pt x="917302" y="88430"/>
                  <a:pt x="909408" y="88430"/>
                </a:cubicBezTo>
                <a:lnTo>
                  <a:pt x="899036" y="88430"/>
                </a:lnTo>
                <a:cubicBezTo>
                  <a:pt x="896870" y="88430"/>
                  <a:pt x="894460" y="88115"/>
                  <a:pt x="891806" y="87487"/>
                </a:cubicBezTo>
                <a:close/>
                <a:moveTo>
                  <a:pt x="429472" y="75438"/>
                </a:moveTo>
                <a:cubicBezTo>
                  <a:pt x="431288" y="75438"/>
                  <a:pt x="432824" y="76066"/>
                  <a:pt x="434082" y="77324"/>
                </a:cubicBezTo>
                <a:cubicBezTo>
                  <a:pt x="435340" y="78651"/>
                  <a:pt x="435968" y="80327"/>
                  <a:pt x="435968" y="82353"/>
                </a:cubicBezTo>
                <a:cubicBezTo>
                  <a:pt x="435968" y="84309"/>
                  <a:pt x="435340" y="85915"/>
                  <a:pt x="434082" y="87172"/>
                </a:cubicBezTo>
                <a:cubicBezTo>
                  <a:pt x="432824" y="88430"/>
                  <a:pt x="431288" y="89058"/>
                  <a:pt x="429472" y="89058"/>
                </a:cubicBezTo>
                <a:cubicBezTo>
                  <a:pt x="427726" y="89058"/>
                  <a:pt x="426224" y="88430"/>
                  <a:pt x="424966" y="87172"/>
                </a:cubicBezTo>
                <a:cubicBezTo>
                  <a:pt x="423710" y="85915"/>
                  <a:pt x="423080" y="84309"/>
                  <a:pt x="423080" y="82353"/>
                </a:cubicBezTo>
                <a:cubicBezTo>
                  <a:pt x="423080" y="80327"/>
                  <a:pt x="423710" y="78651"/>
                  <a:pt x="424966" y="77324"/>
                </a:cubicBezTo>
                <a:cubicBezTo>
                  <a:pt x="426224" y="76066"/>
                  <a:pt x="427726" y="75438"/>
                  <a:pt x="429472" y="75438"/>
                </a:cubicBezTo>
                <a:close/>
                <a:moveTo>
                  <a:pt x="335384" y="66846"/>
                </a:moveTo>
                <a:lnTo>
                  <a:pt x="335384" y="83191"/>
                </a:lnTo>
                <a:lnTo>
                  <a:pt x="392172" y="83191"/>
                </a:lnTo>
                <a:lnTo>
                  <a:pt x="392172" y="66846"/>
                </a:lnTo>
                <a:close/>
                <a:moveTo>
                  <a:pt x="856868" y="57731"/>
                </a:moveTo>
                <a:cubicBezTo>
                  <a:pt x="847158" y="58848"/>
                  <a:pt x="840174" y="60629"/>
                  <a:pt x="835914" y="63074"/>
                </a:cubicBezTo>
                <a:cubicBezTo>
                  <a:pt x="832002" y="65449"/>
                  <a:pt x="830046" y="68627"/>
                  <a:pt x="830046" y="72609"/>
                </a:cubicBezTo>
                <a:cubicBezTo>
                  <a:pt x="830046" y="78965"/>
                  <a:pt x="833538" y="82143"/>
                  <a:pt x="840524" y="82143"/>
                </a:cubicBezTo>
                <a:cubicBezTo>
                  <a:pt x="845552" y="82143"/>
                  <a:pt x="851000" y="79524"/>
                  <a:pt x="856868" y="74285"/>
                </a:cubicBezTo>
                <a:close/>
                <a:moveTo>
                  <a:pt x="482440" y="50606"/>
                </a:moveTo>
                <a:lnTo>
                  <a:pt x="482440" y="80781"/>
                </a:lnTo>
                <a:lnTo>
                  <a:pt x="496270" y="80781"/>
                </a:lnTo>
                <a:cubicBezTo>
                  <a:pt x="510870" y="80781"/>
                  <a:pt x="518168" y="75507"/>
                  <a:pt x="518168" y="64960"/>
                </a:cubicBezTo>
                <a:cubicBezTo>
                  <a:pt x="518168" y="55391"/>
                  <a:pt x="510870" y="50606"/>
                  <a:pt x="496270" y="50606"/>
                </a:cubicBezTo>
                <a:close/>
                <a:moveTo>
                  <a:pt x="1220056" y="49977"/>
                </a:moveTo>
                <a:cubicBezTo>
                  <a:pt x="1212652" y="54657"/>
                  <a:pt x="1208950" y="60664"/>
                  <a:pt x="1208950" y="67999"/>
                </a:cubicBezTo>
                <a:cubicBezTo>
                  <a:pt x="1208950" y="72190"/>
                  <a:pt x="1210522" y="75682"/>
                  <a:pt x="1213666" y="78476"/>
                </a:cubicBezTo>
                <a:cubicBezTo>
                  <a:pt x="1216878" y="81270"/>
                  <a:pt x="1220860" y="82667"/>
                  <a:pt x="1225610" y="82667"/>
                </a:cubicBezTo>
                <a:cubicBezTo>
                  <a:pt x="1230150" y="82667"/>
                  <a:pt x="1233886" y="81375"/>
                  <a:pt x="1236820" y="78790"/>
                </a:cubicBezTo>
                <a:cubicBezTo>
                  <a:pt x="1239614" y="76276"/>
                  <a:pt x="1241012" y="73063"/>
                  <a:pt x="1241012" y="69151"/>
                </a:cubicBezTo>
                <a:cubicBezTo>
                  <a:pt x="1241012" y="64401"/>
                  <a:pt x="1238916" y="60420"/>
                  <a:pt x="1234724" y="57207"/>
                </a:cubicBezTo>
                <a:cubicBezTo>
                  <a:pt x="1232140" y="55321"/>
                  <a:pt x="1227250" y="52911"/>
                  <a:pt x="1220056" y="49977"/>
                </a:cubicBezTo>
                <a:close/>
                <a:moveTo>
                  <a:pt x="335384" y="44215"/>
                </a:moveTo>
                <a:lnTo>
                  <a:pt x="335384" y="60350"/>
                </a:lnTo>
                <a:lnTo>
                  <a:pt x="392172" y="60350"/>
                </a:lnTo>
                <a:lnTo>
                  <a:pt x="392172" y="44215"/>
                </a:lnTo>
                <a:close/>
                <a:moveTo>
                  <a:pt x="62130" y="37299"/>
                </a:moveTo>
                <a:cubicBezTo>
                  <a:pt x="64786" y="49942"/>
                  <a:pt x="68662" y="60490"/>
                  <a:pt x="73760" y="68942"/>
                </a:cubicBezTo>
                <a:cubicBezTo>
                  <a:pt x="79558" y="60071"/>
                  <a:pt x="83644" y="49523"/>
                  <a:pt x="86020" y="37299"/>
                </a:cubicBezTo>
                <a:close/>
                <a:moveTo>
                  <a:pt x="961320" y="36880"/>
                </a:moveTo>
                <a:cubicBezTo>
                  <a:pt x="956220" y="36880"/>
                  <a:pt x="952100" y="38976"/>
                  <a:pt x="948956" y="43167"/>
                </a:cubicBezTo>
                <a:cubicBezTo>
                  <a:pt x="945742" y="47288"/>
                  <a:pt x="944136" y="52736"/>
                  <a:pt x="944136" y="59512"/>
                </a:cubicBezTo>
                <a:cubicBezTo>
                  <a:pt x="944136" y="66217"/>
                  <a:pt x="945742" y="71631"/>
                  <a:pt x="948956" y="75752"/>
                </a:cubicBezTo>
                <a:cubicBezTo>
                  <a:pt x="952100" y="79873"/>
                  <a:pt x="956220" y="81934"/>
                  <a:pt x="961320" y="81934"/>
                </a:cubicBezTo>
                <a:cubicBezTo>
                  <a:pt x="966418" y="81934"/>
                  <a:pt x="970574" y="79873"/>
                  <a:pt x="973788" y="75752"/>
                </a:cubicBezTo>
                <a:cubicBezTo>
                  <a:pt x="977000" y="71631"/>
                  <a:pt x="978608" y="66217"/>
                  <a:pt x="978608" y="59512"/>
                </a:cubicBezTo>
                <a:cubicBezTo>
                  <a:pt x="978608" y="52806"/>
                  <a:pt x="977000" y="47358"/>
                  <a:pt x="973788" y="43167"/>
                </a:cubicBezTo>
                <a:cubicBezTo>
                  <a:pt x="970574" y="38976"/>
                  <a:pt x="966418" y="36880"/>
                  <a:pt x="961320" y="36880"/>
                </a:cubicBezTo>
                <a:close/>
                <a:moveTo>
                  <a:pt x="655890" y="36566"/>
                </a:moveTo>
                <a:cubicBezTo>
                  <a:pt x="651560" y="36566"/>
                  <a:pt x="647822" y="38173"/>
                  <a:pt x="644680" y="41386"/>
                </a:cubicBezTo>
                <a:cubicBezTo>
                  <a:pt x="641396" y="44808"/>
                  <a:pt x="639476" y="49384"/>
                  <a:pt x="638918" y="55111"/>
                </a:cubicBezTo>
                <a:lnTo>
                  <a:pt x="670560" y="55111"/>
                </a:lnTo>
                <a:cubicBezTo>
                  <a:pt x="670560" y="42748"/>
                  <a:pt x="665670" y="36566"/>
                  <a:pt x="655890" y="36566"/>
                </a:cubicBezTo>
                <a:close/>
                <a:moveTo>
                  <a:pt x="901236" y="36042"/>
                </a:moveTo>
                <a:cubicBezTo>
                  <a:pt x="897604" y="36042"/>
                  <a:pt x="894600" y="37265"/>
                  <a:pt x="892224" y="39709"/>
                </a:cubicBezTo>
                <a:cubicBezTo>
                  <a:pt x="889780" y="42224"/>
                  <a:pt x="888558" y="45612"/>
                  <a:pt x="888558" y="49872"/>
                </a:cubicBezTo>
                <a:cubicBezTo>
                  <a:pt x="888558" y="53994"/>
                  <a:pt x="889816" y="57381"/>
                  <a:pt x="892330" y="60036"/>
                </a:cubicBezTo>
                <a:cubicBezTo>
                  <a:pt x="894774" y="62620"/>
                  <a:pt x="897744" y="63912"/>
                  <a:pt x="901236" y="63912"/>
                </a:cubicBezTo>
                <a:cubicBezTo>
                  <a:pt x="904728" y="63912"/>
                  <a:pt x="907696" y="62620"/>
                  <a:pt x="910142" y="60036"/>
                </a:cubicBezTo>
                <a:cubicBezTo>
                  <a:pt x="912656" y="57381"/>
                  <a:pt x="913914" y="53994"/>
                  <a:pt x="913914" y="49872"/>
                </a:cubicBezTo>
                <a:cubicBezTo>
                  <a:pt x="913914" y="45681"/>
                  <a:pt x="912656" y="42294"/>
                  <a:pt x="910142" y="39709"/>
                </a:cubicBezTo>
                <a:cubicBezTo>
                  <a:pt x="907766" y="37265"/>
                  <a:pt x="904798" y="36042"/>
                  <a:pt x="901236" y="36042"/>
                </a:cubicBezTo>
                <a:close/>
                <a:moveTo>
                  <a:pt x="429472" y="32689"/>
                </a:moveTo>
                <a:cubicBezTo>
                  <a:pt x="431288" y="32689"/>
                  <a:pt x="432824" y="33318"/>
                  <a:pt x="434082" y="34575"/>
                </a:cubicBezTo>
                <a:cubicBezTo>
                  <a:pt x="435340" y="35902"/>
                  <a:pt x="435968" y="37579"/>
                  <a:pt x="435968" y="39605"/>
                </a:cubicBezTo>
                <a:cubicBezTo>
                  <a:pt x="435968" y="41560"/>
                  <a:pt x="435340" y="43167"/>
                  <a:pt x="434082" y="44424"/>
                </a:cubicBezTo>
                <a:cubicBezTo>
                  <a:pt x="432824" y="45681"/>
                  <a:pt x="431288" y="46310"/>
                  <a:pt x="429472" y="46310"/>
                </a:cubicBezTo>
                <a:cubicBezTo>
                  <a:pt x="427726" y="46310"/>
                  <a:pt x="426224" y="45681"/>
                  <a:pt x="424966" y="44424"/>
                </a:cubicBezTo>
                <a:cubicBezTo>
                  <a:pt x="423710" y="43167"/>
                  <a:pt x="423080" y="41560"/>
                  <a:pt x="423080" y="39605"/>
                </a:cubicBezTo>
                <a:cubicBezTo>
                  <a:pt x="423080" y="37579"/>
                  <a:pt x="423710" y="35902"/>
                  <a:pt x="424966" y="34575"/>
                </a:cubicBezTo>
                <a:cubicBezTo>
                  <a:pt x="426224" y="33318"/>
                  <a:pt x="427726" y="32689"/>
                  <a:pt x="429472" y="32689"/>
                </a:cubicBezTo>
                <a:close/>
                <a:moveTo>
                  <a:pt x="1121644" y="31118"/>
                </a:moveTo>
                <a:lnTo>
                  <a:pt x="1130550" y="31118"/>
                </a:lnTo>
                <a:lnTo>
                  <a:pt x="1142600" y="63493"/>
                </a:lnTo>
                <a:lnTo>
                  <a:pt x="1148258" y="79419"/>
                </a:lnTo>
                <a:lnTo>
                  <a:pt x="1148780" y="79419"/>
                </a:lnTo>
                <a:cubicBezTo>
                  <a:pt x="1149130" y="78371"/>
                  <a:pt x="1149934" y="75682"/>
                  <a:pt x="1151190" y="71351"/>
                </a:cubicBezTo>
                <a:cubicBezTo>
                  <a:pt x="1152168" y="67999"/>
                  <a:pt x="1152972" y="65379"/>
                  <a:pt x="1153600" y="63493"/>
                </a:cubicBezTo>
                <a:lnTo>
                  <a:pt x="1164182" y="31118"/>
                </a:lnTo>
                <a:lnTo>
                  <a:pt x="1172564" y="31118"/>
                </a:lnTo>
                <a:lnTo>
                  <a:pt x="1150982" y="92935"/>
                </a:lnTo>
                <a:cubicBezTo>
                  <a:pt x="1146440" y="105927"/>
                  <a:pt x="1139560" y="112423"/>
                  <a:pt x="1130340" y="112423"/>
                </a:cubicBezTo>
                <a:cubicBezTo>
                  <a:pt x="1127896" y="112423"/>
                  <a:pt x="1125730" y="112039"/>
                  <a:pt x="1123844" y="111271"/>
                </a:cubicBezTo>
                <a:lnTo>
                  <a:pt x="1125626" y="104355"/>
                </a:lnTo>
                <a:cubicBezTo>
                  <a:pt x="1127162" y="104914"/>
                  <a:pt x="1128630" y="105194"/>
                  <a:pt x="1130026" y="105194"/>
                </a:cubicBezTo>
                <a:cubicBezTo>
                  <a:pt x="1135894" y="105194"/>
                  <a:pt x="1140294" y="100933"/>
                  <a:pt x="1143228" y="92411"/>
                </a:cubicBezTo>
                <a:lnTo>
                  <a:pt x="1144486" y="88011"/>
                </a:lnTo>
                <a:close/>
                <a:moveTo>
                  <a:pt x="567422" y="31118"/>
                </a:moveTo>
                <a:lnTo>
                  <a:pt x="575910" y="31118"/>
                </a:lnTo>
                <a:lnTo>
                  <a:pt x="575910" y="66008"/>
                </a:lnTo>
                <a:cubicBezTo>
                  <a:pt x="575910" y="71456"/>
                  <a:pt x="576782" y="75403"/>
                  <a:pt x="578528" y="77847"/>
                </a:cubicBezTo>
                <a:cubicBezTo>
                  <a:pt x="580274" y="80362"/>
                  <a:pt x="583138" y="81619"/>
                  <a:pt x="587120" y="81619"/>
                </a:cubicBezTo>
                <a:cubicBezTo>
                  <a:pt x="592290" y="81619"/>
                  <a:pt x="597598" y="78301"/>
                  <a:pt x="603046" y="71666"/>
                </a:cubicBezTo>
                <a:lnTo>
                  <a:pt x="603046" y="31118"/>
                </a:lnTo>
                <a:lnTo>
                  <a:pt x="611532" y="31118"/>
                </a:lnTo>
                <a:lnTo>
                  <a:pt x="611532" y="87696"/>
                </a:lnTo>
                <a:lnTo>
                  <a:pt x="604512" y="87696"/>
                </a:lnTo>
                <a:lnTo>
                  <a:pt x="603780" y="78686"/>
                </a:lnTo>
                <a:lnTo>
                  <a:pt x="603466" y="78686"/>
                </a:lnTo>
                <a:cubicBezTo>
                  <a:pt x="597458" y="85601"/>
                  <a:pt x="591172" y="89058"/>
                  <a:pt x="584606" y="89058"/>
                </a:cubicBezTo>
                <a:cubicBezTo>
                  <a:pt x="573150" y="89058"/>
                  <a:pt x="567422" y="81724"/>
                  <a:pt x="567422" y="67056"/>
                </a:cubicBezTo>
                <a:close/>
                <a:moveTo>
                  <a:pt x="1033548" y="29651"/>
                </a:moveTo>
                <a:cubicBezTo>
                  <a:pt x="1045072" y="29651"/>
                  <a:pt x="1050836" y="37020"/>
                  <a:pt x="1050836" y="51758"/>
                </a:cubicBezTo>
                <a:lnTo>
                  <a:pt x="1050836" y="87696"/>
                </a:lnTo>
                <a:lnTo>
                  <a:pt x="1042244" y="87696"/>
                </a:lnTo>
                <a:lnTo>
                  <a:pt x="1042244" y="52806"/>
                </a:lnTo>
                <a:cubicBezTo>
                  <a:pt x="1042244" y="42329"/>
                  <a:pt x="1038506" y="37090"/>
                  <a:pt x="1031032" y="37090"/>
                </a:cubicBezTo>
                <a:cubicBezTo>
                  <a:pt x="1026214" y="37090"/>
                  <a:pt x="1020834" y="40163"/>
                  <a:pt x="1014898" y="46310"/>
                </a:cubicBezTo>
                <a:lnTo>
                  <a:pt x="1014898" y="87696"/>
                </a:lnTo>
                <a:lnTo>
                  <a:pt x="1006410" y="87696"/>
                </a:lnTo>
                <a:lnTo>
                  <a:pt x="1006410" y="31118"/>
                </a:lnTo>
                <a:lnTo>
                  <a:pt x="1013326" y="31118"/>
                </a:lnTo>
                <a:lnTo>
                  <a:pt x="1014164" y="39395"/>
                </a:lnTo>
                <a:lnTo>
                  <a:pt x="1014478" y="39395"/>
                </a:lnTo>
                <a:cubicBezTo>
                  <a:pt x="1021114" y="32899"/>
                  <a:pt x="1027470" y="29651"/>
                  <a:pt x="1033548" y="29651"/>
                </a:cubicBezTo>
                <a:close/>
                <a:moveTo>
                  <a:pt x="961320" y="29651"/>
                </a:moveTo>
                <a:cubicBezTo>
                  <a:pt x="968584" y="29651"/>
                  <a:pt x="974660" y="32270"/>
                  <a:pt x="979550" y="37509"/>
                </a:cubicBezTo>
                <a:cubicBezTo>
                  <a:pt x="984788" y="43027"/>
                  <a:pt x="987408" y="50361"/>
                  <a:pt x="987408" y="59512"/>
                </a:cubicBezTo>
                <a:cubicBezTo>
                  <a:pt x="987408" y="68522"/>
                  <a:pt x="984788" y="75787"/>
                  <a:pt x="979550" y="81305"/>
                </a:cubicBezTo>
                <a:cubicBezTo>
                  <a:pt x="974660" y="86474"/>
                  <a:pt x="968584" y="89058"/>
                  <a:pt x="961320" y="89058"/>
                </a:cubicBezTo>
                <a:cubicBezTo>
                  <a:pt x="954124" y="89058"/>
                  <a:pt x="948082" y="86474"/>
                  <a:pt x="943194" y="81305"/>
                </a:cubicBezTo>
                <a:cubicBezTo>
                  <a:pt x="937954" y="75787"/>
                  <a:pt x="935334" y="68522"/>
                  <a:pt x="935334" y="59512"/>
                </a:cubicBezTo>
                <a:cubicBezTo>
                  <a:pt x="935334" y="50361"/>
                  <a:pt x="937954" y="43027"/>
                  <a:pt x="943194" y="37509"/>
                </a:cubicBezTo>
                <a:cubicBezTo>
                  <a:pt x="948012" y="32270"/>
                  <a:pt x="954054" y="29651"/>
                  <a:pt x="961320" y="29651"/>
                </a:cubicBezTo>
                <a:close/>
                <a:moveTo>
                  <a:pt x="901236" y="29651"/>
                </a:moveTo>
                <a:cubicBezTo>
                  <a:pt x="903820" y="29651"/>
                  <a:pt x="906440" y="30140"/>
                  <a:pt x="909094" y="31118"/>
                </a:cubicBezTo>
                <a:lnTo>
                  <a:pt x="928686" y="31118"/>
                </a:lnTo>
                <a:lnTo>
                  <a:pt x="928686" y="37719"/>
                </a:lnTo>
                <a:lnTo>
                  <a:pt x="916742" y="37719"/>
                </a:lnTo>
                <a:cubicBezTo>
                  <a:pt x="920026" y="40862"/>
                  <a:pt x="921666" y="44948"/>
                  <a:pt x="921666" y="49977"/>
                </a:cubicBezTo>
                <a:cubicBezTo>
                  <a:pt x="921666" y="55914"/>
                  <a:pt x="919676" y="60734"/>
                  <a:pt x="915694" y="64436"/>
                </a:cubicBezTo>
                <a:cubicBezTo>
                  <a:pt x="911852" y="67999"/>
                  <a:pt x="907034" y="69780"/>
                  <a:pt x="901236" y="69780"/>
                </a:cubicBezTo>
                <a:cubicBezTo>
                  <a:pt x="898092" y="69780"/>
                  <a:pt x="895194" y="69081"/>
                  <a:pt x="892540" y="67684"/>
                </a:cubicBezTo>
                <a:cubicBezTo>
                  <a:pt x="890024" y="69850"/>
                  <a:pt x="888768" y="72224"/>
                  <a:pt x="888768" y="74809"/>
                </a:cubicBezTo>
                <a:cubicBezTo>
                  <a:pt x="888768" y="79070"/>
                  <a:pt x="892120" y="81200"/>
                  <a:pt x="898826" y="81200"/>
                </a:cubicBezTo>
                <a:lnTo>
                  <a:pt x="910142" y="81200"/>
                </a:lnTo>
                <a:cubicBezTo>
                  <a:pt x="923134" y="81200"/>
                  <a:pt x="929630" y="85671"/>
                  <a:pt x="929630" y="94611"/>
                </a:cubicBezTo>
                <a:cubicBezTo>
                  <a:pt x="929630" y="99920"/>
                  <a:pt x="927080" y="104425"/>
                  <a:pt x="921982" y="108127"/>
                </a:cubicBezTo>
                <a:cubicBezTo>
                  <a:pt x="916602" y="112039"/>
                  <a:pt x="909758" y="113995"/>
                  <a:pt x="901446" y="113995"/>
                </a:cubicBezTo>
                <a:cubicBezTo>
                  <a:pt x="894390" y="113995"/>
                  <a:pt x="888768" y="112668"/>
                  <a:pt x="884576" y="110013"/>
                </a:cubicBezTo>
                <a:cubicBezTo>
                  <a:pt x="880246" y="107289"/>
                  <a:pt x="878080" y="103517"/>
                  <a:pt x="878080" y="98698"/>
                </a:cubicBezTo>
                <a:cubicBezTo>
                  <a:pt x="878080" y="93738"/>
                  <a:pt x="880874" y="89408"/>
                  <a:pt x="886462" y="85706"/>
                </a:cubicBezTo>
                <a:lnTo>
                  <a:pt x="886462" y="85286"/>
                </a:lnTo>
                <a:cubicBezTo>
                  <a:pt x="883040" y="83191"/>
                  <a:pt x="881328" y="80083"/>
                  <a:pt x="881328" y="75961"/>
                </a:cubicBezTo>
                <a:cubicBezTo>
                  <a:pt x="881328" y="72050"/>
                  <a:pt x="883424" y="68557"/>
                  <a:pt x="887614" y="65484"/>
                </a:cubicBezTo>
                <a:lnTo>
                  <a:pt x="887614" y="65065"/>
                </a:lnTo>
                <a:cubicBezTo>
                  <a:pt x="882726" y="61153"/>
                  <a:pt x="880280" y="56089"/>
                  <a:pt x="880280" y="49872"/>
                </a:cubicBezTo>
                <a:cubicBezTo>
                  <a:pt x="880280" y="43865"/>
                  <a:pt x="882342" y="38976"/>
                  <a:pt x="886462" y="35204"/>
                </a:cubicBezTo>
                <a:cubicBezTo>
                  <a:pt x="890444" y="31502"/>
                  <a:pt x="895368" y="29651"/>
                  <a:pt x="901236" y="29651"/>
                </a:cubicBezTo>
                <a:close/>
                <a:moveTo>
                  <a:pt x="846182" y="29651"/>
                </a:moveTo>
                <a:cubicBezTo>
                  <a:pt x="858964" y="29651"/>
                  <a:pt x="865354" y="37299"/>
                  <a:pt x="865354" y="52597"/>
                </a:cubicBezTo>
                <a:lnTo>
                  <a:pt x="865354" y="87696"/>
                </a:lnTo>
                <a:lnTo>
                  <a:pt x="858334" y="87696"/>
                </a:lnTo>
                <a:lnTo>
                  <a:pt x="857602" y="80781"/>
                </a:lnTo>
                <a:lnTo>
                  <a:pt x="857288" y="80781"/>
                </a:lnTo>
                <a:cubicBezTo>
                  <a:pt x="850792" y="86299"/>
                  <a:pt x="844434" y="89058"/>
                  <a:pt x="838218" y="89058"/>
                </a:cubicBezTo>
                <a:cubicBezTo>
                  <a:pt x="833398" y="89058"/>
                  <a:pt x="829486" y="87696"/>
                  <a:pt x="826484" y="84972"/>
                </a:cubicBezTo>
                <a:cubicBezTo>
                  <a:pt x="823340" y="82038"/>
                  <a:pt x="821768" y="78092"/>
                  <a:pt x="821768" y="73133"/>
                </a:cubicBezTo>
                <a:cubicBezTo>
                  <a:pt x="821768" y="66986"/>
                  <a:pt x="824598" y="62236"/>
                  <a:pt x="830256" y="58883"/>
                </a:cubicBezTo>
                <a:cubicBezTo>
                  <a:pt x="835704" y="55670"/>
                  <a:pt x="844574" y="53365"/>
                  <a:pt x="856868" y="51968"/>
                </a:cubicBezTo>
                <a:cubicBezTo>
                  <a:pt x="857008" y="41840"/>
                  <a:pt x="852992" y="36776"/>
                  <a:pt x="844818" y="36776"/>
                </a:cubicBezTo>
                <a:cubicBezTo>
                  <a:pt x="839300" y="36776"/>
                  <a:pt x="833574" y="38871"/>
                  <a:pt x="827636" y="43062"/>
                </a:cubicBezTo>
                <a:lnTo>
                  <a:pt x="824178" y="37090"/>
                </a:lnTo>
                <a:cubicBezTo>
                  <a:pt x="831722" y="32131"/>
                  <a:pt x="839056" y="29651"/>
                  <a:pt x="846182" y="29651"/>
                </a:cubicBezTo>
                <a:close/>
                <a:moveTo>
                  <a:pt x="811434" y="29651"/>
                </a:moveTo>
                <a:cubicBezTo>
                  <a:pt x="813738" y="29651"/>
                  <a:pt x="815730" y="30070"/>
                  <a:pt x="817406" y="30908"/>
                </a:cubicBezTo>
                <a:lnTo>
                  <a:pt x="815730" y="38347"/>
                </a:lnTo>
                <a:cubicBezTo>
                  <a:pt x="813844" y="37719"/>
                  <a:pt x="812062" y="37404"/>
                  <a:pt x="810386" y="37404"/>
                </a:cubicBezTo>
                <a:cubicBezTo>
                  <a:pt x="804170" y="37404"/>
                  <a:pt x="799314" y="41875"/>
                  <a:pt x="795822" y="50815"/>
                </a:cubicBezTo>
                <a:lnTo>
                  <a:pt x="795822" y="87696"/>
                </a:lnTo>
                <a:lnTo>
                  <a:pt x="787336" y="87696"/>
                </a:lnTo>
                <a:lnTo>
                  <a:pt x="787336" y="31118"/>
                </a:lnTo>
                <a:lnTo>
                  <a:pt x="794250" y="31118"/>
                </a:lnTo>
                <a:lnTo>
                  <a:pt x="795090" y="41490"/>
                </a:lnTo>
                <a:lnTo>
                  <a:pt x="795404" y="41490"/>
                </a:lnTo>
                <a:cubicBezTo>
                  <a:pt x="799664" y="33597"/>
                  <a:pt x="805008" y="29651"/>
                  <a:pt x="811434" y="29651"/>
                </a:cubicBezTo>
                <a:close/>
                <a:moveTo>
                  <a:pt x="655786" y="29651"/>
                </a:moveTo>
                <a:cubicBezTo>
                  <a:pt x="662840" y="29651"/>
                  <a:pt x="668324" y="32026"/>
                  <a:pt x="672236" y="36776"/>
                </a:cubicBezTo>
                <a:cubicBezTo>
                  <a:pt x="676148" y="41456"/>
                  <a:pt x="678102" y="47917"/>
                  <a:pt x="678102" y="56159"/>
                </a:cubicBezTo>
                <a:cubicBezTo>
                  <a:pt x="678102" y="58394"/>
                  <a:pt x="677964" y="60105"/>
                  <a:pt x="677684" y="61293"/>
                </a:cubicBezTo>
                <a:lnTo>
                  <a:pt x="639022" y="61293"/>
                </a:lnTo>
                <a:cubicBezTo>
                  <a:pt x="639302" y="67579"/>
                  <a:pt x="641188" y="72644"/>
                  <a:pt x="644680" y="76485"/>
                </a:cubicBezTo>
                <a:cubicBezTo>
                  <a:pt x="648172" y="80327"/>
                  <a:pt x="652748" y="82248"/>
                  <a:pt x="658406" y="82248"/>
                </a:cubicBezTo>
                <a:cubicBezTo>
                  <a:pt x="663434" y="82248"/>
                  <a:pt x="668220" y="80711"/>
                  <a:pt x="672760" y="77638"/>
                </a:cubicBezTo>
                <a:lnTo>
                  <a:pt x="675902" y="83296"/>
                </a:lnTo>
                <a:cubicBezTo>
                  <a:pt x="669896" y="87137"/>
                  <a:pt x="663714" y="89058"/>
                  <a:pt x="657358" y="89058"/>
                </a:cubicBezTo>
                <a:cubicBezTo>
                  <a:pt x="649674" y="89058"/>
                  <a:pt x="643352" y="86439"/>
                  <a:pt x="638394" y="81200"/>
                </a:cubicBezTo>
                <a:cubicBezTo>
                  <a:pt x="633154" y="75752"/>
                  <a:pt x="630536" y="68522"/>
                  <a:pt x="630536" y="59512"/>
                </a:cubicBezTo>
                <a:cubicBezTo>
                  <a:pt x="630536" y="50641"/>
                  <a:pt x="633120" y="43341"/>
                  <a:pt x="638288" y="37614"/>
                </a:cubicBezTo>
                <a:cubicBezTo>
                  <a:pt x="643178" y="32305"/>
                  <a:pt x="649010" y="29651"/>
                  <a:pt x="655786" y="29651"/>
                </a:cubicBezTo>
                <a:close/>
                <a:moveTo>
                  <a:pt x="231970" y="22526"/>
                </a:moveTo>
                <a:cubicBezTo>
                  <a:pt x="237140" y="29791"/>
                  <a:pt x="240528" y="36391"/>
                  <a:pt x="242134" y="42329"/>
                </a:cubicBezTo>
                <a:lnTo>
                  <a:pt x="235638" y="44948"/>
                </a:lnTo>
                <a:cubicBezTo>
                  <a:pt x="233892" y="38662"/>
                  <a:pt x="230678" y="31956"/>
                  <a:pt x="225998" y="24831"/>
                </a:cubicBezTo>
                <a:close/>
                <a:moveTo>
                  <a:pt x="285406" y="22002"/>
                </a:moveTo>
                <a:lnTo>
                  <a:pt x="292636" y="24412"/>
                </a:lnTo>
                <a:cubicBezTo>
                  <a:pt x="288026" y="33353"/>
                  <a:pt x="283974" y="40303"/>
                  <a:pt x="280482" y="45262"/>
                </a:cubicBezTo>
                <a:lnTo>
                  <a:pt x="274614" y="43167"/>
                </a:lnTo>
                <a:cubicBezTo>
                  <a:pt x="279084" y="36252"/>
                  <a:pt x="282682" y="29197"/>
                  <a:pt x="285406" y="22002"/>
                </a:cubicBezTo>
                <a:close/>
                <a:moveTo>
                  <a:pt x="335384" y="21164"/>
                </a:moveTo>
                <a:lnTo>
                  <a:pt x="335384" y="37719"/>
                </a:lnTo>
                <a:lnTo>
                  <a:pt x="392172" y="37719"/>
                </a:lnTo>
                <a:lnTo>
                  <a:pt x="392172" y="21164"/>
                </a:lnTo>
                <a:close/>
                <a:moveTo>
                  <a:pt x="1289360" y="20955"/>
                </a:moveTo>
                <a:cubicBezTo>
                  <a:pt x="1287754" y="24098"/>
                  <a:pt x="1285728" y="27800"/>
                  <a:pt x="1283284" y="32061"/>
                </a:cubicBezTo>
                <a:lnTo>
                  <a:pt x="1264738" y="59512"/>
                </a:lnTo>
                <a:lnTo>
                  <a:pt x="1289256" y="59512"/>
                </a:lnTo>
                <a:lnTo>
                  <a:pt x="1289256" y="34575"/>
                </a:lnTo>
                <a:cubicBezTo>
                  <a:pt x="1289256" y="30524"/>
                  <a:pt x="1289466" y="25984"/>
                  <a:pt x="1289884" y="20955"/>
                </a:cubicBezTo>
                <a:close/>
                <a:moveTo>
                  <a:pt x="1625440" y="18126"/>
                </a:moveTo>
                <a:lnTo>
                  <a:pt x="1625440" y="80572"/>
                </a:lnTo>
                <a:lnTo>
                  <a:pt x="1634870" y="80572"/>
                </a:lnTo>
                <a:cubicBezTo>
                  <a:pt x="1644020" y="80572"/>
                  <a:pt x="1650970" y="77778"/>
                  <a:pt x="1655720" y="72190"/>
                </a:cubicBezTo>
                <a:cubicBezTo>
                  <a:pt x="1660260" y="66741"/>
                  <a:pt x="1662530" y="59023"/>
                  <a:pt x="1662530" y="49034"/>
                </a:cubicBezTo>
                <a:cubicBezTo>
                  <a:pt x="1662530" y="28429"/>
                  <a:pt x="1653310" y="18126"/>
                  <a:pt x="1634870" y="18126"/>
                </a:cubicBezTo>
                <a:close/>
                <a:moveTo>
                  <a:pt x="720566" y="18126"/>
                </a:moveTo>
                <a:lnTo>
                  <a:pt x="720566" y="80572"/>
                </a:lnTo>
                <a:lnTo>
                  <a:pt x="729996" y="80572"/>
                </a:lnTo>
                <a:cubicBezTo>
                  <a:pt x="739146" y="80572"/>
                  <a:pt x="746096" y="77778"/>
                  <a:pt x="750846" y="72190"/>
                </a:cubicBezTo>
                <a:cubicBezTo>
                  <a:pt x="755386" y="66741"/>
                  <a:pt x="757656" y="59023"/>
                  <a:pt x="757656" y="49034"/>
                </a:cubicBezTo>
                <a:cubicBezTo>
                  <a:pt x="757656" y="28429"/>
                  <a:pt x="748436" y="18126"/>
                  <a:pt x="729996" y="18126"/>
                </a:cubicBezTo>
                <a:close/>
                <a:moveTo>
                  <a:pt x="482440" y="17916"/>
                </a:moveTo>
                <a:lnTo>
                  <a:pt x="482440" y="43900"/>
                </a:lnTo>
                <a:lnTo>
                  <a:pt x="494176" y="43900"/>
                </a:lnTo>
                <a:cubicBezTo>
                  <a:pt x="507098" y="43900"/>
                  <a:pt x="513558" y="39535"/>
                  <a:pt x="513558" y="30803"/>
                </a:cubicBezTo>
                <a:cubicBezTo>
                  <a:pt x="513558" y="26193"/>
                  <a:pt x="511986" y="22875"/>
                  <a:pt x="508844" y="20850"/>
                </a:cubicBezTo>
                <a:cubicBezTo>
                  <a:pt x="505840" y="18894"/>
                  <a:pt x="501126" y="17916"/>
                  <a:pt x="494700" y="17916"/>
                </a:cubicBezTo>
                <a:close/>
                <a:moveTo>
                  <a:pt x="155694" y="16659"/>
                </a:moveTo>
                <a:cubicBezTo>
                  <a:pt x="159048" y="36077"/>
                  <a:pt x="164636" y="51549"/>
                  <a:pt x="172458" y="63074"/>
                </a:cubicBezTo>
                <a:cubicBezTo>
                  <a:pt x="181540" y="50431"/>
                  <a:pt x="187756" y="34959"/>
                  <a:pt x="191108" y="16659"/>
                </a:cubicBezTo>
                <a:close/>
                <a:moveTo>
                  <a:pt x="1556156" y="16344"/>
                </a:moveTo>
                <a:cubicBezTo>
                  <a:pt x="1552314" y="16344"/>
                  <a:pt x="1549136" y="18021"/>
                  <a:pt x="1546622" y="21374"/>
                </a:cubicBezTo>
                <a:cubicBezTo>
                  <a:pt x="1544036" y="24726"/>
                  <a:pt x="1542744" y="29057"/>
                  <a:pt x="1542744" y="34366"/>
                </a:cubicBezTo>
                <a:cubicBezTo>
                  <a:pt x="1542744" y="39814"/>
                  <a:pt x="1543896" y="44075"/>
                  <a:pt x="1546202" y="47148"/>
                </a:cubicBezTo>
                <a:cubicBezTo>
                  <a:pt x="1548716" y="50431"/>
                  <a:pt x="1552278" y="52073"/>
                  <a:pt x="1556890" y="52073"/>
                </a:cubicBezTo>
                <a:cubicBezTo>
                  <a:pt x="1562896" y="52073"/>
                  <a:pt x="1568414" y="48545"/>
                  <a:pt x="1573444" y="41490"/>
                </a:cubicBezTo>
                <a:cubicBezTo>
                  <a:pt x="1572536" y="24726"/>
                  <a:pt x="1566772" y="16344"/>
                  <a:pt x="1556156" y="16344"/>
                </a:cubicBezTo>
                <a:close/>
                <a:moveTo>
                  <a:pt x="1225504" y="16344"/>
                </a:moveTo>
                <a:cubicBezTo>
                  <a:pt x="1221872" y="16344"/>
                  <a:pt x="1218868" y="17532"/>
                  <a:pt x="1216494" y="19907"/>
                </a:cubicBezTo>
                <a:cubicBezTo>
                  <a:pt x="1214120" y="22352"/>
                  <a:pt x="1212932" y="25460"/>
                  <a:pt x="1212932" y="29232"/>
                </a:cubicBezTo>
                <a:cubicBezTo>
                  <a:pt x="1212932" y="33493"/>
                  <a:pt x="1214748" y="37090"/>
                  <a:pt x="1218380" y="40024"/>
                </a:cubicBezTo>
                <a:cubicBezTo>
                  <a:pt x="1220894" y="42049"/>
                  <a:pt x="1225016" y="44180"/>
                  <a:pt x="1230744" y="46415"/>
                </a:cubicBezTo>
                <a:cubicBezTo>
                  <a:pt x="1236332" y="41665"/>
                  <a:pt x="1239126" y="36356"/>
                  <a:pt x="1239126" y="30489"/>
                </a:cubicBezTo>
                <a:cubicBezTo>
                  <a:pt x="1239126" y="26438"/>
                  <a:pt x="1237938" y="23120"/>
                  <a:pt x="1235564" y="20535"/>
                </a:cubicBezTo>
                <a:cubicBezTo>
                  <a:pt x="1233048" y="17741"/>
                  <a:pt x="1229696" y="16344"/>
                  <a:pt x="1225504" y="16344"/>
                </a:cubicBezTo>
                <a:close/>
                <a:moveTo>
                  <a:pt x="1912018" y="11001"/>
                </a:moveTo>
                <a:lnTo>
                  <a:pt x="1920926" y="11001"/>
                </a:lnTo>
                <a:lnTo>
                  <a:pt x="1949948" y="60664"/>
                </a:lnTo>
                <a:lnTo>
                  <a:pt x="1958226" y="76381"/>
                </a:lnTo>
                <a:lnTo>
                  <a:pt x="1958748" y="76381"/>
                </a:lnTo>
                <a:cubicBezTo>
                  <a:pt x="1957980" y="65135"/>
                  <a:pt x="1957596" y="57172"/>
                  <a:pt x="1957596" y="52492"/>
                </a:cubicBezTo>
                <a:lnTo>
                  <a:pt x="1957596" y="11001"/>
                </a:lnTo>
                <a:lnTo>
                  <a:pt x="1965874" y="11001"/>
                </a:lnTo>
                <a:lnTo>
                  <a:pt x="1965874" y="87696"/>
                </a:lnTo>
                <a:lnTo>
                  <a:pt x="1956862" y="87696"/>
                </a:lnTo>
                <a:lnTo>
                  <a:pt x="1928050" y="38033"/>
                </a:lnTo>
                <a:lnTo>
                  <a:pt x="1919668" y="22317"/>
                </a:lnTo>
                <a:lnTo>
                  <a:pt x="1919144" y="22317"/>
                </a:lnTo>
                <a:cubicBezTo>
                  <a:pt x="1919842" y="35029"/>
                  <a:pt x="1920192" y="42818"/>
                  <a:pt x="1920192" y="45681"/>
                </a:cubicBezTo>
                <a:lnTo>
                  <a:pt x="1920192" y="87696"/>
                </a:lnTo>
                <a:lnTo>
                  <a:pt x="1912018" y="87696"/>
                </a:lnTo>
                <a:close/>
                <a:moveTo>
                  <a:pt x="1807244" y="11001"/>
                </a:moveTo>
                <a:lnTo>
                  <a:pt x="1815940" y="11001"/>
                </a:lnTo>
                <a:lnTo>
                  <a:pt x="1815940" y="87696"/>
                </a:lnTo>
                <a:lnTo>
                  <a:pt x="1807244" y="87696"/>
                </a:lnTo>
                <a:close/>
                <a:moveTo>
                  <a:pt x="1692944" y="11001"/>
                </a:moveTo>
                <a:lnTo>
                  <a:pt x="1736636" y="11001"/>
                </a:lnTo>
                <a:lnTo>
                  <a:pt x="1736636" y="18335"/>
                </a:lnTo>
                <a:lnTo>
                  <a:pt x="1701640" y="18335"/>
                </a:lnTo>
                <a:lnTo>
                  <a:pt x="1701640" y="43586"/>
                </a:lnTo>
                <a:lnTo>
                  <a:pt x="1731082" y="43586"/>
                </a:lnTo>
                <a:lnTo>
                  <a:pt x="1731082" y="50920"/>
                </a:lnTo>
                <a:lnTo>
                  <a:pt x="1701640" y="50920"/>
                </a:lnTo>
                <a:lnTo>
                  <a:pt x="1701640" y="80362"/>
                </a:lnTo>
                <a:lnTo>
                  <a:pt x="1737788" y="80362"/>
                </a:lnTo>
                <a:lnTo>
                  <a:pt x="1737788" y="87696"/>
                </a:lnTo>
                <a:lnTo>
                  <a:pt x="1692944" y="87696"/>
                </a:lnTo>
                <a:close/>
                <a:moveTo>
                  <a:pt x="1616744" y="11001"/>
                </a:moveTo>
                <a:lnTo>
                  <a:pt x="1635604" y="11001"/>
                </a:lnTo>
                <a:cubicBezTo>
                  <a:pt x="1647268" y="11001"/>
                  <a:pt x="1656174" y="14319"/>
                  <a:pt x="1662322" y="20955"/>
                </a:cubicBezTo>
                <a:cubicBezTo>
                  <a:pt x="1668398" y="27520"/>
                  <a:pt x="1671436" y="36880"/>
                  <a:pt x="1671436" y="49034"/>
                </a:cubicBezTo>
                <a:cubicBezTo>
                  <a:pt x="1671436" y="61258"/>
                  <a:pt x="1668434" y="70723"/>
                  <a:pt x="1662426" y="77428"/>
                </a:cubicBezTo>
                <a:cubicBezTo>
                  <a:pt x="1656280" y="84274"/>
                  <a:pt x="1647442" y="87696"/>
                  <a:pt x="1635918" y="87696"/>
                </a:cubicBezTo>
                <a:lnTo>
                  <a:pt x="1616744" y="87696"/>
                </a:lnTo>
                <a:close/>
                <a:moveTo>
                  <a:pt x="1484232" y="11001"/>
                </a:moveTo>
                <a:lnTo>
                  <a:pt x="1520904" y="11001"/>
                </a:lnTo>
                <a:lnTo>
                  <a:pt x="1520904" y="18335"/>
                </a:lnTo>
                <a:lnTo>
                  <a:pt x="1491776" y="18335"/>
                </a:lnTo>
                <a:lnTo>
                  <a:pt x="1489680" y="41595"/>
                </a:lnTo>
                <a:cubicBezTo>
                  <a:pt x="1493522" y="39430"/>
                  <a:pt x="1497504" y="38347"/>
                  <a:pt x="1501624" y="38347"/>
                </a:cubicBezTo>
                <a:cubicBezTo>
                  <a:pt x="1508400" y="38347"/>
                  <a:pt x="1513814" y="40303"/>
                  <a:pt x="1517866" y="44215"/>
                </a:cubicBezTo>
                <a:cubicBezTo>
                  <a:pt x="1522336" y="48545"/>
                  <a:pt x="1524570" y="54762"/>
                  <a:pt x="1524570" y="62865"/>
                </a:cubicBezTo>
                <a:cubicBezTo>
                  <a:pt x="1524570" y="70827"/>
                  <a:pt x="1522022" y="77289"/>
                  <a:pt x="1516922" y="82248"/>
                </a:cubicBezTo>
                <a:cubicBezTo>
                  <a:pt x="1512242" y="86788"/>
                  <a:pt x="1506550" y="89058"/>
                  <a:pt x="1499844" y="89058"/>
                </a:cubicBezTo>
                <a:cubicBezTo>
                  <a:pt x="1490484" y="89058"/>
                  <a:pt x="1482416" y="85671"/>
                  <a:pt x="1475640" y="78895"/>
                </a:cubicBezTo>
                <a:lnTo>
                  <a:pt x="1479936" y="73237"/>
                </a:lnTo>
                <a:cubicBezTo>
                  <a:pt x="1485594" y="79035"/>
                  <a:pt x="1491986" y="81934"/>
                  <a:pt x="1499110" y="81934"/>
                </a:cubicBezTo>
                <a:cubicBezTo>
                  <a:pt x="1503860" y="81934"/>
                  <a:pt x="1507842" y="80222"/>
                  <a:pt x="1511054" y="76800"/>
                </a:cubicBezTo>
                <a:cubicBezTo>
                  <a:pt x="1514338" y="73307"/>
                  <a:pt x="1515980" y="68732"/>
                  <a:pt x="1515980" y="63074"/>
                </a:cubicBezTo>
                <a:cubicBezTo>
                  <a:pt x="1515980" y="57486"/>
                  <a:pt x="1514478" y="53051"/>
                  <a:pt x="1511474" y="49768"/>
                </a:cubicBezTo>
                <a:cubicBezTo>
                  <a:pt x="1508540" y="46555"/>
                  <a:pt x="1504558" y="44948"/>
                  <a:pt x="1499530" y="44948"/>
                </a:cubicBezTo>
                <a:cubicBezTo>
                  <a:pt x="1495478" y="44948"/>
                  <a:pt x="1491148" y="46485"/>
                  <a:pt x="1486538" y="49558"/>
                </a:cubicBezTo>
                <a:lnTo>
                  <a:pt x="1481822" y="46624"/>
                </a:lnTo>
                <a:close/>
                <a:moveTo>
                  <a:pt x="1430216" y="11001"/>
                </a:moveTo>
                <a:lnTo>
                  <a:pt x="1477678" y="11001"/>
                </a:lnTo>
                <a:lnTo>
                  <a:pt x="1477678" y="16135"/>
                </a:lnTo>
                <a:cubicBezTo>
                  <a:pt x="1469158" y="27171"/>
                  <a:pt x="1463254" y="38277"/>
                  <a:pt x="1459972" y="49453"/>
                </a:cubicBezTo>
                <a:cubicBezTo>
                  <a:pt x="1457318" y="58674"/>
                  <a:pt x="1455642" y="71421"/>
                  <a:pt x="1454942" y="87696"/>
                </a:cubicBezTo>
                <a:lnTo>
                  <a:pt x="1446038" y="87696"/>
                </a:lnTo>
                <a:cubicBezTo>
                  <a:pt x="1447224" y="59966"/>
                  <a:pt x="1454488" y="36845"/>
                  <a:pt x="1467830" y="18335"/>
                </a:cubicBezTo>
                <a:lnTo>
                  <a:pt x="1430216" y="18335"/>
                </a:lnTo>
                <a:close/>
                <a:moveTo>
                  <a:pt x="1379458" y="11001"/>
                </a:moveTo>
                <a:lnTo>
                  <a:pt x="1416128" y="11001"/>
                </a:lnTo>
                <a:lnTo>
                  <a:pt x="1416128" y="18335"/>
                </a:lnTo>
                <a:lnTo>
                  <a:pt x="1387002" y="18335"/>
                </a:lnTo>
                <a:lnTo>
                  <a:pt x="1384906" y="41595"/>
                </a:lnTo>
                <a:cubicBezTo>
                  <a:pt x="1388748" y="39430"/>
                  <a:pt x="1392728" y="38347"/>
                  <a:pt x="1396850" y="38347"/>
                </a:cubicBezTo>
                <a:cubicBezTo>
                  <a:pt x="1403626" y="38347"/>
                  <a:pt x="1409038" y="40303"/>
                  <a:pt x="1413090" y="44215"/>
                </a:cubicBezTo>
                <a:cubicBezTo>
                  <a:pt x="1417560" y="48545"/>
                  <a:pt x="1419796" y="54762"/>
                  <a:pt x="1419796" y="62865"/>
                </a:cubicBezTo>
                <a:cubicBezTo>
                  <a:pt x="1419796" y="70827"/>
                  <a:pt x="1417246" y="77289"/>
                  <a:pt x="1412148" y="82248"/>
                </a:cubicBezTo>
                <a:cubicBezTo>
                  <a:pt x="1407468" y="86788"/>
                  <a:pt x="1401774" y="89058"/>
                  <a:pt x="1395068" y="89058"/>
                </a:cubicBezTo>
                <a:cubicBezTo>
                  <a:pt x="1385708" y="89058"/>
                  <a:pt x="1377642" y="85671"/>
                  <a:pt x="1370866" y="78895"/>
                </a:cubicBezTo>
                <a:lnTo>
                  <a:pt x="1375162" y="73237"/>
                </a:lnTo>
                <a:cubicBezTo>
                  <a:pt x="1380820" y="79035"/>
                  <a:pt x="1387210" y="81934"/>
                  <a:pt x="1394336" y="81934"/>
                </a:cubicBezTo>
                <a:cubicBezTo>
                  <a:pt x="1399086" y="81934"/>
                  <a:pt x="1403066" y="80222"/>
                  <a:pt x="1406280" y="76800"/>
                </a:cubicBezTo>
                <a:cubicBezTo>
                  <a:pt x="1409562" y="73307"/>
                  <a:pt x="1411204" y="68732"/>
                  <a:pt x="1411204" y="63074"/>
                </a:cubicBezTo>
                <a:cubicBezTo>
                  <a:pt x="1411204" y="57486"/>
                  <a:pt x="1409702" y="53051"/>
                  <a:pt x="1406698" y="49768"/>
                </a:cubicBezTo>
                <a:cubicBezTo>
                  <a:pt x="1403766" y="46555"/>
                  <a:pt x="1399784" y="44948"/>
                  <a:pt x="1394754" y="44948"/>
                </a:cubicBezTo>
                <a:cubicBezTo>
                  <a:pt x="1390704" y="44948"/>
                  <a:pt x="1386372" y="46485"/>
                  <a:pt x="1381762" y="49558"/>
                </a:cubicBezTo>
                <a:lnTo>
                  <a:pt x="1377048" y="46624"/>
                </a:lnTo>
                <a:close/>
                <a:moveTo>
                  <a:pt x="1288208" y="11001"/>
                </a:moveTo>
                <a:lnTo>
                  <a:pt x="1297324" y="11001"/>
                </a:lnTo>
                <a:lnTo>
                  <a:pt x="1297324" y="59512"/>
                </a:lnTo>
                <a:lnTo>
                  <a:pt x="1307800" y="59512"/>
                </a:lnTo>
                <a:lnTo>
                  <a:pt x="1307800" y="66322"/>
                </a:lnTo>
                <a:lnTo>
                  <a:pt x="1297324" y="66322"/>
                </a:lnTo>
                <a:lnTo>
                  <a:pt x="1297324" y="87696"/>
                </a:lnTo>
                <a:lnTo>
                  <a:pt x="1289256" y="87696"/>
                </a:lnTo>
                <a:lnTo>
                  <a:pt x="1289256" y="66322"/>
                </a:lnTo>
                <a:lnTo>
                  <a:pt x="1255622" y="66322"/>
                </a:lnTo>
                <a:lnTo>
                  <a:pt x="1255622" y="60769"/>
                </a:lnTo>
                <a:close/>
                <a:moveTo>
                  <a:pt x="711870" y="11001"/>
                </a:moveTo>
                <a:lnTo>
                  <a:pt x="730728" y="11001"/>
                </a:lnTo>
                <a:cubicBezTo>
                  <a:pt x="742394" y="11001"/>
                  <a:pt x="751300" y="14319"/>
                  <a:pt x="757446" y="20955"/>
                </a:cubicBezTo>
                <a:cubicBezTo>
                  <a:pt x="763524" y="27520"/>
                  <a:pt x="766562" y="36880"/>
                  <a:pt x="766562" y="49034"/>
                </a:cubicBezTo>
                <a:cubicBezTo>
                  <a:pt x="766562" y="61258"/>
                  <a:pt x="763558" y="70723"/>
                  <a:pt x="757550" y="77428"/>
                </a:cubicBezTo>
                <a:cubicBezTo>
                  <a:pt x="751404" y="84274"/>
                  <a:pt x="742568" y="87696"/>
                  <a:pt x="731042" y="87696"/>
                </a:cubicBezTo>
                <a:lnTo>
                  <a:pt x="711870" y="87696"/>
                </a:lnTo>
                <a:close/>
                <a:moveTo>
                  <a:pt x="473744" y="11001"/>
                </a:moveTo>
                <a:lnTo>
                  <a:pt x="495956" y="11001"/>
                </a:lnTo>
                <a:cubicBezTo>
                  <a:pt x="513418" y="11001"/>
                  <a:pt x="522150" y="17253"/>
                  <a:pt x="522150" y="29756"/>
                </a:cubicBezTo>
                <a:cubicBezTo>
                  <a:pt x="522150" y="38347"/>
                  <a:pt x="518344" y="43900"/>
                  <a:pt x="510730" y="46415"/>
                </a:cubicBezTo>
                <a:lnTo>
                  <a:pt x="510730" y="46834"/>
                </a:lnTo>
                <a:cubicBezTo>
                  <a:pt x="521346" y="48860"/>
                  <a:pt x="526656" y="55006"/>
                  <a:pt x="526656" y="65274"/>
                </a:cubicBezTo>
                <a:cubicBezTo>
                  <a:pt x="526656" y="72539"/>
                  <a:pt x="523966" y="78162"/>
                  <a:pt x="518588" y="82143"/>
                </a:cubicBezTo>
                <a:cubicBezTo>
                  <a:pt x="513488" y="85845"/>
                  <a:pt x="506504" y="87696"/>
                  <a:pt x="497632" y="87696"/>
                </a:cubicBezTo>
                <a:lnTo>
                  <a:pt x="473744" y="87696"/>
                </a:lnTo>
                <a:close/>
                <a:moveTo>
                  <a:pt x="1225714" y="9848"/>
                </a:moveTo>
                <a:cubicBezTo>
                  <a:pt x="1232140" y="9848"/>
                  <a:pt x="1237240" y="11734"/>
                  <a:pt x="1241012" y="15506"/>
                </a:cubicBezTo>
                <a:cubicBezTo>
                  <a:pt x="1244714" y="19208"/>
                  <a:pt x="1246564" y="24063"/>
                  <a:pt x="1246564" y="30070"/>
                </a:cubicBezTo>
                <a:cubicBezTo>
                  <a:pt x="1246564" y="37055"/>
                  <a:pt x="1243106" y="43272"/>
                  <a:pt x="1236192" y="48720"/>
                </a:cubicBezTo>
                <a:lnTo>
                  <a:pt x="1236192" y="49244"/>
                </a:lnTo>
                <a:cubicBezTo>
                  <a:pt x="1244854" y="54273"/>
                  <a:pt x="1249184" y="60979"/>
                  <a:pt x="1249184" y="69361"/>
                </a:cubicBezTo>
                <a:cubicBezTo>
                  <a:pt x="1249184" y="74949"/>
                  <a:pt x="1247018" y="79594"/>
                  <a:pt x="1242688" y="83296"/>
                </a:cubicBezTo>
                <a:cubicBezTo>
                  <a:pt x="1238218" y="87137"/>
                  <a:pt x="1232490" y="89058"/>
                  <a:pt x="1225504" y="89058"/>
                </a:cubicBezTo>
                <a:cubicBezTo>
                  <a:pt x="1218450" y="89058"/>
                  <a:pt x="1212652" y="87137"/>
                  <a:pt x="1208112" y="83296"/>
                </a:cubicBezTo>
                <a:cubicBezTo>
                  <a:pt x="1203502" y="79454"/>
                  <a:pt x="1201196" y="74564"/>
                  <a:pt x="1201196" y="68627"/>
                </a:cubicBezTo>
                <a:cubicBezTo>
                  <a:pt x="1201196" y="59617"/>
                  <a:pt x="1205946" y="52492"/>
                  <a:pt x="1215446" y="47253"/>
                </a:cubicBezTo>
                <a:lnTo>
                  <a:pt x="1215446" y="46834"/>
                </a:lnTo>
                <a:cubicBezTo>
                  <a:pt x="1208532" y="42154"/>
                  <a:pt x="1205074" y="36287"/>
                  <a:pt x="1205074" y="29232"/>
                </a:cubicBezTo>
                <a:cubicBezTo>
                  <a:pt x="1205074" y="23504"/>
                  <a:pt x="1207064" y="18824"/>
                  <a:pt x="1211046" y="15192"/>
                </a:cubicBezTo>
                <a:cubicBezTo>
                  <a:pt x="1214888" y="11630"/>
                  <a:pt x="1219778" y="9848"/>
                  <a:pt x="1225714" y="9848"/>
                </a:cubicBezTo>
                <a:close/>
                <a:moveTo>
                  <a:pt x="1866098" y="9639"/>
                </a:moveTo>
                <a:cubicBezTo>
                  <a:pt x="1874620" y="9639"/>
                  <a:pt x="1881920" y="12747"/>
                  <a:pt x="1887998" y="18964"/>
                </a:cubicBezTo>
                <a:lnTo>
                  <a:pt x="1883178" y="24622"/>
                </a:lnTo>
                <a:cubicBezTo>
                  <a:pt x="1878568" y="19732"/>
                  <a:pt x="1872944" y="17287"/>
                  <a:pt x="1866308" y="17287"/>
                </a:cubicBezTo>
                <a:cubicBezTo>
                  <a:pt x="1858346" y="17287"/>
                  <a:pt x="1852024" y="20116"/>
                  <a:pt x="1847344" y="25774"/>
                </a:cubicBezTo>
                <a:cubicBezTo>
                  <a:pt x="1842594" y="31502"/>
                  <a:pt x="1840220" y="39290"/>
                  <a:pt x="1840220" y="49139"/>
                </a:cubicBezTo>
                <a:cubicBezTo>
                  <a:pt x="1840220" y="59128"/>
                  <a:pt x="1842490" y="66986"/>
                  <a:pt x="1847030" y="72713"/>
                </a:cubicBezTo>
                <a:cubicBezTo>
                  <a:pt x="1851640" y="78511"/>
                  <a:pt x="1858066" y="81410"/>
                  <a:pt x="1866308" y="81410"/>
                </a:cubicBezTo>
                <a:cubicBezTo>
                  <a:pt x="1872664" y="81410"/>
                  <a:pt x="1877520" y="79803"/>
                  <a:pt x="1880872" y="76590"/>
                </a:cubicBezTo>
                <a:lnTo>
                  <a:pt x="1880872" y="55635"/>
                </a:lnTo>
                <a:lnTo>
                  <a:pt x="1864214" y="55635"/>
                </a:lnTo>
                <a:lnTo>
                  <a:pt x="1864214" y="48406"/>
                </a:lnTo>
                <a:lnTo>
                  <a:pt x="1888940" y="48406"/>
                </a:lnTo>
                <a:lnTo>
                  <a:pt x="1888940" y="80257"/>
                </a:lnTo>
                <a:cubicBezTo>
                  <a:pt x="1883282" y="86125"/>
                  <a:pt x="1875458" y="89058"/>
                  <a:pt x="1865470" y="89058"/>
                </a:cubicBezTo>
                <a:cubicBezTo>
                  <a:pt x="1855272" y="89058"/>
                  <a:pt x="1847066" y="85531"/>
                  <a:pt x="1840848" y="78476"/>
                </a:cubicBezTo>
                <a:cubicBezTo>
                  <a:pt x="1834492" y="71281"/>
                  <a:pt x="1831314" y="61572"/>
                  <a:pt x="1831314" y="49349"/>
                </a:cubicBezTo>
                <a:cubicBezTo>
                  <a:pt x="1831314" y="37195"/>
                  <a:pt x="1834596" y="27486"/>
                  <a:pt x="1841162" y="20221"/>
                </a:cubicBezTo>
                <a:cubicBezTo>
                  <a:pt x="1847518" y="13166"/>
                  <a:pt x="1855830" y="9639"/>
                  <a:pt x="1866098" y="9639"/>
                </a:cubicBezTo>
                <a:close/>
                <a:moveTo>
                  <a:pt x="1771888" y="9639"/>
                </a:moveTo>
                <a:cubicBezTo>
                  <a:pt x="1780828" y="9639"/>
                  <a:pt x="1788266" y="12782"/>
                  <a:pt x="1794204" y="19069"/>
                </a:cubicBezTo>
                <a:lnTo>
                  <a:pt x="1789594" y="24622"/>
                </a:lnTo>
                <a:cubicBezTo>
                  <a:pt x="1784496" y="19732"/>
                  <a:pt x="1778592" y="17287"/>
                  <a:pt x="1771888" y="17287"/>
                </a:cubicBezTo>
                <a:cubicBezTo>
                  <a:pt x="1767416" y="17287"/>
                  <a:pt x="1763820" y="18335"/>
                  <a:pt x="1761096" y="20431"/>
                </a:cubicBezTo>
                <a:cubicBezTo>
                  <a:pt x="1758372" y="22596"/>
                  <a:pt x="1757010" y="25460"/>
                  <a:pt x="1757010" y="29022"/>
                </a:cubicBezTo>
                <a:cubicBezTo>
                  <a:pt x="1757010" y="32515"/>
                  <a:pt x="1758406" y="35414"/>
                  <a:pt x="1761200" y="37719"/>
                </a:cubicBezTo>
                <a:cubicBezTo>
                  <a:pt x="1762806" y="39046"/>
                  <a:pt x="1765670" y="40582"/>
                  <a:pt x="1769792" y="42329"/>
                </a:cubicBezTo>
                <a:lnTo>
                  <a:pt x="1780898" y="47044"/>
                </a:lnTo>
                <a:cubicBezTo>
                  <a:pt x="1791516" y="51723"/>
                  <a:pt x="1796824" y="58569"/>
                  <a:pt x="1796824" y="67579"/>
                </a:cubicBezTo>
                <a:cubicBezTo>
                  <a:pt x="1796824" y="73726"/>
                  <a:pt x="1794518" y="78825"/>
                  <a:pt x="1789908" y="82877"/>
                </a:cubicBezTo>
                <a:cubicBezTo>
                  <a:pt x="1785088" y="86998"/>
                  <a:pt x="1778802" y="89058"/>
                  <a:pt x="1771050" y="89058"/>
                </a:cubicBezTo>
                <a:cubicBezTo>
                  <a:pt x="1760432" y="89058"/>
                  <a:pt x="1751562" y="85251"/>
                  <a:pt x="1744436" y="77638"/>
                </a:cubicBezTo>
                <a:lnTo>
                  <a:pt x="1749674" y="71666"/>
                </a:lnTo>
                <a:cubicBezTo>
                  <a:pt x="1755682" y="78162"/>
                  <a:pt x="1762842" y="81410"/>
                  <a:pt x="1771154" y="81410"/>
                </a:cubicBezTo>
                <a:cubicBezTo>
                  <a:pt x="1776322" y="81410"/>
                  <a:pt x="1780444" y="80187"/>
                  <a:pt x="1783518" y="77743"/>
                </a:cubicBezTo>
                <a:cubicBezTo>
                  <a:pt x="1786520" y="75368"/>
                  <a:pt x="1788022" y="72190"/>
                  <a:pt x="1788022" y="68208"/>
                </a:cubicBezTo>
                <a:cubicBezTo>
                  <a:pt x="1788022" y="64506"/>
                  <a:pt x="1786766" y="61502"/>
                  <a:pt x="1784250" y="59197"/>
                </a:cubicBezTo>
                <a:cubicBezTo>
                  <a:pt x="1782644" y="57800"/>
                  <a:pt x="1779536" y="56089"/>
                  <a:pt x="1774926" y="54063"/>
                </a:cubicBezTo>
                <a:lnTo>
                  <a:pt x="1763820" y="49139"/>
                </a:lnTo>
                <a:cubicBezTo>
                  <a:pt x="1753412" y="44669"/>
                  <a:pt x="1748208" y="38173"/>
                  <a:pt x="1748208" y="29651"/>
                </a:cubicBezTo>
                <a:cubicBezTo>
                  <a:pt x="1748208" y="23853"/>
                  <a:pt x="1750444" y="19069"/>
                  <a:pt x="1754914" y="15297"/>
                </a:cubicBezTo>
                <a:cubicBezTo>
                  <a:pt x="1759384" y="11525"/>
                  <a:pt x="1765042" y="9639"/>
                  <a:pt x="1771888" y="9639"/>
                </a:cubicBezTo>
                <a:close/>
                <a:moveTo>
                  <a:pt x="1556156" y="9639"/>
                </a:moveTo>
                <a:cubicBezTo>
                  <a:pt x="1563838" y="9639"/>
                  <a:pt x="1569916" y="12677"/>
                  <a:pt x="1574386" y="18754"/>
                </a:cubicBezTo>
                <a:cubicBezTo>
                  <a:pt x="1579206" y="25111"/>
                  <a:pt x="1581616" y="34121"/>
                  <a:pt x="1581616" y="45786"/>
                </a:cubicBezTo>
                <a:cubicBezTo>
                  <a:pt x="1581616" y="60455"/>
                  <a:pt x="1578822" y="71596"/>
                  <a:pt x="1573234" y="79209"/>
                </a:cubicBezTo>
                <a:cubicBezTo>
                  <a:pt x="1568344" y="85775"/>
                  <a:pt x="1561954" y="89058"/>
                  <a:pt x="1554060" y="89058"/>
                </a:cubicBezTo>
                <a:cubicBezTo>
                  <a:pt x="1546936" y="89058"/>
                  <a:pt x="1540928" y="86509"/>
                  <a:pt x="1536038" y="81410"/>
                </a:cubicBezTo>
                <a:lnTo>
                  <a:pt x="1540754" y="76066"/>
                </a:lnTo>
                <a:cubicBezTo>
                  <a:pt x="1544316" y="79978"/>
                  <a:pt x="1548682" y="81934"/>
                  <a:pt x="1553850" y="81934"/>
                </a:cubicBezTo>
                <a:cubicBezTo>
                  <a:pt x="1559368" y="81934"/>
                  <a:pt x="1563804" y="79489"/>
                  <a:pt x="1567158" y="74599"/>
                </a:cubicBezTo>
                <a:cubicBezTo>
                  <a:pt x="1571068" y="68942"/>
                  <a:pt x="1573198" y="60315"/>
                  <a:pt x="1573548" y="48720"/>
                </a:cubicBezTo>
                <a:cubicBezTo>
                  <a:pt x="1568240" y="55216"/>
                  <a:pt x="1562232" y="58464"/>
                  <a:pt x="1555526" y="58464"/>
                </a:cubicBezTo>
                <a:cubicBezTo>
                  <a:pt x="1549030" y="58464"/>
                  <a:pt x="1543932" y="56438"/>
                  <a:pt x="1540230" y="52387"/>
                </a:cubicBezTo>
                <a:cubicBezTo>
                  <a:pt x="1536458" y="48126"/>
                  <a:pt x="1534572" y="42119"/>
                  <a:pt x="1534572" y="34366"/>
                </a:cubicBezTo>
                <a:cubicBezTo>
                  <a:pt x="1534572" y="27171"/>
                  <a:pt x="1536702" y="21199"/>
                  <a:pt x="1540964" y="16449"/>
                </a:cubicBezTo>
                <a:cubicBezTo>
                  <a:pt x="1545084" y="11909"/>
                  <a:pt x="1550148" y="9639"/>
                  <a:pt x="1556156" y="9639"/>
                </a:cubicBezTo>
                <a:close/>
                <a:moveTo>
                  <a:pt x="194356" y="9639"/>
                </a:moveTo>
                <a:lnTo>
                  <a:pt x="198652" y="11001"/>
                </a:lnTo>
                <a:cubicBezTo>
                  <a:pt x="195160" y="34680"/>
                  <a:pt x="187826" y="53959"/>
                  <a:pt x="176650" y="68837"/>
                </a:cubicBezTo>
                <a:cubicBezTo>
                  <a:pt x="182866" y="76660"/>
                  <a:pt x="191354" y="83889"/>
                  <a:pt x="202110" y="90525"/>
                </a:cubicBezTo>
                <a:cubicBezTo>
                  <a:pt x="199944" y="92132"/>
                  <a:pt x="198304" y="94018"/>
                  <a:pt x="197186" y="96183"/>
                </a:cubicBezTo>
                <a:cubicBezTo>
                  <a:pt x="186638" y="89338"/>
                  <a:pt x="178292" y="82108"/>
                  <a:pt x="172144" y="74495"/>
                </a:cubicBezTo>
                <a:cubicBezTo>
                  <a:pt x="164112" y="83645"/>
                  <a:pt x="154682" y="90665"/>
                  <a:pt x="143856" y="95554"/>
                </a:cubicBezTo>
                <a:cubicBezTo>
                  <a:pt x="142668" y="93179"/>
                  <a:pt x="141236" y="91259"/>
                  <a:pt x="139560" y="89792"/>
                </a:cubicBezTo>
                <a:cubicBezTo>
                  <a:pt x="150246" y="85391"/>
                  <a:pt x="159712" y="78406"/>
                  <a:pt x="167954" y="68837"/>
                </a:cubicBezTo>
                <a:cubicBezTo>
                  <a:pt x="159362" y="56264"/>
                  <a:pt x="153146" y="38871"/>
                  <a:pt x="149304" y="16659"/>
                </a:cubicBezTo>
                <a:lnTo>
                  <a:pt x="145322" y="16659"/>
                </a:lnTo>
                <a:lnTo>
                  <a:pt x="145322" y="9953"/>
                </a:lnTo>
                <a:lnTo>
                  <a:pt x="193100" y="9953"/>
                </a:lnTo>
                <a:close/>
                <a:moveTo>
                  <a:pt x="1337918" y="9534"/>
                </a:moveTo>
                <a:cubicBezTo>
                  <a:pt x="1344414" y="9604"/>
                  <a:pt x="1349618" y="11280"/>
                  <a:pt x="1353530" y="14563"/>
                </a:cubicBezTo>
                <a:cubicBezTo>
                  <a:pt x="1357652" y="17986"/>
                  <a:pt x="1359712" y="22666"/>
                  <a:pt x="1359712" y="28603"/>
                </a:cubicBezTo>
                <a:cubicBezTo>
                  <a:pt x="1359712" y="37753"/>
                  <a:pt x="1355136" y="43970"/>
                  <a:pt x="1345986" y="47253"/>
                </a:cubicBezTo>
                <a:lnTo>
                  <a:pt x="1345986" y="47672"/>
                </a:lnTo>
                <a:cubicBezTo>
                  <a:pt x="1350736" y="48790"/>
                  <a:pt x="1354578" y="50990"/>
                  <a:pt x="1357512" y="54273"/>
                </a:cubicBezTo>
                <a:cubicBezTo>
                  <a:pt x="1360724" y="57835"/>
                  <a:pt x="1362332" y="62166"/>
                  <a:pt x="1362332" y="67265"/>
                </a:cubicBezTo>
                <a:cubicBezTo>
                  <a:pt x="1362332" y="73901"/>
                  <a:pt x="1359992" y="79244"/>
                  <a:pt x="1355312" y="83296"/>
                </a:cubicBezTo>
                <a:cubicBezTo>
                  <a:pt x="1350842" y="87137"/>
                  <a:pt x="1345148" y="89058"/>
                  <a:pt x="1338234" y="89058"/>
                </a:cubicBezTo>
                <a:cubicBezTo>
                  <a:pt x="1328454" y="89058"/>
                  <a:pt x="1320352" y="85566"/>
                  <a:pt x="1313926" y="78581"/>
                </a:cubicBezTo>
                <a:lnTo>
                  <a:pt x="1318326" y="73028"/>
                </a:lnTo>
                <a:cubicBezTo>
                  <a:pt x="1324124" y="78965"/>
                  <a:pt x="1330584" y="81934"/>
                  <a:pt x="1337710" y="81934"/>
                </a:cubicBezTo>
                <a:cubicBezTo>
                  <a:pt x="1342458" y="81934"/>
                  <a:pt x="1346300" y="80606"/>
                  <a:pt x="1349234" y="77952"/>
                </a:cubicBezTo>
                <a:cubicBezTo>
                  <a:pt x="1352238" y="75158"/>
                  <a:pt x="1353740" y="71526"/>
                  <a:pt x="1353740" y="67056"/>
                </a:cubicBezTo>
                <a:cubicBezTo>
                  <a:pt x="1353740" y="56438"/>
                  <a:pt x="1345638" y="51130"/>
                  <a:pt x="1329432" y="51130"/>
                </a:cubicBezTo>
                <a:lnTo>
                  <a:pt x="1329432" y="44424"/>
                </a:lnTo>
                <a:cubicBezTo>
                  <a:pt x="1343822" y="44424"/>
                  <a:pt x="1351016" y="39360"/>
                  <a:pt x="1351016" y="29232"/>
                </a:cubicBezTo>
                <a:cubicBezTo>
                  <a:pt x="1351016" y="25390"/>
                  <a:pt x="1349828" y="22317"/>
                  <a:pt x="1347454" y="20012"/>
                </a:cubicBezTo>
                <a:cubicBezTo>
                  <a:pt x="1345008" y="17707"/>
                  <a:pt x="1341726" y="16519"/>
                  <a:pt x="1337604" y="16449"/>
                </a:cubicBezTo>
                <a:cubicBezTo>
                  <a:pt x="1331806" y="16519"/>
                  <a:pt x="1326428" y="19104"/>
                  <a:pt x="1321470" y="24203"/>
                </a:cubicBezTo>
                <a:lnTo>
                  <a:pt x="1316754" y="18650"/>
                </a:lnTo>
                <a:cubicBezTo>
                  <a:pt x="1323320" y="12642"/>
                  <a:pt x="1330374" y="9604"/>
                  <a:pt x="1337918" y="9534"/>
                </a:cubicBezTo>
                <a:close/>
                <a:moveTo>
                  <a:pt x="1101660" y="4295"/>
                </a:moveTo>
                <a:lnTo>
                  <a:pt x="1110148" y="4295"/>
                </a:lnTo>
                <a:lnTo>
                  <a:pt x="1110148" y="77952"/>
                </a:lnTo>
                <a:cubicBezTo>
                  <a:pt x="1110148" y="80606"/>
                  <a:pt x="1111020" y="81934"/>
                  <a:pt x="1112766" y="81934"/>
                </a:cubicBezTo>
                <a:cubicBezTo>
                  <a:pt x="1113396" y="81934"/>
                  <a:pt x="1114058" y="81864"/>
                  <a:pt x="1114758" y="81724"/>
                </a:cubicBezTo>
                <a:lnTo>
                  <a:pt x="1116014" y="88325"/>
                </a:lnTo>
                <a:cubicBezTo>
                  <a:pt x="1114408" y="88814"/>
                  <a:pt x="1112696" y="89058"/>
                  <a:pt x="1110880" y="89058"/>
                </a:cubicBezTo>
                <a:cubicBezTo>
                  <a:pt x="1104734" y="89058"/>
                  <a:pt x="1101660" y="85147"/>
                  <a:pt x="1101660" y="77324"/>
                </a:cubicBezTo>
                <a:close/>
                <a:moveTo>
                  <a:pt x="539686" y="4295"/>
                </a:moveTo>
                <a:lnTo>
                  <a:pt x="548172" y="4295"/>
                </a:lnTo>
                <a:lnTo>
                  <a:pt x="548172" y="77952"/>
                </a:lnTo>
                <a:cubicBezTo>
                  <a:pt x="548172" y="80606"/>
                  <a:pt x="549046" y="81934"/>
                  <a:pt x="550792" y="81934"/>
                </a:cubicBezTo>
                <a:cubicBezTo>
                  <a:pt x="551420" y="81934"/>
                  <a:pt x="552084" y="81864"/>
                  <a:pt x="552782" y="81724"/>
                </a:cubicBezTo>
                <a:lnTo>
                  <a:pt x="554040" y="88325"/>
                </a:lnTo>
                <a:cubicBezTo>
                  <a:pt x="552434" y="88814"/>
                  <a:pt x="550722" y="89058"/>
                  <a:pt x="548906" y="89058"/>
                </a:cubicBezTo>
                <a:cubicBezTo>
                  <a:pt x="542758" y="89058"/>
                  <a:pt x="539686" y="85147"/>
                  <a:pt x="539686" y="77324"/>
                </a:cubicBezTo>
                <a:close/>
                <a:moveTo>
                  <a:pt x="1090374" y="2933"/>
                </a:moveTo>
                <a:cubicBezTo>
                  <a:pt x="1093586" y="2933"/>
                  <a:pt x="1096626" y="3562"/>
                  <a:pt x="1099488" y="4819"/>
                </a:cubicBezTo>
                <a:lnTo>
                  <a:pt x="1097602" y="11420"/>
                </a:lnTo>
                <a:cubicBezTo>
                  <a:pt x="1095438" y="10372"/>
                  <a:pt x="1093272" y="9848"/>
                  <a:pt x="1091106" y="9848"/>
                </a:cubicBezTo>
                <a:cubicBezTo>
                  <a:pt x="1085658" y="9848"/>
                  <a:pt x="1082934" y="13690"/>
                  <a:pt x="1082934" y="21374"/>
                </a:cubicBezTo>
                <a:lnTo>
                  <a:pt x="1082934" y="31118"/>
                </a:lnTo>
                <a:lnTo>
                  <a:pt x="1095088" y="31118"/>
                </a:lnTo>
                <a:lnTo>
                  <a:pt x="1095088" y="38138"/>
                </a:lnTo>
                <a:lnTo>
                  <a:pt x="1082934" y="38138"/>
                </a:lnTo>
                <a:lnTo>
                  <a:pt x="1082934" y="87696"/>
                </a:lnTo>
                <a:lnTo>
                  <a:pt x="1074342" y="87696"/>
                </a:lnTo>
                <a:lnTo>
                  <a:pt x="1074342" y="38138"/>
                </a:lnTo>
                <a:lnTo>
                  <a:pt x="1066590" y="38138"/>
                </a:lnTo>
                <a:lnTo>
                  <a:pt x="1066590" y="31642"/>
                </a:lnTo>
                <a:lnTo>
                  <a:pt x="1074342" y="31118"/>
                </a:lnTo>
                <a:lnTo>
                  <a:pt x="1074342" y="21269"/>
                </a:lnTo>
                <a:cubicBezTo>
                  <a:pt x="1074342" y="9045"/>
                  <a:pt x="1079686" y="2933"/>
                  <a:pt x="1090374" y="2933"/>
                </a:cubicBezTo>
                <a:close/>
                <a:moveTo>
                  <a:pt x="90524" y="1047"/>
                </a:moveTo>
                <a:lnTo>
                  <a:pt x="95134" y="7019"/>
                </a:lnTo>
                <a:cubicBezTo>
                  <a:pt x="83750" y="9674"/>
                  <a:pt x="69954" y="11665"/>
                  <a:pt x="53748" y="12992"/>
                </a:cubicBezTo>
                <a:lnTo>
                  <a:pt x="53748" y="30908"/>
                </a:lnTo>
                <a:lnTo>
                  <a:pt x="88010" y="30908"/>
                </a:lnTo>
                <a:lnTo>
                  <a:pt x="89268" y="30594"/>
                </a:lnTo>
                <a:lnTo>
                  <a:pt x="93354" y="31851"/>
                </a:lnTo>
                <a:cubicBezTo>
                  <a:pt x="90840" y="49244"/>
                  <a:pt x="85670" y="63598"/>
                  <a:pt x="77846" y="74914"/>
                </a:cubicBezTo>
                <a:cubicBezTo>
                  <a:pt x="83016" y="81829"/>
                  <a:pt x="89302" y="86928"/>
                  <a:pt x="96706" y="90211"/>
                </a:cubicBezTo>
                <a:cubicBezTo>
                  <a:pt x="94680" y="91957"/>
                  <a:pt x="93110" y="93843"/>
                  <a:pt x="91992" y="95869"/>
                </a:cubicBezTo>
                <a:cubicBezTo>
                  <a:pt x="84798" y="92097"/>
                  <a:pt x="78720" y="86893"/>
                  <a:pt x="73760" y="80257"/>
                </a:cubicBezTo>
                <a:cubicBezTo>
                  <a:pt x="68172" y="86893"/>
                  <a:pt x="61642" y="92097"/>
                  <a:pt x="54168" y="95869"/>
                </a:cubicBezTo>
                <a:cubicBezTo>
                  <a:pt x="53050" y="93773"/>
                  <a:pt x="51654" y="91887"/>
                  <a:pt x="49976" y="90211"/>
                </a:cubicBezTo>
                <a:cubicBezTo>
                  <a:pt x="57520" y="86858"/>
                  <a:pt x="64122" y="81619"/>
                  <a:pt x="69780" y="74495"/>
                </a:cubicBezTo>
                <a:cubicBezTo>
                  <a:pt x="63982" y="64785"/>
                  <a:pt x="59512" y="52387"/>
                  <a:pt x="56368" y="37299"/>
                </a:cubicBezTo>
                <a:lnTo>
                  <a:pt x="53748" y="37299"/>
                </a:lnTo>
                <a:lnTo>
                  <a:pt x="53748" y="43586"/>
                </a:lnTo>
                <a:cubicBezTo>
                  <a:pt x="53748" y="67335"/>
                  <a:pt x="50360" y="84832"/>
                  <a:pt x="43586" y="96078"/>
                </a:cubicBezTo>
                <a:cubicBezTo>
                  <a:pt x="41978" y="94472"/>
                  <a:pt x="40128" y="93179"/>
                  <a:pt x="38032" y="92202"/>
                </a:cubicBezTo>
                <a:cubicBezTo>
                  <a:pt x="44110" y="81724"/>
                  <a:pt x="47148" y="65519"/>
                  <a:pt x="47148" y="43586"/>
                </a:cubicBezTo>
                <a:lnTo>
                  <a:pt x="47148" y="7543"/>
                </a:lnTo>
                <a:cubicBezTo>
                  <a:pt x="66148" y="5867"/>
                  <a:pt x="80606" y="3702"/>
                  <a:pt x="90524" y="1047"/>
                </a:cubicBezTo>
                <a:close/>
                <a:moveTo>
                  <a:pt x="254602" y="209"/>
                </a:moveTo>
                <a:lnTo>
                  <a:pt x="261832" y="209"/>
                </a:lnTo>
                <a:lnTo>
                  <a:pt x="261832" y="12992"/>
                </a:lnTo>
                <a:lnTo>
                  <a:pt x="300284" y="12992"/>
                </a:lnTo>
                <a:lnTo>
                  <a:pt x="300284" y="19697"/>
                </a:lnTo>
                <a:lnTo>
                  <a:pt x="261832" y="19697"/>
                </a:lnTo>
                <a:lnTo>
                  <a:pt x="261832" y="46520"/>
                </a:lnTo>
                <a:lnTo>
                  <a:pt x="304580" y="46520"/>
                </a:lnTo>
                <a:lnTo>
                  <a:pt x="304580" y="53120"/>
                </a:lnTo>
                <a:lnTo>
                  <a:pt x="266862" y="53120"/>
                </a:lnTo>
                <a:cubicBezTo>
                  <a:pt x="277828" y="67859"/>
                  <a:pt x="291134" y="78651"/>
                  <a:pt x="306780" y="85496"/>
                </a:cubicBezTo>
                <a:cubicBezTo>
                  <a:pt x="305174" y="86893"/>
                  <a:pt x="303568" y="88814"/>
                  <a:pt x="301960" y="91259"/>
                </a:cubicBezTo>
                <a:cubicBezTo>
                  <a:pt x="286244" y="83505"/>
                  <a:pt x="272868" y="71910"/>
                  <a:pt x="261832" y="56473"/>
                </a:cubicBezTo>
                <a:lnTo>
                  <a:pt x="261832" y="95554"/>
                </a:lnTo>
                <a:lnTo>
                  <a:pt x="254602" y="95554"/>
                </a:lnTo>
                <a:lnTo>
                  <a:pt x="254602" y="56788"/>
                </a:lnTo>
                <a:cubicBezTo>
                  <a:pt x="243916" y="71666"/>
                  <a:pt x="230714" y="83051"/>
                  <a:pt x="214998" y="90944"/>
                </a:cubicBezTo>
                <a:cubicBezTo>
                  <a:pt x="213530" y="88709"/>
                  <a:pt x="211890" y="86788"/>
                  <a:pt x="210074" y="85182"/>
                </a:cubicBezTo>
                <a:cubicBezTo>
                  <a:pt x="225860" y="78406"/>
                  <a:pt x="239060" y="67719"/>
                  <a:pt x="249678" y="53120"/>
                </a:cubicBezTo>
                <a:lnTo>
                  <a:pt x="212168" y="53120"/>
                </a:lnTo>
                <a:lnTo>
                  <a:pt x="212168" y="46520"/>
                </a:lnTo>
                <a:lnTo>
                  <a:pt x="254602" y="46520"/>
                </a:lnTo>
                <a:lnTo>
                  <a:pt x="254602" y="19697"/>
                </a:lnTo>
                <a:lnTo>
                  <a:pt x="217198" y="19697"/>
                </a:lnTo>
                <a:lnTo>
                  <a:pt x="217198" y="12992"/>
                </a:lnTo>
                <a:lnTo>
                  <a:pt x="254602" y="12992"/>
                </a:lnTo>
                <a:close/>
                <a:moveTo>
                  <a:pt x="124052" y="104"/>
                </a:moveTo>
                <a:lnTo>
                  <a:pt x="130864" y="104"/>
                </a:lnTo>
                <a:lnTo>
                  <a:pt x="130864" y="22526"/>
                </a:lnTo>
                <a:lnTo>
                  <a:pt x="145112" y="22526"/>
                </a:lnTo>
                <a:lnTo>
                  <a:pt x="145112" y="29127"/>
                </a:lnTo>
                <a:lnTo>
                  <a:pt x="130864" y="29127"/>
                </a:lnTo>
                <a:lnTo>
                  <a:pt x="130864" y="33318"/>
                </a:lnTo>
                <a:cubicBezTo>
                  <a:pt x="134216" y="36671"/>
                  <a:pt x="140084" y="43411"/>
                  <a:pt x="148466" y="53540"/>
                </a:cubicBezTo>
                <a:lnTo>
                  <a:pt x="144064" y="59721"/>
                </a:lnTo>
                <a:cubicBezTo>
                  <a:pt x="141132" y="54972"/>
                  <a:pt x="136730" y="48860"/>
                  <a:pt x="130864" y="41386"/>
                </a:cubicBezTo>
                <a:lnTo>
                  <a:pt x="130864" y="95450"/>
                </a:lnTo>
                <a:lnTo>
                  <a:pt x="124052" y="95450"/>
                </a:lnTo>
                <a:lnTo>
                  <a:pt x="124052" y="41281"/>
                </a:lnTo>
                <a:cubicBezTo>
                  <a:pt x="119302" y="56508"/>
                  <a:pt x="113854" y="68173"/>
                  <a:pt x="107708" y="76276"/>
                </a:cubicBezTo>
                <a:cubicBezTo>
                  <a:pt x="106660" y="73831"/>
                  <a:pt x="105264" y="71596"/>
                  <a:pt x="103516" y="69570"/>
                </a:cubicBezTo>
                <a:cubicBezTo>
                  <a:pt x="111550" y="60071"/>
                  <a:pt x="117732" y="46590"/>
                  <a:pt x="122062" y="29127"/>
                </a:cubicBezTo>
                <a:lnTo>
                  <a:pt x="106346" y="29127"/>
                </a:lnTo>
                <a:lnTo>
                  <a:pt x="106346" y="22526"/>
                </a:lnTo>
                <a:lnTo>
                  <a:pt x="124052" y="22526"/>
                </a:lnTo>
                <a:close/>
                <a:moveTo>
                  <a:pt x="358958" y="0"/>
                </a:moveTo>
                <a:lnTo>
                  <a:pt x="366816" y="1152"/>
                </a:lnTo>
                <a:cubicBezTo>
                  <a:pt x="364930" y="6461"/>
                  <a:pt x="363184" y="10896"/>
                  <a:pt x="361578" y="14459"/>
                </a:cubicBezTo>
                <a:lnTo>
                  <a:pt x="399402" y="14459"/>
                </a:lnTo>
                <a:lnTo>
                  <a:pt x="399402" y="95240"/>
                </a:lnTo>
                <a:lnTo>
                  <a:pt x="392172" y="95240"/>
                </a:lnTo>
                <a:lnTo>
                  <a:pt x="392172" y="89792"/>
                </a:lnTo>
                <a:lnTo>
                  <a:pt x="335384" y="89792"/>
                </a:lnTo>
                <a:lnTo>
                  <a:pt x="335384" y="95764"/>
                </a:lnTo>
                <a:lnTo>
                  <a:pt x="328364" y="95764"/>
                </a:lnTo>
                <a:lnTo>
                  <a:pt x="328364" y="14459"/>
                </a:lnTo>
                <a:lnTo>
                  <a:pt x="354558" y="14459"/>
                </a:lnTo>
                <a:cubicBezTo>
                  <a:pt x="356304" y="9988"/>
                  <a:pt x="357770" y="5168"/>
                  <a:pt x="358958" y="0"/>
                </a:cubicBezTo>
                <a:close/>
                <a:moveTo>
                  <a:pt x="26298" y="0"/>
                </a:moveTo>
                <a:lnTo>
                  <a:pt x="32688" y="0"/>
                </a:lnTo>
                <a:lnTo>
                  <a:pt x="32688" y="29337"/>
                </a:lnTo>
                <a:lnTo>
                  <a:pt x="42224" y="29337"/>
                </a:lnTo>
                <a:lnTo>
                  <a:pt x="42224" y="35623"/>
                </a:lnTo>
                <a:lnTo>
                  <a:pt x="14354" y="35623"/>
                </a:lnTo>
                <a:lnTo>
                  <a:pt x="14354" y="43796"/>
                </a:lnTo>
                <a:cubicBezTo>
                  <a:pt x="14354" y="47078"/>
                  <a:pt x="14318" y="49558"/>
                  <a:pt x="14248" y="51235"/>
                </a:cubicBezTo>
                <a:lnTo>
                  <a:pt x="35728" y="51235"/>
                </a:lnTo>
                <a:lnTo>
                  <a:pt x="35728" y="95554"/>
                </a:lnTo>
                <a:lnTo>
                  <a:pt x="29336" y="95554"/>
                </a:lnTo>
                <a:lnTo>
                  <a:pt x="29336" y="57521"/>
                </a:lnTo>
                <a:lnTo>
                  <a:pt x="14038" y="57521"/>
                </a:lnTo>
                <a:cubicBezTo>
                  <a:pt x="13130" y="74006"/>
                  <a:pt x="10128" y="86788"/>
                  <a:pt x="5028" y="95869"/>
                </a:cubicBezTo>
                <a:cubicBezTo>
                  <a:pt x="3632" y="94332"/>
                  <a:pt x="1954" y="92935"/>
                  <a:pt x="0" y="91678"/>
                </a:cubicBezTo>
                <a:cubicBezTo>
                  <a:pt x="5238" y="81549"/>
                  <a:pt x="7858" y="65589"/>
                  <a:pt x="7858" y="43796"/>
                </a:cubicBezTo>
                <a:lnTo>
                  <a:pt x="7858" y="2305"/>
                </a:lnTo>
                <a:lnTo>
                  <a:pt x="14354" y="2305"/>
                </a:lnTo>
                <a:lnTo>
                  <a:pt x="14354" y="29337"/>
                </a:lnTo>
                <a:lnTo>
                  <a:pt x="26298" y="29337"/>
                </a:lnTo>
                <a:close/>
              </a:path>
            </a:pathLst>
          </a:custGeom>
          <a:solidFill>
            <a:srgbClr val="E6E6E6"/>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fontAlgn="base"/>
            <a:endParaRPr lang="zh-CN" altLang="en-US" sz="800">
              <a:solidFill>
                <a:srgbClr val="E6E6E6"/>
              </a:solidFill>
            </a:endParaRPr>
          </a:p>
        </p:txBody>
      </p:sp>
      <p:sp>
        <p:nvSpPr>
          <p:cNvPr id="9" name="文本框 8">
            <a:extLst>
              <a:ext uri="{FF2B5EF4-FFF2-40B4-BE49-F238E27FC236}">
                <a16:creationId xmlns:a16="http://schemas.microsoft.com/office/drawing/2014/main" id="{F8173AC5-DE76-496B-87BE-81B7CD1AD32A}"/>
              </a:ext>
            </a:extLst>
          </p:cNvPr>
          <p:cNvSpPr txBox="1"/>
          <p:nvPr userDrawn="1"/>
        </p:nvSpPr>
        <p:spPr>
          <a:xfrm>
            <a:off x="38852977" y="20296026"/>
            <a:ext cx="1965874" cy="113995"/>
          </a:xfrm>
          <a:custGeom>
            <a:avLst/>
            <a:gdLst/>
            <a:ahLst/>
            <a:cxnLst/>
            <a:rect l="l" t="t" r="r" b="b"/>
            <a:pathLst>
              <a:path w="1965874" h="113994">
                <a:moveTo>
                  <a:pt x="891806" y="87487"/>
                </a:moveTo>
                <a:cubicBezTo>
                  <a:pt x="887684" y="90420"/>
                  <a:pt x="885624" y="93808"/>
                  <a:pt x="885624" y="97650"/>
                </a:cubicBezTo>
                <a:cubicBezTo>
                  <a:pt x="885624" y="100793"/>
                  <a:pt x="887126" y="103308"/>
                  <a:pt x="890130" y="105194"/>
                </a:cubicBezTo>
                <a:cubicBezTo>
                  <a:pt x="893134" y="107080"/>
                  <a:pt x="897290" y="108023"/>
                  <a:pt x="902598" y="108023"/>
                </a:cubicBezTo>
                <a:cubicBezTo>
                  <a:pt x="908046" y="108023"/>
                  <a:pt x="912586" y="106765"/>
                  <a:pt x="916218" y="104251"/>
                </a:cubicBezTo>
                <a:cubicBezTo>
                  <a:pt x="919572" y="101876"/>
                  <a:pt x="921248" y="99082"/>
                  <a:pt x="921248" y="95869"/>
                </a:cubicBezTo>
                <a:cubicBezTo>
                  <a:pt x="921248" y="90909"/>
                  <a:pt x="917302" y="88430"/>
                  <a:pt x="909408" y="88430"/>
                </a:cubicBezTo>
                <a:lnTo>
                  <a:pt x="899036" y="88430"/>
                </a:lnTo>
                <a:cubicBezTo>
                  <a:pt x="896870" y="88430"/>
                  <a:pt x="894460" y="88115"/>
                  <a:pt x="891806" y="87487"/>
                </a:cubicBezTo>
                <a:close/>
                <a:moveTo>
                  <a:pt x="429472" y="75438"/>
                </a:moveTo>
                <a:cubicBezTo>
                  <a:pt x="431288" y="75438"/>
                  <a:pt x="432824" y="76066"/>
                  <a:pt x="434082" y="77324"/>
                </a:cubicBezTo>
                <a:cubicBezTo>
                  <a:pt x="435340" y="78651"/>
                  <a:pt x="435968" y="80327"/>
                  <a:pt x="435968" y="82353"/>
                </a:cubicBezTo>
                <a:cubicBezTo>
                  <a:pt x="435968" y="84309"/>
                  <a:pt x="435340" y="85915"/>
                  <a:pt x="434082" y="87172"/>
                </a:cubicBezTo>
                <a:cubicBezTo>
                  <a:pt x="432824" y="88430"/>
                  <a:pt x="431288" y="89058"/>
                  <a:pt x="429472" y="89058"/>
                </a:cubicBezTo>
                <a:cubicBezTo>
                  <a:pt x="427726" y="89058"/>
                  <a:pt x="426224" y="88430"/>
                  <a:pt x="424966" y="87172"/>
                </a:cubicBezTo>
                <a:cubicBezTo>
                  <a:pt x="423710" y="85915"/>
                  <a:pt x="423080" y="84309"/>
                  <a:pt x="423080" y="82353"/>
                </a:cubicBezTo>
                <a:cubicBezTo>
                  <a:pt x="423080" y="80327"/>
                  <a:pt x="423710" y="78651"/>
                  <a:pt x="424966" y="77324"/>
                </a:cubicBezTo>
                <a:cubicBezTo>
                  <a:pt x="426224" y="76066"/>
                  <a:pt x="427726" y="75438"/>
                  <a:pt x="429472" y="75438"/>
                </a:cubicBezTo>
                <a:close/>
                <a:moveTo>
                  <a:pt x="335384" y="66846"/>
                </a:moveTo>
                <a:lnTo>
                  <a:pt x="335384" y="83191"/>
                </a:lnTo>
                <a:lnTo>
                  <a:pt x="392172" y="83191"/>
                </a:lnTo>
                <a:lnTo>
                  <a:pt x="392172" y="66846"/>
                </a:lnTo>
                <a:close/>
                <a:moveTo>
                  <a:pt x="856868" y="57731"/>
                </a:moveTo>
                <a:cubicBezTo>
                  <a:pt x="847158" y="58848"/>
                  <a:pt x="840174" y="60629"/>
                  <a:pt x="835914" y="63074"/>
                </a:cubicBezTo>
                <a:cubicBezTo>
                  <a:pt x="832002" y="65449"/>
                  <a:pt x="830046" y="68627"/>
                  <a:pt x="830046" y="72609"/>
                </a:cubicBezTo>
                <a:cubicBezTo>
                  <a:pt x="830046" y="78965"/>
                  <a:pt x="833538" y="82143"/>
                  <a:pt x="840524" y="82143"/>
                </a:cubicBezTo>
                <a:cubicBezTo>
                  <a:pt x="845552" y="82143"/>
                  <a:pt x="851000" y="79524"/>
                  <a:pt x="856868" y="74285"/>
                </a:cubicBezTo>
                <a:close/>
                <a:moveTo>
                  <a:pt x="482440" y="50606"/>
                </a:moveTo>
                <a:lnTo>
                  <a:pt x="482440" y="80781"/>
                </a:lnTo>
                <a:lnTo>
                  <a:pt x="496270" y="80781"/>
                </a:lnTo>
                <a:cubicBezTo>
                  <a:pt x="510870" y="80781"/>
                  <a:pt x="518168" y="75507"/>
                  <a:pt x="518168" y="64960"/>
                </a:cubicBezTo>
                <a:cubicBezTo>
                  <a:pt x="518168" y="55391"/>
                  <a:pt x="510870" y="50606"/>
                  <a:pt x="496270" y="50606"/>
                </a:cubicBezTo>
                <a:close/>
                <a:moveTo>
                  <a:pt x="1220056" y="49977"/>
                </a:moveTo>
                <a:cubicBezTo>
                  <a:pt x="1212652" y="54657"/>
                  <a:pt x="1208950" y="60664"/>
                  <a:pt x="1208950" y="67999"/>
                </a:cubicBezTo>
                <a:cubicBezTo>
                  <a:pt x="1208950" y="72190"/>
                  <a:pt x="1210522" y="75682"/>
                  <a:pt x="1213666" y="78476"/>
                </a:cubicBezTo>
                <a:cubicBezTo>
                  <a:pt x="1216878" y="81270"/>
                  <a:pt x="1220860" y="82667"/>
                  <a:pt x="1225610" y="82667"/>
                </a:cubicBezTo>
                <a:cubicBezTo>
                  <a:pt x="1230150" y="82667"/>
                  <a:pt x="1233886" y="81375"/>
                  <a:pt x="1236820" y="78790"/>
                </a:cubicBezTo>
                <a:cubicBezTo>
                  <a:pt x="1239614" y="76276"/>
                  <a:pt x="1241012" y="73063"/>
                  <a:pt x="1241012" y="69151"/>
                </a:cubicBezTo>
                <a:cubicBezTo>
                  <a:pt x="1241012" y="64401"/>
                  <a:pt x="1238916" y="60420"/>
                  <a:pt x="1234724" y="57207"/>
                </a:cubicBezTo>
                <a:cubicBezTo>
                  <a:pt x="1232140" y="55321"/>
                  <a:pt x="1227250" y="52911"/>
                  <a:pt x="1220056" y="49977"/>
                </a:cubicBezTo>
                <a:close/>
                <a:moveTo>
                  <a:pt x="335384" y="44215"/>
                </a:moveTo>
                <a:lnTo>
                  <a:pt x="335384" y="60350"/>
                </a:lnTo>
                <a:lnTo>
                  <a:pt x="392172" y="60350"/>
                </a:lnTo>
                <a:lnTo>
                  <a:pt x="392172" y="44215"/>
                </a:lnTo>
                <a:close/>
                <a:moveTo>
                  <a:pt x="62130" y="37299"/>
                </a:moveTo>
                <a:cubicBezTo>
                  <a:pt x="64786" y="49942"/>
                  <a:pt x="68662" y="60490"/>
                  <a:pt x="73760" y="68942"/>
                </a:cubicBezTo>
                <a:cubicBezTo>
                  <a:pt x="79558" y="60071"/>
                  <a:pt x="83644" y="49523"/>
                  <a:pt x="86020" y="37299"/>
                </a:cubicBezTo>
                <a:close/>
                <a:moveTo>
                  <a:pt x="961320" y="36880"/>
                </a:moveTo>
                <a:cubicBezTo>
                  <a:pt x="956220" y="36880"/>
                  <a:pt x="952100" y="38976"/>
                  <a:pt x="948956" y="43167"/>
                </a:cubicBezTo>
                <a:cubicBezTo>
                  <a:pt x="945742" y="47288"/>
                  <a:pt x="944136" y="52736"/>
                  <a:pt x="944136" y="59512"/>
                </a:cubicBezTo>
                <a:cubicBezTo>
                  <a:pt x="944136" y="66217"/>
                  <a:pt x="945742" y="71631"/>
                  <a:pt x="948956" y="75752"/>
                </a:cubicBezTo>
                <a:cubicBezTo>
                  <a:pt x="952100" y="79873"/>
                  <a:pt x="956220" y="81934"/>
                  <a:pt x="961320" y="81934"/>
                </a:cubicBezTo>
                <a:cubicBezTo>
                  <a:pt x="966418" y="81934"/>
                  <a:pt x="970574" y="79873"/>
                  <a:pt x="973788" y="75752"/>
                </a:cubicBezTo>
                <a:cubicBezTo>
                  <a:pt x="977000" y="71631"/>
                  <a:pt x="978608" y="66217"/>
                  <a:pt x="978608" y="59512"/>
                </a:cubicBezTo>
                <a:cubicBezTo>
                  <a:pt x="978608" y="52806"/>
                  <a:pt x="977000" y="47358"/>
                  <a:pt x="973788" y="43167"/>
                </a:cubicBezTo>
                <a:cubicBezTo>
                  <a:pt x="970574" y="38976"/>
                  <a:pt x="966418" y="36880"/>
                  <a:pt x="961320" y="36880"/>
                </a:cubicBezTo>
                <a:close/>
                <a:moveTo>
                  <a:pt x="655890" y="36566"/>
                </a:moveTo>
                <a:cubicBezTo>
                  <a:pt x="651560" y="36566"/>
                  <a:pt x="647822" y="38173"/>
                  <a:pt x="644680" y="41386"/>
                </a:cubicBezTo>
                <a:cubicBezTo>
                  <a:pt x="641396" y="44808"/>
                  <a:pt x="639476" y="49384"/>
                  <a:pt x="638918" y="55111"/>
                </a:cubicBezTo>
                <a:lnTo>
                  <a:pt x="670560" y="55111"/>
                </a:lnTo>
                <a:cubicBezTo>
                  <a:pt x="670560" y="42748"/>
                  <a:pt x="665670" y="36566"/>
                  <a:pt x="655890" y="36566"/>
                </a:cubicBezTo>
                <a:close/>
                <a:moveTo>
                  <a:pt x="901236" y="36042"/>
                </a:moveTo>
                <a:cubicBezTo>
                  <a:pt x="897604" y="36042"/>
                  <a:pt x="894600" y="37265"/>
                  <a:pt x="892224" y="39709"/>
                </a:cubicBezTo>
                <a:cubicBezTo>
                  <a:pt x="889780" y="42224"/>
                  <a:pt x="888558" y="45612"/>
                  <a:pt x="888558" y="49872"/>
                </a:cubicBezTo>
                <a:cubicBezTo>
                  <a:pt x="888558" y="53994"/>
                  <a:pt x="889816" y="57381"/>
                  <a:pt x="892330" y="60036"/>
                </a:cubicBezTo>
                <a:cubicBezTo>
                  <a:pt x="894774" y="62620"/>
                  <a:pt x="897744" y="63912"/>
                  <a:pt x="901236" y="63912"/>
                </a:cubicBezTo>
                <a:cubicBezTo>
                  <a:pt x="904728" y="63912"/>
                  <a:pt x="907696" y="62620"/>
                  <a:pt x="910142" y="60036"/>
                </a:cubicBezTo>
                <a:cubicBezTo>
                  <a:pt x="912656" y="57381"/>
                  <a:pt x="913914" y="53994"/>
                  <a:pt x="913914" y="49872"/>
                </a:cubicBezTo>
                <a:cubicBezTo>
                  <a:pt x="913914" y="45681"/>
                  <a:pt x="912656" y="42294"/>
                  <a:pt x="910142" y="39709"/>
                </a:cubicBezTo>
                <a:cubicBezTo>
                  <a:pt x="907766" y="37265"/>
                  <a:pt x="904798" y="36042"/>
                  <a:pt x="901236" y="36042"/>
                </a:cubicBezTo>
                <a:close/>
                <a:moveTo>
                  <a:pt x="429472" y="32689"/>
                </a:moveTo>
                <a:cubicBezTo>
                  <a:pt x="431288" y="32689"/>
                  <a:pt x="432824" y="33318"/>
                  <a:pt x="434082" y="34575"/>
                </a:cubicBezTo>
                <a:cubicBezTo>
                  <a:pt x="435340" y="35902"/>
                  <a:pt x="435968" y="37579"/>
                  <a:pt x="435968" y="39605"/>
                </a:cubicBezTo>
                <a:cubicBezTo>
                  <a:pt x="435968" y="41560"/>
                  <a:pt x="435340" y="43167"/>
                  <a:pt x="434082" y="44424"/>
                </a:cubicBezTo>
                <a:cubicBezTo>
                  <a:pt x="432824" y="45681"/>
                  <a:pt x="431288" y="46310"/>
                  <a:pt x="429472" y="46310"/>
                </a:cubicBezTo>
                <a:cubicBezTo>
                  <a:pt x="427726" y="46310"/>
                  <a:pt x="426224" y="45681"/>
                  <a:pt x="424966" y="44424"/>
                </a:cubicBezTo>
                <a:cubicBezTo>
                  <a:pt x="423710" y="43167"/>
                  <a:pt x="423080" y="41560"/>
                  <a:pt x="423080" y="39605"/>
                </a:cubicBezTo>
                <a:cubicBezTo>
                  <a:pt x="423080" y="37579"/>
                  <a:pt x="423710" y="35902"/>
                  <a:pt x="424966" y="34575"/>
                </a:cubicBezTo>
                <a:cubicBezTo>
                  <a:pt x="426224" y="33318"/>
                  <a:pt x="427726" y="32689"/>
                  <a:pt x="429472" y="32689"/>
                </a:cubicBezTo>
                <a:close/>
                <a:moveTo>
                  <a:pt x="1121644" y="31118"/>
                </a:moveTo>
                <a:lnTo>
                  <a:pt x="1130550" y="31118"/>
                </a:lnTo>
                <a:lnTo>
                  <a:pt x="1142600" y="63493"/>
                </a:lnTo>
                <a:lnTo>
                  <a:pt x="1148258" y="79419"/>
                </a:lnTo>
                <a:lnTo>
                  <a:pt x="1148780" y="79419"/>
                </a:lnTo>
                <a:cubicBezTo>
                  <a:pt x="1149130" y="78371"/>
                  <a:pt x="1149934" y="75682"/>
                  <a:pt x="1151190" y="71351"/>
                </a:cubicBezTo>
                <a:cubicBezTo>
                  <a:pt x="1152168" y="67999"/>
                  <a:pt x="1152972" y="65379"/>
                  <a:pt x="1153600" y="63493"/>
                </a:cubicBezTo>
                <a:lnTo>
                  <a:pt x="1164182" y="31118"/>
                </a:lnTo>
                <a:lnTo>
                  <a:pt x="1172564" y="31118"/>
                </a:lnTo>
                <a:lnTo>
                  <a:pt x="1150982" y="92935"/>
                </a:lnTo>
                <a:cubicBezTo>
                  <a:pt x="1146440" y="105927"/>
                  <a:pt x="1139560" y="112423"/>
                  <a:pt x="1130340" y="112423"/>
                </a:cubicBezTo>
                <a:cubicBezTo>
                  <a:pt x="1127896" y="112423"/>
                  <a:pt x="1125730" y="112039"/>
                  <a:pt x="1123844" y="111271"/>
                </a:cubicBezTo>
                <a:lnTo>
                  <a:pt x="1125626" y="104355"/>
                </a:lnTo>
                <a:cubicBezTo>
                  <a:pt x="1127162" y="104914"/>
                  <a:pt x="1128630" y="105194"/>
                  <a:pt x="1130026" y="105194"/>
                </a:cubicBezTo>
                <a:cubicBezTo>
                  <a:pt x="1135894" y="105194"/>
                  <a:pt x="1140294" y="100933"/>
                  <a:pt x="1143228" y="92411"/>
                </a:cubicBezTo>
                <a:lnTo>
                  <a:pt x="1144486" y="88011"/>
                </a:lnTo>
                <a:close/>
                <a:moveTo>
                  <a:pt x="567422" y="31118"/>
                </a:moveTo>
                <a:lnTo>
                  <a:pt x="575910" y="31118"/>
                </a:lnTo>
                <a:lnTo>
                  <a:pt x="575910" y="66008"/>
                </a:lnTo>
                <a:cubicBezTo>
                  <a:pt x="575910" y="71456"/>
                  <a:pt x="576782" y="75403"/>
                  <a:pt x="578528" y="77847"/>
                </a:cubicBezTo>
                <a:cubicBezTo>
                  <a:pt x="580274" y="80362"/>
                  <a:pt x="583138" y="81619"/>
                  <a:pt x="587120" y="81619"/>
                </a:cubicBezTo>
                <a:cubicBezTo>
                  <a:pt x="592290" y="81619"/>
                  <a:pt x="597598" y="78301"/>
                  <a:pt x="603046" y="71666"/>
                </a:cubicBezTo>
                <a:lnTo>
                  <a:pt x="603046" y="31118"/>
                </a:lnTo>
                <a:lnTo>
                  <a:pt x="611532" y="31118"/>
                </a:lnTo>
                <a:lnTo>
                  <a:pt x="611532" y="87696"/>
                </a:lnTo>
                <a:lnTo>
                  <a:pt x="604512" y="87696"/>
                </a:lnTo>
                <a:lnTo>
                  <a:pt x="603780" y="78686"/>
                </a:lnTo>
                <a:lnTo>
                  <a:pt x="603466" y="78686"/>
                </a:lnTo>
                <a:cubicBezTo>
                  <a:pt x="597458" y="85601"/>
                  <a:pt x="591172" y="89058"/>
                  <a:pt x="584606" y="89058"/>
                </a:cubicBezTo>
                <a:cubicBezTo>
                  <a:pt x="573150" y="89058"/>
                  <a:pt x="567422" y="81724"/>
                  <a:pt x="567422" y="67056"/>
                </a:cubicBezTo>
                <a:close/>
                <a:moveTo>
                  <a:pt x="1033548" y="29651"/>
                </a:moveTo>
                <a:cubicBezTo>
                  <a:pt x="1045072" y="29651"/>
                  <a:pt x="1050836" y="37020"/>
                  <a:pt x="1050836" y="51758"/>
                </a:cubicBezTo>
                <a:lnTo>
                  <a:pt x="1050836" y="87696"/>
                </a:lnTo>
                <a:lnTo>
                  <a:pt x="1042244" y="87696"/>
                </a:lnTo>
                <a:lnTo>
                  <a:pt x="1042244" y="52806"/>
                </a:lnTo>
                <a:cubicBezTo>
                  <a:pt x="1042244" y="42329"/>
                  <a:pt x="1038506" y="37090"/>
                  <a:pt x="1031032" y="37090"/>
                </a:cubicBezTo>
                <a:cubicBezTo>
                  <a:pt x="1026214" y="37090"/>
                  <a:pt x="1020834" y="40163"/>
                  <a:pt x="1014898" y="46310"/>
                </a:cubicBezTo>
                <a:lnTo>
                  <a:pt x="1014898" y="87696"/>
                </a:lnTo>
                <a:lnTo>
                  <a:pt x="1006410" y="87696"/>
                </a:lnTo>
                <a:lnTo>
                  <a:pt x="1006410" y="31118"/>
                </a:lnTo>
                <a:lnTo>
                  <a:pt x="1013326" y="31118"/>
                </a:lnTo>
                <a:lnTo>
                  <a:pt x="1014164" y="39395"/>
                </a:lnTo>
                <a:lnTo>
                  <a:pt x="1014478" y="39395"/>
                </a:lnTo>
                <a:cubicBezTo>
                  <a:pt x="1021114" y="32899"/>
                  <a:pt x="1027470" y="29651"/>
                  <a:pt x="1033548" y="29651"/>
                </a:cubicBezTo>
                <a:close/>
                <a:moveTo>
                  <a:pt x="961320" y="29651"/>
                </a:moveTo>
                <a:cubicBezTo>
                  <a:pt x="968584" y="29651"/>
                  <a:pt x="974660" y="32270"/>
                  <a:pt x="979550" y="37509"/>
                </a:cubicBezTo>
                <a:cubicBezTo>
                  <a:pt x="984788" y="43027"/>
                  <a:pt x="987408" y="50361"/>
                  <a:pt x="987408" y="59512"/>
                </a:cubicBezTo>
                <a:cubicBezTo>
                  <a:pt x="987408" y="68522"/>
                  <a:pt x="984788" y="75787"/>
                  <a:pt x="979550" y="81305"/>
                </a:cubicBezTo>
                <a:cubicBezTo>
                  <a:pt x="974660" y="86474"/>
                  <a:pt x="968584" y="89058"/>
                  <a:pt x="961320" y="89058"/>
                </a:cubicBezTo>
                <a:cubicBezTo>
                  <a:pt x="954124" y="89058"/>
                  <a:pt x="948082" y="86474"/>
                  <a:pt x="943194" y="81305"/>
                </a:cubicBezTo>
                <a:cubicBezTo>
                  <a:pt x="937954" y="75787"/>
                  <a:pt x="935334" y="68522"/>
                  <a:pt x="935334" y="59512"/>
                </a:cubicBezTo>
                <a:cubicBezTo>
                  <a:pt x="935334" y="50361"/>
                  <a:pt x="937954" y="43027"/>
                  <a:pt x="943194" y="37509"/>
                </a:cubicBezTo>
                <a:cubicBezTo>
                  <a:pt x="948012" y="32270"/>
                  <a:pt x="954054" y="29651"/>
                  <a:pt x="961320" y="29651"/>
                </a:cubicBezTo>
                <a:close/>
                <a:moveTo>
                  <a:pt x="901236" y="29651"/>
                </a:moveTo>
                <a:cubicBezTo>
                  <a:pt x="903820" y="29651"/>
                  <a:pt x="906440" y="30140"/>
                  <a:pt x="909094" y="31118"/>
                </a:cubicBezTo>
                <a:lnTo>
                  <a:pt x="928686" y="31118"/>
                </a:lnTo>
                <a:lnTo>
                  <a:pt x="928686" y="37719"/>
                </a:lnTo>
                <a:lnTo>
                  <a:pt x="916742" y="37719"/>
                </a:lnTo>
                <a:cubicBezTo>
                  <a:pt x="920026" y="40862"/>
                  <a:pt x="921666" y="44948"/>
                  <a:pt x="921666" y="49977"/>
                </a:cubicBezTo>
                <a:cubicBezTo>
                  <a:pt x="921666" y="55914"/>
                  <a:pt x="919676" y="60734"/>
                  <a:pt x="915694" y="64436"/>
                </a:cubicBezTo>
                <a:cubicBezTo>
                  <a:pt x="911852" y="67999"/>
                  <a:pt x="907034" y="69780"/>
                  <a:pt x="901236" y="69780"/>
                </a:cubicBezTo>
                <a:cubicBezTo>
                  <a:pt x="898092" y="69780"/>
                  <a:pt x="895194" y="69081"/>
                  <a:pt x="892540" y="67684"/>
                </a:cubicBezTo>
                <a:cubicBezTo>
                  <a:pt x="890024" y="69850"/>
                  <a:pt x="888768" y="72224"/>
                  <a:pt x="888768" y="74809"/>
                </a:cubicBezTo>
                <a:cubicBezTo>
                  <a:pt x="888768" y="79070"/>
                  <a:pt x="892120" y="81200"/>
                  <a:pt x="898826" y="81200"/>
                </a:cubicBezTo>
                <a:lnTo>
                  <a:pt x="910142" y="81200"/>
                </a:lnTo>
                <a:cubicBezTo>
                  <a:pt x="923134" y="81200"/>
                  <a:pt x="929630" y="85671"/>
                  <a:pt x="929630" y="94611"/>
                </a:cubicBezTo>
                <a:cubicBezTo>
                  <a:pt x="929630" y="99920"/>
                  <a:pt x="927080" y="104425"/>
                  <a:pt x="921982" y="108127"/>
                </a:cubicBezTo>
                <a:cubicBezTo>
                  <a:pt x="916602" y="112039"/>
                  <a:pt x="909758" y="113995"/>
                  <a:pt x="901446" y="113995"/>
                </a:cubicBezTo>
                <a:cubicBezTo>
                  <a:pt x="894390" y="113995"/>
                  <a:pt x="888768" y="112668"/>
                  <a:pt x="884576" y="110013"/>
                </a:cubicBezTo>
                <a:cubicBezTo>
                  <a:pt x="880246" y="107289"/>
                  <a:pt x="878080" y="103517"/>
                  <a:pt x="878080" y="98698"/>
                </a:cubicBezTo>
                <a:cubicBezTo>
                  <a:pt x="878080" y="93738"/>
                  <a:pt x="880874" y="89408"/>
                  <a:pt x="886462" y="85706"/>
                </a:cubicBezTo>
                <a:lnTo>
                  <a:pt x="886462" y="85286"/>
                </a:lnTo>
                <a:cubicBezTo>
                  <a:pt x="883040" y="83191"/>
                  <a:pt x="881328" y="80083"/>
                  <a:pt x="881328" y="75961"/>
                </a:cubicBezTo>
                <a:cubicBezTo>
                  <a:pt x="881328" y="72050"/>
                  <a:pt x="883424" y="68557"/>
                  <a:pt x="887614" y="65484"/>
                </a:cubicBezTo>
                <a:lnTo>
                  <a:pt x="887614" y="65065"/>
                </a:lnTo>
                <a:cubicBezTo>
                  <a:pt x="882726" y="61153"/>
                  <a:pt x="880280" y="56089"/>
                  <a:pt x="880280" y="49872"/>
                </a:cubicBezTo>
                <a:cubicBezTo>
                  <a:pt x="880280" y="43865"/>
                  <a:pt x="882342" y="38976"/>
                  <a:pt x="886462" y="35204"/>
                </a:cubicBezTo>
                <a:cubicBezTo>
                  <a:pt x="890444" y="31502"/>
                  <a:pt x="895368" y="29651"/>
                  <a:pt x="901236" y="29651"/>
                </a:cubicBezTo>
                <a:close/>
                <a:moveTo>
                  <a:pt x="846182" y="29651"/>
                </a:moveTo>
                <a:cubicBezTo>
                  <a:pt x="858964" y="29651"/>
                  <a:pt x="865354" y="37299"/>
                  <a:pt x="865354" y="52597"/>
                </a:cubicBezTo>
                <a:lnTo>
                  <a:pt x="865354" y="87696"/>
                </a:lnTo>
                <a:lnTo>
                  <a:pt x="858334" y="87696"/>
                </a:lnTo>
                <a:lnTo>
                  <a:pt x="857602" y="80781"/>
                </a:lnTo>
                <a:lnTo>
                  <a:pt x="857288" y="80781"/>
                </a:lnTo>
                <a:cubicBezTo>
                  <a:pt x="850792" y="86299"/>
                  <a:pt x="844434" y="89058"/>
                  <a:pt x="838218" y="89058"/>
                </a:cubicBezTo>
                <a:cubicBezTo>
                  <a:pt x="833398" y="89058"/>
                  <a:pt x="829486" y="87696"/>
                  <a:pt x="826484" y="84972"/>
                </a:cubicBezTo>
                <a:cubicBezTo>
                  <a:pt x="823340" y="82038"/>
                  <a:pt x="821768" y="78092"/>
                  <a:pt x="821768" y="73133"/>
                </a:cubicBezTo>
                <a:cubicBezTo>
                  <a:pt x="821768" y="66986"/>
                  <a:pt x="824598" y="62236"/>
                  <a:pt x="830256" y="58883"/>
                </a:cubicBezTo>
                <a:cubicBezTo>
                  <a:pt x="835704" y="55670"/>
                  <a:pt x="844574" y="53365"/>
                  <a:pt x="856868" y="51968"/>
                </a:cubicBezTo>
                <a:cubicBezTo>
                  <a:pt x="857008" y="41840"/>
                  <a:pt x="852992" y="36776"/>
                  <a:pt x="844818" y="36776"/>
                </a:cubicBezTo>
                <a:cubicBezTo>
                  <a:pt x="839300" y="36776"/>
                  <a:pt x="833574" y="38871"/>
                  <a:pt x="827636" y="43062"/>
                </a:cubicBezTo>
                <a:lnTo>
                  <a:pt x="824178" y="37090"/>
                </a:lnTo>
                <a:cubicBezTo>
                  <a:pt x="831722" y="32131"/>
                  <a:pt x="839056" y="29651"/>
                  <a:pt x="846182" y="29651"/>
                </a:cubicBezTo>
                <a:close/>
                <a:moveTo>
                  <a:pt x="811434" y="29651"/>
                </a:moveTo>
                <a:cubicBezTo>
                  <a:pt x="813738" y="29651"/>
                  <a:pt x="815730" y="30070"/>
                  <a:pt x="817406" y="30908"/>
                </a:cubicBezTo>
                <a:lnTo>
                  <a:pt x="815730" y="38347"/>
                </a:lnTo>
                <a:cubicBezTo>
                  <a:pt x="813844" y="37719"/>
                  <a:pt x="812062" y="37404"/>
                  <a:pt x="810386" y="37404"/>
                </a:cubicBezTo>
                <a:cubicBezTo>
                  <a:pt x="804170" y="37404"/>
                  <a:pt x="799314" y="41875"/>
                  <a:pt x="795822" y="50815"/>
                </a:cubicBezTo>
                <a:lnTo>
                  <a:pt x="795822" y="87696"/>
                </a:lnTo>
                <a:lnTo>
                  <a:pt x="787336" y="87696"/>
                </a:lnTo>
                <a:lnTo>
                  <a:pt x="787336" y="31118"/>
                </a:lnTo>
                <a:lnTo>
                  <a:pt x="794250" y="31118"/>
                </a:lnTo>
                <a:lnTo>
                  <a:pt x="795090" y="41490"/>
                </a:lnTo>
                <a:lnTo>
                  <a:pt x="795404" y="41490"/>
                </a:lnTo>
                <a:cubicBezTo>
                  <a:pt x="799664" y="33597"/>
                  <a:pt x="805008" y="29651"/>
                  <a:pt x="811434" y="29651"/>
                </a:cubicBezTo>
                <a:close/>
                <a:moveTo>
                  <a:pt x="655786" y="29651"/>
                </a:moveTo>
                <a:cubicBezTo>
                  <a:pt x="662840" y="29651"/>
                  <a:pt x="668324" y="32026"/>
                  <a:pt x="672236" y="36776"/>
                </a:cubicBezTo>
                <a:cubicBezTo>
                  <a:pt x="676148" y="41456"/>
                  <a:pt x="678102" y="47917"/>
                  <a:pt x="678102" y="56159"/>
                </a:cubicBezTo>
                <a:cubicBezTo>
                  <a:pt x="678102" y="58394"/>
                  <a:pt x="677964" y="60105"/>
                  <a:pt x="677684" y="61293"/>
                </a:cubicBezTo>
                <a:lnTo>
                  <a:pt x="639022" y="61293"/>
                </a:lnTo>
                <a:cubicBezTo>
                  <a:pt x="639302" y="67579"/>
                  <a:pt x="641188" y="72644"/>
                  <a:pt x="644680" y="76485"/>
                </a:cubicBezTo>
                <a:cubicBezTo>
                  <a:pt x="648172" y="80327"/>
                  <a:pt x="652748" y="82248"/>
                  <a:pt x="658406" y="82248"/>
                </a:cubicBezTo>
                <a:cubicBezTo>
                  <a:pt x="663434" y="82248"/>
                  <a:pt x="668220" y="80711"/>
                  <a:pt x="672760" y="77638"/>
                </a:cubicBezTo>
                <a:lnTo>
                  <a:pt x="675902" y="83296"/>
                </a:lnTo>
                <a:cubicBezTo>
                  <a:pt x="669896" y="87137"/>
                  <a:pt x="663714" y="89058"/>
                  <a:pt x="657358" y="89058"/>
                </a:cubicBezTo>
                <a:cubicBezTo>
                  <a:pt x="649674" y="89058"/>
                  <a:pt x="643352" y="86439"/>
                  <a:pt x="638394" y="81200"/>
                </a:cubicBezTo>
                <a:cubicBezTo>
                  <a:pt x="633154" y="75752"/>
                  <a:pt x="630536" y="68522"/>
                  <a:pt x="630536" y="59512"/>
                </a:cubicBezTo>
                <a:cubicBezTo>
                  <a:pt x="630536" y="50641"/>
                  <a:pt x="633120" y="43341"/>
                  <a:pt x="638288" y="37614"/>
                </a:cubicBezTo>
                <a:cubicBezTo>
                  <a:pt x="643178" y="32305"/>
                  <a:pt x="649010" y="29651"/>
                  <a:pt x="655786" y="29651"/>
                </a:cubicBezTo>
                <a:close/>
                <a:moveTo>
                  <a:pt x="231970" y="22526"/>
                </a:moveTo>
                <a:cubicBezTo>
                  <a:pt x="237140" y="29791"/>
                  <a:pt x="240528" y="36391"/>
                  <a:pt x="242134" y="42329"/>
                </a:cubicBezTo>
                <a:lnTo>
                  <a:pt x="235638" y="44948"/>
                </a:lnTo>
                <a:cubicBezTo>
                  <a:pt x="233892" y="38662"/>
                  <a:pt x="230678" y="31956"/>
                  <a:pt x="225998" y="24831"/>
                </a:cubicBezTo>
                <a:close/>
                <a:moveTo>
                  <a:pt x="285406" y="22002"/>
                </a:moveTo>
                <a:lnTo>
                  <a:pt x="292636" y="24412"/>
                </a:lnTo>
                <a:cubicBezTo>
                  <a:pt x="288026" y="33353"/>
                  <a:pt x="283974" y="40303"/>
                  <a:pt x="280482" y="45262"/>
                </a:cubicBezTo>
                <a:lnTo>
                  <a:pt x="274614" y="43167"/>
                </a:lnTo>
                <a:cubicBezTo>
                  <a:pt x="279084" y="36252"/>
                  <a:pt x="282682" y="29197"/>
                  <a:pt x="285406" y="22002"/>
                </a:cubicBezTo>
                <a:close/>
                <a:moveTo>
                  <a:pt x="335384" y="21164"/>
                </a:moveTo>
                <a:lnTo>
                  <a:pt x="335384" y="37719"/>
                </a:lnTo>
                <a:lnTo>
                  <a:pt x="392172" y="37719"/>
                </a:lnTo>
                <a:lnTo>
                  <a:pt x="392172" y="21164"/>
                </a:lnTo>
                <a:close/>
                <a:moveTo>
                  <a:pt x="1289360" y="20955"/>
                </a:moveTo>
                <a:cubicBezTo>
                  <a:pt x="1287754" y="24098"/>
                  <a:pt x="1285728" y="27800"/>
                  <a:pt x="1283284" y="32061"/>
                </a:cubicBezTo>
                <a:lnTo>
                  <a:pt x="1264738" y="59512"/>
                </a:lnTo>
                <a:lnTo>
                  <a:pt x="1289256" y="59512"/>
                </a:lnTo>
                <a:lnTo>
                  <a:pt x="1289256" y="34575"/>
                </a:lnTo>
                <a:cubicBezTo>
                  <a:pt x="1289256" y="30524"/>
                  <a:pt x="1289466" y="25984"/>
                  <a:pt x="1289884" y="20955"/>
                </a:cubicBezTo>
                <a:close/>
                <a:moveTo>
                  <a:pt x="1625440" y="18126"/>
                </a:moveTo>
                <a:lnTo>
                  <a:pt x="1625440" y="80572"/>
                </a:lnTo>
                <a:lnTo>
                  <a:pt x="1634870" y="80572"/>
                </a:lnTo>
                <a:cubicBezTo>
                  <a:pt x="1644020" y="80572"/>
                  <a:pt x="1650970" y="77778"/>
                  <a:pt x="1655720" y="72190"/>
                </a:cubicBezTo>
                <a:cubicBezTo>
                  <a:pt x="1660260" y="66741"/>
                  <a:pt x="1662530" y="59023"/>
                  <a:pt x="1662530" y="49034"/>
                </a:cubicBezTo>
                <a:cubicBezTo>
                  <a:pt x="1662530" y="28429"/>
                  <a:pt x="1653310" y="18126"/>
                  <a:pt x="1634870" y="18126"/>
                </a:cubicBezTo>
                <a:close/>
                <a:moveTo>
                  <a:pt x="720566" y="18126"/>
                </a:moveTo>
                <a:lnTo>
                  <a:pt x="720566" y="80572"/>
                </a:lnTo>
                <a:lnTo>
                  <a:pt x="729996" y="80572"/>
                </a:lnTo>
                <a:cubicBezTo>
                  <a:pt x="739146" y="80572"/>
                  <a:pt x="746096" y="77778"/>
                  <a:pt x="750846" y="72190"/>
                </a:cubicBezTo>
                <a:cubicBezTo>
                  <a:pt x="755386" y="66741"/>
                  <a:pt x="757656" y="59023"/>
                  <a:pt x="757656" y="49034"/>
                </a:cubicBezTo>
                <a:cubicBezTo>
                  <a:pt x="757656" y="28429"/>
                  <a:pt x="748436" y="18126"/>
                  <a:pt x="729996" y="18126"/>
                </a:cubicBezTo>
                <a:close/>
                <a:moveTo>
                  <a:pt x="482440" y="17916"/>
                </a:moveTo>
                <a:lnTo>
                  <a:pt x="482440" y="43900"/>
                </a:lnTo>
                <a:lnTo>
                  <a:pt x="494176" y="43900"/>
                </a:lnTo>
                <a:cubicBezTo>
                  <a:pt x="507098" y="43900"/>
                  <a:pt x="513558" y="39535"/>
                  <a:pt x="513558" y="30803"/>
                </a:cubicBezTo>
                <a:cubicBezTo>
                  <a:pt x="513558" y="26193"/>
                  <a:pt x="511986" y="22875"/>
                  <a:pt x="508844" y="20850"/>
                </a:cubicBezTo>
                <a:cubicBezTo>
                  <a:pt x="505840" y="18894"/>
                  <a:pt x="501126" y="17916"/>
                  <a:pt x="494700" y="17916"/>
                </a:cubicBezTo>
                <a:close/>
                <a:moveTo>
                  <a:pt x="155694" y="16659"/>
                </a:moveTo>
                <a:cubicBezTo>
                  <a:pt x="159048" y="36077"/>
                  <a:pt x="164636" y="51549"/>
                  <a:pt x="172458" y="63074"/>
                </a:cubicBezTo>
                <a:cubicBezTo>
                  <a:pt x="181540" y="50431"/>
                  <a:pt x="187756" y="34959"/>
                  <a:pt x="191108" y="16659"/>
                </a:cubicBezTo>
                <a:close/>
                <a:moveTo>
                  <a:pt x="1556156" y="16344"/>
                </a:moveTo>
                <a:cubicBezTo>
                  <a:pt x="1552314" y="16344"/>
                  <a:pt x="1549136" y="18021"/>
                  <a:pt x="1546622" y="21374"/>
                </a:cubicBezTo>
                <a:cubicBezTo>
                  <a:pt x="1544036" y="24726"/>
                  <a:pt x="1542744" y="29057"/>
                  <a:pt x="1542744" y="34366"/>
                </a:cubicBezTo>
                <a:cubicBezTo>
                  <a:pt x="1542744" y="39814"/>
                  <a:pt x="1543896" y="44075"/>
                  <a:pt x="1546202" y="47148"/>
                </a:cubicBezTo>
                <a:cubicBezTo>
                  <a:pt x="1548716" y="50431"/>
                  <a:pt x="1552278" y="52073"/>
                  <a:pt x="1556890" y="52073"/>
                </a:cubicBezTo>
                <a:cubicBezTo>
                  <a:pt x="1562896" y="52073"/>
                  <a:pt x="1568414" y="48545"/>
                  <a:pt x="1573444" y="41490"/>
                </a:cubicBezTo>
                <a:cubicBezTo>
                  <a:pt x="1572536" y="24726"/>
                  <a:pt x="1566772" y="16344"/>
                  <a:pt x="1556156" y="16344"/>
                </a:cubicBezTo>
                <a:close/>
                <a:moveTo>
                  <a:pt x="1225504" y="16344"/>
                </a:moveTo>
                <a:cubicBezTo>
                  <a:pt x="1221872" y="16344"/>
                  <a:pt x="1218868" y="17532"/>
                  <a:pt x="1216494" y="19907"/>
                </a:cubicBezTo>
                <a:cubicBezTo>
                  <a:pt x="1214120" y="22352"/>
                  <a:pt x="1212932" y="25460"/>
                  <a:pt x="1212932" y="29232"/>
                </a:cubicBezTo>
                <a:cubicBezTo>
                  <a:pt x="1212932" y="33493"/>
                  <a:pt x="1214748" y="37090"/>
                  <a:pt x="1218380" y="40024"/>
                </a:cubicBezTo>
                <a:cubicBezTo>
                  <a:pt x="1220894" y="42049"/>
                  <a:pt x="1225016" y="44180"/>
                  <a:pt x="1230744" y="46415"/>
                </a:cubicBezTo>
                <a:cubicBezTo>
                  <a:pt x="1236332" y="41665"/>
                  <a:pt x="1239126" y="36356"/>
                  <a:pt x="1239126" y="30489"/>
                </a:cubicBezTo>
                <a:cubicBezTo>
                  <a:pt x="1239126" y="26438"/>
                  <a:pt x="1237938" y="23120"/>
                  <a:pt x="1235564" y="20535"/>
                </a:cubicBezTo>
                <a:cubicBezTo>
                  <a:pt x="1233048" y="17741"/>
                  <a:pt x="1229696" y="16344"/>
                  <a:pt x="1225504" y="16344"/>
                </a:cubicBezTo>
                <a:close/>
                <a:moveTo>
                  <a:pt x="1912018" y="11001"/>
                </a:moveTo>
                <a:lnTo>
                  <a:pt x="1920926" y="11001"/>
                </a:lnTo>
                <a:lnTo>
                  <a:pt x="1949948" y="60664"/>
                </a:lnTo>
                <a:lnTo>
                  <a:pt x="1958226" y="76381"/>
                </a:lnTo>
                <a:lnTo>
                  <a:pt x="1958748" y="76381"/>
                </a:lnTo>
                <a:cubicBezTo>
                  <a:pt x="1957980" y="65135"/>
                  <a:pt x="1957596" y="57172"/>
                  <a:pt x="1957596" y="52492"/>
                </a:cubicBezTo>
                <a:lnTo>
                  <a:pt x="1957596" y="11001"/>
                </a:lnTo>
                <a:lnTo>
                  <a:pt x="1965874" y="11001"/>
                </a:lnTo>
                <a:lnTo>
                  <a:pt x="1965874" y="87696"/>
                </a:lnTo>
                <a:lnTo>
                  <a:pt x="1956862" y="87696"/>
                </a:lnTo>
                <a:lnTo>
                  <a:pt x="1928050" y="38033"/>
                </a:lnTo>
                <a:lnTo>
                  <a:pt x="1919668" y="22317"/>
                </a:lnTo>
                <a:lnTo>
                  <a:pt x="1919144" y="22317"/>
                </a:lnTo>
                <a:cubicBezTo>
                  <a:pt x="1919842" y="35029"/>
                  <a:pt x="1920192" y="42818"/>
                  <a:pt x="1920192" y="45681"/>
                </a:cubicBezTo>
                <a:lnTo>
                  <a:pt x="1920192" y="87696"/>
                </a:lnTo>
                <a:lnTo>
                  <a:pt x="1912018" y="87696"/>
                </a:lnTo>
                <a:close/>
                <a:moveTo>
                  <a:pt x="1807244" y="11001"/>
                </a:moveTo>
                <a:lnTo>
                  <a:pt x="1815940" y="11001"/>
                </a:lnTo>
                <a:lnTo>
                  <a:pt x="1815940" y="87696"/>
                </a:lnTo>
                <a:lnTo>
                  <a:pt x="1807244" y="87696"/>
                </a:lnTo>
                <a:close/>
                <a:moveTo>
                  <a:pt x="1692944" y="11001"/>
                </a:moveTo>
                <a:lnTo>
                  <a:pt x="1736636" y="11001"/>
                </a:lnTo>
                <a:lnTo>
                  <a:pt x="1736636" y="18335"/>
                </a:lnTo>
                <a:lnTo>
                  <a:pt x="1701640" y="18335"/>
                </a:lnTo>
                <a:lnTo>
                  <a:pt x="1701640" y="43586"/>
                </a:lnTo>
                <a:lnTo>
                  <a:pt x="1731082" y="43586"/>
                </a:lnTo>
                <a:lnTo>
                  <a:pt x="1731082" y="50920"/>
                </a:lnTo>
                <a:lnTo>
                  <a:pt x="1701640" y="50920"/>
                </a:lnTo>
                <a:lnTo>
                  <a:pt x="1701640" y="80362"/>
                </a:lnTo>
                <a:lnTo>
                  <a:pt x="1737788" y="80362"/>
                </a:lnTo>
                <a:lnTo>
                  <a:pt x="1737788" y="87696"/>
                </a:lnTo>
                <a:lnTo>
                  <a:pt x="1692944" y="87696"/>
                </a:lnTo>
                <a:close/>
                <a:moveTo>
                  <a:pt x="1616744" y="11001"/>
                </a:moveTo>
                <a:lnTo>
                  <a:pt x="1635604" y="11001"/>
                </a:lnTo>
                <a:cubicBezTo>
                  <a:pt x="1647268" y="11001"/>
                  <a:pt x="1656174" y="14319"/>
                  <a:pt x="1662322" y="20955"/>
                </a:cubicBezTo>
                <a:cubicBezTo>
                  <a:pt x="1668398" y="27520"/>
                  <a:pt x="1671436" y="36880"/>
                  <a:pt x="1671436" y="49034"/>
                </a:cubicBezTo>
                <a:cubicBezTo>
                  <a:pt x="1671436" y="61258"/>
                  <a:pt x="1668434" y="70723"/>
                  <a:pt x="1662426" y="77428"/>
                </a:cubicBezTo>
                <a:cubicBezTo>
                  <a:pt x="1656280" y="84274"/>
                  <a:pt x="1647442" y="87696"/>
                  <a:pt x="1635918" y="87696"/>
                </a:cubicBezTo>
                <a:lnTo>
                  <a:pt x="1616744" y="87696"/>
                </a:lnTo>
                <a:close/>
                <a:moveTo>
                  <a:pt x="1484232" y="11001"/>
                </a:moveTo>
                <a:lnTo>
                  <a:pt x="1520904" y="11001"/>
                </a:lnTo>
                <a:lnTo>
                  <a:pt x="1520904" y="18335"/>
                </a:lnTo>
                <a:lnTo>
                  <a:pt x="1491776" y="18335"/>
                </a:lnTo>
                <a:lnTo>
                  <a:pt x="1489680" y="41595"/>
                </a:lnTo>
                <a:cubicBezTo>
                  <a:pt x="1493522" y="39430"/>
                  <a:pt x="1497504" y="38347"/>
                  <a:pt x="1501624" y="38347"/>
                </a:cubicBezTo>
                <a:cubicBezTo>
                  <a:pt x="1508400" y="38347"/>
                  <a:pt x="1513814" y="40303"/>
                  <a:pt x="1517866" y="44215"/>
                </a:cubicBezTo>
                <a:cubicBezTo>
                  <a:pt x="1522336" y="48545"/>
                  <a:pt x="1524570" y="54762"/>
                  <a:pt x="1524570" y="62865"/>
                </a:cubicBezTo>
                <a:cubicBezTo>
                  <a:pt x="1524570" y="70827"/>
                  <a:pt x="1522022" y="77289"/>
                  <a:pt x="1516922" y="82248"/>
                </a:cubicBezTo>
                <a:cubicBezTo>
                  <a:pt x="1512242" y="86788"/>
                  <a:pt x="1506550" y="89058"/>
                  <a:pt x="1499844" y="89058"/>
                </a:cubicBezTo>
                <a:cubicBezTo>
                  <a:pt x="1490484" y="89058"/>
                  <a:pt x="1482416" y="85671"/>
                  <a:pt x="1475640" y="78895"/>
                </a:cubicBezTo>
                <a:lnTo>
                  <a:pt x="1479936" y="73237"/>
                </a:lnTo>
                <a:cubicBezTo>
                  <a:pt x="1485594" y="79035"/>
                  <a:pt x="1491986" y="81934"/>
                  <a:pt x="1499110" y="81934"/>
                </a:cubicBezTo>
                <a:cubicBezTo>
                  <a:pt x="1503860" y="81934"/>
                  <a:pt x="1507842" y="80222"/>
                  <a:pt x="1511054" y="76800"/>
                </a:cubicBezTo>
                <a:cubicBezTo>
                  <a:pt x="1514338" y="73307"/>
                  <a:pt x="1515980" y="68732"/>
                  <a:pt x="1515980" y="63074"/>
                </a:cubicBezTo>
                <a:cubicBezTo>
                  <a:pt x="1515980" y="57486"/>
                  <a:pt x="1514478" y="53051"/>
                  <a:pt x="1511474" y="49768"/>
                </a:cubicBezTo>
                <a:cubicBezTo>
                  <a:pt x="1508540" y="46555"/>
                  <a:pt x="1504558" y="44948"/>
                  <a:pt x="1499530" y="44948"/>
                </a:cubicBezTo>
                <a:cubicBezTo>
                  <a:pt x="1495478" y="44948"/>
                  <a:pt x="1491148" y="46485"/>
                  <a:pt x="1486538" y="49558"/>
                </a:cubicBezTo>
                <a:lnTo>
                  <a:pt x="1481822" y="46624"/>
                </a:lnTo>
                <a:close/>
                <a:moveTo>
                  <a:pt x="1430216" y="11001"/>
                </a:moveTo>
                <a:lnTo>
                  <a:pt x="1477678" y="11001"/>
                </a:lnTo>
                <a:lnTo>
                  <a:pt x="1477678" y="16135"/>
                </a:lnTo>
                <a:cubicBezTo>
                  <a:pt x="1469158" y="27171"/>
                  <a:pt x="1463254" y="38277"/>
                  <a:pt x="1459972" y="49453"/>
                </a:cubicBezTo>
                <a:cubicBezTo>
                  <a:pt x="1457318" y="58674"/>
                  <a:pt x="1455642" y="71421"/>
                  <a:pt x="1454942" y="87696"/>
                </a:cubicBezTo>
                <a:lnTo>
                  <a:pt x="1446038" y="87696"/>
                </a:lnTo>
                <a:cubicBezTo>
                  <a:pt x="1447224" y="59966"/>
                  <a:pt x="1454488" y="36845"/>
                  <a:pt x="1467830" y="18335"/>
                </a:cubicBezTo>
                <a:lnTo>
                  <a:pt x="1430216" y="18335"/>
                </a:lnTo>
                <a:close/>
                <a:moveTo>
                  <a:pt x="1379458" y="11001"/>
                </a:moveTo>
                <a:lnTo>
                  <a:pt x="1416128" y="11001"/>
                </a:lnTo>
                <a:lnTo>
                  <a:pt x="1416128" y="18335"/>
                </a:lnTo>
                <a:lnTo>
                  <a:pt x="1387002" y="18335"/>
                </a:lnTo>
                <a:lnTo>
                  <a:pt x="1384906" y="41595"/>
                </a:lnTo>
                <a:cubicBezTo>
                  <a:pt x="1388748" y="39430"/>
                  <a:pt x="1392728" y="38347"/>
                  <a:pt x="1396850" y="38347"/>
                </a:cubicBezTo>
                <a:cubicBezTo>
                  <a:pt x="1403626" y="38347"/>
                  <a:pt x="1409038" y="40303"/>
                  <a:pt x="1413090" y="44215"/>
                </a:cubicBezTo>
                <a:cubicBezTo>
                  <a:pt x="1417560" y="48545"/>
                  <a:pt x="1419796" y="54762"/>
                  <a:pt x="1419796" y="62865"/>
                </a:cubicBezTo>
                <a:cubicBezTo>
                  <a:pt x="1419796" y="70827"/>
                  <a:pt x="1417246" y="77289"/>
                  <a:pt x="1412148" y="82248"/>
                </a:cubicBezTo>
                <a:cubicBezTo>
                  <a:pt x="1407468" y="86788"/>
                  <a:pt x="1401774" y="89058"/>
                  <a:pt x="1395068" y="89058"/>
                </a:cubicBezTo>
                <a:cubicBezTo>
                  <a:pt x="1385708" y="89058"/>
                  <a:pt x="1377642" y="85671"/>
                  <a:pt x="1370866" y="78895"/>
                </a:cubicBezTo>
                <a:lnTo>
                  <a:pt x="1375162" y="73237"/>
                </a:lnTo>
                <a:cubicBezTo>
                  <a:pt x="1380820" y="79035"/>
                  <a:pt x="1387210" y="81934"/>
                  <a:pt x="1394336" y="81934"/>
                </a:cubicBezTo>
                <a:cubicBezTo>
                  <a:pt x="1399086" y="81934"/>
                  <a:pt x="1403066" y="80222"/>
                  <a:pt x="1406280" y="76800"/>
                </a:cubicBezTo>
                <a:cubicBezTo>
                  <a:pt x="1409562" y="73307"/>
                  <a:pt x="1411204" y="68732"/>
                  <a:pt x="1411204" y="63074"/>
                </a:cubicBezTo>
                <a:cubicBezTo>
                  <a:pt x="1411204" y="57486"/>
                  <a:pt x="1409702" y="53051"/>
                  <a:pt x="1406698" y="49768"/>
                </a:cubicBezTo>
                <a:cubicBezTo>
                  <a:pt x="1403766" y="46555"/>
                  <a:pt x="1399784" y="44948"/>
                  <a:pt x="1394754" y="44948"/>
                </a:cubicBezTo>
                <a:cubicBezTo>
                  <a:pt x="1390704" y="44948"/>
                  <a:pt x="1386372" y="46485"/>
                  <a:pt x="1381762" y="49558"/>
                </a:cubicBezTo>
                <a:lnTo>
                  <a:pt x="1377048" y="46624"/>
                </a:lnTo>
                <a:close/>
                <a:moveTo>
                  <a:pt x="1288208" y="11001"/>
                </a:moveTo>
                <a:lnTo>
                  <a:pt x="1297324" y="11001"/>
                </a:lnTo>
                <a:lnTo>
                  <a:pt x="1297324" y="59512"/>
                </a:lnTo>
                <a:lnTo>
                  <a:pt x="1307800" y="59512"/>
                </a:lnTo>
                <a:lnTo>
                  <a:pt x="1307800" y="66322"/>
                </a:lnTo>
                <a:lnTo>
                  <a:pt x="1297324" y="66322"/>
                </a:lnTo>
                <a:lnTo>
                  <a:pt x="1297324" y="87696"/>
                </a:lnTo>
                <a:lnTo>
                  <a:pt x="1289256" y="87696"/>
                </a:lnTo>
                <a:lnTo>
                  <a:pt x="1289256" y="66322"/>
                </a:lnTo>
                <a:lnTo>
                  <a:pt x="1255622" y="66322"/>
                </a:lnTo>
                <a:lnTo>
                  <a:pt x="1255622" y="60769"/>
                </a:lnTo>
                <a:close/>
                <a:moveTo>
                  <a:pt x="711870" y="11001"/>
                </a:moveTo>
                <a:lnTo>
                  <a:pt x="730728" y="11001"/>
                </a:lnTo>
                <a:cubicBezTo>
                  <a:pt x="742394" y="11001"/>
                  <a:pt x="751300" y="14319"/>
                  <a:pt x="757446" y="20955"/>
                </a:cubicBezTo>
                <a:cubicBezTo>
                  <a:pt x="763524" y="27520"/>
                  <a:pt x="766562" y="36880"/>
                  <a:pt x="766562" y="49034"/>
                </a:cubicBezTo>
                <a:cubicBezTo>
                  <a:pt x="766562" y="61258"/>
                  <a:pt x="763558" y="70723"/>
                  <a:pt x="757550" y="77428"/>
                </a:cubicBezTo>
                <a:cubicBezTo>
                  <a:pt x="751404" y="84274"/>
                  <a:pt x="742568" y="87696"/>
                  <a:pt x="731042" y="87696"/>
                </a:cubicBezTo>
                <a:lnTo>
                  <a:pt x="711870" y="87696"/>
                </a:lnTo>
                <a:close/>
                <a:moveTo>
                  <a:pt x="473744" y="11001"/>
                </a:moveTo>
                <a:lnTo>
                  <a:pt x="495956" y="11001"/>
                </a:lnTo>
                <a:cubicBezTo>
                  <a:pt x="513418" y="11001"/>
                  <a:pt x="522150" y="17253"/>
                  <a:pt x="522150" y="29756"/>
                </a:cubicBezTo>
                <a:cubicBezTo>
                  <a:pt x="522150" y="38347"/>
                  <a:pt x="518344" y="43900"/>
                  <a:pt x="510730" y="46415"/>
                </a:cubicBezTo>
                <a:lnTo>
                  <a:pt x="510730" y="46834"/>
                </a:lnTo>
                <a:cubicBezTo>
                  <a:pt x="521346" y="48860"/>
                  <a:pt x="526656" y="55006"/>
                  <a:pt x="526656" y="65274"/>
                </a:cubicBezTo>
                <a:cubicBezTo>
                  <a:pt x="526656" y="72539"/>
                  <a:pt x="523966" y="78162"/>
                  <a:pt x="518588" y="82143"/>
                </a:cubicBezTo>
                <a:cubicBezTo>
                  <a:pt x="513488" y="85845"/>
                  <a:pt x="506504" y="87696"/>
                  <a:pt x="497632" y="87696"/>
                </a:cubicBezTo>
                <a:lnTo>
                  <a:pt x="473744" y="87696"/>
                </a:lnTo>
                <a:close/>
                <a:moveTo>
                  <a:pt x="1225714" y="9848"/>
                </a:moveTo>
                <a:cubicBezTo>
                  <a:pt x="1232140" y="9848"/>
                  <a:pt x="1237240" y="11734"/>
                  <a:pt x="1241012" y="15506"/>
                </a:cubicBezTo>
                <a:cubicBezTo>
                  <a:pt x="1244714" y="19208"/>
                  <a:pt x="1246564" y="24063"/>
                  <a:pt x="1246564" y="30070"/>
                </a:cubicBezTo>
                <a:cubicBezTo>
                  <a:pt x="1246564" y="37055"/>
                  <a:pt x="1243106" y="43272"/>
                  <a:pt x="1236192" y="48720"/>
                </a:cubicBezTo>
                <a:lnTo>
                  <a:pt x="1236192" y="49244"/>
                </a:lnTo>
                <a:cubicBezTo>
                  <a:pt x="1244854" y="54273"/>
                  <a:pt x="1249184" y="60979"/>
                  <a:pt x="1249184" y="69361"/>
                </a:cubicBezTo>
                <a:cubicBezTo>
                  <a:pt x="1249184" y="74949"/>
                  <a:pt x="1247018" y="79594"/>
                  <a:pt x="1242688" y="83296"/>
                </a:cubicBezTo>
                <a:cubicBezTo>
                  <a:pt x="1238218" y="87137"/>
                  <a:pt x="1232490" y="89058"/>
                  <a:pt x="1225504" y="89058"/>
                </a:cubicBezTo>
                <a:cubicBezTo>
                  <a:pt x="1218450" y="89058"/>
                  <a:pt x="1212652" y="87137"/>
                  <a:pt x="1208112" y="83296"/>
                </a:cubicBezTo>
                <a:cubicBezTo>
                  <a:pt x="1203502" y="79454"/>
                  <a:pt x="1201196" y="74564"/>
                  <a:pt x="1201196" y="68627"/>
                </a:cubicBezTo>
                <a:cubicBezTo>
                  <a:pt x="1201196" y="59617"/>
                  <a:pt x="1205946" y="52492"/>
                  <a:pt x="1215446" y="47253"/>
                </a:cubicBezTo>
                <a:lnTo>
                  <a:pt x="1215446" y="46834"/>
                </a:lnTo>
                <a:cubicBezTo>
                  <a:pt x="1208532" y="42154"/>
                  <a:pt x="1205074" y="36287"/>
                  <a:pt x="1205074" y="29232"/>
                </a:cubicBezTo>
                <a:cubicBezTo>
                  <a:pt x="1205074" y="23504"/>
                  <a:pt x="1207064" y="18824"/>
                  <a:pt x="1211046" y="15192"/>
                </a:cubicBezTo>
                <a:cubicBezTo>
                  <a:pt x="1214888" y="11630"/>
                  <a:pt x="1219778" y="9848"/>
                  <a:pt x="1225714" y="9848"/>
                </a:cubicBezTo>
                <a:close/>
                <a:moveTo>
                  <a:pt x="1866098" y="9639"/>
                </a:moveTo>
                <a:cubicBezTo>
                  <a:pt x="1874620" y="9639"/>
                  <a:pt x="1881920" y="12747"/>
                  <a:pt x="1887998" y="18964"/>
                </a:cubicBezTo>
                <a:lnTo>
                  <a:pt x="1883178" y="24622"/>
                </a:lnTo>
                <a:cubicBezTo>
                  <a:pt x="1878568" y="19732"/>
                  <a:pt x="1872944" y="17287"/>
                  <a:pt x="1866308" y="17287"/>
                </a:cubicBezTo>
                <a:cubicBezTo>
                  <a:pt x="1858346" y="17287"/>
                  <a:pt x="1852024" y="20116"/>
                  <a:pt x="1847344" y="25774"/>
                </a:cubicBezTo>
                <a:cubicBezTo>
                  <a:pt x="1842594" y="31502"/>
                  <a:pt x="1840220" y="39290"/>
                  <a:pt x="1840220" y="49139"/>
                </a:cubicBezTo>
                <a:cubicBezTo>
                  <a:pt x="1840220" y="59128"/>
                  <a:pt x="1842490" y="66986"/>
                  <a:pt x="1847030" y="72713"/>
                </a:cubicBezTo>
                <a:cubicBezTo>
                  <a:pt x="1851640" y="78511"/>
                  <a:pt x="1858066" y="81410"/>
                  <a:pt x="1866308" y="81410"/>
                </a:cubicBezTo>
                <a:cubicBezTo>
                  <a:pt x="1872664" y="81410"/>
                  <a:pt x="1877520" y="79803"/>
                  <a:pt x="1880872" y="76590"/>
                </a:cubicBezTo>
                <a:lnTo>
                  <a:pt x="1880872" y="55635"/>
                </a:lnTo>
                <a:lnTo>
                  <a:pt x="1864214" y="55635"/>
                </a:lnTo>
                <a:lnTo>
                  <a:pt x="1864214" y="48406"/>
                </a:lnTo>
                <a:lnTo>
                  <a:pt x="1888940" y="48406"/>
                </a:lnTo>
                <a:lnTo>
                  <a:pt x="1888940" y="80257"/>
                </a:lnTo>
                <a:cubicBezTo>
                  <a:pt x="1883282" y="86125"/>
                  <a:pt x="1875458" y="89058"/>
                  <a:pt x="1865470" y="89058"/>
                </a:cubicBezTo>
                <a:cubicBezTo>
                  <a:pt x="1855272" y="89058"/>
                  <a:pt x="1847066" y="85531"/>
                  <a:pt x="1840848" y="78476"/>
                </a:cubicBezTo>
                <a:cubicBezTo>
                  <a:pt x="1834492" y="71281"/>
                  <a:pt x="1831314" y="61572"/>
                  <a:pt x="1831314" y="49349"/>
                </a:cubicBezTo>
                <a:cubicBezTo>
                  <a:pt x="1831314" y="37195"/>
                  <a:pt x="1834596" y="27486"/>
                  <a:pt x="1841162" y="20221"/>
                </a:cubicBezTo>
                <a:cubicBezTo>
                  <a:pt x="1847518" y="13166"/>
                  <a:pt x="1855830" y="9639"/>
                  <a:pt x="1866098" y="9639"/>
                </a:cubicBezTo>
                <a:close/>
                <a:moveTo>
                  <a:pt x="1771888" y="9639"/>
                </a:moveTo>
                <a:cubicBezTo>
                  <a:pt x="1780828" y="9639"/>
                  <a:pt x="1788266" y="12782"/>
                  <a:pt x="1794204" y="19069"/>
                </a:cubicBezTo>
                <a:lnTo>
                  <a:pt x="1789594" y="24622"/>
                </a:lnTo>
                <a:cubicBezTo>
                  <a:pt x="1784496" y="19732"/>
                  <a:pt x="1778592" y="17287"/>
                  <a:pt x="1771888" y="17287"/>
                </a:cubicBezTo>
                <a:cubicBezTo>
                  <a:pt x="1767416" y="17287"/>
                  <a:pt x="1763820" y="18335"/>
                  <a:pt x="1761096" y="20431"/>
                </a:cubicBezTo>
                <a:cubicBezTo>
                  <a:pt x="1758372" y="22596"/>
                  <a:pt x="1757010" y="25460"/>
                  <a:pt x="1757010" y="29022"/>
                </a:cubicBezTo>
                <a:cubicBezTo>
                  <a:pt x="1757010" y="32515"/>
                  <a:pt x="1758406" y="35414"/>
                  <a:pt x="1761200" y="37719"/>
                </a:cubicBezTo>
                <a:cubicBezTo>
                  <a:pt x="1762806" y="39046"/>
                  <a:pt x="1765670" y="40582"/>
                  <a:pt x="1769792" y="42329"/>
                </a:cubicBezTo>
                <a:lnTo>
                  <a:pt x="1780898" y="47044"/>
                </a:lnTo>
                <a:cubicBezTo>
                  <a:pt x="1791516" y="51723"/>
                  <a:pt x="1796824" y="58569"/>
                  <a:pt x="1796824" y="67579"/>
                </a:cubicBezTo>
                <a:cubicBezTo>
                  <a:pt x="1796824" y="73726"/>
                  <a:pt x="1794518" y="78825"/>
                  <a:pt x="1789908" y="82877"/>
                </a:cubicBezTo>
                <a:cubicBezTo>
                  <a:pt x="1785088" y="86998"/>
                  <a:pt x="1778802" y="89058"/>
                  <a:pt x="1771050" y="89058"/>
                </a:cubicBezTo>
                <a:cubicBezTo>
                  <a:pt x="1760432" y="89058"/>
                  <a:pt x="1751562" y="85251"/>
                  <a:pt x="1744436" y="77638"/>
                </a:cubicBezTo>
                <a:lnTo>
                  <a:pt x="1749674" y="71666"/>
                </a:lnTo>
                <a:cubicBezTo>
                  <a:pt x="1755682" y="78162"/>
                  <a:pt x="1762842" y="81410"/>
                  <a:pt x="1771154" y="81410"/>
                </a:cubicBezTo>
                <a:cubicBezTo>
                  <a:pt x="1776322" y="81410"/>
                  <a:pt x="1780444" y="80187"/>
                  <a:pt x="1783518" y="77743"/>
                </a:cubicBezTo>
                <a:cubicBezTo>
                  <a:pt x="1786520" y="75368"/>
                  <a:pt x="1788022" y="72190"/>
                  <a:pt x="1788022" y="68208"/>
                </a:cubicBezTo>
                <a:cubicBezTo>
                  <a:pt x="1788022" y="64506"/>
                  <a:pt x="1786766" y="61502"/>
                  <a:pt x="1784250" y="59197"/>
                </a:cubicBezTo>
                <a:cubicBezTo>
                  <a:pt x="1782644" y="57800"/>
                  <a:pt x="1779536" y="56089"/>
                  <a:pt x="1774926" y="54063"/>
                </a:cubicBezTo>
                <a:lnTo>
                  <a:pt x="1763820" y="49139"/>
                </a:lnTo>
                <a:cubicBezTo>
                  <a:pt x="1753412" y="44669"/>
                  <a:pt x="1748208" y="38173"/>
                  <a:pt x="1748208" y="29651"/>
                </a:cubicBezTo>
                <a:cubicBezTo>
                  <a:pt x="1748208" y="23853"/>
                  <a:pt x="1750444" y="19069"/>
                  <a:pt x="1754914" y="15297"/>
                </a:cubicBezTo>
                <a:cubicBezTo>
                  <a:pt x="1759384" y="11525"/>
                  <a:pt x="1765042" y="9639"/>
                  <a:pt x="1771888" y="9639"/>
                </a:cubicBezTo>
                <a:close/>
                <a:moveTo>
                  <a:pt x="1556156" y="9639"/>
                </a:moveTo>
                <a:cubicBezTo>
                  <a:pt x="1563838" y="9639"/>
                  <a:pt x="1569916" y="12677"/>
                  <a:pt x="1574386" y="18754"/>
                </a:cubicBezTo>
                <a:cubicBezTo>
                  <a:pt x="1579206" y="25111"/>
                  <a:pt x="1581616" y="34121"/>
                  <a:pt x="1581616" y="45786"/>
                </a:cubicBezTo>
                <a:cubicBezTo>
                  <a:pt x="1581616" y="60455"/>
                  <a:pt x="1578822" y="71596"/>
                  <a:pt x="1573234" y="79209"/>
                </a:cubicBezTo>
                <a:cubicBezTo>
                  <a:pt x="1568344" y="85775"/>
                  <a:pt x="1561954" y="89058"/>
                  <a:pt x="1554060" y="89058"/>
                </a:cubicBezTo>
                <a:cubicBezTo>
                  <a:pt x="1546936" y="89058"/>
                  <a:pt x="1540928" y="86509"/>
                  <a:pt x="1536038" y="81410"/>
                </a:cubicBezTo>
                <a:lnTo>
                  <a:pt x="1540754" y="76066"/>
                </a:lnTo>
                <a:cubicBezTo>
                  <a:pt x="1544316" y="79978"/>
                  <a:pt x="1548682" y="81934"/>
                  <a:pt x="1553850" y="81934"/>
                </a:cubicBezTo>
                <a:cubicBezTo>
                  <a:pt x="1559368" y="81934"/>
                  <a:pt x="1563804" y="79489"/>
                  <a:pt x="1567158" y="74599"/>
                </a:cubicBezTo>
                <a:cubicBezTo>
                  <a:pt x="1571068" y="68942"/>
                  <a:pt x="1573198" y="60315"/>
                  <a:pt x="1573548" y="48720"/>
                </a:cubicBezTo>
                <a:cubicBezTo>
                  <a:pt x="1568240" y="55216"/>
                  <a:pt x="1562232" y="58464"/>
                  <a:pt x="1555526" y="58464"/>
                </a:cubicBezTo>
                <a:cubicBezTo>
                  <a:pt x="1549030" y="58464"/>
                  <a:pt x="1543932" y="56438"/>
                  <a:pt x="1540230" y="52387"/>
                </a:cubicBezTo>
                <a:cubicBezTo>
                  <a:pt x="1536458" y="48126"/>
                  <a:pt x="1534572" y="42119"/>
                  <a:pt x="1534572" y="34366"/>
                </a:cubicBezTo>
                <a:cubicBezTo>
                  <a:pt x="1534572" y="27171"/>
                  <a:pt x="1536702" y="21199"/>
                  <a:pt x="1540964" y="16449"/>
                </a:cubicBezTo>
                <a:cubicBezTo>
                  <a:pt x="1545084" y="11909"/>
                  <a:pt x="1550148" y="9639"/>
                  <a:pt x="1556156" y="9639"/>
                </a:cubicBezTo>
                <a:close/>
                <a:moveTo>
                  <a:pt x="194356" y="9639"/>
                </a:moveTo>
                <a:lnTo>
                  <a:pt x="198652" y="11001"/>
                </a:lnTo>
                <a:cubicBezTo>
                  <a:pt x="195160" y="34680"/>
                  <a:pt x="187826" y="53959"/>
                  <a:pt x="176650" y="68837"/>
                </a:cubicBezTo>
                <a:cubicBezTo>
                  <a:pt x="182866" y="76660"/>
                  <a:pt x="191354" y="83889"/>
                  <a:pt x="202110" y="90525"/>
                </a:cubicBezTo>
                <a:cubicBezTo>
                  <a:pt x="199944" y="92132"/>
                  <a:pt x="198304" y="94018"/>
                  <a:pt x="197186" y="96183"/>
                </a:cubicBezTo>
                <a:cubicBezTo>
                  <a:pt x="186638" y="89338"/>
                  <a:pt x="178292" y="82108"/>
                  <a:pt x="172144" y="74495"/>
                </a:cubicBezTo>
                <a:cubicBezTo>
                  <a:pt x="164112" y="83645"/>
                  <a:pt x="154682" y="90665"/>
                  <a:pt x="143856" y="95554"/>
                </a:cubicBezTo>
                <a:cubicBezTo>
                  <a:pt x="142668" y="93179"/>
                  <a:pt x="141236" y="91259"/>
                  <a:pt x="139560" y="89792"/>
                </a:cubicBezTo>
                <a:cubicBezTo>
                  <a:pt x="150246" y="85391"/>
                  <a:pt x="159712" y="78406"/>
                  <a:pt x="167954" y="68837"/>
                </a:cubicBezTo>
                <a:cubicBezTo>
                  <a:pt x="159362" y="56264"/>
                  <a:pt x="153146" y="38871"/>
                  <a:pt x="149304" y="16659"/>
                </a:cubicBezTo>
                <a:lnTo>
                  <a:pt x="145322" y="16659"/>
                </a:lnTo>
                <a:lnTo>
                  <a:pt x="145322" y="9953"/>
                </a:lnTo>
                <a:lnTo>
                  <a:pt x="193100" y="9953"/>
                </a:lnTo>
                <a:close/>
                <a:moveTo>
                  <a:pt x="1337918" y="9534"/>
                </a:moveTo>
                <a:cubicBezTo>
                  <a:pt x="1344414" y="9604"/>
                  <a:pt x="1349618" y="11280"/>
                  <a:pt x="1353530" y="14563"/>
                </a:cubicBezTo>
                <a:cubicBezTo>
                  <a:pt x="1357652" y="17986"/>
                  <a:pt x="1359712" y="22666"/>
                  <a:pt x="1359712" y="28603"/>
                </a:cubicBezTo>
                <a:cubicBezTo>
                  <a:pt x="1359712" y="37753"/>
                  <a:pt x="1355136" y="43970"/>
                  <a:pt x="1345986" y="47253"/>
                </a:cubicBezTo>
                <a:lnTo>
                  <a:pt x="1345986" y="47672"/>
                </a:lnTo>
                <a:cubicBezTo>
                  <a:pt x="1350736" y="48790"/>
                  <a:pt x="1354578" y="50990"/>
                  <a:pt x="1357512" y="54273"/>
                </a:cubicBezTo>
                <a:cubicBezTo>
                  <a:pt x="1360724" y="57835"/>
                  <a:pt x="1362332" y="62166"/>
                  <a:pt x="1362332" y="67265"/>
                </a:cubicBezTo>
                <a:cubicBezTo>
                  <a:pt x="1362332" y="73901"/>
                  <a:pt x="1359992" y="79244"/>
                  <a:pt x="1355312" y="83296"/>
                </a:cubicBezTo>
                <a:cubicBezTo>
                  <a:pt x="1350842" y="87137"/>
                  <a:pt x="1345148" y="89058"/>
                  <a:pt x="1338234" y="89058"/>
                </a:cubicBezTo>
                <a:cubicBezTo>
                  <a:pt x="1328454" y="89058"/>
                  <a:pt x="1320352" y="85566"/>
                  <a:pt x="1313926" y="78581"/>
                </a:cubicBezTo>
                <a:lnTo>
                  <a:pt x="1318326" y="73028"/>
                </a:lnTo>
                <a:cubicBezTo>
                  <a:pt x="1324124" y="78965"/>
                  <a:pt x="1330584" y="81934"/>
                  <a:pt x="1337710" y="81934"/>
                </a:cubicBezTo>
                <a:cubicBezTo>
                  <a:pt x="1342458" y="81934"/>
                  <a:pt x="1346300" y="80606"/>
                  <a:pt x="1349234" y="77952"/>
                </a:cubicBezTo>
                <a:cubicBezTo>
                  <a:pt x="1352238" y="75158"/>
                  <a:pt x="1353740" y="71526"/>
                  <a:pt x="1353740" y="67056"/>
                </a:cubicBezTo>
                <a:cubicBezTo>
                  <a:pt x="1353740" y="56438"/>
                  <a:pt x="1345638" y="51130"/>
                  <a:pt x="1329432" y="51130"/>
                </a:cubicBezTo>
                <a:lnTo>
                  <a:pt x="1329432" y="44424"/>
                </a:lnTo>
                <a:cubicBezTo>
                  <a:pt x="1343822" y="44424"/>
                  <a:pt x="1351016" y="39360"/>
                  <a:pt x="1351016" y="29232"/>
                </a:cubicBezTo>
                <a:cubicBezTo>
                  <a:pt x="1351016" y="25390"/>
                  <a:pt x="1349828" y="22317"/>
                  <a:pt x="1347454" y="20012"/>
                </a:cubicBezTo>
                <a:cubicBezTo>
                  <a:pt x="1345008" y="17707"/>
                  <a:pt x="1341726" y="16519"/>
                  <a:pt x="1337604" y="16449"/>
                </a:cubicBezTo>
                <a:cubicBezTo>
                  <a:pt x="1331806" y="16519"/>
                  <a:pt x="1326428" y="19104"/>
                  <a:pt x="1321470" y="24203"/>
                </a:cubicBezTo>
                <a:lnTo>
                  <a:pt x="1316754" y="18650"/>
                </a:lnTo>
                <a:cubicBezTo>
                  <a:pt x="1323320" y="12642"/>
                  <a:pt x="1330374" y="9604"/>
                  <a:pt x="1337918" y="9534"/>
                </a:cubicBezTo>
                <a:close/>
                <a:moveTo>
                  <a:pt x="1101660" y="4295"/>
                </a:moveTo>
                <a:lnTo>
                  <a:pt x="1110148" y="4295"/>
                </a:lnTo>
                <a:lnTo>
                  <a:pt x="1110148" y="77952"/>
                </a:lnTo>
                <a:cubicBezTo>
                  <a:pt x="1110148" y="80606"/>
                  <a:pt x="1111020" y="81934"/>
                  <a:pt x="1112766" y="81934"/>
                </a:cubicBezTo>
                <a:cubicBezTo>
                  <a:pt x="1113396" y="81934"/>
                  <a:pt x="1114058" y="81864"/>
                  <a:pt x="1114758" y="81724"/>
                </a:cubicBezTo>
                <a:lnTo>
                  <a:pt x="1116014" y="88325"/>
                </a:lnTo>
                <a:cubicBezTo>
                  <a:pt x="1114408" y="88814"/>
                  <a:pt x="1112696" y="89058"/>
                  <a:pt x="1110880" y="89058"/>
                </a:cubicBezTo>
                <a:cubicBezTo>
                  <a:pt x="1104734" y="89058"/>
                  <a:pt x="1101660" y="85147"/>
                  <a:pt x="1101660" y="77324"/>
                </a:cubicBezTo>
                <a:close/>
                <a:moveTo>
                  <a:pt x="539686" y="4295"/>
                </a:moveTo>
                <a:lnTo>
                  <a:pt x="548172" y="4295"/>
                </a:lnTo>
                <a:lnTo>
                  <a:pt x="548172" y="77952"/>
                </a:lnTo>
                <a:cubicBezTo>
                  <a:pt x="548172" y="80606"/>
                  <a:pt x="549046" y="81934"/>
                  <a:pt x="550792" y="81934"/>
                </a:cubicBezTo>
                <a:cubicBezTo>
                  <a:pt x="551420" y="81934"/>
                  <a:pt x="552084" y="81864"/>
                  <a:pt x="552782" y="81724"/>
                </a:cubicBezTo>
                <a:lnTo>
                  <a:pt x="554040" y="88325"/>
                </a:lnTo>
                <a:cubicBezTo>
                  <a:pt x="552434" y="88814"/>
                  <a:pt x="550722" y="89058"/>
                  <a:pt x="548906" y="89058"/>
                </a:cubicBezTo>
                <a:cubicBezTo>
                  <a:pt x="542758" y="89058"/>
                  <a:pt x="539686" y="85147"/>
                  <a:pt x="539686" y="77324"/>
                </a:cubicBezTo>
                <a:close/>
                <a:moveTo>
                  <a:pt x="1090374" y="2933"/>
                </a:moveTo>
                <a:cubicBezTo>
                  <a:pt x="1093586" y="2933"/>
                  <a:pt x="1096626" y="3562"/>
                  <a:pt x="1099488" y="4819"/>
                </a:cubicBezTo>
                <a:lnTo>
                  <a:pt x="1097602" y="11420"/>
                </a:lnTo>
                <a:cubicBezTo>
                  <a:pt x="1095438" y="10372"/>
                  <a:pt x="1093272" y="9848"/>
                  <a:pt x="1091106" y="9848"/>
                </a:cubicBezTo>
                <a:cubicBezTo>
                  <a:pt x="1085658" y="9848"/>
                  <a:pt x="1082934" y="13690"/>
                  <a:pt x="1082934" y="21374"/>
                </a:cubicBezTo>
                <a:lnTo>
                  <a:pt x="1082934" y="31118"/>
                </a:lnTo>
                <a:lnTo>
                  <a:pt x="1095088" y="31118"/>
                </a:lnTo>
                <a:lnTo>
                  <a:pt x="1095088" y="38138"/>
                </a:lnTo>
                <a:lnTo>
                  <a:pt x="1082934" y="38138"/>
                </a:lnTo>
                <a:lnTo>
                  <a:pt x="1082934" y="87696"/>
                </a:lnTo>
                <a:lnTo>
                  <a:pt x="1074342" y="87696"/>
                </a:lnTo>
                <a:lnTo>
                  <a:pt x="1074342" y="38138"/>
                </a:lnTo>
                <a:lnTo>
                  <a:pt x="1066590" y="38138"/>
                </a:lnTo>
                <a:lnTo>
                  <a:pt x="1066590" y="31642"/>
                </a:lnTo>
                <a:lnTo>
                  <a:pt x="1074342" y="31118"/>
                </a:lnTo>
                <a:lnTo>
                  <a:pt x="1074342" y="21269"/>
                </a:lnTo>
                <a:cubicBezTo>
                  <a:pt x="1074342" y="9045"/>
                  <a:pt x="1079686" y="2933"/>
                  <a:pt x="1090374" y="2933"/>
                </a:cubicBezTo>
                <a:close/>
                <a:moveTo>
                  <a:pt x="90524" y="1047"/>
                </a:moveTo>
                <a:lnTo>
                  <a:pt x="95134" y="7019"/>
                </a:lnTo>
                <a:cubicBezTo>
                  <a:pt x="83750" y="9674"/>
                  <a:pt x="69954" y="11665"/>
                  <a:pt x="53748" y="12992"/>
                </a:cubicBezTo>
                <a:lnTo>
                  <a:pt x="53748" y="30908"/>
                </a:lnTo>
                <a:lnTo>
                  <a:pt x="88010" y="30908"/>
                </a:lnTo>
                <a:lnTo>
                  <a:pt x="89268" y="30594"/>
                </a:lnTo>
                <a:lnTo>
                  <a:pt x="93354" y="31851"/>
                </a:lnTo>
                <a:cubicBezTo>
                  <a:pt x="90840" y="49244"/>
                  <a:pt x="85670" y="63598"/>
                  <a:pt x="77846" y="74914"/>
                </a:cubicBezTo>
                <a:cubicBezTo>
                  <a:pt x="83016" y="81829"/>
                  <a:pt x="89302" y="86928"/>
                  <a:pt x="96706" y="90211"/>
                </a:cubicBezTo>
                <a:cubicBezTo>
                  <a:pt x="94680" y="91957"/>
                  <a:pt x="93110" y="93843"/>
                  <a:pt x="91992" y="95869"/>
                </a:cubicBezTo>
                <a:cubicBezTo>
                  <a:pt x="84798" y="92097"/>
                  <a:pt x="78720" y="86893"/>
                  <a:pt x="73760" y="80257"/>
                </a:cubicBezTo>
                <a:cubicBezTo>
                  <a:pt x="68172" y="86893"/>
                  <a:pt x="61642" y="92097"/>
                  <a:pt x="54168" y="95869"/>
                </a:cubicBezTo>
                <a:cubicBezTo>
                  <a:pt x="53050" y="93773"/>
                  <a:pt x="51654" y="91887"/>
                  <a:pt x="49976" y="90211"/>
                </a:cubicBezTo>
                <a:cubicBezTo>
                  <a:pt x="57520" y="86858"/>
                  <a:pt x="64122" y="81619"/>
                  <a:pt x="69780" y="74495"/>
                </a:cubicBezTo>
                <a:cubicBezTo>
                  <a:pt x="63982" y="64785"/>
                  <a:pt x="59512" y="52387"/>
                  <a:pt x="56368" y="37299"/>
                </a:cubicBezTo>
                <a:lnTo>
                  <a:pt x="53748" y="37299"/>
                </a:lnTo>
                <a:lnTo>
                  <a:pt x="53748" y="43586"/>
                </a:lnTo>
                <a:cubicBezTo>
                  <a:pt x="53748" y="67335"/>
                  <a:pt x="50360" y="84832"/>
                  <a:pt x="43586" y="96078"/>
                </a:cubicBezTo>
                <a:cubicBezTo>
                  <a:pt x="41978" y="94472"/>
                  <a:pt x="40128" y="93179"/>
                  <a:pt x="38032" y="92202"/>
                </a:cubicBezTo>
                <a:cubicBezTo>
                  <a:pt x="44110" y="81724"/>
                  <a:pt x="47148" y="65519"/>
                  <a:pt x="47148" y="43586"/>
                </a:cubicBezTo>
                <a:lnTo>
                  <a:pt x="47148" y="7543"/>
                </a:lnTo>
                <a:cubicBezTo>
                  <a:pt x="66148" y="5867"/>
                  <a:pt x="80606" y="3702"/>
                  <a:pt x="90524" y="1047"/>
                </a:cubicBezTo>
                <a:close/>
                <a:moveTo>
                  <a:pt x="254602" y="209"/>
                </a:moveTo>
                <a:lnTo>
                  <a:pt x="261832" y="209"/>
                </a:lnTo>
                <a:lnTo>
                  <a:pt x="261832" y="12992"/>
                </a:lnTo>
                <a:lnTo>
                  <a:pt x="300284" y="12992"/>
                </a:lnTo>
                <a:lnTo>
                  <a:pt x="300284" y="19697"/>
                </a:lnTo>
                <a:lnTo>
                  <a:pt x="261832" y="19697"/>
                </a:lnTo>
                <a:lnTo>
                  <a:pt x="261832" y="46520"/>
                </a:lnTo>
                <a:lnTo>
                  <a:pt x="304580" y="46520"/>
                </a:lnTo>
                <a:lnTo>
                  <a:pt x="304580" y="53120"/>
                </a:lnTo>
                <a:lnTo>
                  <a:pt x="266862" y="53120"/>
                </a:lnTo>
                <a:cubicBezTo>
                  <a:pt x="277828" y="67859"/>
                  <a:pt x="291134" y="78651"/>
                  <a:pt x="306780" y="85496"/>
                </a:cubicBezTo>
                <a:cubicBezTo>
                  <a:pt x="305174" y="86893"/>
                  <a:pt x="303568" y="88814"/>
                  <a:pt x="301960" y="91259"/>
                </a:cubicBezTo>
                <a:cubicBezTo>
                  <a:pt x="286244" y="83505"/>
                  <a:pt x="272868" y="71910"/>
                  <a:pt x="261832" y="56473"/>
                </a:cubicBezTo>
                <a:lnTo>
                  <a:pt x="261832" y="95554"/>
                </a:lnTo>
                <a:lnTo>
                  <a:pt x="254602" y="95554"/>
                </a:lnTo>
                <a:lnTo>
                  <a:pt x="254602" y="56788"/>
                </a:lnTo>
                <a:cubicBezTo>
                  <a:pt x="243916" y="71666"/>
                  <a:pt x="230714" y="83051"/>
                  <a:pt x="214998" y="90944"/>
                </a:cubicBezTo>
                <a:cubicBezTo>
                  <a:pt x="213530" y="88709"/>
                  <a:pt x="211890" y="86788"/>
                  <a:pt x="210074" y="85182"/>
                </a:cubicBezTo>
                <a:cubicBezTo>
                  <a:pt x="225860" y="78406"/>
                  <a:pt x="239060" y="67719"/>
                  <a:pt x="249678" y="53120"/>
                </a:cubicBezTo>
                <a:lnTo>
                  <a:pt x="212168" y="53120"/>
                </a:lnTo>
                <a:lnTo>
                  <a:pt x="212168" y="46520"/>
                </a:lnTo>
                <a:lnTo>
                  <a:pt x="254602" y="46520"/>
                </a:lnTo>
                <a:lnTo>
                  <a:pt x="254602" y="19697"/>
                </a:lnTo>
                <a:lnTo>
                  <a:pt x="217198" y="19697"/>
                </a:lnTo>
                <a:lnTo>
                  <a:pt x="217198" y="12992"/>
                </a:lnTo>
                <a:lnTo>
                  <a:pt x="254602" y="12992"/>
                </a:lnTo>
                <a:close/>
                <a:moveTo>
                  <a:pt x="124052" y="104"/>
                </a:moveTo>
                <a:lnTo>
                  <a:pt x="130864" y="104"/>
                </a:lnTo>
                <a:lnTo>
                  <a:pt x="130864" y="22526"/>
                </a:lnTo>
                <a:lnTo>
                  <a:pt x="145112" y="22526"/>
                </a:lnTo>
                <a:lnTo>
                  <a:pt x="145112" y="29127"/>
                </a:lnTo>
                <a:lnTo>
                  <a:pt x="130864" y="29127"/>
                </a:lnTo>
                <a:lnTo>
                  <a:pt x="130864" y="33318"/>
                </a:lnTo>
                <a:cubicBezTo>
                  <a:pt x="134216" y="36671"/>
                  <a:pt x="140084" y="43411"/>
                  <a:pt x="148466" y="53540"/>
                </a:cubicBezTo>
                <a:lnTo>
                  <a:pt x="144064" y="59721"/>
                </a:lnTo>
                <a:cubicBezTo>
                  <a:pt x="141132" y="54972"/>
                  <a:pt x="136730" y="48860"/>
                  <a:pt x="130864" y="41386"/>
                </a:cubicBezTo>
                <a:lnTo>
                  <a:pt x="130864" y="95450"/>
                </a:lnTo>
                <a:lnTo>
                  <a:pt x="124052" y="95450"/>
                </a:lnTo>
                <a:lnTo>
                  <a:pt x="124052" y="41281"/>
                </a:lnTo>
                <a:cubicBezTo>
                  <a:pt x="119302" y="56508"/>
                  <a:pt x="113854" y="68173"/>
                  <a:pt x="107708" y="76276"/>
                </a:cubicBezTo>
                <a:cubicBezTo>
                  <a:pt x="106660" y="73831"/>
                  <a:pt x="105264" y="71596"/>
                  <a:pt x="103516" y="69570"/>
                </a:cubicBezTo>
                <a:cubicBezTo>
                  <a:pt x="111550" y="60071"/>
                  <a:pt x="117732" y="46590"/>
                  <a:pt x="122062" y="29127"/>
                </a:cubicBezTo>
                <a:lnTo>
                  <a:pt x="106346" y="29127"/>
                </a:lnTo>
                <a:lnTo>
                  <a:pt x="106346" y="22526"/>
                </a:lnTo>
                <a:lnTo>
                  <a:pt x="124052" y="22526"/>
                </a:lnTo>
                <a:close/>
                <a:moveTo>
                  <a:pt x="358958" y="0"/>
                </a:moveTo>
                <a:lnTo>
                  <a:pt x="366816" y="1152"/>
                </a:lnTo>
                <a:cubicBezTo>
                  <a:pt x="364930" y="6461"/>
                  <a:pt x="363184" y="10896"/>
                  <a:pt x="361578" y="14459"/>
                </a:cubicBezTo>
                <a:lnTo>
                  <a:pt x="399402" y="14459"/>
                </a:lnTo>
                <a:lnTo>
                  <a:pt x="399402" y="95240"/>
                </a:lnTo>
                <a:lnTo>
                  <a:pt x="392172" y="95240"/>
                </a:lnTo>
                <a:lnTo>
                  <a:pt x="392172" y="89792"/>
                </a:lnTo>
                <a:lnTo>
                  <a:pt x="335384" y="89792"/>
                </a:lnTo>
                <a:lnTo>
                  <a:pt x="335384" y="95764"/>
                </a:lnTo>
                <a:lnTo>
                  <a:pt x="328364" y="95764"/>
                </a:lnTo>
                <a:lnTo>
                  <a:pt x="328364" y="14459"/>
                </a:lnTo>
                <a:lnTo>
                  <a:pt x="354558" y="14459"/>
                </a:lnTo>
                <a:cubicBezTo>
                  <a:pt x="356304" y="9988"/>
                  <a:pt x="357770" y="5168"/>
                  <a:pt x="358958" y="0"/>
                </a:cubicBezTo>
                <a:close/>
                <a:moveTo>
                  <a:pt x="26298" y="0"/>
                </a:moveTo>
                <a:lnTo>
                  <a:pt x="32688" y="0"/>
                </a:lnTo>
                <a:lnTo>
                  <a:pt x="32688" y="29337"/>
                </a:lnTo>
                <a:lnTo>
                  <a:pt x="42224" y="29337"/>
                </a:lnTo>
                <a:lnTo>
                  <a:pt x="42224" y="35623"/>
                </a:lnTo>
                <a:lnTo>
                  <a:pt x="14354" y="35623"/>
                </a:lnTo>
                <a:lnTo>
                  <a:pt x="14354" y="43796"/>
                </a:lnTo>
                <a:cubicBezTo>
                  <a:pt x="14354" y="47078"/>
                  <a:pt x="14318" y="49558"/>
                  <a:pt x="14248" y="51235"/>
                </a:cubicBezTo>
                <a:lnTo>
                  <a:pt x="35728" y="51235"/>
                </a:lnTo>
                <a:lnTo>
                  <a:pt x="35728" y="95554"/>
                </a:lnTo>
                <a:lnTo>
                  <a:pt x="29336" y="95554"/>
                </a:lnTo>
                <a:lnTo>
                  <a:pt x="29336" y="57521"/>
                </a:lnTo>
                <a:lnTo>
                  <a:pt x="14038" y="57521"/>
                </a:lnTo>
                <a:cubicBezTo>
                  <a:pt x="13130" y="74006"/>
                  <a:pt x="10128" y="86788"/>
                  <a:pt x="5028" y="95869"/>
                </a:cubicBezTo>
                <a:cubicBezTo>
                  <a:pt x="3632" y="94332"/>
                  <a:pt x="1954" y="92935"/>
                  <a:pt x="0" y="91678"/>
                </a:cubicBezTo>
                <a:cubicBezTo>
                  <a:pt x="5238" y="81549"/>
                  <a:pt x="7858" y="65589"/>
                  <a:pt x="7858" y="43796"/>
                </a:cubicBezTo>
                <a:lnTo>
                  <a:pt x="7858" y="2305"/>
                </a:lnTo>
                <a:lnTo>
                  <a:pt x="14354" y="2305"/>
                </a:lnTo>
                <a:lnTo>
                  <a:pt x="14354" y="29337"/>
                </a:lnTo>
                <a:lnTo>
                  <a:pt x="26298" y="29337"/>
                </a:lnTo>
                <a:close/>
              </a:path>
            </a:pathLst>
          </a:custGeom>
          <a:solidFill>
            <a:srgbClr val="E6E6E6"/>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fontAlgn="base"/>
            <a:endParaRPr lang="zh-CN" altLang="en-US" sz="800">
              <a:solidFill>
                <a:srgbClr val="E6E6E6"/>
              </a:solidFill>
            </a:endParaRPr>
          </a:p>
        </p:txBody>
      </p:sp>
      <p:sp>
        <p:nvSpPr>
          <p:cNvPr id="10" name="文本框 9">
            <a:extLst>
              <a:ext uri="{FF2B5EF4-FFF2-40B4-BE49-F238E27FC236}">
                <a16:creationId xmlns:a16="http://schemas.microsoft.com/office/drawing/2014/main" id="{F0DED289-F196-41EE-8718-AEF8CFC1C56B}"/>
              </a:ext>
            </a:extLst>
          </p:cNvPr>
          <p:cNvSpPr txBox="1"/>
          <p:nvPr userDrawn="1"/>
        </p:nvSpPr>
        <p:spPr>
          <a:xfrm>
            <a:off x="-24850223" y="18772026"/>
            <a:ext cx="1965874" cy="113995"/>
          </a:xfrm>
          <a:custGeom>
            <a:avLst/>
            <a:gdLst/>
            <a:ahLst/>
            <a:cxnLst/>
            <a:rect l="l" t="t" r="r" b="b"/>
            <a:pathLst>
              <a:path w="1965874" h="113994">
                <a:moveTo>
                  <a:pt x="891806" y="87487"/>
                </a:moveTo>
                <a:cubicBezTo>
                  <a:pt x="887684" y="90420"/>
                  <a:pt x="885624" y="93808"/>
                  <a:pt x="885624" y="97650"/>
                </a:cubicBezTo>
                <a:cubicBezTo>
                  <a:pt x="885624" y="100793"/>
                  <a:pt x="887126" y="103308"/>
                  <a:pt x="890130" y="105194"/>
                </a:cubicBezTo>
                <a:cubicBezTo>
                  <a:pt x="893134" y="107080"/>
                  <a:pt x="897290" y="108023"/>
                  <a:pt x="902598" y="108023"/>
                </a:cubicBezTo>
                <a:cubicBezTo>
                  <a:pt x="908046" y="108023"/>
                  <a:pt x="912586" y="106765"/>
                  <a:pt x="916218" y="104251"/>
                </a:cubicBezTo>
                <a:cubicBezTo>
                  <a:pt x="919572" y="101876"/>
                  <a:pt x="921248" y="99082"/>
                  <a:pt x="921248" y="95869"/>
                </a:cubicBezTo>
                <a:cubicBezTo>
                  <a:pt x="921248" y="90909"/>
                  <a:pt x="917302" y="88430"/>
                  <a:pt x="909408" y="88430"/>
                </a:cubicBezTo>
                <a:lnTo>
                  <a:pt x="899036" y="88430"/>
                </a:lnTo>
                <a:cubicBezTo>
                  <a:pt x="896870" y="88430"/>
                  <a:pt x="894460" y="88115"/>
                  <a:pt x="891806" y="87487"/>
                </a:cubicBezTo>
                <a:close/>
                <a:moveTo>
                  <a:pt x="429472" y="75438"/>
                </a:moveTo>
                <a:cubicBezTo>
                  <a:pt x="431288" y="75438"/>
                  <a:pt x="432824" y="76066"/>
                  <a:pt x="434082" y="77324"/>
                </a:cubicBezTo>
                <a:cubicBezTo>
                  <a:pt x="435340" y="78651"/>
                  <a:pt x="435968" y="80327"/>
                  <a:pt x="435968" y="82353"/>
                </a:cubicBezTo>
                <a:cubicBezTo>
                  <a:pt x="435968" y="84309"/>
                  <a:pt x="435340" y="85915"/>
                  <a:pt x="434082" y="87172"/>
                </a:cubicBezTo>
                <a:cubicBezTo>
                  <a:pt x="432824" y="88430"/>
                  <a:pt x="431288" y="89058"/>
                  <a:pt x="429472" y="89058"/>
                </a:cubicBezTo>
                <a:cubicBezTo>
                  <a:pt x="427726" y="89058"/>
                  <a:pt x="426224" y="88430"/>
                  <a:pt x="424966" y="87172"/>
                </a:cubicBezTo>
                <a:cubicBezTo>
                  <a:pt x="423710" y="85915"/>
                  <a:pt x="423080" y="84309"/>
                  <a:pt x="423080" y="82353"/>
                </a:cubicBezTo>
                <a:cubicBezTo>
                  <a:pt x="423080" y="80327"/>
                  <a:pt x="423710" y="78651"/>
                  <a:pt x="424966" y="77324"/>
                </a:cubicBezTo>
                <a:cubicBezTo>
                  <a:pt x="426224" y="76066"/>
                  <a:pt x="427726" y="75438"/>
                  <a:pt x="429472" y="75438"/>
                </a:cubicBezTo>
                <a:close/>
                <a:moveTo>
                  <a:pt x="335384" y="66846"/>
                </a:moveTo>
                <a:lnTo>
                  <a:pt x="335384" y="83191"/>
                </a:lnTo>
                <a:lnTo>
                  <a:pt x="392172" y="83191"/>
                </a:lnTo>
                <a:lnTo>
                  <a:pt x="392172" y="66846"/>
                </a:lnTo>
                <a:close/>
                <a:moveTo>
                  <a:pt x="856868" y="57731"/>
                </a:moveTo>
                <a:cubicBezTo>
                  <a:pt x="847158" y="58848"/>
                  <a:pt x="840174" y="60629"/>
                  <a:pt x="835914" y="63074"/>
                </a:cubicBezTo>
                <a:cubicBezTo>
                  <a:pt x="832002" y="65449"/>
                  <a:pt x="830046" y="68627"/>
                  <a:pt x="830046" y="72609"/>
                </a:cubicBezTo>
                <a:cubicBezTo>
                  <a:pt x="830046" y="78965"/>
                  <a:pt x="833538" y="82143"/>
                  <a:pt x="840524" y="82143"/>
                </a:cubicBezTo>
                <a:cubicBezTo>
                  <a:pt x="845552" y="82143"/>
                  <a:pt x="851000" y="79524"/>
                  <a:pt x="856868" y="74285"/>
                </a:cubicBezTo>
                <a:close/>
                <a:moveTo>
                  <a:pt x="482440" y="50606"/>
                </a:moveTo>
                <a:lnTo>
                  <a:pt x="482440" y="80781"/>
                </a:lnTo>
                <a:lnTo>
                  <a:pt x="496270" y="80781"/>
                </a:lnTo>
                <a:cubicBezTo>
                  <a:pt x="510870" y="80781"/>
                  <a:pt x="518168" y="75507"/>
                  <a:pt x="518168" y="64960"/>
                </a:cubicBezTo>
                <a:cubicBezTo>
                  <a:pt x="518168" y="55391"/>
                  <a:pt x="510870" y="50606"/>
                  <a:pt x="496270" y="50606"/>
                </a:cubicBezTo>
                <a:close/>
                <a:moveTo>
                  <a:pt x="1220056" y="49977"/>
                </a:moveTo>
                <a:cubicBezTo>
                  <a:pt x="1212652" y="54657"/>
                  <a:pt x="1208950" y="60664"/>
                  <a:pt x="1208950" y="67999"/>
                </a:cubicBezTo>
                <a:cubicBezTo>
                  <a:pt x="1208950" y="72190"/>
                  <a:pt x="1210522" y="75682"/>
                  <a:pt x="1213666" y="78476"/>
                </a:cubicBezTo>
                <a:cubicBezTo>
                  <a:pt x="1216878" y="81270"/>
                  <a:pt x="1220860" y="82667"/>
                  <a:pt x="1225610" y="82667"/>
                </a:cubicBezTo>
                <a:cubicBezTo>
                  <a:pt x="1230150" y="82667"/>
                  <a:pt x="1233886" y="81375"/>
                  <a:pt x="1236820" y="78790"/>
                </a:cubicBezTo>
                <a:cubicBezTo>
                  <a:pt x="1239614" y="76276"/>
                  <a:pt x="1241012" y="73063"/>
                  <a:pt x="1241012" y="69151"/>
                </a:cubicBezTo>
                <a:cubicBezTo>
                  <a:pt x="1241012" y="64401"/>
                  <a:pt x="1238916" y="60420"/>
                  <a:pt x="1234724" y="57207"/>
                </a:cubicBezTo>
                <a:cubicBezTo>
                  <a:pt x="1232140" y="55321"/>
                  <a:pt x="1227250" y="52911"/>
                  <a:pt x="1220056" y="49977"/>
                </a:cubicBezTo>
                <a:close/>
                <a:moveTo>
                  <a:pt x="335384" y="44215"/>
                </a:moveTo>
                <a:lnTo>
                  <a:pt x="335384" y="60350"/>
                </a:lnTo>
                <a:lnTo>
                  <a:pt x="392172" y="60350"/>
                </a:lnTo>
                <a:lnTo>
                  <a:pt x="392172" y="44215"/>
                </a:lnTo>
                <a:close/>
                <a:moveTo>
                  <a:pt x="62130" y="37299"/>
                </a:moveTo>
                <a:cubicBezTo>
                  <a:pt x="64786" y="49942"/>
                  <a:pt x="68662" y="60490"/>
                  <a:pt x="73760" y="68942"/>
                </a:cubicBezTo>
                <a:cubicBezTo>
                  <a:pt x="79558" y="60071"/>
                  <a:pt x="83644" y="49523"/>
                  <a:pt x="86020" y="37299"/>
                </a:cubicBezTo>
                <a:close/>
                <a:moveTo>
                  <a:pt x="961320" y="36880"/>
                </a:moveTo>
                <a:cubicBezTo>
                  <a:pt x="956220" y="36880"/>
                  <a:pt x="952100" y="38976"/>
                  <a:pt x="948956" y="43167"/>
                </a:cubicBezTo>
                <a:cubicBezTo>
                  <a:pt x="945742" y="47288"/>
                  <a:pt x="944136" y="52736"/>
                  <a:pt x="944136" y="59512"/>
                </a:cubicBezTo>
                <a:cubicBezTo>
                  <a:pt x="944136" y="66217"/>
                  <a:pt x="945742" y="71631"/>
                  <a:pt x="948956" y="75752"/>
                </a:cubicBezTo>
                <a:cubicBezTo>
                  <a:pt x="952100" y="79873"/>
                  <a:pt x="956220" y="81934"/>
                  <a:pt x="961320" y="81934"/>
                </a:cubicBezTo>
                <a:cubicBezTo>
                  <a:pt x="966418" y="81934"/>
                  <a:pt x="970574" y="79873"/>
                  <a:pt x="973788" y="75752"/>
                </a:cubicBezTo>
                <a:cubicBezTo>
                  <a:pt x="977000" y="71631"/>
                  <a:pt x="978608" y="66217"/>
                  <a:pt x="978608" y="59512"/>
                </a:cubicBezTo>
                <a:cubicBezTo>
                  <a:pt x="978608" y="52806"/>
                  <a:pt x="977000" y="47358"/>
                  <a:pt x="973788" y="43167"/>
                </a:cubicBezTo>
                <a:cubicBezTo>
                  <a:pt x="970574" y="38976"/>
                  <a:pt x="966418" y="36880"/>
                  <a:pt x="961320" y="36880"/>
                </a:cubicBezTo>
                <a:close/>
                <a:moveTo>
                  <a:pt x="655890" y="36566"/>
                </a:moveTo>
                <a:cubicBezTo>
                  <a:pt x="651560" y="36566"/>
                  <a:pt x="647822" y="38173"/>
                  <a:pt x="644680" y="41386"/>
                </a:cubicBezTo>
                <a:cubicBezTo>
                  <a:pt x="641396" y="44808"/>
                  <a:pt x="639476" y="49384"/>
                  <a:pt x="638918" y="55111"/>
                </a:cubicBezTo>
                <a:lnTo>
                  <a:pt x="670560" y="55111"/>
                </a:lnTo>
                <a:cubicBezTo>
                  <a:pt x="670560" y="42748"/>
                  <a:pt x="665670" y="36566"/>
                  <a:pt x="655890" y="36566"/>
                </a:cubicBezTo>
                <a:close/>
                <a:moveTo>
                  <a:pt x="901236" y="36042"/>
                </a:moveTo>
                <a:cubicBezTo>
                  <a:pt x="897604" y="36042"/>
                  <a:pt x="894600" y="37265"/>
                  <a:pt x="892224" y="39709"/>
                </a:cubicBezTo>
                <a:cubicBezTo>
                  <a:pt x="889780" y="42224"/>
                  <a:pt x="888558" y="45612"/>
                  <a:pt x="888558" y="49872"/>
                </a:cubicBezTo>
                <a:cubicBezTo>
                  <a:pt x="888558" y="53994"/>
                  <a:pt x="889816" y="57381"/>
                  <a:pt x="892330" y="60036"/>
                </a:cubicBezTo>
                <a:cubicBezTo>
                  <a:pt x="894774" y="62620"/>
                  <a:pt x="897744" y="63912"/>
                  <a:pt x="901236" y="63912"/>
                </a:cubicBezTo>
                <a:cubicBezTo>
                  <a:pt x="904728" y="63912"/>
                  <a:pt x="907696" y="62620"/>
                  <a:pt x="910142" y="60036"/>
                </a:cubicBezTo>
                <a:cubicBezTo>
                  <a:pt x="912656" y="57381"/>
                  <a:pt x="913914" y="53994"/>
                  <a:pt x="913914" y="49872"/>
                </a:cubicBezTo>
                <a:cubicBezTo>
                  <a:pt x="913914" y="45681"/>
                  <a:pt x="912656" y="42294"/>
                  <a:pt x="910142" y="39709"/>
                </a:cubicBezTo>
                <a:cubicBezTo>
                  <a:pt x="907766" y="37265"/>
                  <a:pt x="904798" y="36042"/>
                  <a:pt x="901236" y="36042"/>
                </a:cubicBezTo>
                <a:close/>
                <a:moveTo>
                  <a:pt x="429472" y="32689"/>
                </a:moveTo>
                <a:cubicBezTo>
                  <a:pt x="431288" y="32689"/>
                  <a:pt x="432824" y="33318"/>
                  <a:pt x="434082" y="34575"/>
                </a:cubicBezTo>
                <a:cubicBezTo>
                  <a:pt x="435340" y="35902"/>
                  <a:pt x="435968" y="37579"/>
                  <a:pt x="435968" y="39605"/>
                </a:cubicBezTo>
                <a:cubicBezTo>
                  <a:pt x="435968" y="41560"/>
                  <a:pt x="435340" y="43167"/>
                  <a:pt x="434082" y="44424"/>
                </a:cubicBezTo>
                <a:cubicBezTo>
                  <a:pt x="432824" y="45681"/>
                  <a:pt x="431288" y="46310"/>
                  <a:pt x="429472" y="46310"/>
                </a:cubicBezTo>
                <a:cubicBezTo>
                  <a:pt x="427726" y="46310"/>
                  <a:pt x="426224" y="45681"/>
                  <a:pt x="424966" y="44424"/>
                </a:cubicBezTo>
                <a:cubicBezTo>
                  <a:pt x="423710" y="43167"/>
                  <a:pt x="423080" y="41560"/>
                  <a:pt x="423080" y="39605"/>
                </a:cubicBezTo>
                <a:cubicBezTo>
                  <a:pt x="423080" y="37579"/>
                  <a:pt x="423710" y="35902"/>
                  <a:pt x="424966" y="34575"/>
                </a:cubicBezTo>
                <a:cubicBezTo>
                  <a:pt x="426224" y="33318"/>
                  <a:pt x="427726" y="32689"/>
                  <a:pt x="429472" y="32689"/>
                </a:cubicBezTo>
                <a:close/>
                <a:moveTo>
                  <a:pt x="1121644" y="31118"/>
                </a:moveTo>
                <a:lnTo>
                  <a:pt x="1130550" y="31118"/>
                </a:lnTo>
                <a:lnTo>
                  <a:pt x="1142600" y="63493"/>
                </a:lnTo>
                <a:lnTo>
                  <a:pt x="1148258" y="79419"/>
                </a:lnTo>
                <a:lnTo>
                  <a:pt x="1148780" y="79419"/>
                </a:lnTo>
                <a:cubicBezTo>
                  <a:pt x="1149130" y="78371"/>
                  <a:pt x="1149934" y="75682"/>
                  <a:pt x="1151190" y="71351"/>
                </a:cubicBezTo>
                <a:cubicBezTo>
                  <a:pt x="1152168" y="67999"/>
                  <a:pt x="1152972" y="65379"/>
                  <a:pt x="1153600" y="63493"/>
                </a:cubicBezTo>
                <a:lnTo>
                  <a:pt x="1164182" y="31118"/>
                </a:lnTo>
                <a:lnTo>
                  <a:pt x="1172564" y="31118"/>
                </a:lnTo>
                <a:lnTo>
                  <a:pt x="1150982" y="92935"/>
                </a:lnTo>
                <a:cubicBezTo>
                  <a:pt x="1146440" y="105927"/>
                  <a:pt x="1139560" y="112423"/>
                  <a:pt x="1130340" y="112423"/>
                </a:cubicBezTo>
                <a:cubicBezTo>
                  <a:pt x="1127896" y="112423"/>
                  <a:pt x="1125730" y="112039"/>
                  <a:pt x="1123844" y="111271"/>
                </a:cubicBezTo>
                <a:lnTo>
                  <a:pt x="1125626" y="104355"/>
                </a:lnTo>
                <a:cubicBezTo>
                  <a:pt x="1127162" y="104914"/>
                  <a:pt x="1128630" y="105194"/>
                  <a:pt x="1130026" y="105194"/>
                </a:cubicBezTo>
                <a:cubicBezTo>
                  <a:pt x="1135894" y="105194"/>
                  <a:pt x="1140294" y="100933"/>
                  <a:pt x="1143228" y="92411"/>
                </a:cubicBezTo>
                <a:lnTo>
                  <a:pt x="1144486" y="88011"/>
                </a:lnTo>
                <a:close/>
                <a:moveTo>
                  <a:pt x="567422" y="31118"/>
                </a:moveTo>
                <a:lnTo>
                  <a:pt x="575910" y="31118"/>
                </a:lnTo>
                <a:lnTo>
                  <a:pt x="575910" y="66008"/>
                </a:lnTo>
                <a:cubicBezTo>
                  <a:pt x="575910" y="71456"/>
                  <a:pt x="576782" y="75403"/>
                  <a:pt x="578528" y="77847"/>
                </a:cubicBezTo>
                <a:cubicBezTo>
                  <a:pt x="580274" y="80362"/>
                  <a:pt x="583138" y="81619"/>
                  <a:pt x="587120" y="81619"/>
                </a:cubicBezTo>
                <a:cubicBezTo>
                  <a:pt x="592290" y="81619"/>
                  <a:pt x="597598" y="78301"/>
                  <a:pt x="603046" y="71666"/>
                </a:cubicBezTo>
                <a:lnTo>
                  <a:pt x="603046" y="31118"/>
                </a:lnTo>
                <a:lnTo>
                  <a:pt x="611532" y="31118"/>
                </a:lnTo>
                <a:lnTo>
                  <a:pt x="611532" y="87696"/>
                </a:lnTo>
                <a:lnTo>
                  <a:pt x="604512" y="87696"/>
                </a:lnTo>
                <a:lnTo>
                  <a:pt x="603780" y="78686"/>
                </a:lnTo>
                <a:lnTo>
                  <a:pt x="603466" y="78686"/>
                </a:lnTo>
                <a:cubicBezTo>
                  <a:pt x="597458" y="85601"/>
                  <a:pt x="591172" y="89058"/>
                  <a:pt x="584606" y="89058"/>
                </a:cubicBezTo>
                <a:cubicBezTo>
                  <a:pt x="573150" y="89058"/>
                  <a:pt x="567422" y="81724"/>
                  <a:pt x="567422" y="67056"/>
                </a:cubicBezTo>
                <a:close/>
                <a:moveTo>
                  <a:pt x="1033548" y="29651"/>
                </a:moveTo>
                <a:cubicBezTo>
                  <a:pt x="1045072" y="29651"/>
                  <a:pt x="1050836" y="37020"/>
                  <a:pt x="1050836" y="51758"/>
                </a:cubicBezTo>
                <a:lnTo>
                  <a:pt x="1050836" y="87696"/>
                </a:lnTo>
                <a:lnTo>
                  <a:pt x="1042244" y="87696"/>
                </a:lnTo>
                <a:lnTo>
                  <a:pt x="1042244" y="52806"/>
                </a:lnTo>
                <a:cubicBezTo>
                  <a:pt x="1042244" y="42329"/>
                  <a:pt x="1038506" y="37090"/>
                  <a:pt x="1031032" y="37090"/>
                </a:cubicBezTo>
                <a:cubicBezTo>
                  <a:pt x="1026214" y="37090"/>
                  <a:pt x="1020834" y="40163"/>
                  <a:pt x="1014898" y="46310"/>
                </a:cubicBezTo>
                <a:lnTo>
                  <a:pt x="1014898" y="87696"/>
                </a:lnTo>
                <a:lnTo>
                  <a:pt x="1006410" y="87696"/>
                </a:lnTo>
                <a:lnTo>
                  <a:pt x="1006410" y="31118"/>
                </a:lnTo>
                <a:lnTo>
                  <a:pt x="1013326" y="31118"/>
                </a:lnTo>
                <a:lnTo>
                  <a:pt x="1014164" y="39395"/>
                </a:lnTo>
                <a:lnTo>
                  <a:pt x="1014478" y="39395"/>
                </a:lnTo>
                <a:cubicBezTo>
                  <a:pt x="1021114" y="32899"/>
                  <a:pt x="1027470" y="29651"/>
                  <a:pt x="1033548" y="29651"/>
                </a:cubicBezTo>
                <a:close/>
                <a:moveTo>
                  <a:pt x="961320" y="29651"/>
                </a:moveTo>
                <a:cubicBezTo>
                  <a:pt x="968584" y="29651"/>
                  <a:pt x="974660" y="32270"/>
                  <a:pt x="979550" y="37509"/>
                </a:cubicBezTo>
                <a:cubicBezTo>
                  <a:pt x="984788" y="43027"/>
                  <a:pt x="987408" y="50361"/>
                  <a:pt x="987408" y="59512"/>
                </a:cubicBezTo>
                <a:cubicBezTo>
                  <a:pt x="987408" y="68522"/>
                  <a:pt x="984788" y="75787"/>
                  <a:pt x="979550" y="81305"/>
                </a:cubicBezTo>
                <a:cubicBezTo>
                  <a:pt x="974660" y="86474"/>
                  <a:pt x="968584" y="89058"/>
                  <a:pt x="961320" y="89058"/>
                </a:cubicBezTo>
                <a:cubicBezTo>
                  <a:pt x="954124" y="89058"/>
                  <a:pt x="948082" y="86474"/>
                  <a:pt x="943194" y="81305"/>
                </a:cubicBezTo>
                <a:cubicBezTo>
                  <a:pt x="937954" y="75787"/>
                  <a:pt x="935334" y="68522"/>
                  <a:pt x="935334" y="59512"/>
                </a:cubicBezTo>
                <a:cubicBezTo>
                  <a:pt x="935334" y="50361"/>
                  <a:pt x="937954" y="43027"/>
                  <a:pt x="943194" y="37509"/>
                </a:cubicBezTo>
                <a:cubicBezTo>
                  <a:pt x="948012" y="32270"/>
                  <a:pt x="954054" y="29651"/>
                  <a:pt x="961320" y="29651"/>
                </a:cubicBezTo>
                <a:close/>
                <a:moveTo>
                  <a:pt x="901236" y="29651"/>
                </a:moveTo>
                <a:cubicBezTo>
                  <a:pt x="903820" y="29651"/>
                  <a:pt x="906440" y="30140"/>
                  <a:pt x="909094" y="31118"/>
                </a:cubicBezTo>
                <a:lnTo>
                  <a:pt x="928686" y="31118"/>
                </a:lnTo>
                <a:lnTo>
                  <a:pt x="928686" y="37719"/>
                </a:lnTo>
                <a:lnTo>
                  <a:pt x="916742" y="37719"/>
                </a:lnTo>
                <a:cubicBezTo>
                  <a:pt x="920026" y="40862"/>
                  <a:pt x="921666" y="44948"/>
                  <a:pt x="921666" y="49977"/>
                </a:cubicBezTo>
                <a:cubicBezTo>
                  <a:pt x="921666" y="55914"/>
                  <a:pt x="919676" y="60734"/>
                  <a:pt x="915694" y="64436"/>
                </a:cubicBezTo>
                <a:cubicBezTo>
                  <a:pt x="911852" y="67999"/>
                  <a:pt x="907034" y="69780"/>
                  <a:pt x="901236" y="69780"/>
                </a:cubicBezTo>
                <a:cubicBezTo>
                  <a:pt x="898092" y="69780"/>
                  <a:pt x="895194" y="69081"/>
                  <a:pt x="892540" y="67684"/>
                </a:cubicBezTo>
                <a:cubicBezTo>
                  <a:pt x="890024" y="69850"/>
                  <a:pt x="888768" y="72224"/>
                  <a:pt x="888768" y="74809"/>
                </a:cubicBezTo>
                <a:cubicBezTo>
                  <a:pt x="888768" y="79070"/>
                  <a:pt x="892120" y="81200"/>
                  <a:pt x="898826" y="81200"/>
                </a:cubicBezTo>
                <a:lnTo>
                  <a:pt x="910142" y="81200"/>
                </a:lnTo>
                <a:cubicBezTo>
                  <a:pt x="923134" y="81200"/>
                  <a:pt x="929630" y="85671"/>
                  <a:pt x="929630" y="94611"/>
                </a:cubicBezTo>
                <a:cubicBezTo>
                  <a:pt x="929630" y="99920"/>
                  <a:pt x="927080" y="104425"/>
                  <a:pt x="921982" y="108127"/>
                </a:cubicBezTo>
                <a:cubicBezTo>
                  <a:pt x="916602" y="112039"/>
                  <a:pt x="909758" y="113995"/>
                  <a:pt x="901446" y="113995"/>
                </a:cubicBezTo>
                <a:cubicBezTo>
                  <a:pt x="894390" y="113995"/>
                  <a:pt x="888768" y="112668"/>
                  <a:pt x="884576" y="110013"/>
                </a:cubicBezTo>
                <a:cubicBezTo>
                  <a:pt x="880246" y="107289"/>
                  <a:pt x="878080" y="103517"/>
                  <a:pt x="878080" y="98698"/>
                </a:cubicBezTo>
                <a:cubicBezTo>
                  <a:pt x="878080" y="93738"/>
                  <a:pt x="880874" y="89408"/>
                  <a:pt x="886462" y="85706"/>
                </a:cubicBezTo>
                <a:lnTo>
                  <a:pt x="886462" y="85286"/>
                </a:lnTo>
                <a:cubicBezTo>
                  <a:pt x="883040" y="83191"/>
                  <a:pt x="881328" y="80083"/>
                  <a:pt x="881328" y="75961"/>
                </a:cubicBezTo>
                <a:cubicBezTo>
                  <a:pt x="881328" y="72050"/>
                  <a:pt x="883424" y="68557"/>
                  <a:pt x="887614" y="65484"/>
                </a:cubicBezTo>
                <a:lnTo>
                  <a:pt x="887614" y="65065"/>
                </a:lnTo>
                <a:cubicBezTo>
                  <a:pt x="882726" y="61153"/>
                  <a:pt x="880280" y="56089"/>
                  <a:pt x="880280" y="49872"/>
                </a:cubicBezTo>
                <a:cubicBezTo>
                  <a:pt x="880280" y="43865"/>
                  <a:pt x="882342" y="38976"/>
                  <a:pt x="886462" y="35204"/>
                </a:cubicBezTo>
                <a:cubicBezTo>
                  <a:pt x="890444" y="31502"/>
                  <a:pt x="895368" y="29651"/>
                  <a:pt x="901236" y="29651"/>
                </a:cubicBezTo>
                <a:close/>
                <a:moveTo>
                  <a:pt x="846182" y="29651"/>
                </a:moveTo>
                <a:cubicBezTo>
                  <a:pt x="858964" y="29651"/>
                  <a:pt x="865354" y="37299"/>
                  <a:pt x="865354" y="52597"/>
                </a:cubicBezTo>
                <a:lnTo>
                  <a:pt x="865354" y="87696"/>
                </a:lnTo>
                <a:lnTo>
                  <a:pt x="858334" y="87696"/>
                </a:lnTo>
                <a:lnTo>
                  <a:pt x="857602" y="80781"/>
                </a:lnTo>
                <a:lnTo>
                  <a:pt x="857288" y="80781"/>
                </a:lnTo>
                <a:cubicBezTo>
                  <a:pt x="850792" y="86299"/>
                  <a:pt x="844434" y="89058"/>
                  <a:pt x="838218" y="89058"/>
                </a:cubicBezTo>
                <a:cubicBezTo>
                  <a:pt x="833398" y="89058"/>
                  <a:pt x="829486" y="87696"/>
                  <a:pt x="826484" y="84972"/>
                </a:cubicBezTo>
                <a:cubicBezTo>
                  <a:pt x="823340" y="82038"/>
                  <a:pt x="821768" y="78092"/>
                  <a:pt x="821768" y="73133"/>
                </a:cubicBezTo>
                <a:cubicBezTo>
                  <a:pt x="821768" y="66986"/>
                  <a:pt x="824598" y="62236"/>
                  <a:pt x="830256" y="58883"/>
                </a:cubicBezTo>
                <a:cubicBezTo>
                  <a:pt x="835704" y="55670"/>
                  <a:pt x="844574" y="53365"/>
                  <a:pt x="856868" y="51968"/>
                </a:cubicBezTo>
                <a:cubicBezTo>
                  <a:pt x="857008" y="41840"/>
                  <a:pt x="852992" y="36776"/>
                  <a:pt x="844818" y="36776"/>
                </a:cubicBezTo>
                <a:cubicBezTo>
                  <a:pt x="839300" y="36776"/>
                  <a:pt x="833574" y="38871"/>
                  <a:pt x="827636" y="43062"/>
                </a:cubicBezTo>
                <a:lnTo>
                  <a:pt x="824178" y="37090"/>
                </a:lnTo>
                <a:cubicBezTo>
                  <a:pt x="831722" y="32131"/>
                  <a:pt x="839056" y="29651"/>
                  <a:pt x="846182" y="29651"/>
                </a:cubicBezTo>
                <a:close/>
                <a:moveTo>
                  <a:pt x="811434" y="29651"/>
                </a:moveTo>
                <a:cubicBezTo>
                  <a:pt x="813738" y="29651"/>
                  <a:pt x="815730" y="30070"/>
                  <a:pt x="817406" y="30908"/>
                </a:cubicBezTo>
                <a:lnTo>
                  <a:pt x="815730" y="38347"/>
                </a:lnTo>
                <a:cubicBezTo>
                  <a:pt x="813844" y="37719"/>
                  <a:pt x="812062" y="37404"/>
                  <a:pt x="810386" y="37404"/>
                </a:cubicBezTo>
                <a:cubicBezTo>
                  <a:pt x="804170" y="37404"/>
                  <a:pt x="799314" y="41875"/>
                  <a:pt x="795822" y="50815"/>
                </a:cubicBezTo>
                <a:lnTo>
                  <a:pt x="795822" y="87696"/>
                </a:lnTo>
                <a:lnTo>
                  <a:pt x="787336" y="87696"/>
                </a:lnTo>
                <a:lnTo>
                  <a:pt x="787336" y="31118"/>
                </a:lnTo>
                <a:lnTo>
                  <a:pt x="794250" y="31118"/>
                </a:lnTo>
                <a:lnTo>
                  <a:pt x="795090" y="41490"/>
                </a:lnTo>
                <a:lnTo>
                  <a:pt x="795404" y="41490"/>
                </a:lnTo>
                <a:cubicBezTo>
                  <a:pt x="799664" y="33597"/>
                  <a:pt x="805008" y="29651"/>
                  <a:pt x="811434" y="29651"/>
                </a:cubicBezTo>
                <a:close/>
                <a:moveTo>
                  <a:pt x="655786" y="29651"/>
                </a:moveTo>
                <a:cubicBezTo>
                  <a:pt x="662840" y="29651"/>
                  <a:pt x="668324" y="32026"/>
                  <a:pt x="672236" y="36776"/>
                </a:cubicBezTo>
                <a:cubicBezTo>
                  <a:pt x="676148" y="41456"/>
                  <a:pt x="678102" y="47917"/>
                  <a:pt x="678102" y="56159"/>
                </a:cubicBezTo>
                <a:cubicBezTo>
                  <a:pt x="678102" y="58394"/>
                  <a:pt x="677964" y="60105"/>
                  <a:pt x="677684" y="61293"/>
                </a:cubicBezTo>
                <a:lnTo>
                  <a:pt x="639022" y="61293"/>
                </a:lnTo>
                <a:cubicBezTo>
                  <a:pt x="639302" y="67579"/>
                  <a:pt x="641188" y="72644"/>
                  <a:pt x="644680" y="76485"/>
                </a:cubicBezTo>
                <a:cubicBezTo>
                  <a:pt x="648172" y="80327"/>
                  <a:pt x="652748" y="82248"/>
                  <a:pt x="658406" y="82248"/>
                </a:cubicBezTo>
                <a:cubicBezTo>
                  <a:pt x="663434" y="82248"/>
                  <a:pt x="668220" y="80711"/>
                  <a:pt x="672760" y="77638"/>
                </a:cubicBezTo>
                <a:lnTo>
                  <a:pt x="675902" y="83296"/>
                </a:lnTo>
                <a:cubicBezTo>
                  <a:pt x="669896" y="87137"/>
                  <a:pt x="663714" y="89058"/>
                  <a:pt x="657358" y="89058"/>
                </a:cubicBezTo>
                <a:cubicBezTo>
                  <a:pt x="649674" y="89058"/>
                  <a:pt x="643352" y="86439"/>
                  <a:pt x="638394" y="81200"/>
                </a:cubicBezTo>
                <a:cubicBezTo>
                  <a:pt x="633154" y="75752"/>
                  <a:pt x="630536" y="68522"/>
                  <a:pt x="630536" y="59512"/>
                </a:cubicBezTo>
                <a:cubicBezTo>
                  <a:pt x="630536" y="50641"/>
                  <a:pt x="633120" y="43341"/>
                  <a:pt x="638288" y="37614"/>
                </a:cubicBezTo>
                <a:cubicBezTo>
                  <a:pt x="643178" y="32305"/>
                  <a:pt x="649010" y="29651"/>
                  <a:pt x="655786" y="29651"/>
                </a:cubicBezTo>
                <a:close/>
                <a:moveTo>
                  <a:pt x="231970" y="22526"/>
                </a:moveTo>
                <a:cubicBezTo>
                  <a:pt x="237140" y="29791"/>
                  <a:pt x="240528" y="36391"/>
                  <a:pt x="242134" y="42329"/>
                </a:cubicBezTo>
                <a:lnTo>
                  <a:pt x="235638" y="44948"/>
                </a:lnTo>
                <a:cubicBezTo>
                  <a:pt x="233892" y="38662"/>
                  <a:pt x="230678" y="31956"/>
                  <a:pt x="225998" y="24831"/>
                </a:cubicBezTo>
                <a:close/>
                <a:moveTo>
                  <a:pt x="285406" y="22002"/>
                </a:moveTo>
                <a:lnTo>
                  <a:pt x="292636" y="24412"/>
                </a:lnTo>
                <a:cubicBezTo>
                  <a:pt x="288026" y="33353"/>
                  <a:pt x="283974" y="40303"/>
                  <a:pt x="280482" y="45262"/>
                </a:cubicBezTo>
                <a:lnTo>
                  <a:pt x="274614" y="43167"/>
                </a:lnTo>
                <a:cubicBezTo>
                  <a:pt x="279084" y="36252"/>
                  <a:pt x="282682" y="29197"/>
                  <a:pt x="285406" y="22002"/>
                </a:cubicBezTo>
                <a:close/>
                <a:moveTo>
                  <a:pt x="335384" y="21164"/>
                </a:moveTo>
                <a:lnTo>
                  <a:pt x="335384" y="37719"/>
                </a:lnTo>
                <a:lnTo>
                  <a:pt x="392172" y="37719"/>
                </a:lnTo>
                <a:lnTo>
                  <a:pt x="392172" y="21164"/>
                </a:lnTo>
                <a:close/>
                <a:moveTo>
                  <a:pt x="1289360" y="20955"/>
                </a:moveTo>
                <a:cubicBezTo>
                  <a:pt x="1287754" y="24098"/>
                  <a:pt x="1285728" y="27800"/>
                  <a:pt x="1283284" y="32061"/>
                </a:cubicBezTo>
                <a:lnTo>
                  <a:pt x="1264738" y="59512"/>
                </a:lnTo>
                <a:lnTo>
                  <a:pt x="1289256" y="59512"/>
                </a:lnTo>
                <a:lnTo>
                  <a:pt x="1289256" y="34575"/>
                </a:lnTo>
                <a:cubicBezTo>
                  <a:pt x="1289256" y="30524"/>
                  <a:pt x="1289466" y="25984"/>
                  <a:pt x="1289884" y="20955"/>
                </a:cubicBezTo>
                <a:close/>
                <a:moveTo>
                  <a:pt x="1625440" y="18126"/>
                </a:moveTo>
                <a:lnTo>
                  <a:pt x="1625440" y="80572"/>
                </a:lnTo>
                <a:lnTo>
                  <a:pt x="1634870" y="80572"/>
                </a:lnTo>
                <a:cubicBezTo>
                  <a:pt x="1644020" y="80572"/>
                  <a:pt x="1650970" y="77778"/>
                  <a:pt x="1655720" y="72190"/>
                </a:cubicBezTo>
                <a:cubicBezTo>
                  <a:pt x="1660260" y="66741"/>
                  <a:pt x="1662530" y="59023"/>
                  <a:pt x="1662530" y="49034"/>
                </a:cubicBezTo>
                <a:cubicBezTo>
                  <a:pt x="1662530" y="28429"/>
                  <a:pt x="1653310" y="18126"/>
                  <a:pt x="1634870" y="18126"/>
                </a:cubicBezTo>
                <a:close/>
                <a:moveTo>
                  <a:pt x="720566" y="18126"/>
                </a:moveTo>
                <a:lnTo>
                  <a:pt x="720566" y="80572"/>
                </a:lnTo>
                <a:lnTo>
                  <a:pt x="729996" y="80572"/>
                </a:lnTo>
                <a:cubicBezTo>
                  <a:pt x="739146" y="80572"/>
                  <a:pt x="746096" y="77778"/>
                  <a:pt x="750846" y="72190"/>
                </a:cubicBezTo>
                <a:cubicBezTo>
                  <a:pt x="755386" y="66741"/>
                  <a:pt x="757656" y="59023"/>
                  <a:pt x="757656" y="49034"/>
                </a:cubicBezTo>
                <a:cubicBezTo>
                  <a:pt x="757656" y="28429"/>
                  <a:pt x="748436" y="18126"/>
                  <a:pt x="729996" y="18126"/>
                </a:cubicBezTo>
                <a:close/>
                <a:moveTo>
                  <a:pt x="482440" y="17916"/>
                </a:moveTo>
                <a:lnTo>
                  <a:pt x="482440" y="43900"/>
                </a:lnTo>
                <a:lnTo>
                  <a:pt x="494176" y="43900"/>
                </a:lnTo>
                <a:cubicBezTo>
                  <a:pt x="507098" y="43900"/>
                  <a:pt x="513558" y="39535"/>
                  <a:pt x="513558" y="30803"/>
                </a:cubicBezTo>
                <a:cubicBezTo>
                  <a:pt x="513558" y="26193"/>
                  <a:pt x="511986" y="22875"/>
                  <a:pt x="508844" y="20850"/>
                </a:cubicBezTo>
                <a:cubicBezTo>
                  <a:pt x="505840" y="18894"/>
                  <a:pt x="501126" y="17916"/>
                  <a:pt x="494700" y="17916"/>
                </a:cubicBezTo>
                <a:close/>
                <a:moveTo>
                  <a:pt x="155694" y="16659"/>
                </a:moveTo>
                <a:cubicBezTo>
                  <a:pt x="159048" y="36077"/>
                  <a:pt x="164636" y="51549"/>
                  <a:pt x="172458" y="63074"/>
                </a:cubicBezTo>
                <a:cubicBezTo>
                  <a:pt x="181540" y="50431"/>
                  <a:pt x="187756" y="34959"/>
                  <a:pt x="191108" y="16659"/>
                </a:cubicBezTo>
                <a:close/>
                <a:moveTo>
                  <a:pt x="1556156" y="16344"/>
                </a:moveTo>
                <a:cubicBezTo>
                  <a:pt x="1552314" y="16344"/>
                  <a:pt x="1549136" y="18021"/>
                  <a:pt x="1546622" y="21374"/>
                </a:cubicBezTo>
                <a:cubicBezTo>
                  <a:pt x="1544036" y="24726"/>
                  <a:pt x="1542744" y="29057"/>
                  <a:pt x="1542744" y="34366"/>
                </a:cubicBezTo>
                <a:cubicBezTo>
                  <a:pt x="1542744" y="39814"/>
                  <a:pt x="1543896" y="44075"/>
                  <a:pt x="1546202" y="47148"/>
                </a:cubicBezTo>
                <a:cubicBezTo>
                  <a:pt x="1548716" y="50431"/>
                  <a:pt x="1552278" y="52073"/>
                  <a:pt x="1556890" y="52073"/>
                </a:cubicBezTo>
                <a:cubicBezTo>
                  <a:pt x="1562896" y="52073"/>
                  <a:pt x="1568414" y="48545"/>
                  <a:pt x="1573444" y="41490"/>
                </a:cubicBezTo>
                <a:cubicBezTo>
                  <a:pt x="1572536" y="24726"/>
                  <a:pt x="1566772" y="16344"/>
                  <a:pt x="1556156" y="16344"/>
                </a:cubicBezTo>
                <a:close/>
                <a:moveTo>
                  <a:pt x="1225504" y="16344"/>
                </a:moveTo>
                <a:cubicBezTo>
                  <a:pt x="1221872" y="16344"/>
                  <a:pt x="1218868" y="17532"/>
                  <a:pt x="1216494" y="19907"/>
                </a:cubicBezTo>
                <a:cubicBezTo>
                  <a:pt x="1214120" y="22352"/>
                  <a:pt x="1212932" y="25460"/>
                  <a:pt x="1212932" y="29232"/>
                </a:cubicBezTo>
                <a:cubicBezTo>
                  <a:pt x="1212932" y="33493"/>
                  <a:pt x="1214748" y="37090"/>
                  <a:pt x="1218380" y="40024"/>
                </a:cubicBezTo>
                <a:cubicBezTo>
                  <a:pt x="1220894" y="42049"/>
                  <a:pt x="1225016" y="44180"/>
                  <a:pt x="1230744" y="46415"/>
                </a:cubicBezTo>
                <a:cubicBezTo>
                  <a:pt x="1236332" y="41665"/>
                  <a:pt x="1239126" y="36356"/>
                  <a:pt x="1239126" y="30489"/>
                </a:cubicBezTo>
                <a:cubicBezTo>
                  <a:pt x="1239126" y="26438"/>
                  <a:pt x="1237938" y="23120"/>
                  <a:pt x="1235564" y="20535"/>
                </a:cubicBezTo>
                <a:cubicBezTo>
                  <a:pt x="1233048" y="17741"/>
                  <a:pt x="1229696" y="16344"/>
                  <a:pt x="1225504" y="16344"/>
                </a:cubicBezTo>
                <a:close/>
                <a:moveTo>
                  <a:pt x="1912018" y="11001"/>
                </a:moveTo>
                <a:lnTo>
                  <a:pt x="1920926" y="11001"/>
                </a:lnTo>
                <a:lnTo>
                  <a:pt x="1949948" y="60664"/>
                </a:lnTo>
                <a:lnTo>
                  <a:pt x="1958226" y="76381"/>
                </a:lnTo>
                <a:lnTo>
                  <a:pt x="1958748" y="76381"/>
                </a:lnTo>
                <a:cubicBezTo>
                  <a:pt x="1957980" y="65135"/>
                  <a:pt x="1957596" y="57172"/>
                  <a:pt x="1957596" y="52492"/>
                </a:cubicBezTo>
                <a:lnTo>
                  <a:pt x="1957596" y="11001"/>
                </a:lnTo>
                <a:lnTo>
                  <a:pt x="1965874" y="11001"/>
                </a:lnTo>
                <a:lnTo>
                  <a:pt x="1965874" y="87696"/>
                </a:lnTo>
                <a:lnTo>
                  <a:pt x="1956862" y="87696"/>
                </a:lnTo>
                <a:lnTo>
                  <a:pt x="1928050" y="38033"/>
                </a:lnTo>
                <a:lnTo>
                  <a:pt x="1919668" y="22317"/>
                </a:lnTo>
                <a:lnTo>
                  <a:pt x="1919144" y="22317"/>
                </a:lnTo>
                <a:cubicBezTo>
                  <a:pt x="1919842" y="35029"/>
                  <a:pt x="1920192" y="42818"/>
                  <a:pt x="1920192" y="45681"/>
                </a:cubicBezTo>
                <a:lnTo>
                  <a:pt x="1920192" y="87696"/>
                </a:lnTo>
                <a:lnTo>
                  <a:pt x="1912018" y="87696"/>
                </a:lnTo>
                <a:close/>
                <a:moveTo>
                  <a:pt x="1807244" y="11001"/>
                </a:moveTo>
                <a:lnTo>
                  <a:pt x="1815940" y="11001"/>
                </a:lnTo>
                <a:lnTo>
                  <a:pt x="1815940" y="87696"/>
                </a:lnTo>
                <a:lnTo>
                  <a:pt x="1807244" y="87696"/>
                </a:lnTo>
                <a:close/>
                <a:moveTo>
                  <a:pt x="1692944" y="11001"/>
                </a:moveTo>
                <a:lnTo>
                  <a:pt x="1736636" y="11001"/>
                </a:lnTo>
                <a:lnTo>
                  <a:pt x="1736636" y="18335"/>
                </a:lnTo>
                <a:lnTo>
                  <a:pt x="1701640" y="18335"/>
                </a:lnTo>
                <a:lnTo>
                  <a:pt x="1701640" y="43586"/>
                </a:lnTo>
                <a:lnTo>
                  <a:pt x="1731082" y="43586"/>
                </a:lnTo>
                <a:lnTo>
                  <a:pt x="1731082" y="50920"/>
                </a:lnTo>
                <a:lnTo>
                  <a:pt x="1701640" y="50920"/>
                </a:lnTo>
                <a:lnTo>
                  <a:pt x="1701640" y="80362"/>
                </a:lnTo>
                <a:lnTo>
                  <a:pt x="1737788" y="80362"/>
                </a:lnTo>
                <a:lnTo>
                  <a:pt x="1737788" y="87696"/>
                </a:lnTo>
                <a:lnTo>
                  <a:pt x="1692944" y="87696"/>
                </a:lnTo>
                <a:close/>
                <a:moveTo>
                  <a:pt x="1616744" y="11001"/>
                </a:moveTo>
                <a:lnTo>
                  <a:pt x="1635604" y="11001"/>
                </a:lnTo>
                <a:cubicBezTo>
                  <a:pt x="1647268" y="11001"/>
                  <a:pt x="1656174" y="14319"/>
                  <a:pt x="1662322" y="20955"/>
                </a:cubicBezTo>
                <a:cubicBezTo>
                  <a:pt x="1668398" y="27520"/>
                  <a:pt x="1671436" y="36880"/>
                  <a:pt x="1671436" y="49034"/>
                </a:cubicBezTo>
                <a:cubicBezTo>
                  <a:pt x="1671436" y="61258"/>
                  <a:pt x="1668434" y="70723"/>
                  <a:pt x="1662426" y="77428"/>
                </a:cubicBezTo>
                <a:cubicBezTo>
                  <a:pt x="1656280" y="84274"/>
                  <a:pt x="1647442" y="87696"/>
                  <a:pt x="1635918" y="87696"/>
                </a:cubicBezTo>
                <a:lnTo>
                  <a:pt x="1616744" y="87696"/>
                </a:lnTo>
                <a:close/>
                <a:moveTo>
                  <a:pt x="1484232" y="11001"/>
                </a:moveTo>
                <a:lnTo>
                  <a:pt x="1520904" y="11001"/>
                </a:lnTo>
                <a:lnTo>
                  <a:pt x="1520904" y="18335"/>
                </a:lnTo>
                <a:lnTo>
                  <a:pt x="1491776" y="18335"/>
                </a:lnTo>
                <a:lnTo>
                  <a:pt x="1489680" y="41595"/>
                </a:lnTo>
                <a:cubicBezTo>
                  <a:pt x="1493522" y="39430"/>
                  <a:pt x="1497504" y="38347"/>
                  <a:pt x="1501624" y="38347"/>
                </a:cubicBezTo>
                <a:cubicBezTo>
                  <a:pt x="1508400" y="38347"/>
                  <a:pt x="1513814" y="40303"/>
                  <a:pt x="1517866" y="44215"/>
                </a:cubicBezTo>
                <a:cubicBezTo>
                  <a:pt x="1522336" y="48545"/>
                  <a:pt x="1524570" y="54762"/>
                  <a:pt x="1524570" y="62865"/>
                </a:cubicBezTo>
                <a:cubicBezTo>
                  <a:pt x="1524570" y="70827"/>
                  <a:pt x="1522022" y="77289"/>
                  <a:pt x="1516922" y="82248"/>
                </a:cubicBezTo>
                <a:cubicBezTo>
                  <a:pt x="1512242" y="86788"/>
                  <a:pt x="1506550" y="89058"/>
                  <a:pt x="1499844" y="89058"/>
                </a:cubicBezTo>
                <a:cubicBezTo>
                  <a:pt x="1490484" y="89058"/>
                  <a:pt x="1482416" y="85671"/>
                  <a:pt x="1475640" y="78895"/>
                </a:cubicBezTo>
                <a:lnTo>
                  <a:pt x="1479936" y="73237"/>
                </a:lnTo>
                <a:cubicBezTo>
                  <a:pt x="1485594" y="79035"/>
                  <a:pt x="1491986" y="81934"/>
                  <a:pt x="1499110" y="81934"/>
                </a:cubicBezTo>
                <a:cubicBezTo>
                  <a:pt x="1503860" y="81934"/>
                  <a:pt x="1507842" y="80222"/>
                  <a:pt x="1511054" y="76800"/>
                </a:cubicBezTo>
                <a:cubicBezTo>
                  <a:pt x="1514338" y="73307"/>
                  <a:pt x="1515980" y="68732"/>
                  <a:pt x="1515980" y="63074"/>
                </a:cubicBezTo>
                <a:cubicBezTo>
                  <a:pt x="1515980" y="57486"/>
                  <a:pt x="1514478" y="53051"/>
                  <a:pt x="1511474" y="49768"/>
                </a:cubicBezTo>
                <a:cubicBezTo>
                  <a:pt x="1508540" y="46555"/>
                  <a:pt x="1504558" y="44948"/>
                  <a:pt x="1499530" y="44948"/>
                </a:cubicBezTo>
                <a:cubicBezTo>
                  <a:pt x="1495478" y="44948"/>
                  <a:pt x="1491148" y="46485"/>
                  <a:pt x="1486538" y="49558"/>
                </a:cubicBezTo>
                <a:lnTo>
                  <a:pt x="1481822" y="46624"/>
                </a:lnTo>
                <a:close/>
                <a:moveTo>
                  <a:pt x="1430216" y="11001"/>
                </a:moveTo>
                <a:lnTo>
                  <a:pt x="1477678" y="11001"/>
                </a:lnTo>
                <a:lnTo>
                  <a:pt x="1477678" y="16135"/>
                </a:lnTo>
                <a:cubicBezTo>
                  <a:pt x="1469158" y="27171"/>
                  <a:pt x="1463254" y="38277"/>
                  <a:pt x="1459972" y="49453"/>
                </a:cubicBezTo>
                <a:cubicBezTo>
                  <a:pt x="1457318" y="58674"/>
                  <a:pt x="1455642" y="71421"/>
                  <a:pt x="1454942" y="87696"/>
                </a:cubicBezTo>
                <a:lnTo>
                  <a:pt x="1446038" y="87696"/>
                </a:lnTo>
                <a:cubicBezTo>
                  <a:pt x="1447224" y="59966"/>
                  <a:pt x="1454488" y="36845"/>
                  <a:pt x="1467830" y="18335"/>
                </a:cubicBezTo>
                <a:lnTo>
                  <a:pt x="1430216" y="18335"/>
                </a:lnTo>
                <a:close/>
                <a:moveTo>
                  <a:pt x="1379458" y="11001"/>
                </a:moveTo>
                <a:lnTo>
                  <a:pt x="1416128" y="11001"/>
                </a:lnTo>
                <a:lnTo>
                  <a:pt x="1416128" y="18335"/>
                </a:lnTo>
                <a:lnTo>
                  <a:pt x="1387002" y="18335"/>
                </a:lnTo>
                <a:lnTo>
                  <a:pt x="1384906" y="41595"/>
                </a:lnTo>
                <a:cubicBezTo>
                  <a:pt x="1388748" y="39430"/>
                  <a:pt x="1392728" y="38347"/>
                  <a:pt x="1396850" y="38347"/>
                </a:cubicBezTo>
                <a:cubicBezTo>
                  <a:pt x="1403626" y="38347"/>
                  <a:pt x="1409038" y="40303"/>
                  <a:pt x="1413090" y="44215"/>
                </a:cubicBezTo>
                <a:cubicBezTo>
                  <a:pt x="1417560" y="48545"/>
                  <a:pt x="1419796" y="54762"/>
                  <a:pt x="1419796" y="62865"/>
                </a:cubicBezTo>
                <a:cubicBezTo>
                  <a:pt x="1419796" y="70827"/>
                  <a:pt x="1417246" y="77289"/>
                  <a:pt x="1412148" y="82248"/>
                </a:cubicBezTo>
                <a:cubicBezTo>
                  <a:pt x="1407468" y="86788"/>
                  <a:pt x="1401774" y="89058"/>
                  <a:pt x="1395068" y="89058"/>
                </a:cubicBezTo>
                <a:cubicBezTo>
                  <a:pt x="1385708" y="89058"/>
                  <a:pt x="1377642" y="85671"/>
                  <a:pt x="1370866" y="78895"/>
                </a:cubicBezTo>
                <a:lnTo>
                  <a:pt x="1375162" y="73237"/>
                </a:lnTo>
                <a:cubicBezTo>
                  <a:pt x="1380820" y="79035"/>
                  <a:pt x="1387210" y="81934"/>
                  <a:pt x="1394336" y="81934"/>
                </a:cubicBezTo>
                <a:cubicBezTo>
                  <a:pt x="1399086" y="81934"/>
                  <a:pt x="1403066" y="80222"/>
                  <a:pt x="1406280" y="76800"/>
                </a:cubicBezTo>
                <a:cubicBezTo>
                  <a:pt x="1409562" y="73307"/>
                  <a:pt x="1411204" y="68732"/>
                  <a:pt x="1411204" y="63074"/>
                </a:cubicBezTo>
                <a:cubicBezTo>
                  <a:pt x="1411204" y="57486"/>
                  <a:pt x="1409702" y="53051"/>
                  <a:pt x="1406698" y="49768"/>
                </a:cubicBezTo>
                <a:cubicBezTo>
                  <a:pt x="1403766" y="46555"/>
                  <a:pt x="1399784" y="44948"/>
                  <a:pt x="1394754" y="44948"/>
                </a:cubicBezTo>
                <a:cubicBezTo>
                  <a:pt x="1390704" y="44948"/>
                  <a:pt x="1386372" y="46485"/>
                  <a:pt x="1381762" y="49558"/>
                </a:cubicBezTo>
                <a:lnTo>
                  <a:pt x="1377048" y="46624"/>
                </a:lnTo>
                <a:close/>
                <a:moveTo>
                  <a:pt x="1288208" y="11001"/>
                </a:moveTo>
                <a:lnTo>
                  <a:pt x="1297324" y="11001"/>
                </a:lnTo>
                <a:lnTo>
                  <a:pt x="1297324" y="59512"/>
                </a:lnTo>
                <a:lnTo>
                  <a:pt x="1307800" y="59512"/>
                </a:lnTo>
                <a:lnTo>
                  <a:pt x="1307800" y="66322"/>
                </a:lnTo>
                <a:lnTo>
                  <a:pt x="1297324" y="66322"/>
                </a:lnTo>
                <a:lnTo>
                  <a:pt x="1297324" y="87696"/>
                </a:lnTo>
                <a:lnTo>
                  <a:pt x="1289256" y="87696"/>
                </a:lnTo>
                <a:lnTo>
                  <a:pt x="1289256" y="66322"/>
                </a:lnTo>
                <a:lnTo>
                  <a:pt x="1255622" y="66322"/>
                </a:lnTo>
                <a:lnTo>
                  <a:pt x="1255622" y="60769"/>
                </a:lnTo>
                <a:close/>
                <a:moveTo>
                  <a:pt x="711870" y="11001"/>
                </a:moveTo>
                <a:lnTo>
                  <a:pt x="730728" y="11001"/>
                </a:lnTo>
                <a:cubicBezTo>
                  <a:pt x="742394" y="11001"/>
                  <a:pt x="751300" y="14319"/>
                  <a:pt x="757446" y="20955"/>
                </a:cubicBezTo>
                <a:cubicBezTo>
                  <a:pt x="763524" y="27520"/>
                  <a:pt x="766562" y="36880"/>
                  <a:pt x="766562" y="49034"/>
                </a:cubicBezTo>
                <a:cubicBezTo>
                  <a:pt x="766562" y="61258"/>
                  <a:pt x="763558" y="70723"/>
                  <a:pt x="757550" y="77428"/>
                </a:cubicBezTo>
                <a:cubicBezTo>
                  <a:pt x="751404" y="84274"/>
                  <a:pt x="742568" y="87696"/>
                  <a:pt x="731042" y="87696"/>
                </a:cubicBezTo>
                <a:lnTo>
                  <a:pt x="711870" y="87696"/>
                </a:lnTo>
                <a:close/>
                <a:moveTo>
                  <a:pt x="473744" y="11001"/>
                </a:moveTo>
                <a:lnTo>
                  <a:pt x="495956" y="11001"/>
                </a:lnTo>
                <a:cubicBezTo>
                  <a:pt x="513418" y="11001"/>
                  <a:pt x="522150" y="17253"/>
                  <a:pt x="522150" y="29756"/>
                </a:cubicBezTo>
                <a:cubicBezTo>
                  <a:pt x="522150" y="38347"/>
                  <a:pt x="518344" y="43900"/>
                  <a:pt x="510730" y="46415"/>
                </a:cubicBezTo>
                <a:lnTo>
                  <a:pt x="510730" y="46834"/>
                </a:lnTo>
                <a:cubicBezTo>
                  <a:pt x="521346" y="48860"/>
                  <a:pt x="526656" y="55006"/>
                  <a:pt x="526656" y="65274"/>
                </a:cubicBezTo>
                <a:cubicBezTo>
                  <a:pt x="526656" y="72539"/>
                  <a:pt x="523966" y="78162"/>
                  <a:pt x="518588" y="82143"/>
                </a:cubicBezTo>
                <a:cubicBezTo>
                  <a:pt x="513488" y="85845"/>
                  <a:pt x="506504" y="87696"/>
                  <a:pt x="497632" y="87696"/>
                </a:cubicBezTo>
                <a:lnTo>
                  <a:pt x="473744" y="87696"/>
                </a:lnTo>
                <a:close/>
                <a:moveTo>
                  <a:pt x="1225714" y="9848"/>
                </a:moveTo>
                <a:cubicBezTo>
                  <a:pt x="1232140" y="9848"/>
                  <a:pt x="1237240" y="11734"/>
                  <a:pt x="1241012" y="15506"/>
                </a:cubicBezTo>
                <a:cubicBezTo>
                  <a:pt x="1244714" y="19208"/>
                  <a:pt x="1246564" y="24063"/>
                  <a:pt x="1246564" y="30070"/>
                </a:cubicBezTo>
                <a:cubicBezTo>
                  <a:pt x="1246564" y="37055"/>
                  <a:pt x="1243106" y="43272"/>
                  <a:pt x="1236192" y="48720"/>
                </a:cubicBezTo>
                <a:lnTo>
                  <a:pt x="1236192" y="49244"/>
                </a:lnTo>
                <a:cubicBezTo>
                  <a:pt x="1244854" y="54273"/>
                  <a:pt x="1249184" y="60979"/>
                  <a:pt x="1249184" y="69361"/>
                </a:cubicBezTo>
                <a:cubicBezTo>
                  <a:pt x="1249184" y="74949"/>
                  <a:pt x="1247018" y="79594"/>
                  <a:pt x="1242688" y="83296"/>
                </a:cubicBezTo>
                <a:cubicBezTo>
                  <a:pt x="1238218" y="87137"/>
                  <a:pt x="1232490" y="89058"/>
                  <a:pt x="1225504" y="89058"/>
                </a:cubicBezTo>
                <a:cubicBezTo>
                  <a:pt x="1218450" y="89058"/>
                  <a:pt x="1212652" y="87137"/>
                  <a:pt x="1208112" y="83296"/>
                </a:cubicBezTo>
                <a:cubicBezTo>
                  <a:pt x="1203502" y="79454"/>
                  <a:pt x="1201196" y="74564"/>
                  <a:pt x="1201196" y="68627"/>
                </a:cubicBezTo>
                <a:cubicBezTo>
                  <a:pt x="1201196" y="59617"/>
                  <a:pt x="1205946" y="52492"/>
                  <a:pt x="1215446" y="47253"/>
                </a:cubicBezTo>
                <a:lnTo>
                  <a:pt x="1215446" y="46834"/>
                </a:lnTo>
                <a:cubicBezTo>
                  <a:pt x="1208532" y="42154"/>
                  <a:pt x="1205074" y="36287"/>
                  <a:pt x="1205074" y="29232"/>
                </a:cubicBezTo>
                <a:cubicBezTo>
                  <a:pt x="1205074" y="23504"/>
                  <a:pt x="1207064" y="18824"/>
                  <a:pt x="1211046" y="15192"/>
                </a:cubicBezTo>
                <a:cubicBezTo>
                  <a:pt x="1214888" y="11630"/>
                  <a:pt x="1219778" y="9848"/>
                  <a:pt x="1225714" y="9848"/>
                </a:cubicBezTo>
                <a:close/>
                <a:moveTo>
                  <a:pt x="1866098" y="9639"/>
                </a:moveTo>
                <a:cubicBezTo>
                  <a:pt x="1874620" y="9639"/>
                  <a:pt x="1881920" y="12747"/>
                  <a:pt x="1887998" y="18964"/>
                </a:cubicBezTo>
                <a:lnTo>
                  <a:pt x="1883178" y="24622"/>
                </a:lnTo>
                <a:cubicBezTo>
                  <a:pt x="1878568" y="19732"/>
                  <a:pt x="1872944" y="17287"/>
                  <a:pt x="1866308" y="17287"/>
                </a:cubicBezTo>
                <a:cubicBezTo>
                  <a:pt x="1858346" y="17287"/>
                  <a:pt x="1852024" y="20116"/>
                  <a:pt x="1847344" y="25774"/>
                </a:cubicBezTo>
                <a:cubicBezTo>
                  <a:pt x="1842594" y="31502"/>
                  <a:pt x="1840220" y="39290"/>
                  <a:pt x="1840220" y="49139"/>
                </a:cubicBezTo>
                <a:cubicBezTo>
                  <a:pt x="1840220" y="59128"/>
                  <a:pt x="1842490" y="66986"/>
                  <a:pt x="1847030" y="72713"/>
                </a:cubicBezTo>
                <a:cubicBezTo>
                  <a:pt x="1851640" y="78511"/>
                  <a:pt x="1858066" y="81410"/>
                  <a:pt x="1866308" y="81410"/>
                </a:cubicBezTo>
                <a:cubicBezTo>
                  <a:pt x="1872664" y="81410"/>
                  <a:pt x="1877520" y="79803"/>
                  <a:pt x="1880872" y="76590"/>
                </a:cubicBezTo>
                <a:lnTo>
                  <a:pt x="1880872" y="55635"/>
                </a:lnTo>
                <a:lnTo>
                  <a:pt x="1864214" y="55635"/>
                </a:lnTo>
                <a:lnTo>
                  <a:pt x="1864214" y="48406"/>
                </a:lnTo>
                <a:lnTo>
                  <a:pt x="1888940" y="48406"/>
                </a:lnTo>
                <a:lnTo>
                  <a:pt x="1888940" y="80257"/>
                </a:lnTo>
                <a:cubicBezTo>
                  <a:pt x="1883282" y="86125"/>
                  <a:pt x="1875458" y="89058"/>
                  <a:pt x="1865470" y="89058"/>
                </a:cubicBezTo>
                <a:cubicBezTo>
                  <a:pt x="1855272" y="89058"/>
                  <a:pt x="1847066" y="85531"/>
                  <a:pt x="1840848" y="78476"/>
                </a:cubicBezTo>
                <a:cubicBezTo>
                  <a:pt x="1834492" y="71281"/>
                  <a:pt x="1831314" y="61572"/>
                  <a:pt x="1831314" y="49349"/>
                </a:cubicBezTo>
                <a:cubicBezTo>
                  <a:pt x="1831314" y="37195"/>
                  <a:pt x="1834596" y="27486"/>
                  <a:pt x="1841162" y="20221"/>
                </a:cubicBezTo>
                <a:cubicBezTo>
                  <a:pt x="1847518" y="13166"/>
                  <a:pt x="1855830" y="9639"/>
                  <a:pt x="1866098" y="9639"/>
                </a:cubicBezTo>
                <a:close/>
                <a:moveTo>
                  <a:pt x="1771888" y="9639"/>
                </a:moveTo>
                <a:cubicBezTo>
                  <a:pt x="1780828" y="9639"/>
                  <a:pt x="1788266" y="12782"/>
                  <a:pt x="1794204" y="19069"/>
                </a:cubicBezTo>
                <a:lnTo>
                  <a:pt x="1789594" y="24622"/>
                </a:lnTo>
                <a:cubicBezTo>
                  <a:pt x="1784496" y="19732"/>
                  <a:pt x="1778592" y="17287"/>
                  <a:pt x="1771888" y="17287"/>
                </a:cubicBezTo>
                <a:cubicBezTo>
                  <a:pt x="1767416" y="17287"/>
                  <a:pt x="1763820" y="18335"/>
                  <a:pt x="1761096" y="20431"/>
                </a:cubicBezTo>
                <a:cubicBezTo>
                  <a:pt x="1758372" y="22596"/>
                  <a:pt x="1757010" y="25460"/>
                  <a:pt x="1757010" y="29022"/>
                </a:cubicBezTo>
                <a:cubicBezTo>
                  <a:pt x="1757010" y="32515"/>
                  <a:pt x="1758406" y="35414"/>
                  <a:pt x="1761200" y="37719"/>
                </a:cubicBezTo>
                <a:cubicBezTo>
                  <a:pt x="1762806" y="39046"/>
                  <a:pt x="1765670" y="40582"/>
                  <a:pt x="1769792" y="42329"/>
                </a:cubicBezTo>
                <a:lnTo>
                  <a:pt x="1780898" y="47044"/>
                </a:lnTo>
                <a:cubicBezTo>
                  <a:pt x="1791516" y="51723"/>
                  <a:pt x="1796824" y="58569"/>
                  <a:pt x="1796824" y="67579"/>
                </a:cubicBezTo>
                <a:cubicBezTo>
                  <a:pt x="1796824" y="73726"/>
                  <a:pt x="1794518" y="78825"/>
                  <a:pt x="1789908" y="82877"/>
                </a:cubicBezTo>
                <a:cubicBezTo>
                  <a:pt x="1785088" y="86998"/>
                  <a:pt x="1778802" y="89058"/>
                  <a:pt x="1771050" y="89058"/>
                </a:cubicBezTo>
                <a:cubicBezTo>
                  <a:pt x="1760432" y="89058"/>
                  <a:pt x="1751562" y="85251"/>
                  <a:pt x="1744436" y="77638"/>
                </a:cubicBezTo>
                <a:lnTo>
                  <a:pt x="1749674" y="71666"/>
                </a:lnTo>
                <a:cubicBezTo>
                  <a:pt x="1755682" y="78162"/>
                  <a:pt x="1762842" y="81410"/>
                  <a:pt x="1771154" y="81410"/>
                </a:cubicBezTo>
                <a:cubicBezTo>
                  <a:pt x="1776322" y="81410"/>
                  <a:pt x="1780444" y="80187"/>
                  <a:pt x="1783518" y="77743"/>
                </a:cubicBezTo>
                <a:cubicBezTo>
                  <a:pt x="1786520" y="75368"/>
                  <a:pt x="1788022" y="72190"/>
                  <a:pt x="1788022" y="68208"/>
                </a:cubicBezTo>
                <a:cubicBezTo>
                  <a:pt x="1788022" y="64506"/>
                  <a:pt x="1786766" y="61502"/>
                  <a:pt x="1784250" y="59197"/>
                </a:cubicBezTo>
                <a:cubicBezTo>
                  <a:pt x="1782644" y="57800"/>
                  <a:pt x="1779536" y="56089"/>
                  <a:pt x="1774926" y="54063"/>
                </a:cubicBezTo>
                <a:lnTo>
                  <a:pt x="1763820" y="49139"/>
                </a:lnTo>
                <a:cubicBezTo>
                  <a:pt x="1753412" y="44669"/>
                  <a:pt x="1748208" y="38173"/>
                  <a:pt x="1748208" y="29651"/>
                </a:cubicBezTo>
                <a:cubicBezTo>
                  <a:pt x="1748208" y="23853"/>
                  <a:pt x="1750444" y="19069"/>
                  <a:pt x="1754914" y="15297"/>
                </a:cubicBezTo>
                <a:cubicBezTo>
                  <a:pt x="1759384" y="11525"/>
                  <a:pt x="1765042" y="9639"/>
                  <a:pt x="1771888" y="9639"/>
                </a:cubicBezTo>
                <a:close/>
                <a:moveTo>
                  <a:pt x="1556156" y="9639"/>
                </a:moveTo>
                <a:cubicBezTo>
                  <a:pt x="1563838" y="9639"/>
                  <a:pt x="1569916" y="12677"/>
                  <a:pt x="1574386" y="18754"/>
                </a:cubicBezTo>
                <a:cubicBezTo>
                  <a:pt x="1579206" y="25111"/>
                  <a:pt x="1581616" y="34121"/>
                  <a:pt x="1581616" y="45786"/>
                </a:cubicBezTo>
                <a:cubicBezTo>
                  <a:pt x="1581616" y="60455"/>
                  <a:pt x="1578822" y="71596"/>
                  <a:pt x="1573234" y="79209"/>
                </a:cubicBezTo>
                <a:cubicBezTo>
                  <a:pt x="1568344" y="85775"/>
                  <a:pt x="1561954" y="89058"/>
                  <a:pt x="1554060" y="89058"/>
                </a:cubicBezTo>
                <a:cubicBezTo>
                  <a:pt x="1546936" y="89058"/>
                  <a:pt x="1540928" y="86509"/>
                  <a:pt x="1536038" y="81410"/>
                </a:cubicBezTo>
                <a:lnTo>
                  <a:pt x="1540754" y="76066"/>
                </a:lnTo>
                <a:cubicBezTo>
                  <a:pt x="1544316" y="79978"/>
                  <a:pt x="1548682" y="81934"/>
                  <a:pt x="1553850" y="81934"/>
                </a:cubicBezTo>
                <a:cubicBezTo>
                  <a:pt x="1559368" y="81934"/>
                  <a:pt x="1563804" y="79489"/>
                  <a:pt x="1567158" y="74599"/>
                </a:cubicBezTo>
                <a:cubicBezTo>
                  <a:pt x="1571068" y="68942"/>
                  <a:pt x="1573198" y="60315"/>
                  <a:pt x="1573548" y="48720"/>
                </a:cubicBezTo>
                <a:cubicBezTo>
                  <a:pt x="1568240" y="55216"/>
                  <a:pt x="1562232" y="58464"/>
                  <a:pt x="1555526" y="58464"/>
                </a:cubicBezTo>
                <a:cubicBezTo>
                  <a:pt x="1549030" y="58464"/>
                  <a:pt x="1543932" y="56438"/>
                  <a:pt x="1540230" y="52387"/>
                </a:cubicBezTo>
                <a:cubicBezTo>
                  <a:pt x="1536458" y="48126"/>
                  <a:pt x="1534572" y="42119"/>
                  <a:pt x="1534572" y="34366"/>
                </a:cubicBezTo>
                <a:cubicBezTo>
                  <a:pt x="1534572" y="27171"/>
                  <a:pt x="1536702" y="21199"/>
                  <a:pt x="1540964" y="16449"/>
                </a:cubicBezTo>
                <a:cubicBezTo>
                  <a:pt x="1545084" y="11909"/>
                  <a:pt x="1550148" y="9639"/>
                  <a:pt x="1556156" y="9639"/>
                </a:cubicBezTo>
                <a:close/>
                <a:moveTo>
                  <a:pt x="194356" y="9639"/>
                </a:moveTo>
                <a:lnTo>
                  <a:pt x="198652" y="11001"/>
                </a:lnTo>
                <a:cubicBezTo>
                  <a:pt x="195160" y="34680"/>
                  <a:pt x="187826" y="53959"/>
                  <a:pt x="176650" y="68837"/>
                </a:cubicBezTo>
                <a:cubicBezTo>
                  <a:pt x="182866" y="76660"/>
                  <a:pt x="191354" y="83889"/>
                  <a:pt x="202110" y="90525"/>
                </a:cubicBezTo>
                <a:cubicBezTo>
                  <a:pt x="199944" y="92132"/>
                  <a:pt x="198304" y="94018"/>
                  <a:pt x="197186" y="96183"/>
                </a:cubicBezTo>
                <a:cubicBezTo>
                  <a:pt x="186638" y="89338"/>
                  <a:pt x="178292" y="82108"/>
                  <a:pt x="172144" y="74495"/>
                </a:cubicBezTo>
                <a:cubicBezTo>
                  <a:pt x="164112" y="83645"/>
                  <a:pt x="154682" y="90665"/>
                  <a:pt x="143856" y="95554"/>
                </a:cubicBezTo>
                <a:cubicBezTo>
                  <a:pt x="142668" y="93179"/>
                  <a:pt x="141236" y="91259"/>
                  <a:pt x="139560" y="89792"/>
                </a:cubicBezTo>
                <a:cubicBezTo>
                  <a:pt x="150246" y="85391"/>
                  <a:pt x="159712" y="78406"/>
                  <a:pt x="167954" y="68837"/>
                </a:cubicBezTo>
                <a:cubicBezTo>
                  <a:pt x="159362" y="56264"/>
                  <a:pt x="153146" y="38871"/>
                  <a:pt x="149304" y="16659"/>
                </a:cubicBezTo>
                <a:lnTo>
                  <a:pt x="145322" y="16659"/>
                </a:lnTo>
                <a:lnTo>
                  <a:pt x="145322" y="9953"/>
                </a:lnTo>
                <a:lnTo>
                  <a:pt x="193100" y="9953"/>
                </a:lnTo>
                <a:close/>
                <a:moveTo>
                  <a:pt x="1337918" y="9534"/>
                </a:moveTo>
                <a:cubicBezTo>
                  <a:pt x="1344414" y="9604"/>
                  <a:pt x="1349618" y="11280"/>
                  <a:pt x="1353530" y="14563"/>
                </a:cubicBezTo>
                <a:cubicBezTo>
                  <a:pt x="1357652" y="17986"/>
                  <a:pt x="1359712" y="22666"/>
                  <a:pt x="1359712" y="28603"/>
                </a:cubicBezTo>
                <a:cubicBezTo>
                  <a:pt x="1359712" y="37753"/>
                  <a:pt x="1355136" y="43970"/>
                  <a:pt x="1345986" y="47253"/>
                </a:cubicBezTo>
                <a:lnTo>
                  <a:pt x="1345986" y="47672"/>
                </a:lnTo>
                <a:cubicBezTo>
                  <a:pt x="1350736" y="48790"/>
                  <a:pt x="1354578" y="50990"/>
                  <a:pt x="1357512" y="54273"/>
                </a:cubicBezTo>
                <a:cubicBezTo>
                  <a:pt x="1360724" y="57835"/>
                  <a:pt x="1362332" y="62166"/>
                  <a:pt x="1362332" y="67265"/>
                </a:cubicBezTo>
                <a:cubicBezTo>
                  <a:pt x="1362332" y="73901"/>
                  <a:pt x="1359992" y="79244"/>
                  <a:pt x="1355312" y="83296"/>
                </a:cubicBezTo>
                <a:cubicBezTo>
                  <a:pt x="1350842" y="87137"/>
                  <a:pt x="1345148" y="89058"/>
                  <a:pt x="1338234" y="89058"/>
                </a:cubicBezTo>
                <a:cubicBezTo>
                  <a:pt x="1328454" y="89058"/>
                  <a:pt x="1320352" y="85566"/>
                  <a:pt x="1313926" y="78581"/>
                </a:cubicBezTo>
                <a:lnTo>
                  <a:pt x="1318326" y="73028"/>
                </a:lnTo>
                <a:cubicBezTo>
                  <a:pt x="1324124" y="78965"/>
                  <a:pt x="1330584" y="81934"/>
                  <a:pt x="1337710" y="81934"/>
                </a:cubicBezTo>
                <a:cubicBezTo>
                  <a:pt x="1342458" y="81934"/>
                  <a:pt x="1346300" y="80606"/>
                  <a:pt x="1349234" y="77952"/>
                </a:cubicBezTo>
                <a:cubicBezTo>
                  <a:pt x="1352238" y="75158"/>
                  <a:pt x="1353740" y="71526"/>
                  <a:pt x="1353740" y="67056"/>
                </a:cubicBezTo>
                <a:cubicBezTo>
                  <a:pt x="1353740" y="56438"/>
                  <a:pt x="1345638" y="51130"/>
                  <a:pt x="1329432" y="51130"/>
                </a:cubicBezTo>
                <a:lnTo>
                  <a:pt x="1329432" y="44424"/>
                </a:lnTo>
                <a:cubicBezTo>
                  <a:pt x="1343822" y="44424"/>
                  <a:pt x="1351016" y="39360"/>
                  <a:pt x="1351016" y="29232"/>
                </a:cubicBezTo>
                <a:cubicBezTo>
                  <a:pt x="1351016" y="25390"/>
                  <a:pt x="1349828" y="22317"/>
                  <a:pt x="1347454" y="20012"/>
                </a:cubicBezTo>
                <a:cubicBezTo>
                  <a:pt x="1345008" y="17707"/>
                  <a:pt x="1341726" y="16519"/>
                  <a:pt x="1337604" y="16449"/>
                </a:cubicBezTo>
                <a:cubicBezTo>
                  <a:pt x="1331806" y="16519"/>
                  <a:pt x="1326428" y="19104"/>
                  <a:pt x="1321470" y="24203"/>
                </a:cubicBezTo>
                <a:lnTo>
                  <a:pt x="1316754" y="18650"/>
                </a:lnTo>
                <a:cubicBezTo>
                  <a:pt x="1323320" y="12642"/>
                  <a:pt x="1330374" y="9604"/>
                  <a:pt x="1337918" y="9534"/>
                </a:cubicBezTo>
                <a:close/>
                <a:moveTo>
                  <a:pt x="1101660" y="4295"/>
                </a:moveTo>
                <a:lnTo>
                  <a:pt x="1110148" y="4295"/>
                </a:lnTo>
                <a:lnTo>
                  <a:pt x="1110148" y="77952"/>
                </a:lnTo>
                <a:cubicBezTo>
                  <a:pt x="1110148" y="80606"/>
                  <a:pt x="1111020" y="81934"/>
                  <a:pt x="1112766" y="81934"/>
                </a:cubicBezTo>
                <a:cubicBezTo>
                  <a:pt x="1113396" y="81934"/>
                  <a:pt x="1114058" y="81864"/>
                  <a:pt x="1114758" y="81724"/>
                </a:cubicBezTo>
                <a:lnTo>
                  <a:pt x="1116014" y="88325"/>
                </a:lnTo>
                <a:cubicBezTo>
                  <a:pt x="1114408" y="88814"/>
                  <a:pt x="1112696" y="89058"/>
                  <a:pt x="1110880" y="89058"/>
                </a:cubicBezTo>
                <a:cubicBezTo>
                  <a:pt x="1104734" y="89058"/>
                  <a:pt x="1101660" y="85147"/>
                  <a:pt x="1101660" y="77324"/>
                </a:cubicBezTo>
                <a:close/>
                <a:moveTo>
                  <a:pt x="539686" y="4295"/>
                </a:moveTo>
                <a:lnTo>
                  <a:pt x="548172" y="4295"/>
                </a:lnTo>
                <a:lnTo>
                  <a:pt x="548172" y="77952"/>
                </a:lnTo>
                <a:cubicBezTo>
                  <a:pt x="548172" y="80606"/>
                  <a:pt x="549046" y="81934"/>
                  <a:pt x="550792" y="81934"/>
                </a:cubicBezTo>
                <a:cubicBezTo>
                  <a:pt x="551420" y="81934"/>
                  <a:pt x="552084" y="81864"/>
                  <a:pt x="552782" y="81724"/>
                </a:cubicBezTo>
                <a:lnTo>
                  <a:pt x="554040" y="88325"/>
                </a:lnTo>
                <a:cubicBezTo>
                  <a:pt x="552434" y="88814"/>
                  <a:pt x="550722" y="89058"/>
                  <a:pt x="548906" y="89058"/>
                </a:cubicBezTo>
                <a:cubicBezTo>
                  <a:pt x="542758" y="89058"/>
                  <a:pt x="539686" y="85147"/>
                  <a:pt x="539686" y="77324"/>
                </a:cubicBezTo>
                <a:close/>
                <a:moveTo>
                  <a:pt x="1090374" y="2933"/>
                </a:moveTo>
                <a:cubicBezTo>
                  <a:pt x="1093586" y="2933"/>
                  <a:pt x="1096626" y="3562"/>
                  <a:pt x="1099488" y="4819"/>
                </a:cubicBezTo>
                <a:lnTo>
                  <a:pt x="1097602" y="11420"/>
                </a:lnTo>
                <a:cubicBezTo>
                  <a:pt x="1095438" y="10372"/>
                  <a:pt x="1093272" y="9848"/>
                  <a:pt x="1091106" y="9848"/>
                </a:cubicBezTo>
                <a:cubicBezTo>
                  <a:pt x="1085658" y="9848"/>
                  <a:pt x="1082934" y="13690"/>
                  <a:pt x="1082934" y="21374"/>
                </a:cubicBezTo>
                <a:lnTo>
                  <a:pt x="1082934" y="31118"/>
                </a:lnTo>
                <a:lnTo>
                  <a:pt x="1095088" y="31118"/>
                </a:lnTo>
                <a:lnTo>
                  <a:pt x="1095088" y="38138"/>
                </a:lnTo>
                <a:lnTo>
                  <a:pt x="1082934" y="38138"/>
                </a:lnTo>
                <a:lnTo>
                  <a:pt x="1082934" y="87696"/>
                </a:lnTo>
                <a:lnTo>
                  <a:pt x="1074342" y="87696"/>
                </a:lnTo>
                <a:lnTo>
                  <a:pt x="1074342" y="38138"/>
                </a:lnTo>
                <a:lnTo>
                  <a:pt x="1066590" y="38138"/>
                </a:lnTo>
                <a:lnTo>
                  <a:pt x="1066590" y="31642"/>
                </a:lnTo>
                <a:lnTo>
                  <a:pt x="1074342" y="31118"/>
                </a:lnTo>
                <a:lnTo>
                  <a:pt x="1074342" y="21269"/>
                </a:lnTo>
                <a:cubicBezTo>
                  <a:pt x="1074342" y="9045"/>
                  <a:pt x="1079686" y="2933"/>
                  <a:pt x="1090374" y="2933"/>
                </a:cubicBezTo>
                <a:close/>
                <a:moveTo>
                  <a:pt x="90524" y="1047"/>
                </a:moveTo>
                <a:lnTo>
                  <a:pt x="95134" y="7019"/>
                </a:lnTo>
                <a:cubicBezTo>
                  <a:pt x="83750" y="9674"/>
                  <a:pt x="69954" y="11665"/>
                  <a:pt x="53748" y="12992"/>
                </a:cubicBezTo>
                <a:lnTo>
                  <a:pt x="53748" y="30908"/>
                </a:lnTo>
                <a:lnTo>
                  <a:pt x="88010" y="30908"/>
                </a:lnTo>
                <a:lnTo>
                  <a:pt x="89268" y="30594"/>
                </a:lnTo>
                <a:lnTo>
                  <a:pt x="93354" y="31851"/>
                </a:lnTo>
                <a:cubicBezTo>
                  <a:pt x="90840" y="49244"/>
                  <a:pt x="85670" y="63598"/>
                  <a:pt x="77846" y="74914"/>
                </a:cubicBezTo>
                <a:cubicBezTo>
                  <a:pt x="83016" y="81829"/>
                  <a:pt x="89302" y="86928"/>
                  <a:pt x="96706" y="90211"/>
                </a:cubicBezTo>
                <a:cubicBezTo>
                  <a:pt x="94680" y="91957"/>
                  <a:pt x="93110" y="93843"/>
                  <a:pt x="91992" y="95869"/>
                </a:cubicBezTo>
                <a:cubicBezTo>
                  <a:pt x="84798" y="92097"/>
                  <a:pt x="78720" y="86893"/>
                  <a:pt x="73760" y="80257"/>
                </a:cubicBezTo>
                <a:cubicBezTo>
                  <a:pt x="68172" y="86893"/>
                  <a:pt x="61642" y="92097"/>
                  <a:pt x="54168" y="95869"/>
                </a:cubicBezTo>
                <a:cubicBezTo>
                  <a:pt x="53050" y="93773"/>
                  <a:pt x="51654" y="91887"/>
                  <a:pt x="49976" y="90211"/>
                </a:cubicBezTo>
                <a:cubicBezTo>
                  <a:pt x="57520" y="86858"/>
                  <a:pt x="64122" y="81619"/>
                  <a:pt x="69780" y="74495"/>
                </a:cubicBezTo>
                <a:cubicBezTo>
                  <a:pt x="63982" y="64785"/>
                  <a:pt x="59512" y="52387"/>
                  <a:pt x="56368" y="37299"/>
                </a:cubicBezTo>
                <a:lnTo>
                  <a:pt x="53748" y="37299"/>
                </a:lnTo>
                <a:lnTo>
                  <a:pt x="53748" y="43586"/>
                </a:lnTo>
                <a:cubicBezTo>
                  <a:pt x="53748" y="67335"/>
                  <a:pt x="50360" y="84832"/>
                  <a:pt x="43586" y="96078"/>
                </a:cubicBezTo>
                <a:cubicBezTo>
                  <a:pt x="41978" y="94472"/>
                  <a:pt x="40128" y="93179"/>
                  <a:pt x="38032" y="92202"/>
                </a:cubicBezTo>
                <a:cubicBezTo>
                  <a:pt x="44110" y="81724"/>
                  <a:pt x="47148" y="65519"/>
                  <a:pt x="47148" y="43586"/>
                </a:cubicBezTo>
                <a:lnTo>
                  <a:pt x="47148" y="7543"/>
                </a:lnTo>
                <a:cubicBezTo>
                  <a:pt x="66148" y="5867"/>
                  <a:pt x="80606" y="3702"/>
                  <a:pt x="90524" y="1047"/>
                </a:cubicBezTo>
                <a:close/>
                <a:moveTo>
                  <a:pt x="254602" y="209"/>
                </a:moveTo>
                <a:lnTo>
                  <a:pt x="261832" y="209"/>
                </a:lnTo>
                <a:lnTo>
                  <a:pt x="261832" y="12992"/>
                </a:lnTo>
                <a:lnTo>
                  <a:pt x="300284" y="12992"/>
                </a:lnTo>
                <a:lnTo>
                  <a:pt x="300284" y="19697"/>
                </a:lnTo>
                <a:lnTo>
                  <a:pt x="261832" y="19697"/>
                </a:lnTo>
                <a:lnTo>
                  <a:pt x="261832" y="46520"/>
                </a:lnTo>
                <a:lnTo>
                  <a:pt x="304580" y="46520"/>
                </a:lnTo>
                <a:lnTo>
                  <a:pt x="304580" y="53120"/>
                </a:lnTo>
                <a:lnTo>
                  <a:pt x="266862" y="53120"/>
                </a:lnTo>
                <a:cubicBezTo>
                  <a:pt x="277828" y="67859"/>
                  <a:pt x="291134" y="78651"/>
                  <a:pt x="306780" y="85496"/>
                </a:cubicBezTo>
                <a:cubicBezTo>
                  <a:pt x="305174" y="86893"/>
                  <a:pt x="303568" y="88814"/>
                  <a:pt x="301960" y="91259"/>
                </a:cubicBezTo>
                <a:cubicBezTo>
                  <a:pt x="286244" y="83505"/>
                  <a:pt x="272868" y="71910"/>
                  <a:pt x="261832" y="56473"/>
                </a:cubicBezTo>
                <a:lnTo>
                  <a:pt x="261832" y="95554"/>
                </a:lnTo>
                <a:lnTo>
                  <a:pt x="254602" y="95554"/>
                </a:lnTo>
                <a:lnTo>
                  <a:pt x="254602" y="56788"/>
                </a:lnTo>
                <a:cubicBezTo>
                  <a:pt x="243916" y="71666"/>
                  <a:pt x="230714" y="83051"/>
                  <a:pt x="214998" y="90944"/>
                </a:cubicBezTo>
                <a:cubicBezTo>
                  <a:pt x="213530" y="88709"/>
                  <a:pt x="211890" y="86788"/>
                  <a:pt x="210074" y="85182"/>
                </a:cubicBezTo>
                <a:cubicBezTo>
                  <a:pt x="225860" y="78406"/>
                  <a:pt x="239060" y="67719"/>
                  <a:pt x="249678" y="53120"/>
                </a:cubicBezTo>
                <a:lnTo>
                  <a:pt x="212168" y="53120"/>
                </a:lnTo>
                <a:lnTo>
                  <a:pt x="212168" y="46520"/>
                </a:lnTo>
                <a:lnTo>
                  <a:pt x="254602" y="46520"/>
                </a:lnTo>
                <a:lnTo>
                  <a:pt x="254602" y="19697"/>
                </a:lnTo>
                <a:lnTo>
                  <a:pt x="217198" y="19697"/>
                </a:lnTo>
                <a:lnTo>
                  <a:pt x="217198" y="12992"/>
                </a:lnTo>
                <a:lnTo>
                  <a:pt x="254602" y="12992"/>
                </a:lnTo>
                <a:close/>
                <a:moveTo>
                  <a:pt x="124052" y="104"/>
                </a:moveTo>
                <a:lnTo>
                  <a:pt x="130864" y="104"/>
                </a:lnTo>
                <a:lnTo>
                  <a:pt x="130864" y="22526"/>
                </a:lnTo>
                <a:lnTo>
                  <a:pt x="145112" y="22526"/>
                </a:lnTo>
                <a:lnTo>
                  <a:pt x="145112" y="29127"/>
                </a:lnTo>
                <a:lnTo>
                  <a:pt x="130864" y="29127"/>
                </a:lnTo>
                <a:lnTo>
                  <a:pt x="130864" y="33318"/>
                </a:lnTo>
                <a:cubicBezTo>
                  <a:pt x="134216" y="36671"/>
                  <a:pt x="140084" y="43411"/>
                  <a:pt x="148466" y="53540"/>
                </a:cubicBezTo>
                <a:lnTo>
                  <a:pt x="144064" y="59721"/>
                </a:lnTo>
                <a:cubicBezTo>
                  <a:pt x="141132" y="54972"/>
                  <a:pt x="136730" y="48860"/>
                  <a:pt x="130864" y="41386"/>
                </a:cubicBezTo>
                <a:lnTo>
                  <a:pt x="130864" y="95450"/>
                </a:lnTo>
                <a:lnTo>
                  <a:pt x="124052" y="95450"/>
                </a:lnTo>
                <a:lnTo>
                  <a:pt x="124052" y="41281"/>
                </a:lnTo>
                <a:cubicBezTo>
                  <a:pt x="119302" y="56508"/>
                  <a:pt x="113854" y="68173"/>
                  <a:pt x="107708" y="76276"/>
                </a:cubicBezTo>
                <a:cubicBezTo>
                  <a:pt x="106660" y="73831"/>
                  <a:pt x="105264" y="71596"/>
                  <a:pt x="103516" y="69570"/>
                </a:cubicBezTo>
                <a:cubicBezTo>
                  <a:pt x="111550" y="60071"/>
                  <a:pt x="117732" y="46590"/>
                  <a:pt x="122062" y="29127"/>
                </a:cubicBezTo>
                <a:lnTo>
                  <a:pt x="106346" y="29127"/>
                </a:lnTo>
                <a:lnTo>
                  <a:pt x="106346" y="22526"/>
                </a:lnTo>
                <a:lnTo>
                  <a:pt x="124052" y="22526"/>
                </a:lnTo>
                <a:close/>
                <a:moveTo>
                  <a:pt x="358958" y="0"/>
                </a:moveTo>
                <a:lnTo>
                  <a:pt x="366816" y="1152"/>
                </a:lnTo>
                <a:cubicBezTo>
                  <a:pt x="364930" y="6461"/>
                  <a:pt x="363184" y="10896"/>
                  <a:pt x="361578" y="14459"/>
                </a:cubicBezTo>
                <a:lnTo>
                  <a:pt x="399402" y="14459"/>
                </a:lnTo>
                <a:lnTo>
                  <a:pt x="399402" y="95240"/>
                </a:lnTo>
                <a:lnTo>
                  <a:pt x="392172" y="95240"/>
                </a:lnTo>
                <a:lnTo>
                  <a:pt x="392172" y="89792"/>
                </a:lnTo>
                <a:lnTo>
                  <a:pt x="335384" y="89792"/>
                </a:lnTo>
                <a:lnTo>
                  <a:pt x="335384" y="95764"/>
                </a:lnTo>
                <a:lnTo>
                  <a:pt x="328364" y="95764"/>
                </a:lnTo>
                <a:lnTo>
                  <a:pt x="328364" y="14459"/>
                </a:lnTo>
                <a:lnTo>
                  <a:pt x="354558" y="14459"/>
                </a:lnTo>
                <a:cubicBezTo>
                  <a:pt x="356304" y="9988"/>
                  <a:pt x="357770" y="5168"/>
                  <a:pt x="358958" y="0"/>
                </a:cubicBezTo>
                <a:close/>
                <a:moveTo>
                  <a:pt x="26298" y="0"/>
                </a:moveTo>
                <a:lnTo>
                  <a:pt x="32688" y="0"/>
                </a:lnTo>
                <a:lnTo>
                  <a:pt x="32688" y="29337"/>
                </a:lnTo>
                <a:lnTo>
                  <a:pt x="42224" y="29337"/>
                </a:lnTo>
                <a:lnTo>
                  <a:pt x="42224" y="35623"/>
                </a:lnTo>
                <a:lnTo>
                  <a:pt x="14354" y="35623"/>
                </a:lnTo>
                <a:lnTo>
                  <a:pt x="14354" y="43796"/>
                </a:lnTo>
                <a:cubicBezTo>
                  <a:pt x="14354" y="47078"/>
                  <a:pt x="14318" y="49558"/>
                  <a:pt x="14248" y="51235"/>
                </a:cubicBezTo>
                <a:lnTo>
                  <a:pt x="35728" y="51235"/>
                </a:lnTo>
                <a:lnTo>
                  <a:pt x="35728" y="95554"/>
                </a:lnTo>
                <a:lnTo>
                  <a:pt x="29336" y="95554"/>
                </a:lnTo>
                <a:lnTo>
                  <a:pt x="29336" y="57521"/>
                </a:lnTo>
                <a:lnTo>
                  <a:pt x="14038" y="57521"/>
                </a:lnTo>
                <a:cubicBezTo>
                  <a:pt x="13130" y="74006"/>
                  <a:pt x="10128" y="86788"/>
                  <a:pt x="5028" y="95869"/>
                </a:cubicBezTo>
                <a:cubicBezTo>
                  <a:pt x="3632" y="94332"/>
                  <a:pt x="1954" y="92935"/>
                  <a:pt x="0" y="91678"/>
                </a:cubicBezTo>
                <a:cubicBezTo>
                  <a:pt x="5238" y="81549"/>
                  <a:pt x="7858" y="65589"/>
                  <a:pt x="7858" y="43796"/>
                </a:cubicBezTo>
                <a:lnTo>
                  <a:pt x="7858" y="2305"/>
                </a:lnTo>
                <a:lnTo>
                  <a:pt x="14354" y="2305"/>
                </a:lnTo>
                <a:lnTo>
                  <a:pt x="14354" y="29337"/>
                </a:lnTo>
                <a:lnTo>
                  <a:pt x="26298" y="29337"/>
                </a:lnTo>
                <a:close/>
              </a:path>
            </a:pathLst>
          </a:custGeom>
          <a:solidFill>
            <a:srgbClr val="E6E6E6"/>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fontAlgn="base"/>
            <a:endParaRPr lang="zh-CN" altLang="en-US" sz="800">
              <a:solidFill>
                <a:srgbClr val="E6E6E6"/>
              </a:solidFill>
            </a:endParaRPr>
          </a:p>
        </p:txBody>
      </p:sp>
      <p:sp>
        <p:nvSpPr>
          <p:cNvPr id="11" name="矩形 10">
            <a:extLst>
              <a:ext uri="{FF2B5EF4-FFF2-40B4-BE49-F238E27FC236}">
                <a16:creationId xmlns:a16="http://schemas.microsoft.com/office/drawing/2014/main" id="{2C557DC0-406A-4F6C-8986-055ADA64445E}"/>
              </a:ext>
            </a:extLst>
          </p:cNvPr>
          <p:cNvSpPr/>
          <p:nvPr userDrawn="1"/>
        </p:nvSpPr>
        <p:spPr>
          <a:xfrm>
            <a:off x="-40193202" y="6488668"/>
            <a:ext cx="1197764" cy="369332"/>
          </a:xfrm>
          <a:prstGeom prst="rect">
            <a:avLst/>
          </a:prstGeom>
        </p:spPr>
        <p:txBody>
          <a:bodyPr wrap="none">
            <a:normAutofit/>
          </a:bodyPr>
          <a:lstStyle/>
          <a:p>
            <a:r>
              <a:rPr lang="vi-VN" altLang="vi-VN">
                <a:solidFill>
                  <a:srgbClr val="E6E6E6"/>
                </a:solidFill>
                <a:latin typeface="Noto Sans"/>
                <a:ea typeface="Noto Sans"/>
              </a:rPr>
              <a:t>61536760</a:t>
            </a:r>
            <a:endParaRPr lang="zh-CN" altLang="en-US">
              <a:solidFill>
                <a:srgbClr val="E6E6E6"/>
              </a:solidFill>
            </a:endParaRPr>
          </a:p>
        </p:txBody>
      </p:sp>
      <p:sp>
        <p:nvSpPr>
          <p:cNvPr id="12" name="矩形 11">
            <a:extLst>
              <a:ext uri="{FF2B5EF4-FFF2-40B4-BE49-F238E27FC236}">
                <a16:creationId xmlns:a16="http://schemas.microsoft.com/office/drawing/2014/main" id="{A56733D2-D77C-4682-941A-75BE281D13D6}"/>
              </a:ext>
            </a:extLst>
          </p:cNvPr>
          <p:cNvSpPr/>
          <p:nvPr userDrawn="1"/>
        </p:nvSpPr>
        <p:spPr>
          <a:xfrm>
            <a:off x="-41412402" y="6488668"/>
            <a:ext cx="1197764" cy="369332"/>
          </a:xfrm>
          <a:prstGeom prst="rect">
            <a:avLst/>
          </a:prstGeom>
        </p:spPr>
        <p:txBody>
          <a:bodyPr wrap="none">
            <a:normAutofit/>
          </a:bodyPr>
          <a:lstStyle/>
          <a:p>
            <a:r>
              <a:rPr lang="vi-VN" altLang="vi-VN">
                <a:solidFill>
                  <a:srgbClr val="E6E6E6"/>
                </a:solidFill>
                <a:latin typeface="Noto Sans"/>
                <a:ea typeface="Noto Sans"/>
              </a:rPr>
              <a:t>61536760</a:t>
            </a:r>
            <a:endParaRPr lang="zh-CN" altLang="en-US">
              <a:solidFill>
                <a:srgbClr val="E6E6E6"/>
              </a:solidFill>
            </a:endParaRPr>
          </a:p>
        </p:txBody>
      </p:sp>
      <p:sp>
        <p:nvSpPr>
          <p:cNvPr id="13" name="文本框 12">
            <a:extLst>
              <a:ext uri="{FF2B5EF4-FFF2-40B4-BE49-F238E27FC236}">
                <a16:creationId xmlns:a16="http://schemas.microsoft.com/office/drawing/2014/main" id="{7747249D-23D4-4019-B578-13D7646AB683}"/>
              </a:ext>
            </a:extLst>
          </p:cNvPr>
          <p:cNvSpPr txBox="1"/>
          <p:nvPr userDrawn="1"/>
        </p:nvSpPr>
        <p:spPr>
          <a:xfrm>
            <a:off x="48555920" y="-20510500"/>
            <a:ext cx="3056879" cy="335280"/>
          </a:xfrm>
          <a:prstGeom prst="rect">
            <a:avLst/>
          </a:prstGeom>
          <a:noFill/>
        </p:spPr>
        <p:txBody>
          <a:bodyPr wrap="square" rtlCol="0">
            <a:normAutofit/>
          </a:bodyPr>
          <a:lstStyle/>
          <a:p>
            <a:pPr fontAlgn="base"/>
            <a:r>
              <a:rPr lang="vi-VN" altLang="vi-VN" sz="800" b="0" i="0" u="none" strike="noStrike" kern="1200">
                <a:solidFill>
                  <a:srgbClr val="E6E6E6"/>
                </a:solidFill>
                <a:effectLst/>
                <a:latin typeface="Noto Sans"/>
                <a:ea typeface="Noto Sans"/>
                <a:cs typeface="+mn-cs"/>
              </a:rPr>
              <a:t>slidedocs:Con chuồn chuồn xanh</a:t>
            </a:r>
          </a:p>
          <a:p>
            <a:r>
              <a:rPr lang="vi-VN" altLang="vi-VN" sz="800">
                <a:solidFill>
                  <a:srgbClr val="E6E6E6"/>
                </a:solidFill>
                <a:latin typeface="Noto Sans"/>
                <a:ea typeface="Noto Sans"/>
              </a:rPr>
              <a:t>THIẾT KẾ</a:t>
            </a:r>
            <a:endParaRPr lang="zh-CN" altLang="en-US" sz="800">
              <a:solidFill>
                <a:srgbClr val="E6E6E6"/>
              </a:solidFill>
            </a:endParaRPr>
          </a:p>
        </p:txBody>
      </p:sp>
      <p:pic>
        <p:nvPicPr>
          <p:cNvPr id="14" name="图片 13">
            <a:extLst>
              <a:ext uri="{FF2B5EF4-FFF2-40B4-BE49-F238E27FC236}">
                <a16:creationId xmlns:a16="http://schemas.microsoft.com/office/drawing/2014/main" id="{787CDEFF-83CC-46FF-BA3C-DE36FF4D2538}"/>
              </a:ext>
            </a:extLst>
          </p:cNvPr>
          <p:cNvPicPr>
            <a:picLocks noChangeAspect="1"/>
          </p:cNvPicPr>
          <p:nvPr userDrawn="1"/>
        </p:nvPicPr>
        <p:blipFill>
          <a:blip r:embed="rId18">
            <a:extLst>
              <a:ext uri="{BEBA8EAE-BF5A-486C-A8C5-ECC9F3942E4B}">
                <a14:imgProps xmlns:a14="http://schemas.microsoft.com/office/drawing/2010/main">
                  <a14:imgLayer r:embed="rId19">
                    <a14:imgEffect>
                      <a14:saturation sat="112000"/>
                    </a14:imgEffect>
                  </a14:imgLayer>
                </a14:imgProps>
              </a:ext>
              <a:ext uri="{28A0092B-C50C-407E-A947-70E740481C1C}">
                <a14:useLocalDpi xmlns:a14="http://schemas.microsoft.com/office/drawing/2010/main" val="0"/>
              </a:ext>
            </a:extLst>
          </a:blip>
          <a:stretch>
            <a:fillRect/>
          </a:stretch>
        </p:blipFill>
        <p:spPr>
          <a:xfrm>
            <a:off x="762" y="428"/>
            <a:ext cx="12190476" cy="6857143"/>
          </a:xfrm>
          <a:prstGeom prst="rect">
            <a:avLst/>
          </a:prstGeom>
        </p:spPr>
      </p:pic>
      <p:sp>
        <p:nvSpPr>
          <p:cNvPr id="15" name="矩形 14">
            <a:extLst>
              <a:ext uri="{FF2B5EF4-FFF2-40B4-BE49-F238E27FC236}">
                <a16:creationId xmlns:a16="http://schemas.microsoft.com/office/drawing/2014/main" id="{2CD60702-7971-45F0-89E2-BB0ECAA021CE}"/>
              </a:ext>
            </a:extLst>
          </p:cNvPr>
          <p:cNvSpPr/>
          <p:nvPr userDrawn="1"/>
        </p:nvSpPr>
        <p:spPr>
          <a:xfrm>
            <a:off x="73342" y="651615"/>
            <a:ext cx="548640" cy="2927343"/>
          </a:xfrm>
          <a:prstGeom prst="rect">
            <a:avLst/>
          </a:prstGeom>
          <a:noFill/>
          <a:ln w="9525">
            <a:noFill/>
          </a:ln>
        </p:spPr>
        <p:txBody>
          <a:bodyPr vert="vert" wrap="square" anchor="t">
            <a:normAutofit/>
          </a:bodyPr>
          <a:lstStyle/>
          <a:p>
            <a:pPr lvl="0" algn="ctr"/>
            <a:r>
              <a:rPr lang="vi-VN" altLang="vi-VN" sz="2400" b="1">
                <a:solidFill>
                  <a:schemeClr val="bg1"/>
                </a:solidFill>
                <a:latin typeface="Noto Sans"/>
                <a:ea typeface="Noto Sans"/>
                <a:cs typeface="+mn-ea"/>
                <a:sym typeface="+mn-lt"/>
              </a:rPr>
              <a:t>Bấm vào đây để</a:t>
            </a:r>
          </a:p>
        </p:txBody>
      </p:sp>
      <p:cxnSp>
        <p:nvCxnSpPr>
          <p:cNvPr id="16" name="直接连接符 15">
            <a:extLst>
              <a:ext uri="{FF2B5EF4-FFF2-40B4-BE49-F238E27FC236}">
                <a16:creationId xmlns:a16="http://schemas.microsoft.com/office/drawing/2014/main" id="{3627DAF3-B148-46B7-BCE0-1C48280CD234}"/>
              </a:ext>
            </a:extLst>
          </p:cNvPr>
          <p:cNvCxnSpPr/>
          <p:nvPr userDrawn="1"/>
        </p:nvCxnSpPr>
        <p:spPr>
          <a:xfrm flipH="1">
            <a:off x="624661" y="-130629"/>
            <a:ext cx="0" cy="7750629"/>
          </a:xfrm>
          <a:prstGeom prst="line">
            <a:avLst/>
          </a:prstGeom>
          <a:ln>
            <a:solidFill>
              <a:schemeClr val="lt1">
                <a:lumMod val="40000"/>
                <a:lumOff val="6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17" name="组合 16">
            <a:extLst>
              <a:ext uri="{FF2B5EF4-FFF2-40B4-BE49-F238E27FC236}">
                <a16:creationId xmlns:a16="http://schemas.microsoft.com/office/drawing/2014/main" id="{82209E3E-BA5F-40CD-9D06-D2737027B370}"/>
              </a:ext>
            </a:extLst>
          </p:cNvPr>
          <p:cNvGrpSpPr/>
          <p:nvPr userDrawn="1"/>
        </p:nvGrpSpPr>
        <p:grpSpPr>
          <a:xfrm>
            <a:off x="624661" y="-130629"/>
            <a:ext cx="11843110" cy="7750629"/>
            <a:chOff x="624661" y="-130629"/>
            <a:chExt cx="11843110" cy="7750629"/>
          </a:xfrm>
        </p:grpSpPr>
        <p:cxnSp>
          <p:nvCxnSpPr>
            <p:cNvPr id="18" name="直接连接符 17">
              <a:extLst>
                <a:ext uri="{FF2B5EF4-FFF2-40B4-BE49-F238E27FC236}">
                  <a16:creationId xmlns:a16="http://schemas.microsoft.com/office/drawing/2014/main" id="{B436CAFD-A986-4255-9168-25F9A3D050DD}"/>
                </a:ext>
              </a:extLst>
            </p:cNvPr>
            <p:cNvCxnSpPr/>
            <p:nvPr/>
          </p:nvCxnSpPr>
          <p:spPr>
            <a:xfrm>
              <a:off x="624661" y="566057"/>
              <a:ext cx="11843110" cy="0"/>
            </a:xfrm>
            <a:prstGeom prst="line">
              <a:avLst/>
            </a:prstGeom>
            <a:ln>
              <a:solidFill>
                <a:schemeClr val="lt1">
                  <a:lumMod val="40000"/>
                  <a:lumOff val="60000"/>
                  <a:alpha val="97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F1CA8C30-D591-4C90-AE17-F34435DEEFB3}"/>
                </a:ext>
              </a:extLst>
            </p:cNvPr>
            <p:cNvCxnSpPr/>
            <p:nvPr/>
          </p:nvCxnSpPr>
          <p:spPr>
            <a:xfrm flipH="1">
              <a:off x="11873233" y="-130629"/>
              <a:ext cx="0" cy="7750629"/>
            </a:xfrm>
            <a:prstGeom prst="line">
              <a:avLst/>
            </a:prstGeom>
            <a:ln>
              <a:solidFill>
                <a:schemeClr val="lt1">
                  <a:lumMod val="40000"/>
                  <a:lumOff val="60000"/>
                  <a:alpha val="97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B3E29BD6-56A2-4109-ABA5-0E3E85996C4A}"/>
                </a:ext>
              </a:extLst>
            </p:cNvPr>
            <p:cNvCxnSpPr/>
            <p:nvPr/>
          </p:nvCxnSpPr>
          <p:spPr>
            <a:xfrm>
              <a:off x="624661" y="6471557"/>
              <a:ext cx="11843110" cy="0"/>
            </a:xfrm>
            <a:prstGeom prst="line">
              <a:avLst/>
            </a:prstGeom>
            <a:ln>
              <a:solidFill>
                <a:schemeClr val="lt1">
                  <a:lumMod val="40000"/>
                  <a:lumOff val="60000"/>
                  <a:alpha val="97000"/>
                </a:schemeClr>
              </a:solidFill>
              <a:prstDash val="dash"/>
            </a:ln>
          </p:spPr>
          <p:style>
            <a:lnRef idx="1">
              <a:schemeClr val="accent1"/>
            </a:lnRef>
            <a:fillRef idx="0">
              <a:schemeClr val="accent1"/>
            </a:fillRef>
            <a:effectRef idx="0">
              <a:schemeClr val="accent1"/>
            </a:effectRef>
            <a:fontRef idx="minor">
              <a:schemeClr val="tx1"/>
            </a:fontRef>
          </p:style>
        </p:cxnSp>
      </p:grpSp>
      <p:pic>
        <p:nvPicPr>
          <p:cNvPr id="21" name="图片 20">
            <a:extLst>
              <a:ext uri="{FF2B5EF4-FFF2-40B4-BE49-F238E27FC236}">
                <a16:creationId xmlns:a16="http://schemas.microsoft.com/office/drawing/2014/main" id="{CA6694C1-4B91-4858-A46F-F3C775B35B70}"/>
              </a:ext>
            </a:extLst>
          </p:cNvPr>
          <p:cNvPicPr>
            <a:picLocks noChangeAspect="1"/>
          </p:cNvPicPr>
          <p:nvPr userDrawn="1"/>
        </p:nvPicPr>
        <p:blipFill>
          <a:blip r:embed="rId20">
            <a:extLst>
              <a:ext uri="{28A0092B-C50C-407E-A947-70E740481C1C}">
                <a14:useLocalDpi xmlns:a14="http://schemas.microsoft.com/office/drawing/2010/main" val="0"/>
              </a:ext>
            </a:extLst>
          </a:blip>
          <a:stretch>
            <a:fillRect/>
          </a:stretch>
        </p:blipFill>
        <p:spPr>
          <a:xfrm>
            <a:off x="114300" y="112157"/>
            <a:ext cx="523876" cy="514052"/>
          </a:xfrm>
          <a:prstGeom prst="rect">
            <a:avLst/>
          </a:prstGeom>
        </p:spPr>
      </p:pic>
      <p:sp>
        <p:nvSpPr>
          <p:cNvPr id="22" name="矩形 21">
            <a:extLst>
              <a:ext uri="{FF2B5EF4-FFF2-40B4-BE49-F238E27FC236}">
                <a16:creationId xmlns:a16="http://schemas.microsoft.com/office/drawing/2014/main" id="{AD8B5DE5-A538-47BF-93A4-760B7FE419AF}"/>
              </a:ext>
            </a:extLst>
          </p:cNvPr>
          <p:cNvSpPr/>
          <p:nvPr userDrawn="1"/>
        </p:nvSpPr>
        <p:spPr>
          <a:xfrm>
            <a:off x="638176" y="587829"/>
            <a:ext cx="11267686" cy="5906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23" name="组合 22">
            <a:extLst>
              <a:ext uri="{FF2B5EF4-FFF2-40B4-BE49-F238E27FC236}">
                <a16:creationId xmlns:a16="http://schemas.microsoft.com/office/drawing/2014/main" id="{F7915266-133A-41BC-88D7-357FD92A6715}"/>
              </a:ext>
            </a:extLst>
          </p:cNvPr>
          <p:cNvGrpSpPr/>
          <p:nvPr userDrawn="1"/>
        </p:nvGrpSpPr>
        <p:grpSpPr>
          <a:xfrm rot="19051134">
            <a:off x="-599568" y="4418930"/>
            <a:ext cx="2728514" cy="3105185"/>
            <a:chOff x="-1553864" y="-515257"/>
            <a:chExt cx="6444158" cy="7333774"/>
          </a:xfrm>
        </p:grpSpPr>
        <p:pic>
          <p:nvPicPr>
            <p:cNvPr id="24" name="图片 23">
              <a:extLst>
                <a:ext uri="{FF2B5EF4-FFF2-40B4-BE49-F238E27FC236}">
                  <a16:creationId xmlns:a16="http://schemas.microsoft.com/office/drawing/2014/main" id="{A50A864E-9440-4AC5-A224-549990E50113}"/>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1834668" y="3245513"/>
              <a:ext cx="1744452" cy="1741104"/>
            </a:xfrm>
            <a:prstGeom prst="rect">
              <a:avLst/>
            </a:prstGeom>
          </p:spPr>
        </p:pic>
        <p:pic>
          <p:nvPicPr>
            <p:cNvPr id="25" name="图片 24">
              <a:extLst>
                <a:ext uri="{FF2B5EF4-FFF2-40B4-BE49-F238E27FC236}">
                  <a16:creationId xmlns:a16="http://schemas.microsoft.com/office/drawing/2014/main" id="{E6B43BA6-2C83-40BD-BFC2-B5A1B35B5284}"/>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971036" y="569226"/>
              <a:ext cx="1837125" cy="1819114"/>
            </a:xfrm>
            <a:prstGeom prst="rect">
              <a:avLst/>
            </a:prstGeom>
          </p:spPr>
        </p:pic>
        <p:pic>
          <p:nvPicPr>
            <p:cNvPr id="26" name="图片 25">
              <a:extLst>
                <a:ext uri="{FF2B5EF4-FFF2-40B4-BE49-F238E27FC236}">
                  <a16:creationId xmlns:a16="http://schemas.microsoft.com/office/drawing/2014/main" id="{0ADF7CC1-AD26-4723-B27B-41A28EB2608E}"/>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159476" y="5015142"/>
              <a:ext cx="896198" cy="877210"/>
            </a:xfrm>
            <a:prstGeom prst="rect">
              <a:avLst/>
            </a:prstGeom>
          </p:spPr>
        </p:pic>
        <p:pic>
          <p:nvPicPr>
            <p:cNvPr id="27" name="图片 26">
              <a:extLst>
                <a:ext uri="{FF2B5EF4-FFF2-40B4-BE49-F238E27FC236}">
                  <a16:creationId xmlns:a16="http://schemas.microsoft.com/office/drawing/2014/main" id="{F0CB1D53-6733-411E-9160-61C6C4B1E248}"/>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549890" y="3992531"/>
              <a:ext cx="1448692" cy="1421529"/>
            </a:xfrm>
            <a:prstGeom prst="rect">
              <a:avLst/>
            </a:prstGeom>
          </p:spPr>
        </p:pic>
        <p:pic>
          <p:nvPicPr>
            <p:cNvPr id="28" name="图片 27">
              <a:extLst>
                <a:ext uri="{FF2B5EF4-FFF2-40B4-BE49-F238E27FC236}">
                  <a16:creationId xmlns:a16="http://schemas.microsoft.com/office/drawing/2014/main" id="{B6105CF4-BF24-4A42-86FF-984F4D27F8FF}"/>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1553864" y="2628742"/>
              <a:ext cx="2260317" cy="2260317"/>
            </a:xfrm>
            <a:prstGeom prst="rect">
              <a:avLst/>
            </a:prstGeom>
          </p:spPr>
        </p:pic>
        <p:pic>
          <p:nvPicPr>
            <p:cNvPr id="29" name="图片 28">
              <a:extLst>
                <a:ext uri="{FF2B5EF4-FFF2-40B4-BE49-F238E27FC236}">
                  <a16:creationId xmlns:a16="http://schemas.microsoft.com/office/drawing/2014/main" id="{E82375FE-71DA-4DA3-A1C1-7E24BD5F052C}"/>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781252" y="2628742"/>
              <a:ext cx="1402835" cy="1385152"/>
            </a:xfrm>
            <a:prstGeom prst="rect">
              <a:avLst/>
            </a:prstGeom>
          </p:spPr>
        </p:pic>
        <p:pic>
          <p:nvPicPr>
            <p:cNvPr id="30" name="图片 29">
              <a:extLst>
                <a:ext uri="{FF2B5EF4-FFF2-40B4-BE49-F238E27FC236}">
                  <a16:creationId xmlns:a16="http://schemas.microsoft.com/office/drawing/2014/main" id="{2740A3B9-1267-4C79-85D2-CD0A2BBBB423}"/>
                </a:ext>
              </a:extLst>
            </p:cNvPr>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28410" y="1748109"/>
              <a:ext cx="951316" cy="951316"/>
            </a:xfrm>
            <a:prstGeom prst="rect">
              <a:avLst/>
            </a:prstGeom>
          </p:spPr>
        </p:pic>
        <p:pic>
          <p:nvPicPr>
            <p:cNvPr id="31" name="图片 30">
              <a:extLst>
                <a:ext uri="{FF2B5EF4-FFF2-40B4-BE49-F238E27FC236}">
                  <a16:creationId xmlns:a16="http://schemas.microsoft.com/office/drawing/2014/main" id="{9EDA69D5-6D86-40F2-90E5-3C24933B14C0}"/>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1683526" y="5941306"/>
              <a:ext cx="896198" cy="877211"/>
            </a:xfrm>
            <a:prstGeom prst="rect">
              <a:avLst/>
            </a:prstGeom>
          </p:spPr>
        </p:pic>
        <p:pic>
          <p:nvPicPr>
            <p:cNvPr id="32" name="图片 31">
              <a:extLst>
                <a:ext uri="{FF2B5EF4-FFF2-40B4-BE49-F238E27FC236}">
                  <a16:creationId xmlns:a16="http://schemas.microsoft.com/office/drawing/2014/main" id="{E8DC8ABB-664A-4830-AB08-C7FCDAFD099D}"/>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3994096" y="-515257"/>
              <a:ext cx="896198" cy="877210"/>
            </a:xfrm>
            <a:prstGeom prst="rect">
              <a:avLst/>
            </a:prstGeom>
          </p:spPr>
        </p:pic>
      </p:grpSp>
    </p:spTree>
    <p:extLst>
      <p:ext uri="{BB962C8B-B14F-4D97-AF65-F5344CB8AC3E}">
        <p14:creationId xmlns:p14="http://schemas.microsoft.com/office/powerpoint/2010/main" val="906702701"/>
      </p:ext>
    </p:extLst>
  </p:cSld>
  <p:clrMap bg1="lt1" tx1="dk1" bg2="lt2" tx2="dk2" accent1="accent1" accent2="accent2" accent3="accent3" accent4="accent4" accent5="accent5" accent6="accent6" hlink="hlink" folHlink="folHlink"/>
  <p:sldLayoutIdLst>
    <p:sldLayoutId id="2147483711" r:id="rId1"/>
    <p:sldLayoutId id="2147483732" r:id="rId2"/>
    <p:sldLayoutId id="2147483731" r:id="rId3"/>
    <p:sldLayoutId id="2147483703" r:id="rId4"/>
    <p:sldLayoutId id="2147483719" r:id="rId5"/>
    <p:sldLayoutId id="2147483708" r:id="rId6"/>
    <p:sldLayoutId id="2147483709" r:id="rId7"/>
    <p:sldLayoutId id="2147483710" r:id="rId8"/>
    <p:sldLayoutId id="2147483718" r:id="rId9"/>
    <p:sldLayoutId id="2147483730" r:id="rId10"/>
    <p:sldLayoutId id="2147483725" r:id="rId11"/>
    <p:sldLayoutId id="2147483733" r:id="rId12"/>
    <p:sldLayoutId id="2147483726" r:id="rId13"/>
    <p:sldLayoutId id="2147483728" r:id="rId14"/>
    <p:sldLayoutId id="2147483727" r:id="rId15"/>
    <p:sldLayoutId id="2147483729" r:id="rId16"/>
  </p:sldLayoutIdLs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4"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down)">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slideLayout" Target="../slideLayouts/slideLayout4.xml"/><Relationship Id="rId1" Type="http://schemas.openxmlformats.org/officeDocument/2006/relationships/tags" Target="../tags/tag2.xml"/><Relationship Id="rId6" Type="http://schemas.openxmlformats.org/officeDocument/2006/relationships/image" Target="../media/image2.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image" Target="../media/image3.png"/><Relationship Id="rId10" Type="http://schemas.openxmlformats.org/officeDocument/2006/relationships/image" Target="../media/image7.png"/><Relationship Id="rId4" Type="http://schemas.microsoft.com/office/2007/relationships/hdphoto" Target="../media/hdphoto2.wdp"/><Relationship Id="rId9"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6.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6.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6.png"/><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7.pn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8.jp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6.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1.jp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2.png"/><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3.PNG"/><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4.png"/><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image" Target="../media/image3.png"/><Relationship Id="rId10" Type="http://schemas.openxmlformats.org/officeDocument/2006/relationships/image" Target="../media/image7.png"/><Relationship Id="rId4" Type="http://schemas.microsoft.com/office/2007/relationships/hdphoto" Target="../media/hdphoto2.wdp"/><Relationship Id="rId9"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4" name="组合 263">
            <a:extLst>
              <a:ext uri="{FF2B5EF4-FFF2-40B4-BE49-F238E27FC236}">
                <a16:creationId xmlns:a16="http://schemas.microsoft.com/office/drawing/2014/main" id="{30F74DC9-B882-42D8-87C7-A7545645B0CA}"/>
              </a:ext>
            </a:extLst>
          </p:cNvPr>
          <p:cNvGrpSpPr/>
          <p:nvPr/>
        </p:nvGrpSpPr>
        <p:grpSpPr>
          <a:xfrm>
            <a:off x="599850" y="274546"/>
            <a:ext cx="10997064" cy="6316846"/>
            <a:chOff x="2487613" y="1358900"/>
            <a:chExt cx="7221538" cy="4148138"/>
          </a:xfrm>
        </p:grpSpPr>
        <p:sp>
          <p:nvSpPr>
            <p:cNvPr id="265" name="Freeform 7">
              <a:extLst>
                <a:ext uri="{FF2B5EF4-FFF2-40B4-BE49-F238E27FC236}">
                  <a16:creationId xmlns:a16="http://schemas.microsoft.com/office/drawing/2014/main" id="{6B10BB3C-937B-4B96-A0E4-0B3CFE138A22}"/>
                </a:ext>
              </a:extLst>
            </p:cNvPr>
            <p:cNvSpPr/>
            <p:nvPr/>
          </p:nvSpPr>
          <p:spPr bwMode="auto">
            <a:xfrm>
              <a:off x="4198938" y="2222500"/>
              <a:ext cx="5510213" cy="3284538"/>
            </a:xfrm>
            <a:custGeom>
              <a:avLst/>
              <a:gdLst>
                <a:gd name="T0" fmla="*/ 0 w 3471"/>
                <a:gd name="T1" fmla="*/ 2025 h 2069"/>
                <a:gd name="T2" fmla="*/ 3426 w 3471"/>
                <a:gd name="T3" fmla="*/ 2025 h 2069"/>
                <a:gd name="T4" fmla="*/ 3426 w 3471"/>
                <a:gd name="T5" fmla="*/ 0 h 2069"/>
                <a:gd name="T6" fmla="*/ 3471 w 3471"/>
                <a:gd name="T7" fmla="*/ 0 h 2069"/>
                <a:gd name="T8" fmla="*/ 3471 w 3471"/>
                <a:gd name="T9" fmla="*/ 2069 h 2069"/>
                <a:gd name="T10" fmla="*/ 0 w 3471"/>
                <a:gd name="T11" fmla="*/ 2069 h 2069"/>
                <a:gd name="T12" fmla="*/ 0 w 3471"/>
                <a:gd name="T13" fmla="*/ 2025 h 2069"/>
              </a:gdLst>
              <a:ahLst/>
              <a:cxnLst>
                <a:cxn ang="0">
                  <a:pos x="T0" y="T1"/>
                </a:cxn>
                <a:cxn ang="0">
                  <a:pos x="T2" y="T3"/>
                </a:cxn>
                <a:cxn ang="0">
                  <a:pos x="T4" y="T5"/>
                </a:cxn>
                <a:cxn ang="0">
                  <a:pos x="T6" y="T7"/>
                </a:cxn>
                <a:cxn ang="0">
                  <a:pos x="T8" y="T9"/>
                </a:cxn>
                <a:cxn ang="0">
                  <a:pos x="T10" y="T11"/>
                </a:cxn>
                <a:cxn ang="0">
                  <a:pos x="T12" y="T13"/>
                </a:cxn>
              </a:cxnLst>
              <a:rect l="0" t="0" r="r" b="b"/>
              <a:pathLst>
                <a:path w="3471" h="2069">
                  <a:moveTo>
                    <a:pt x="0" y="2025"/>
                  </a:moveTo>
                  <a:lnTo>
                    <a:pt x="3426" y="2025"/>
                  </a:lnTo>
                  <a:lnTo>
                    <a:pt x="3426" y="0"/>
                  </a:lnTo>
                  <a:lnTo>
                    <a:pt x="3471" y="0"/>
                  </a:lnTo>
                  <a:lnTo>
                    <a:pt x="3471" y="2069"/>
                  </a:lnTo>
                  <a:lnTo>
                    <a:pt x="0" y="2069"/>
                  </a:lnTo>
                  <a:lnTo>
                    <a:pt x="0" y="2025"/>
                  </a:lnTo>
                  <a:close/>
                </a:path>
              </a:pathLst>
            </a:custGeom>
            <a:gradFill flip="none" rotWithShape="1">
              <a:gsLst>
                <a:gs pos="0">
                  <a:schemeClr val="lt1">
                    <a:lumMod val="67000"/>
                  </a:schemeClr>
                </a:gs>
                <a:gs pos="48000">
                  <a:schemeClr val="accent4"/>
                </a:gs>
                <a:gs pos="100000">
                  <a:schemeClr val="accent3"/>
                </a:gs>
              </a:gsLst>
              <a:lin ang="13800000" scaled="0"/>
            </a:gradFill>
            <a:ln>
              <a:noFill/>
            </a:ln>
          </p:spPr>
          <p:txBody>
            <a:bodyPr vert="horz" wrap="square" lIns="91440" tIns="45720" rIns="91440" bIns="45720" numCol="1" anchor="t" anchorCtr="0" compatLnSpc="1">
              <a:prstTxWarp prst="textNoShape">
                <a:avLst/>
              </a:prstTxWarp>
            </a:bodyPr>
            <a:lstStyle/>
            <a:p>
              <a:endParaRPr lang="zh-CN" altLang="en-US">
                <a:solidFill>
                  <a:schemeClr val="tx1"/>
                </a:solidFill>
              </a:endParaRPr>
            </a:p>
          </p:txBody>
        </p:sp>
        <p:sp>
          <p:nvSpPr>
            <p:cNvPr id="266" name="Freeform 6">
              <a:extLst>
                <a:ext uri="{FF2B5EF4-FFF2-40B4-BE49-F238E27FC236}">
                  <a16:creationId xmlns:a16="http://schemas.microsoft.com/office/drawing/2014/main" id="{C6534923-E2DA-453C-B6C4-9553F902A04C}"/>
                </a:ext>
              </a:extLst>
            </p:cNvPr>
            <p:cNvSpPr/>
            <p:nvPr/>
          </p:nvSpPr>
          <p:spPr bwMode="auto">
            <a:xfrm>
              <a:off x="2487613" y="1358900"/>
              <a:ext cx="5478463" cy="3343275"/>
            </a:xfrm>
            <a:custGeom>
              <a:avLst/>
              <a:gdLst>
                <a:gd name="T0" fmla="*/ 3451 w 3451"/>
                <a:gd name="T1" fmla="*/ 45 h 2106"/>
                <a:gd name="T2" fmla="*/ 45 w 3451"/>
                <a:gd name="T3" fmla="*/ 45 h 2106"/>
                <a:gd name="T4" fmla="*/ 45 w 3451"/>
                <a:gd name="T5" fmla="*/ 2106 h 2106"/>
                <a:gd name="T6" fmla="*/ 0 w 3451"/>
                <a:gd name="T7" fmla="*/ 2106 h 2106"/>
                <a:gd name="T8" fmla="*/ 0 w 3451"/>
                <a:gd name="T9" fmla="*/ 0 h 2106"/>
                <a:gd name="T10" fmla="*/ 3451 w 3451"/>
                <a:gd name="T11" fmla="*/ 0 h 2106"/>
                <a:gd name="T12" fmla="*/ 3451 w 3451"/>
                <a:gd name="T13" fmla="*/ 45 h 2106"/>
              </a:gdLst>
              <a:ahLst/>
              <a:cxnLst>
                <a:cxn ang="0">
                  <a:pos x="T0" y="T1"/>
                </a:cxn>
                <a:cxn ang="0">
                  <a:pos x="T2" y="T3"/>
                </a:cxn>
                <a:cxn ang="0">
                  <a:pos x="T4" y="T5"/>
                </a:cxn>
                <a:cxn ang="0">
                  <a:pos x="T6" y="T7"/>
                </a:cxn>
                <a:cxn ang="0">
                  <a:pos x="T8" y="T9"/>
                </a:cxn>
                <a:cxn ang="0">
                  <a:pos x="T10" y="T11"/>
                </a:cxn>
                <a:cxn ang="0">
                  <a:pos x="T12" y="T13"/>
                </a:cxn>
              </a:cxnLst>
              <a:rect l="0" t="0" r="r" b="b"/>
              <a:pathLst>
                <a:path w="3450" h="2106">
                  <a:moveTo>
                    <a:pt x="3451" y="45"/>
                  </a:moveTo>
                  <a:lnTo>
                    <a:pt x="45" y="45"/>
                  </a:lnTo>
                  <a:lnTo>
                    <a:pt x="45" y="2106"/>
                  </a:lnTo>
                  <a:lnTo>
                    <a:pt x="0" y="2106"/>
                  </a:lnTo>
                  <a:lnTo>
                    <a:pt x="0" y="0"/>
                  </a:lnTo>
                  <a:lnTo>
                    <a:pt x="3451" y="0"/>
                  </a:lnTo>
                  <a:lnTo>
                    <a:pt x="3451" y="45"/>
                  </a:lnTo>
                  <a:close/>
                </a:path>
              </a:pathLst>
            </a:custGeom>
            <a:gradFill flip="none" rotWithShape="1">
              <a:gsLst>
                <a:gs pos="46000">
                  <a:schemeClr val="lt1">
                    <a:lumMod val="67000"/>
                    <a:alpha val="35000"/>
                  </a:schemeClr>
                </a:gs>
                <a:gs pos="71000">
                  <a:schemeClr val="accent4"/>
                </a:gs>
                <a:gs pos="100000">
                  <a:schemeClr val="accent3"/>
                </a:gs>
              </a:gsLst>
              <a:lin ang="13800000" scaled="0"/>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268" name="矩形 267">
            <a:extLst>
              <a:ext uri="{FF2B5EF4-FFF2-40B4-BE49-F238E27FC236}">
                <a16:creationId xmlns:a16="http://schemas.microsoft.com/office/drawing/2014/main" id="{AD08CB32-0C44-43BE-A1C9-B58A4FC44D02}"/>
              </a:ext>
            </a:extLst>
          </p:cNvPr>
          <p:cNvSpPr/>
          <p:nvPr/>
        </p:nvSpPr>
        <p:spPr>
          <a:xfrm>
            <a:off x="1137365" y="295227"/>
            <a:ext cx="1103353" cy="144000"/>
          </a:xfrm>
          <a:prstGeom prst="rect">
            <a:avLst/>
          </a:prstGeom>
          <a:solidFill>
            <a:schemeClr val="l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269" name="组合 268">
            <a:extLst>
              <a:ext uri="{FF2B5EF4-FFF2-40B4-BE49-F238E27FC236}">
                <a16:creationId xmlns:a16="http://schemas.microsoft.com/office/drawing/2014/main" id="{2D63B698-BF7D-4860-B8EC-44E78555E89A}"/>
              </a:ext>
            </a:extLst>
          </p:cNvPr>
          <p:cNvGrpSpPr/>
          <p:nvPr/>
        </p:nvGrpSpPr>
        <p:grpSpPr>
          <a:xfrm rot="19051134">
            <a:off x="-937056" y="2887403"/>
            <a:ext cx="4472040" cy="5089405"/>
            <a:chOff x="-1553864" y="-515257"/>
            <a:chExt cx="6444158" cy="7333774"/>
          </a:xfrm>
        </p:grpSpPr>
        <p:pic>
          <p:nvPicPr>
            <p:cNvPr id="270" name="图片 269">
              <a:extLst>
                <a:ext uri="{FF2B5EF4-FFF2-40B4-BE49-F238E27FC236}">
                  <a16:creationId xmlns:a16="http://schemas.microsoft.com/office/drawing/2014/main" id="{79CB5F2F-4634-40F9-9E23-CA22B03F03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4668" y="3245513"/>
              <a:ext cx="1744452" cy="1741104"/>
            </a:xfrm>
            <a:prstGeom prst="rect">
              <a:avLst/>
            </a:prstGeom>
          </p:spPr>
        </p:pic>
        <p:pic>
          <p:nvPicPr>
            <p:cNvPr id="271" name="图片 270">
              <a:extLst>
                <a:ext uri="{FF2B5EF4-FFF2-40B4-BE49-F238E27FC236}">
                  <a16:creationId xmlns:a16="http://schemas.microsoft.com/office/drawing/2014/main" id="{89787101-A63C-4E40-B260-EA5C2F9CB9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1036" y="569226"/>
              <a:ext cx="1837125" cy="1819114"/>
            </a:xfrm>
            <a:prstGeom prst="rect">
              <a:avLst/>
            </a:prstGeom>
          </p:spPr>
        </p:pic>
        <p:pic>
          <p:nvPicPr>
            <p:cNvPr id="272" name="图片 271">
              <a:extLst>
                <a:ext uri="{FF2B5EF4-FFF2-40B4-BE49-F238E27FC236}">
                  <a16:creationId xmlns:a16="http://schemas.microsoft.com/office/drawing/2014/main" id="{323166D7-946D-4022-AEF7-8B77EABF8AC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9476" y="5015142"/>
              <a:ext cx="896198" cy="877210"/>
            </a:xfrm>
            <a:prstGeom prst="rect">
              <a:avLst/>
            </a:prstGeom>
          </p:spPr>
        </p:pic>
        <p:pic>
          <p:nvPicPr>
            <p:cNvPr id="273" name="图片 272">
              <a:extLst>
                <a:ext uri="{FF2B5EF4-FFF2-40B4-BE49-F238E27FC236}">
                  <a16:creationId xmlns:a16="http://schemas.microsoft.com/office/drawing/2014/main" id="{28E927FF-4E03-41A4-A606-0A13E340D07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9890" y="3992531"/>
              <a:ext cx="1448692" cy="1421529"/>
            </a:xfrm>
            <a:prstGeom prst="rect">
              <a:avLst/>
            </a:prstGeom>
          </p:spPr>
        </p:pic>
        <p:pic>
          <p:nvPicPr>
            <p:cNvPr id="274" name="图片 273">
              <a:extLst>
                <a:ext uri="{FF2B5EF4-FFF2-40B4-BE49-F238E27FC236}">
                  <a16:creationId xmlns:a16="http://schemas.microsoft.com/office/drawing/2014/main" id="{8EE05906-447D-409A-AF45-724416EDF9D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53864" y="2628742"/>
              <a:ext cx="2260317" cy="2260317"/>
            </a:xfrm>
            <a:prstGeom prst="rect">
              <a:avLst/>
            </a:prstGeom>
          </p:spPr>
        </p:pic>
        <p:pic>
          <p:nvPicPr>
            <p:cNvPr id="275" name="图片 274">
              <a:extLst>
                <a:ext uri="{FF2B5EF4-FFF2-40B4-BE49-F238E27FC236}">
                  <a16:creationId xmlns:a16="http://schemas.microsoft.com/office/drawing/2014/main" id="{9AFDC35F-649D-460A-808F-A91A44B83D0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81252" y="2628742"/>
              <a:ext cx="1402835" cy="1385152"/>
            </a:xfrm>
            <a:prstGeom prst="rect">
              <a:avLst/>
            </a:prstGeom>
          </p:spPr>
        </p:pic>
        <p:pic>
          <p:nvPicPr>
            <p:cNvPr id="276" name="图片 275">
              <a:extLst>
                <a:ext uri="{FF2B5EF4-FFF2-40B4-BE49-F238E27FC236}">
                  <a16:creationId xmlns:a16="http://schemas.microsoft.com/office/drawing/2014/main" id="{5A192444-2EC3-47A2-8AE8-4A78E7D0C04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8410" y="1748109"/>
              <a:ext cx="951316" cy="951316"/>
            </a:xfrm>
            <a:prstGeom prst="rect">
              <a:avLst/>
            </a:prstGeom>
          </p:spPr>
        </p:pic>
        <p:pic>
          <p:nvPicPr>
            <p:cNvPr id="286" name="图片 285">
              <a:extLst>
                <a:ext uri="{FF2B5EF4-FFF2-40B4-BE49-F238E27FC236}">
                  <a16:creationId xmlns:a16="http://schemas.microsoft.com/office/drawing/2014/main" id="{2FE0BDC6-23F3-4F0F-9EC0-24D8B3C2721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83526" y="5941306"/>
              <a:ext cx="896198" cy="877211"/>
            </a:xfrm>
            <a:prstGeom prst="rect">
              <a:avLst/>
            </a:prstGeom>
          </p:spPr>
        </p:pic>
        <p:pic>
          <p:nvPicPr>
            <p:cNvPr id="287" name="图片 286">
              <a:extLst>
                <a:ext uri="{FF2B5EF4-FFF2-40B4-BE49-F238E27FC236}">
                  <a16:creationId xmlns:a16="http://schemas.microsoft.com/office/drawing/2014/main" id="{E9489F36-4E59-4E01-862F-63CE24D6B3C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94096" y="-515257"/>
              <a:ext cx="896198" cy="877210"/>
            </a:xfrm>
            <a:prstGeom prst="rect">
              <a:avLst/>
            </a:prstGeom>
          </p:spPr>
        </p:pic>
      </p:grpSp>
      <p:grpSp>
        <p:nvGrpSpPr>
          <p:cNvPr id="277" name="组合 276">
            <a:extLst>
              <a:ext uri="{FF2B5EF4-FFF2-40B4-BE49-F238E27FC236}">
                <a16:creationId xmlns:a16="http://schemas.microsoft.com/office/drawing/2014/main" id="{3E86E0EE-0CA0-4B06-9429-BD19AEF03986}"/>
              </a:ext>
            </a:extLst>
          </p:cNvPr>
          <p:cNvGrpSpPr/>
          <p:nvPr/>
        </p:nvGrpSpPr>
        <p:grpSpPr>
          <a:xfrm>
            <a:off x="8544007" y="-832184"/>
            <a:ext cx="4401578" cy="5451809"/>
            <a:chOff x="8316295" y="2730539"/>
            <a:chExt cx="5132984" cy="6357730"/>
          </a:xfrm>
        </p:grpSpPr>
        <p:pic>
          <p:nvPicPr>
            <p:cNvPr id="278" name="图片 277">
              <a:extLst>
                <a:ext uri="{FF2B5EF4-FFF2-40B4-BE49-F238E27FC236}">
                  <a16:creationId xmlns:a16="http://schemas.microsoft.com/office/drawing/2014/main" id="{9BA82DCE-A27D-4C41-94D4-B474842315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04827" y="4227943"/>
              <a:ext cx="1744452" cy="1741104"/>
            </a:xfrm>
            <a:prstGeom prst="rect">
              <a:avLst/>
            </a:prstGeom>
          </p:spPr>
        </p:pic>
        <p:pic>
          <p:nvPicPr>
            <p:cNvPr id="279" name="图片 278">
              <a:extLst>
                <a:ext uri="{FF2B5EF4-FFF2-40B4-BE49-F238E27FC236}">
                  <a16:creationId xmlns:a16="http://schemas.microsoft.com/office/drawing/2014/main" id="{ABA19404-1F89-4911-8B4D-B384BA9B84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77239" y="6593123"/>
              <a:ext cx="918563" cy="909557"/>
            </a:xfrm>
            <a:prstGeom prst="rect">
              <a:avLst/>
            </a:prstGeom>
          </p:spPr>
        </p:pic>
        <p:pic>
          <p:nvPicPr>
            <p:cNvPr id="280" name="图片 279">
              <a:extLst>
                <a:ext uri="{FF2B5EF4-FFF2-40B4-BE49-F238E27FC236}">
                  <a16:creationId xmlns:a16="http://schemas.microsoft.com/office/drawing/2014/main" id="{54C20408-91DD-40FA-BC9E-0E394FACDA1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10683" y="5997572"/>
              <a:ext cx="896198" cy="877210"/>
            </a:xfrm>
            <a:prstGeom prst="rect">
              <a:avLst/>
            </a:prstGeom>
          </p:spPr>
        </p:pic>
        <p:pic>
          <p:nvPicPr>
            <p:cNvPr id="281" name="图片 280">
              <a:extLst>
                <a:ext uri="{FF2B5EF4-FFF2-40B4-BE49-F238E27FC236}">
                  <a16:creationId xmlns:a16="http://schemas.microsoft.com/office/drawing/2014/main" id="{C9D84D35-229C-477B-A7A7-80452290065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420049" y="4974961"/>
              <a:ext cx="1448692" cy="1421529"/>
            </a:xfrm>
            <a:prstGeom prst="rect">
              <a:avLst/>
            </a:prstGeom>
          </p:spPr>
        </p:pic>
        <p:pic>
          <p:nvPicPr>
            <p:cNvPr id="282" name="图片 281">
              <a:extLst>
                <a:ext uri="{FF2B5EF4-FFF2-40B4-BE49-F238E27FC236}">
                  <a16:creationId xmlns:a16="http://schemas.microsoft.com/office/drawing/2014/main" id="{A42942DE-08EB-49A9-BA42-0FF16AC55BA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316295" y="3611172"/>
              <a:ext cx="2260317" cy="2260317"/>
            </a:xfrm>
            <a:prstGeom prst="rect">
              <a:avLst/>
            </a:prstGeom>
          </p:spPr>
        </p:pic>
        <p:pic>
          <p:nvPicPr>
            <p:cNvPr id="283" name="图片 282">
              <a:extLst>
                <a:ext uri="{FF2B5EF4-FFF2-40B4-BE49-F238E27FC236}">
                  <a16:creationId xmlns:a16="http://schemas.microsoft.com/office/drawing/2014/main" id="{753AF4E2-4F35-4CF4-A8F8-80F93D87A93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651411" y="3611172"/>
              <a:ext cx="1402835" cy="1385152"/>
            </a:xfrm>
            <a:prstGeom prst="rect">
              <a:avLst/>
            </a:prstGeom>
          </p:spPr>
        </p:pic>
        <p:pic>
          <p:nvPicPr>
            <p:cNvPr id="284" name="图片 283">
              <a:extLst>
                <a:ext uri="{FF2B5EF4-FFF2-40B4-BE49-F238E27FC236}">
                  <a16:creationId xmlns:a16="http://schemas.microsoft.com/office/drawing/2014/main" id="{E192D286-9A00-4147-8542-45FD0EA9116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898569" y="2730539"/>
              <a:ext cx="951316" cy="951316"/>
            </a:xfrm>
            <a:prstGeom prst="rect">
              <a:avLst/>
            </a:prstGeom>
          </p:spPr>
        </p:pic>
        <p:pic>
          <p:nvPicPr>
            <p:cNvPr id="285" name="图片 284">
              <a:extLst>
                <a:ext uri="{FF2B5EF4-FFF2-40B4-BE49-F238E27FC236}">
                  <a16:creationId xmlns:a16="http://schemas.microsoft.com/office/drawing/2014/main" id="{E0F2F393-B6C3-44FC-8E1A-33FE242679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52758" y="8049733"/>
              <a:ext cx="1040533" cy="1038536"/>
            </a:xfrm>
            <a:prstGeom prst="rect">
              <a:avLst/>
            </a:prstGeom>
          </p:spPr>
        </p:pic>
      </p:grpSp>
      <p:sp>
        <p:nvSpPr>
          <p:cNvPr id="288" name="矩形 3">
            <a:extLst>
              <a:ext uri="{FF2B5EF4-FFF2-40B4-BE49-F238E27FC236}">
                <a16:creationId xmlns:a16="http://schemas.microsoft.com/office/drawing/2014/main" id="{5F2E7539-DBB8-4D90-8AAD-166D0CC470CF}"/>
              </a:ext>
            </a:extLst>
          </p:cNvPr>
          <p:cNvSpPr>
            <a:spLocks noChangeArrowheads="1"/>
          </p:cNvSpPr>
          <p:nvPr/>
        </p:nvSpPr>
        <p:spPr bwMode="auto">
          <a:xfrm>
            <a:off x="3205881" y="2483452"/>
            <a:ext cx="6000964" cy="975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square">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00000"/>
              </a:lnSpc>
              <a:spcBef>
                <a:spcPct val="0"/>
              </a:spcBef>
              <a:buNone/>
            </a:pPr>
            <a:r>
              <a:rPr lang="vi-VN" altLang="vi-VN" sz="4000" b="1" dirty="0">
                <a:solidFill>
                  <a:schemeClr val="bg1"/>
                </a:solidFill>
                <a:latin typeface="Noto Sans"/>
                <a:ea typeface="Noto Sans"/>
                <a:cs typeface="+mn-ea"/>
                <a:sym typeface="+mn-lt"/>
              </a:rPr>
              <a:t>Bài tập tuần nhóm 5</a:t>
            </a:r>
          </a:p>
          <a:p>
            <a:pPr eaLnBrk="1" hangingPunct="1">
              <a:lnSpc>
                <a:spcPct val="100000"/>
              </a:lnSpc>
              <a:spcBef>
                <a:spcPct val="0"/>
              </a:spcBef>
              <a:buFont typeface="Arial" panose="020B0604020202020204" pitchFamily="34" charset="0"/>
              <a:buNone/>
            </a:pPr>
            <a:endParaRPr lang="zh-CN" altLang="en-US" sz="1800" dirty="0">
              <a:latin typeface="+mn-lt"/>
              <a:ea typeface="+mn-ea"/>
              <a:cs typeface="+mn-ea"/>
              <a:sym typeface="+mn-lt"/>
            </a:endParaRPr>
          </a:p>
        </p:txBody>
      </p:sp>
      <p:sp>
        <p:nvSpPr>
          <p:cNvPr id="289" name="矩形 4">
            <a:extLst>
              <a:ext uri="{FF2B5EF4-FFF2-40B4-BE49-F238E27FC236}">
                <a16:creationId xmlns:a16="http://schemas.microsoft.com/office/drawing/2014/main" id="{FD249293-9FB5-4CFC-B467-7F7F9721F9B9}"/>
              </a:ext>
            </a:extLst>
          </p:cNvPr>
          <p:cNvSpPr>
            <a:spLocks noChangeArrowheads="1"/>
          </p:cNvSpPr>
          <p:nvPr/>
        </p:nvSpPr>
        <p:spPr bwMode="auto">
          <a:xfrm>
            <a:off x="4441778" y="6100567"/>
            <a:ext cx="2043020" cy="400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vi-VN" altLang="zh-CN" sz="1800" dirty="0">
                <a:solidFill>
                  <a:schemeClr val="bg1"/>
                </a:solidFill>
                <a:latin typeface="+mn-lt"/>
                <a:ea typeface="+mn-ea"/>
                <a:cs typeface="+mn-ea"/>
                <a:sym typeface="+mn-lt"/>
              </a:rPr>
              <a:t>Bộ môn: Cấu trúc dữ liệu và thuật toán 2</a:t>
            </a:r>
          </a:p>
        </p:txBody>
      </p:sp>
      <p:sp>
        <p:nvSpPr>
          <p:cNvPr id="292" name="矩形 291">
            <a:extLst>
              <a:ext uri="{FF2B5EF4-FFF2-40B4-BE49-F238E27FC236}">
                <a16:creationId xmlns:a16="http://schemas.microsoft.com/office/drawing/2014/main" id="{F396A781-F95A-4358-A93F-2CB541FBF31A}"/>
              </a:ext>
            </a:extLst>
          </p:cNvPr>
          <p:cNvSpPr/>
          <p:nvPr/>
        </p:nvSpPr>
        <p:spPr>
          <a:xfrm>
            <a:off x="5065172" y="483420"/>
            <a:ext cx="1938241" cy="2017687"/>
          </a:xfrm>
          <a:prstGeom prst="rect">
            <a:avLst/>
          </a:prstGeom>
          <a:noFill/>
          <a:ln>
            <a:solidFill>
              <a:schemeClr val="lt1">
                <a:lumMod val="100000"/>
                <a:alpha val="39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2" name="矩形 263">
            <a:extLst>
              <a:ext uri="{FF2B5EF4-FFF2-40B4-BE49-F238E27FC236}">
                <a16:creationId xmlns:a16="http://schemas.microsoft.com/office/drawing/2014/main" id="{97DD921D-F1BD-4E38-8E12-CDA98AD6F86A}"/>
              </a:ext>
            </a:extLst>
          </p:cNvPr>
          <p:cNvSpPr>
            <a:spLocks noChangeArrowheads="1"/>
          </p:cNvSpPr>
          <p:nvPr/>
        </p:nvSpPr>
        <p:spPr bwMode="auto">
          <a:xfrm>
            <a:off x="3902893" y="3268749"/>
            <a:ext cx="3809318" cy="45719"/>
          </a:xfrm>
          <a:prstGeom prst="rect">
            <a:avLst/>
          </a:prstGeom>
          <a:solidFill>
            <a:schemeClr val="lt1">
              <a:lumMod val="100000"/>
            </a:schemeClr>
          </a:solidFill>
          <a:ln w="12700">
            <a:solidFill>
              <a:schemeClr val="lt1">
                <a:lumMod val="100000"/>
              </a:schemeClr>
            </a:solidFill>
            <a:bevel/>
          </a:ln>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chemeClr val="bg1"/>
              </a:solidFill>
              <a:latin typeface="+mn-lt"/>
              <a:ea typeface="+mn-ea"/>
              <a:cs typeface="+mn-ea"/>
              <a:sym typeface="+mn-lt"/>
            </a:endParaRPr>
          </a:p>
        </p:txBody>
      </p:sp>
      <p:pic>
        <p:nvPicPr>
          <p:cNvPr id="3" name="Picture 2" descr="A blue and white logo&#10;&#10;AI-generated content may be incorrect.">
            <a:extLst>
              <a:ext uri="{FF2B5EF4-FFF2-40B4-BE49-F238E27FC236}">
                <a16:creationId xmlns:a16="http://schemas.microsoft.com/office/drawing/2014/main" id="{4043013D-4AC9-9D69-C6D8-916C2A397D4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202415" y="639523"/>
            <a:ext cx="1683189" cy="1705483"/>
          </a:xfrm>
          <a:prstGeom prst="rect">
            <a:avLst/>
          </a:prstGeom>
        </p:spPr>
      </p:pic>
      <p:sp>
        <p:nvSpPr>
          <p:cNvPr id="4" name="矩形 4">
            <a:extLst>
              <a:ext uri="{FF2B5EF4-FFF2-40B4-BE49-F238E27FC236}">
                <a16:creationId xmlns:a16="http://schemas.microsoft.com/office/drawing/2014/main" id="{AD480A64-07DF-BB52-35FE-58E6E027F967}"/>
              </a:ext>
            </a:extLst>
          </p:cNvPr>
          <p:cNvSpPr>
            <a:spLocks noChangeArrowheads="1"/>
          </p:cNvSpPr>
          <p:nvPr/>
        </p:nvSpPr>
        <p:spPr bwMode="auto">
          <a:xfrm flipH="1">
            <a:off x="1412163" y="3585938"/>
            <a:ext cx="6483105" cy="1176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00000"/>
              </a:lnSpc>
              <a:spcBef>
                <a:spcPct val="0"/>
              </a:spcBef>
              <a:buNone/>
            </a:pPr>
            <a:r>
              <a:rPr lang="vi-VN" altLang="zh-CN" sz="4000" dirty="0">
                <a:solidFill>
                  <a:schemeClr val="bg1"/>
                </a:solidFill>
                <a:latin typeface="Times New Roman" panose="02020603050405020304" pitchFamily="18" charset="0"/>
                <a:ea typeface="+mn-ea"/>
                <a:cs typeface="Times New Roman" panose="02020603050405020304" pitchFamily="18" charset="0"/>
                <a:sym typeface="+mn-lt"/>
              </a:rPr>
              <a:t>TÌM HIỂU VỀ NÉN/ GIẢI NÉN DỮ LIỆU </a:t>
            </a:r>
          </a:p>
          <a:p>
            <a:pPr>
              <a:lnSpc>
                <a:spcPct val="100000"/>
              </a:lnSpc>
              <a:spcBef>
                <a:spcPct val="0"/>
              </a:spcBef>
              <a:buNone/>
            </a:pPr>
            <a:r>
              <a:rPr lang="vi-VN" altLang="zh-CN" sz="4000" dirty="0">
                <a:solidFill>
                  <a:schemeClr val="bg1"/>
                </a:solidFill>
                <a:latin typeface="Times New Roman" panose="02020603050405020304" pitchFamily="18" charset="0"/>
                <a:ea typeface="+mn-ea"/>
                <a:cs typeface="Times New Roman" panose="02020603050405020304" pitchFamily="18" charset="0"/>
                <a:sym typeface="+mn-lt"/>
              </a:rPr>
              <a:t>VÀ THUẬT TOÁN NÉN HUFFMAN TĨNH</a:t>
            </a:r>
          </a:p>
        </p:txBody>
      </p:sp>
    </p:spTree>
    <p:custDataLst>
      <p:tags r:id="rId1"/>
    </p:custDataLst>
    <p:extLst>
      <p:ext uri="{BB962C8B-B14F-4D97-AF65-F5344CB8AC3E}">
        <p14:creationId xmlns:p14="http://schemas.microsoft.com/office/powerpoint/2010/main" val="2144347528"/>
      </p:ext>
    </p:extLst>
  </p:cSld>
  <p:clrMapOvr>
    <a:masterClrMapping/>
  </p:clrMapOvr>
  <p:transition spd="slow" advTm="3000">
    <p:comb/>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68"/>
                                        </p:tgtEl>
                                        <p:attrNameLst>
                                          <p:attrName>style.visibility</p:attrName>
                                        </p:attrNameLst>
                                      </p:cBhvr>
                                      <p:to>
                                        <p:strVal val="visible"/>
                                      </p:to>
                                    </p:set>
                                    <p:animEffect transition="in" filter="wipe(down)">
                                      <p:cBhvr>
                                        <p:cTn id="7" dur="500"/>
                                        <p:tgtEl>
                                          <p:spTgt spid="268"/>
                                        </p:tgtEl>
                                      </p:cBhvr>
                                    </p:animEffect>
                                  </p:childTnLst>
                                </p:cTn>
                              </p:par>
                            </p:childTnLst>
                          </p:cTn>
                        </p:par>
                        <p:par>
                          <p:cTn id="8" fill="hold" nodeType="afterGroup">
                            <p:stCondLst>
                              <p:cond delay="500"/>
                            </p:stCondLst>
                            <p:childTnLst>
                              <p:par>
                                <p:cTn id="9" presetID="22" presetClass="entr" presetSubtype="4" fill="hold" nodeType="afterEffect">
                                  <p:stCondLst>
                                    <p:cond delay="0"/>
                                  </p:stCondLst>
                                  <p:childTnLst>
                                    <p:set>
                                      <p:cBhvr>
                                        <p:cTn id="10" dur="1" fill="hold">
                                          <p:stCondLst>
                                            <p:cond delay="0"/>
                                          </p:stCondLst>
                                        </p:cTn>
                                        <p:tgtEl>
                                          <p:spTgt spid="277"/>
                                        </p:tgtEl>
                                        <p:attrNameLst>
                                          <p:attrName>style.visibility</p:attrName>
                                        </p:attrNameLst>
                                      </p:cBhvr>
                                      <p:to>
                                        <p:strVal val="visible"/>
                                      </p:to>
                                    </p:set>
                                    <p:animEffect transition="in" filter="wipe(down)">
                                      <p:cBhvr>
                                        <p:cTn id="11" dur="500"/>
                                        <p:tgtEl>
                                          <p:spTgt spid="277"/>
                                        </p:tgtEl>
                                      </p:cBhvr>
                                    </p:animEffect>
                                  </p:childTnLst>
                                </p:cTn>
                              </p:par>
                            </p:childTnLst>
                          </p:cTn>
                        </p:par>
                        <p:par>
                          <p:cTn id="12" fill="hold" nodeType="afterGroup">
                            <p:stCondLst>
                              <p:cond delay="1000"/>
                            </p:stCondLst>
                            <p:childTnLst>
                              <p:par>
                                <p:cTn id="13" presetID="22" presetClass="entr" presetSubtype="4" fill="hold" nodeType="afterEffect">
                                  <p:stCondLst>
                                    <p:cond delay="0"/>
                                  </p:stCondLst>
                                  <p:childTnLst>
                                    <p:set>
                                      <p:cBhvr>
                                        <p:cTn id="14" dur="1" fill="hold">
                                          <p:stCondLst>
                                            <p:cond delay="0"/>
                                          </p:stCondLst>
                                        </p:cTn>
                                        <p:tgtEl>
                                          <p:spTgt spid="269"/>
                                        </p:tgtEl>
                                        <p:attrNameLst>
                                          <p:attrName>style.visibility</p:attrName>
                                        </p:attrNameLst>
                                      </p:cBhvr>
                                      <p:to>
                                        <p:strVal val="visible"/>
                                      </p:to>
                                    </p:set>
                                    <p:animEffect transition="in" filter="wipe(down)">
                                      <p:cBhvr>
                                        <p:cTn id="15" dur="500"/>
                                        <p:tgtEl>
                                          <p:spTgt spid="269"/>
                                        </p:tgtEl>
                                      </p:cBhvr>
                                    </p:animEffect>
                                  </p:childTnLst>
                                </p:cTn>
                              </p:par>
                            </p:childTnLst>
                          </p:cTn>
                        </p:par>
                        <p:par>
                          <p:cTn id="16" fill="hold" nodeType="afterGroup">
                            <p:stCondLst>
                              <p:cond delay="1500"/>
                            </p:stCondLst>
                            <p:childTnLst>
                              <p:par>
                                <p:cTn id="17" presetID="22" presetClass="entr" presetSubtype="4" fill="hold" nodeType="afterEffect">
                                  <p:stCondLst>
                                    <p:cond delay="0"/>
                                  </p:stCondLst>
                                  <p:childTnLst>
                                    <p:set>
                                      <p:cBhvr>
                                        <p:cTn id="18" dur="1" fill="hold">
                                          <p:stCondLst>
                                            <p:cond delay="0"/>
                                          </p:stCondLst>
                                        </p:cTn>
                                        <p:tgtEl>
                                          <p:spTgt spid="264"/>
                                        </p:tgtEl>
                                        <p:attrNameLst>
                                          <p:attrName>style.visibility</p:attrName>
                                        </p:attrNameLst>
                                      </p:cBhvr>
                                      <p:to>
                                        <p:strVal val="visible"/>
                                      </p:to>
                                    </p:set>
                                    <p:animEffect transition="in" filter="wipe(down)">
                                      <p:cBhvr>
                                        <p:cTn id="19" dur="500"/>
                                        <p:tgtEl>
                                          <p:spTgt spid="264"/>
                                        </p:tgtEl>
                                      </p:cBhvr>
                                    </p:animEffect>
                                  </p:childTnLst>
                                </p:cTn>
                              </p:par>
                            </p:childTnLst>
                          </p:cTn>
                        </p:par>
                        <p:par>
                          <p:cTn id="20" fill="hold" nodeType="afterGroup">
                            <p:stCondLst>
                              <p:cond delay="2000"/>
                            </p:stCondLst>
                            <p:childTnLst>
                              <p:par>
                                <p:cTn id="21" presetID="53" presetClass="entr" presetSubtype="16" fill="hold" grpId="0" nodeType="afterEffect">
                                  <p:stCondLst>
                                    <p:cond delay="0"/>
                                  </p:stCondLst>
                                  <p:childTnLst>
                                    <p:set>
                                      <p:cBhvr>
                                        <p:cTn id="22" dur="1" fill="hold">
                                          <p:stCondLst>
                                            <p:cond delay="0"/>
                                          </p:stCondLst>
                                        </p:cTn>
                                        <p:tgtEl>
                                          <p:spTgt spid="292"/>
                                        </p:tgtEl>
                                        <p:attrNameLst>
                                          <p:attrName>style.visibility</p:attrName>
                                        </p:attrNameLst>
                                      </p:cBhvr>
                                      <p:to>
                                        <p:strVal val="visible"/>
                                      </p:to>
                                    </p:set>
                                    <p:anim calcmode="lin" valueType="num">
                                      <p:cBhvr>
                                        <p:cTn id="23" dur="500" fill="hold"/>
                                        <p:tgtEl>
                                          <p:spTgt spid="292"/>
                                        </p:tgtEl>
                                        <p:attrNameLst>
                                          <p:attrName>ppt_w</p:attrName>
                                        </p:attrNameLst>
                                      </p:cBhvr>
                                      <p:tavLst>
                                        <p:tav tm="0">
                                          <p:val>
                                            <p:fltVal val="0"/>
                                          </p:val>
                                        </p:tav>
                                        <p:tav tm="100000">
                                          <p:val>
                                            <p:strVal val="#ppt_w"/>
                                          </p:val>
                                        </p:tav>
                                      </p:tavLst>
                                    </p:anim>
                                    <p:anim calcmode="lin" valueType="num">
                                      <p:cBhvr>
                                        <p:cTn id="24" dur="500" fill="hold"/>
                                        <p:tgtEl>
                                          <p:spTgt spid="292"/>
                                        </p:tgtEl>
                                        <p:attrNameLst>
                                          <p:attrName>ppt_h</p:attrName>
                                        </p:attrNameLst>
                                      </p:cBhvr>
                                      <p:tavLst>
                                        <p:tav tm="0">
                                          <p:val>
                                            <p:fltVal val="0"/>
                                          </p:val>
                                        </p:tav>
                                        <p:tav tm="100000">
                                          <p:val>
                                            <p:strVal val="#ppt_h"/>
                                          </p:val>
                                        </p:tav>
                                      </p:tavLst>
                                    </p:anim>
                                    <p:animEffect transition="in" filter="fade">
                                      <p:cBhvr>
                                        <p:cTn id="25" dur="500"/>
                                        <p:tgtEl>
                                          <p:spTgt spid="292"/>
                                        </p:tgtEl>
                                      </p:cBhvr>
                                    </p:animEffect>
                                  </p:childTnLst>
                                </p:cTn>
                              </p:par>
                            </p:childTnLst>
                          </p:cTn>
                        </p:par>
                        <p:par>
                          <p:cTn id="26" fill="hold" nodeType="afterGroup">
                            <p:stCondLst>
                              <p:cond delay="2500"/>
                            </p:stCondLst>
                            <p:childTnLst>
                              <p:par>
                                <p:cTn id="27" presetID="53" presetClass="entr" presetSubtype="16" fill="hold" grpId="0" nodeType="afterEffect">
                                  <p:stCondLst>
                                    <p:cond delay="0"/>
                                  </p:stCondLst>
                                  <p:childTnLst>
                                    <p:set>
                                      <p:cBhvr>
                                        <p:cTn id="28" dur="1" fill="hold">
                                          <p:stCondLst>
                                            <p:cond delay="0"/>
                                          </p:stCondLst>
                                        </p:cTn>
                                        <p:tgtEl>
                                          <p:spTgt spid="288"/>
                                        </p:tgtEl>
                                        <p:attrNameLst>
                                          <p:attrName>style.visibility</p:attrName>
                                        </p:attrNameLst>
                                      </p:cBhvr>
                                      <p:to>
                                        <p:strVal val="visible"/>
                                      </p:to>
                                    </p:set>
                                    <p:anim calcmode="lin" valueType="num">
                                      <p:cBhvr>
                                        <p:cTn id="29" dur="500" fill="hold"/>
                                        <p:tgtEl>
                                          <p:spTgt spid="288"/>
                                        </p:tgtEl>
                                        <p:attrNameLst>
                                          <p:attrName>ppt_w</p:attrName>
                                        </p:attrNameLst>
                                      </p:cBhvr>
                                      <p:tavLst>
                                        <p:tav tm="0">
                                          <p:val>
                                            <p:fltVal val="0"/>
                                          </p:val>
                                        </p:tav>
                                        <p:tav tm="100000">
                                          <p:val>
                                            <p:strVal val="#ppt_w"/>
                                          </p:val>
                                        </p:tav>
                                      </p:tavLst>
                                    </p:anim>
                                    <p:anim calcmode="lin" valueType="num">
                                      <p:cBhvr>
                                        <p:cTn id="30" dur="500" fill="hold"/>
                                        <p:tgtEl>
                                          <p:spTgt spid="288"/>
                                        </p:tgtEl>
                                        <p:attrNameLst>
                                          <p:attrName>ppt_h</p:attrName>
                                        </p:attrNameLst>
                                      </p:cBhvr>
                                      <p:tavLst>
                                        <p:tav tm="0">
                                          <p:val>
                                            <p:fltVal val="0"/>
                                          </p:val>
                                        </p:tav>
                                        <p:tav tm="100000">
                                          <p:val>
                                            <p:strVal val="#ppt_h"/>
                                          </p:val>
                                        </p:tav>
                                      </p:tavLst>
                                    </p:anim>
                                    <p:animEffect transition="in" filter="fade">
                                      <p:cBhvr>
                                        <p:cTn id="31" dur="500"/>
                                        <p:tgtEl>
                                          <p:spTgt spid="288"/>
                                        </p:tgtEl>
                                      </p:cBhvr>
                                    </p:animEffect>
                                  </p:childTnLst>
                                </p:cTn>
                              </p:par>
                            </p:childTnLst>
                          </p:cTn>
                        </p:par>
                        <p:par>
                          <p:cTn id="32" fill="hold" nodeType="afterGroup">
                            <p:stCondLst>
                              <p:cond delay="3000"/>
                            </p:stCondLst>
                            <p:childTnLst>
                              <p:par>
                                <p:cTn id="33" presetID="53" presetClass="entr" presetSubtype="16" fill="hold" grpId="0" nodeType="afterEffect">
                                  <p:stCondLst>
                                    <p:cond delay="0"/>
                                  </p:stCondLst>
                                  <p:childTnLst>
                                    <p:set>
                                      <p:cBhvr>
                                        <p:cTn id="34" dur="1" fill="hold">
                                          <p:stCondLst>
                                            <p:cond delay="0"/>
                                          </p:stCondLst>
                                        </p:cTn>
                                        <p:tgtEl>
                                          <p:spTgt spid="289"/>
                                        </p:tgtEl>
                                        <p:attrNameLst>
                                          <p:attrName>style.visibility</p:attrName>
                                        </p:attrNameLst>
                                      </p:cBhvr>
                                      <p:to>
                                        <p:strVal val="visible"/>
                                      </p:to>
                                    </p:set>
                                    <p:anim calcmode="lin" valueType="num">
                                      <p:cBhvr>
                                        <p:cTn id="35" dur="500" fill="hold"/>
                                        <p:tgtEl>
                                          <p:spTgt spid="289"/>
                                        </p:tgtEl>
                                        <p:attrNameLst>
                                          <p:attrName>ppt_w</p:attrName>
                                        </p:attrNameLst>
                                      </p:cBhvr>
                                      <p:tavLst>
                                        <p:tav tm="0">
                                          <p:val>
                                            <p:fltVal val="0"/>
                                          </p:val>
                                        </p:tav>
                                        <p:tav tm="100000">
                                          <p:val>
                                            <p:strVal val="#ppt_w"/>
                                          </p:val>
                                        </p:tav>
                                      </p:tavLst>
                                    </p:anim>
                                    <p:anim calcmode="lin" valueType="num">
                                      <p:cBhvr>
                                        <p:cTn id="36" dur="500" fill="hold"/>
                                        <p:tgtEl>
                                          <p:spTgt spid="289"/>
                                        </p:tgtEl>
                                        <p:attrNameLst>
                                          <p:attrName>ppt_h</p:attrName>
                                        </p:attrNameLst>
                                      </p:cBhvr>
                                      <p:tavLst>
                                        <p:tav tm="0">
                                          <p:val>
                                            <p:fltVal val="0"/>
                                          </p:val>
                                        </p:tav>
                                        <p:tav tm="100000">
                                          <p:val>
                                            <p:strVal val="#ppt_h"/>
                                          </p:val>
                                        </p:tav>
                                      </p:tavLst>
                                    </p:anim>
                                    <p:animEffect transition="in" filter="fade">
                                      <p:cBhvr>
                                        <p:cTn id="37" dur="500"/>
                                        <p:tgtEl>
                                          <p:spTgt spid="289"/>
                                        </p:tgtEl>
                                      </p:cBhvr>
                                    </p:animEffect>
                                  </p:childTnLst>
                                </p:cTn>
                              </p:par>
                            </p:childTnLst>
                          </p:cTn>
                        </p:par>
                        <p:par>
                          <p:cTn id="38" fill="hold" nodeType="afterGroup">
                            <p:stCondLst>
                              <p:cond delay="3500"/>
                            </p:stCondLst>
                            <p:childTnLst>
                              <p:par>
                                <p:cTn id="39" presetID="53" presetClass="entr" presetSubtype="16" fill="hold" grpId="0" nodeType="afterEffect">
                                  <p:stCondLst>
                                    <p:cond delay="0"/>
                                  </p:stCondLst>
                                  <p:childTnLst>
                                    <p:set>
                                      <p:cBhvr>
                                        <p:cTn id="40" dur="1" fill="hold">
                                          <p:stCondLst>
                                            <p:cond delay="0"/>
                                          </p:stCondLst>
                                        </p:cTn>
                                        <p:tgtEl>
                                          <p:spTgt spid="32"/>
                                        </p:tgtEl>
                                        <p:attrNameLst>
                                          <p:attrName>style.visibility</p:attrName>
                                        </p:attrNameLst>
                                      </p:cBhvr>
                                      <p:to>
                                        <p:strVal val="visible"/>
                                      </p:to>
                                    </p:set>
                                    <p:anim calcmode="lin" valueType="num">
                                      <p:cBhvr>
                                        <p:cTn id="41" dur="500" fill="hold"/>
                                        <p:tgtEl>
                                          <p:spTgt spid="32"/>
                                        </p:tgtEl>
                                        <p:attrNameLst>
                                          <p:attrName>ppt_w</p:attrName>
                                        </p:attrNameLst>
                                      </p:cBhvr>
                                      <p:tavLst>
                                        <p:tav tm="0">
                                          <p:val>
                                            <p:fltVal val="0"/>
                                          </p:val>
                                        </p:tav>
                                        <p:tav tm="100000">
                                          <p:val>
                                            <p:strVal val="#ppt_w"/>
                                          </p:val>
                                        </p:tav>
                                      </p:tavLst>
                                    </p:anim>
                                    <p:anim calcmode="lin" valueType="num">
                                      <p:cBhvr>
                                        <p:cTn id="42" dur="500" fill="hold"/>
                                        <p:tgtEl>
                                          <p:spTgt spid="32"/>
                                        </p:tgtEl>
                                        <p:attrNameLst>
                                          <p:attrName>ppt_h</p:attrName>
                                        </p:attrNameLst>
                                      </p:cBhvr>
                                      <p:tavLst>
                                        <p:tav tm="0">
                                          <p:val>
                                            <p:fltVal val="0"/>
                                          </p:val>
                                        </p:tav>
                                        <p:tav tm="100000">
                                          <p:val>
                                            <p:strVal val="#ppt_h"/>
                                          </p:val>
                                        </p:tav>
                                      </p:tavLst>
                                    </p:anim>
                                    <p:animEffect transition="in" filter="fade">
                                      <p:cBhvr>
                                        <p:cTn id="43" dur="500"/>
                                        <p:tgtEl>
                                          <p:spTgt spid="32"/>
                                        </p:tgtEl>
                                      </p:cBhvr>
                                    </p:animEffect>
                                  </p:childTnLst>
                                </p:cTn>
                              </p:par>
                            </p:childTnLst>
                          </p:cTn>
                        </p:par>
                        <p:par>
                          <p:cTn id="44" fill="hold">
                            <p:stCondLst>
                              <p:cond delay="4000"/>
                            </p:stCondLst>
                            <p:childTnLst>
                              <p:par>
                                <p:cTn id="45" presetID="53" presetClass="entr" presetSubtype="16" fill="hold" grpId="0" nodeType="afterEffect">
                                  <p:stCondLst>
                                    <p:cond delay="0"/>
                                  </p:stCondLst>
                                  <p:childTnLst>
                                    <p:set>
                                      <p:cBhvr>
                                        <p:cTn id="46" dur="1" fill="hold">
                                          <p:stCondLst>
                                            <p:cond delay="0"/>
                                          </p:stCondLst>
                                        </p:cTn>
                                        <p:tgtEl>
                                          <p:spTgt spid="4"/>
                                        </p:tgtEl>
                                        <p:attrNameLst>
                                          <p:attrName>style.visibility</p:attrName>
                                        </p:attrNameLst>
                                      </p:cBhvr>
                                      <p:to>
                                        <p:strVal val="visible"/>
                                      </p:to>
                                    </p:set>
                                    <p:anim calcmode="lin" valueType="num">
                                      <p:cBhvr>
                                        <p:cTn id="47" dur="500" fill="hold"/>
                                        <p:tgtEl>
                                          <p:spTgt spid="4"/>
                                        </p:tgtEl>
                                        <p:attrNameLst>
                                          <p:attrName>ppt_w</p:attrName>
                                        </p:attrNameLst>
                                      </p:cBhvr>
                                      <p:tavLst>
                                        <p:tav tm="0">
                                          <p:val>
                                            <p:fltVal val="0"/>
                                          </p:val>
                                        </p:tav>
                                        <p:tav tm="100000">
                                          <p:val>
                                            <p:strVal val="#ppt_w"/>
                                          </p:val>
                                        </p:tav>
                                      </p:tavLst>
                                    </p:anim>
                                    <p:anim calcmode="lin" valueType="num">
                                      <p:cBhvr>
                                        <p:cTn id="48" dur="500" fill="hold"/>
                                        <p:tgtEl>
                                          <p:spTgt spid="4"/>
                                        </p:tgtEl>
                                        <p:attrNameLst>
                                          <p:attrName>ppt_h</p:attrName>
                                        </p:attrNameLst>
                                      </p:cBhvr>
                                      <p:tavLst>
                                        <p:tav tm="0">
                                          <p:val>
                                            <p:fltVal val="0"/>
                                          </p:val>
                                        </p:tav>
                                        <p:tav tm="100000">
                                          <p:val>
                                            <p:strVal val="#ppt_h"/>
                                          </p:val>
                                        </p:tav>
                                      </p:tavLst>
                                    </p:anim>
                                    <p:animEffect transition="in" filter="fade">
                                      <p:cBhvr>
                                        <p:cTn id="4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 grpId="0" animBg="1"/>
      <p:bldP spid="288" grpId="0"/>
      <p:bldP spid="289" grpId="0"/>
      <p:bldP spid="292" grpId="0" animBg="1"/>
      <p:bldP spid="32" grpId="0" animBg="1"/>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图片 45">
            <a:extLst>
              <a:ext uri="{FF2B5EF4-FFF2-40B4-BE49-F238E27FC236}">
                <a16:creationId xmlns:a16="http://schemas.microsoft.com/office/drawing/2014/main" id="{7E0D5651-F4B5-44D7-B09E-CC401CF57183}"/>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40000"/>
                    </a14:imgEffect>
                  </a14:imgLayer>
                </a14:imgProps>
              </a:ext>
              <a:ext uri="{28A0092B-C50C-407E-A947-70E740481C1C}">
                <a14:useLocalDpi xmlns:a14="http://schemas.microsoft.com/office/drawing/2010/main" val="0"/>
              </a:ext>
            </a:extLst>
          </a:blip>
          <a:stretch>
            <a:fillRect/>
          </a:stretch>
        </p:blipFill>
        <p:spPr>
          <a:xfrm>
            <a:off x="9552400" y="-2272909"/>
            <a:ext cx="8360584" cy="8183432"/>
          </a:xfrm>
          <a:prstGeom prst="rect">
            <a:avLst/>
          </a:prstGeom>
        </p:spPr>
      </p:pic>
      <p:grpSp>
        <p:nvGrpSpPr>
          <p:cNvPr id="17" name="组合 16">
            <a:extLst>
              <a:ext uri="{FF2B5EF4-FFF2-40B4-BE49-F238E27FC236}">
                <a16:creationId xmlns:a16="http://schemas.microsoft.com/office/drawing/2014/main" id="{BD05A5DC-84A1-4B14-86C5-0AC6CD8A3910}"/>
              </a:ext>
            </a:extLst>
          </p:cNvPr>
          <p:cNvGrpSpPr/>
          <p:nvPr/>
        </p:nvGrpSpPr>
        <p:grpSpPr>
          <a:xfrm>
            <a:off x="2524288" y="1218408"/>
            <a:ext cx="7221538" cy="4148138"/>
            <a:chOff x="2487613" y="1358900"/>
            <a:chExt cx="7221538" cy="4148138"/>
          </a:xfrm>
        </p:grpSpPr>
        <p:sp>
          <p:nvSpPr>
            <p:cNvPr id="9" name="Freeform 7">
              <a:extLst>
                <a:ext uri="{FF2B5EF4-FFF2-40B4-BE49-F238E27FC236}">
                  <a16:creationId xmlns:a16="http://schemas.microsoft.com/office/drawing/2014/main" id="{72D288D6-34D9-4B6F-9B03-C9DF5535A5A7}"/>
                </a:ext>
              </a:extLst>
            </p:cNvPr>
            <p:cNvSpPr/>
            <p:nvPr/>
          </p:nvSpPr>
          <p:spPr bwMode="auto">
            <a:xfrm>
              <a:off x="4198938" y="2222500"/>
              <a:ext cx="5510213" cy="3284538"/>
            </a:xfrm>
            <a:custGeom>
              <a:avLst/>
              <a:gdLst>
                <a:gd name="T0" fmla="*/ 0 w 3471"/>
                <a:gd name="T1" fmla="*/ 2025 h 2069"/>
                <a:gd name="T2" fmla="*/ 3426 w 3471"/>
                <a:gd name="T3" fmla="*/ 2025 h 2069"/>
                <a:gd name="T4" fmla="*/ 3426 w 3471"/>
                <a:gd name="T5" fmla="*/ 0 h 2069"/>
                <a:gd name="T6" fmla="*/ 3471 w 3471"/>
                <a:gd name="T7" fmla="*/ 0 h 2069"/>
                <a:gd name="T8" fmla="*/ 3471 w 3471"/>
                <a:gd name="T9" fmla="*/ 2069 h 2069"/>
                <a:gd name="T10" fmla="*/ 0 w 3471"/>
                <a:gd name="T11" fmla="*/ 2069 h 2069"/>
                <a:gd name="T12" fmla="*/ 0 w 3471"/>
                <a:gd name="T13" fmla="*/ 2025 h 2069"/>
              </a:gdLst>
              <a:ahLst/>
              <a:cxnLst>
                <a:cxn ang="0">
                  <a:pos x="T0" y="T1"/>
                </a:cxn>
                <a:cxn ang="0">
                  <a:pos x="T2" y="T3"/>
                </a:cxn>
                <a:cxn ang="0">
                  <a:pos x="T4" y="T5"/>
                </a:cxn>
                <a:cxn ang="0">
                  <a:pos x="T6" y="T7"/>
                </a:cxn>
                <a:cxn ang="0">
                  <a:pos x="T8" y="T9"/>
                </a:cxn>
                <a:cxn ang="0">
                  <a:pos x="T10" y="T11"/>
                </a:cxn>
                <a:cxn ang="0">
                  <a:pos x="T12" y="T13"/>
                </a:cxn>
              </a:cxnLst>
              <a:rect l="0" t="0" r="r" b="b"/>
              <a:pathLst>
                <a:path w="3471" h="2069">
                  <a:moveTo>
                    <a:pt x="0" y="2025"/>
                  </a:moveTo>
                  <a:lnTo>
                    <a:pt x="3426" y="2025"/>
                  </a:lnTo>
                  <a:lnTo>
                    <a:pt x="3426" y="0"/>
                  </a:lnTo>
                  <a:lnTo>
                    <a:pt x="3471" y="0"/>
                  </a:lnTo>
                  <a:lnTo>
                    <a:pt x="3471" y="2069"/>
                  </a:lnTo>
                  <a:lnTo>
                    <a:pt x="0" y="2069"/>
                  </a:lnTo>
                  <a:lnTo>
                    <a:pt x="0" y="2025"/>
                  </a:lnTo>
                  <a:close/>
                </a:path>
              </a:pathLst>
            </a:custGeom>
            <a:gradFill flip="none" rotWithShape="1">
              <a:gsLst>
                <a:gs pos="0">
                  <a:schemeClr val="lt1">
                    <a:lumMod val="67000"/>
                  </a:schemeClr>
                </a:gs>
                <a:gs pos="48000">
                  <a:schemeClr val="accent4"/>
                </a:gs>
                <a:gs pos="100000">
                  <a:schemeClr val="accent3"/>
                </a:gs>
              </a:gsLst>
              <a:lin ang="13800000" scaled="0"/>
            </a:gradFill>
            <a:ln>
              <a:noFill/>
            </a:ln>
          </p:spPr>
          <p:txBody>
            <a:bodyPr vert="horz" wrap="square" lIns="91440" tIns="45720" rIns="91440" bIns="45720" numCol="1" anchor="t" anchorCtr="0" compatLnSpc="1">
              <a:prstTxWarp prst="textNoShape">
                <a:avLst/>
              </a:prstTxWarp>
            </a:bodyPr>
            <a:lstStyle/>
            <a:p>
              <a:endParaRPr lang="zh-CN" altLang="en-US">
                <a:solidFill>
                  <a:schemeClr val="tx1"/>
                </a:solidFill>
              </a:endParaRPr>
            </a:p>
          </p:txBody>
        </p:sp>
        <p:sp>
          <p:nvSpPr>
            <p:cNvPr id="8" name="Freeform 6">
              <a:extLst>
                <a:ext uri="{FF2B5EF4-FFF2-40B4-BE49-F238E27FC236}">
                  <a16:creationId xmlns:a16="http://schemas.microsoft.com/office/drawing/2014/main" id="{8249EDA8-EF6C-44F0-BDE4-C1126DB5C61D}"/>
                </a:ext>
              </a:extLst>
            </p:cNvPr>
            <p:cNvSpPr/>
            <p:nvPr/>
          </p:nvSpPr>
          <p:spPr bwMode="auto">
            <a:xfrm>
              <a:off x="2487613" y="1358900"/>
              <a:ext cx="5478463" cy="3343275"/>
            </a:xfrm>
            <a:custGeom>
              <a:avLst/>
              <a:gdLst>
                <a:gd name="T0" fmla="*/ 3451 w 3451"/>
                <a:gd name="T1" fmla="*/ 45 h 2106"/>
                <a:gd name="T2" fmla="*/ 45 w 3451"/>
                <a:gd name="T3" fmla="*/ 45 h 2106"/>
                <a:gd name="T4" fmla="*/ 45 w 3451"/>
                <a:gd name="T5" fmla="*/ 2106 h 2106"/>
                <a:gd name="T6" fmla="*/ 0 w 3451"/>
                <a:gd name="T7" fmla="*/ 2106 h 2106"/>
                <a:gd name="T8" fmla="*/ 0 w 3451"/>
                <a:gd name="T9" fmla="*/ 0 h 2106"/>
                <a:gd name="T10" fmla="*/ 3451 w 3451"/>
                <a:gd name="T11" fmla="*/ 0 h 2106"/>
                <a:gd name="T12" fmla="*/ 3451 w 3451"/>
                <a:gd name="T13" fmla="*/ 45 h 2106"/>
              </a:gdLst>
              <a:ahLst/>
              <a:cxnLst>
                <a:cxn ang="0">
                  <a:pos x="T0" y="T1"/>
                </a:cxn>
                <a:cxn ang="0">
                  <a:pos x="T2" y="T3"/>
                </a:cxn>
                <a:cxn ang="0">
                  <a:pos x="T4" y="T5"/>
                </a:cxn>
                <a:cxn ang="0">
                  <a:pos x="T6" y="T7"/>
                </a:cxn>
                <a:cxn ang="0">
                  <a:pos x="T8" y="T9"/>
                </a:cxn>
                <a:cxn ang="0">
                  <a:pos x="T10" y="T11"/>
                </a:cxn>
                <a:cxn ang="0">
                  <a:pos x="T12" y="T13"/>
                </a:cxn>
              </a:cxnLst>
              <a:rect l="0" t="0" r="r" b="b"/>
              <a:pathLst>
                <a:path w="3450" h="2106">
                  <a:moveTo>
                    <a:pt x="3451" y="45"/>
                  </a:moveTo>
                  <a:lnTo>
                    <a:pt x="45" y="45"/>
                  </a:lnTo>
                  <a:lnTo>
                    <a:pt x="45" y="2106"/>
                  </a:lnTo>
                  <a:lnTo>
                    <a:pt x="0" y="2106"/>
                  </a:lnTo>
                  <a:lnTo>
                    <a:pt x="0" y="0"/>
                  </a:lnTo>
                  <a:lnTo>
                    <a:pt x="3451" y="0"/>
                  </a:lnTo>
                  <a:lnTo>
                    <a:pt x="3451" y="45"/>
                  </a:lnTo>
                  <a:close/>
                </a:path>
              </a:pathLst>
            </a:custGeom>
            <a:gradFill flip="none" rotWithShape="1">
              <a:gsLst>
                <a:gs pos="0">
                  <a:schemeClr val="lt1">
                    <a:lumMod val="67000"/>
                  </a:schemeClr>
                </a:gs>
                <a:gs pos="48000">
                  <a:schemeClr val="lt1">
                    <a:lumMod val="97000"/>
                    <a:lumOff val="3000"/>
                  </a:schemeClr>
                </a:gs>
                <a:gs pos="100000">
                  <a:schemeClr val="lt1">
                    <a:lumMod val="60000"/>
                    <a:lumOff val="40000"/>
                  </a:schemeClr>
                </a:gs>
              </a:gsLst>
              <a:lin ang="1620000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50" name="组合 49">
            <a:extLst>
              <a:ext uri="{FF2B5EF4-FFF2-40B4-BE49-F238E27FC236}">
                <a16:creationId xmlns:a16="http://schemas.microsoft.com/office/drawing/2014/main" id="{3E00EA64-B241-4870-A25B-12B89B524F56}"/>
              </a:ext>
            </a:extLst>
          </p:cNvPr>
          <p:cNvGrpSpPr/>
          <p:nvPr/>
        </p:nvGrpSpPr>
        <p:grpSpPr>
          <a:xfrm>
            <a:off x="-1361489" y="183860"/>
            <a:ext cx="3871711" cy="5726663"/>
            <a:chOff x="-1553864" y="-890599"/>
            <a:chExt cx="4585852" cy="6782951"/>
          </a:xfrm>
        </p:grpSpPr>
        <p:pic>
          <p:nvPicPr>
            <p:cNvPr id="34" name="图片 33">
              <a:extLst>
                <a:ext uri="{FF2B5EF4-FFF2-40B4-BE49-F238E27FC236}">
                  <a16:creationId xmlns:a16="http://schemas.microsoft.com/office/drawing/2014/main" id="{88E3D2F0-93AB-4128-9772-BE737AB9B3D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87536" y="3670361"/>
              <a:ext cx="1744452" cy="1741104"/>
            </a:xfrm>
            <a:prstGeom prst="rect">
              <a:avLst/>
            </a:prstGeom>
          </p:spPr>
        </p:pic>
        <p:pic>
          <p:nvPicPr>
            <p:cNvPr id="36" name="图片 35">
              <a:extLst>
                <a:ext uri="{FF2B5EF4-FFF2-40B4-BE49-F238E27FC236}">
                  <a16:creationId xmlns:a16="http://schemas.microsoft.com/office/drawing/2014/main" id="{6031DB95-B889-4EFF-88F4-676DB97CA14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1036" y="569226"/>
              <a:ext cx="1837125" cy="1819114"/>
            </a:xfrm>
            <a:prstGeom prst="rect">
              <a:avLst/>
            </a:prstGeom>
          </p:spPr>
        </p:pic>
        <p:pic>
          <p:nvPicPr>
            <p:cNvPr id="38" name="图片 37">
              <a:extLst>
                <a:ext uri="{FF2B5EF4-FFF2-40B4-BE49-F238E27FC236}">
                  <a16:creationId xmlns:a16="http://schemas.microsoft.com/office/drawing/2014/main" id="{793C2B43-D848-40BA-986F-8420271F064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9476" y="5015142"/>
              <a:ext cx="896198" cy="877210"/>
            </a:xfrm>
            <a:prstGeom prst="rect">
              <a:avLst/>
            </a:prstGeom>
          </p:spPr>
        </p:pic>
        <p:pic>
          <p:nvPicPr>
            <p:cNvPr id="40" name="图片 39">
              <a:extLst>
                <a:ext uri="{FF2B5EF4-FFF2-40B4-BE49-F238E27FC236}">
                  <a16:creationId xmlns:a16="http://schemas.microsoft.com/office/drawing/2014/main" id="{054C5671-701C-462B-A42C-3432A2FBBEE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49890" y="3992531"/>
              <a:ext cx="1448692" cy="1421529"/>
            </a:xfrm>
            <a:prstGeom prst="rect">
              <a:avLst/>
            </a:prstGeom>
          </p:spPr>
        </p:pic>
        <p:pic>
          <p:nvPicPr>
            <p:cNvPr id="42" name="图片 41">
              <a:extLst>
                <a:ext uri="{FF2B5EF4-FFF2-40B4-BE49-F238E27FC236}">
                  <a16:creationId xmlns:a16="http://schemas.microsoft.com/office/drawing/2014/main" id="{B74C2C45-D92F-4851-9439-80DA71BFC6E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553864" y="2628742"/>
              <a:ext cx="2260317" cy="2260317"/>
            </a:xfrm>
            <a:prstGeom prst="rect">
              <a:avLst/>
            </a:prstGeom>
          </p:spPr>
        </p:pic>
        <p:pic>
          <p:nvPicPr>
            <p:cNvPr id="44" name="图片 43">
              <a:extLst>
                <a:ext uri="{FF2B5EF4-FFF2-40B4-BE49-F238E27FC236}">
                  <a16:creationId xmlns:a16="http://schemas.microsoft.com/office/drawing/2014/main" id="{03B66ADB-152E-4063-9A2A-041A94D4DDB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81252" y="2628742"/>
              <a:ext cx="1402835" cy="1385152"/>
            </a:xfrm>
            <a:prstGeom prst="rect">
              <a:avLst/>
            </a:prstGeom>
          </p:spPr>
        </p:pic>
        <p:pic>
          <p:nvPicPr>
            <p:cNvPr id="47" name="图片 46">
              <a:extLst>
                <a:ext uri="{FF2B5EF4-FFF2-40B4-BE49-F238E27FC236}">
                  <a16:creationId xmlns:a16="http://schemas.microsoft.com/office/drawing/2014/main" id="{C5FBAE8D-F31B-4A27-B619-1F4009CA646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8410" y="1748109"/>
              <a:ext cx="951316" cy="951316"/>
            </a:xfrm>
            <a:prstGeom prst="rect">
              <a:avLst/>
            </a:prstGeom>
          </p:spPr>
        </p:pic>
        <p:pic>
          <p:nvPicPr>
            <p:cNvPr id="48" name="图片 47">
              <a:extLst>
                <a:ext uri="{FF2B5EF4-FFF2-40B4-BE49-F238E27FC236}">
                  <a16:creationId xmlns:a16="http://schemas.microsoft.com/office/drawing/2014/main" id="{11AD2155-0C5A-40F2-A35B-099C4763935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90190" y="-890599"/>
              <a:ext cx="705423" cy="705423"/>
            </a:xfrm>
            <a:prstGeom prst="rect">
              <a:avLst/>
            </a:prstGeom>
          </p:spPr>
        </p:pic>
      </p:grpSp>
      <p:grpSp>
        <p:nvGrpSpPr>
          <p:cNvPr id="49" name="组合 48">
            <a:extLst>
              <a:ext uri="{FF2B5EF4-FFF2-40B4-BE49-F238E27FC236}">
                <a16:creationId xmlns:a16="http://schemas.microsoft.com/office/drawing/2014/main" id="{594999DF-6378-4B57-BE43-03F5B0B3899E}"/>
              </a:ext>
            </a:extLst>
          </p:cNvPr>
          <p:cNvGrpSpPr/>
          <p:nvPr/>
        </p:nvGrpSpPr>
        <p:grpSpPr>
          <a:xfrm>
            <a:off x="-413849" y="-361315"/>
            <a:ext cx="13518432" cy="7291465"/>
            <a:chOff x="-2315498" y="-1628300"/>
            <a:chExt cx="15764777" cy="8503082"/>
          </a:xfrm>
        </p:grpSpPr>
        <p:pic>
          <p:nvPicPr>
            <p:cNvPr id="62" name="图片 61">
              <a:extLst>
                <a:ext uri="{FF2B5EF4-FFF2-40B4-BE49-F238E27FC236}">
                  <a16:creationId xmlns:a16="http://schemas.microsoft.com/office/drawing/2014/main" id="{66F89DE5-2D1C-49EC-ADD7-EFE85CE4514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04827" y="4227943"/>
              <a:ext cx="1744452" cy="1741104"/>
            </a:xfrm>
            <a:prstGeom prst="rect">
              <a:avLst/>
            </a:prstGeom>
          </p:spPr>
        </p:pic>
        <p:pic>
          <p:nvPicPr>
            <p:cNvPr id="63" name="图片 62">
              <a:extLst>
                <a:ext uri="{FF2B5EF4-FFF2-40B4-BE49-F238E27FC236}">
                  <a16:creationId xmlns:a16="http://schemas.microsoft.com/office/drawing/2014/main" id="{4BB14892-00C3-4369-B5A3-AE69E72CA11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841195" y="1551656"/>
              <a:ext cx="1837125" cy="1819114"/>
            </a:xfrm>
            <a:prstGeom prst="rect">
              <a:avLst/>
            </a:prstGeom>
          </p:spPr>
        </p:pic>
        <p:pic>
          <p:nvPicPr>
            <p:cNvPr id="64" name="图片 63">
              <a:extLst>
                <a:ext uri="{FF2B5EF4-FFF2-40B4-BE49-F238E27FC236}">
                  <a16:creationId xmlns:a16="http://schemas.microsoft.com/office/drawing/2014/main" id="{C4DFF11B-B0DC-40A8-82FD-4F0B3029038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710683" y="5997572"/>
              <a:ext cx="896198" cy="877210"/>
            </a:xfrm>
            <a:prstGeom prst="rect">
              <a:avLst/>
            </a:prstGeom>
          </p:spPr>
        </p:pic>
        <p:pic>
          <p:nvPicPr>
            <p:cNvPr id="65" name="图片 64">
              <a:extLst>
                <a:ext uri="{FF2B5EF4-FFF2-40B4-BE49-F238E27FC236}">
                  <a16:creationId xmlns:a16="http://schemas.microsoft.com/office/drawing/2014/main" id="{0CBEC219-FC7F-4E0C-B693-BD252AB3268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420049" y="4974961"/>
              <a:ext cx="1448692" cy="1421529"/>
            </a:xfrm>
            <a:prstGeom prst="rect">
              <a:avLst/>
            </a:prstGeom>
          </p:spPr>
        </p:pic>
        <p:pic>
          <p:nvPicPr>
            <p:cNvPr id="66" name="图片 65">
              <a:extLst>
                <a:ext uri="{FF2B5EF4-FFF2-40B4-BE49-F238E27FC236}">
                  <a16:creationId xmlns:a16="http://schemas.microsoft.com/office/drawing/2014/main" id="{C6A7EE06-AA87-49B2-ABE9-3E46A116C7E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316295" y="3611172"/>
              <a:ext cx="2260317" cy="2260317"/>
            </a:xfrm>
            <a:prstGeom prst="rect">
              <a:avLst/>
            </a:prstGeom>
          </p:spPr>
        </p:pic>
        <p:pic>
          <p:nvPicPr>
            <p:cNvPr id="67" name="图片 66">
              <a:extLst>
                <a:ext uri="{FF2B5EF4-FFF2-40B4-BE49-F238E27FC236}">
                  <a16:creationId xmlns:a16="http://schemas.microsoft.com/office/drawing/2014/main" id="{8923BAE4-3882-475C-8A44-4C132B899A6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651411" y="3611172"/>
              <a:ext cx="1402835" cy="1385152"/>
            </a:xfrm>
            <a:prstGeom prst="rect">
              <a:avLst/>
            </a:prstGeom>
          </p:spPr>
        </p:pic>
        <p:pic>
          <p:nvPicPr>
            <p:cNvPr id="68" name="图片 67">
              <a:extLst>
                <a:ext uri="{FF2B5EF4-FFF2-40B4-BE49-F238E27FC236}">
                  <a16:creationId xmlns:a16="http://schemas.microsoft.com/office/drawing/2014/main" id="{BACC5309-9A3E-4781-A505-854F5C4B30E7}"/>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898569" y="2730539"/>
              <a:ext cx="951316" cy="951316"/>
            </a:xfrm>
            <a:prstGeom prst="rect">
              <a:avLst/>
            </a:prstGeom>
          </p:spPr>
        </p:pic>
        <p:pic>
          <p:nvPicPr>
            <p:cNvPr id="80" name="图片 79">
              <a:extLst>
                <a:ext uri="{FF2B5EF4-FFF2-40B4-BE49-F238E27FC236}">
                  <a16:creationId xmlns:a16="http://schemas.microsoft.com/office/drawing/2014/main" id="{35D93DC0-CBC6-40C5-9122-18080F4703F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396900" y="-1020327"/>
              <a:ext cx="896199" cy="877210"/>
            </a:xfrm>
            <a:prstGeom prst="rect">
              <a:avLst/>
            </a:prstGeom>
          </p:spPr>
        </p:pic>
        <p:pic>
          <p:nvPicPr>
            <p:cNvPr id="39" name="图片 38">
              <a:extLst>
                <a:ext uri="{FF2B5EF4-FFF2-40B4-BE49-F238E27FC236}">
                  <a16:creationId xmlns:a16="http://schemas.microsoft.com/office/drawing/2014/main" id="{F99452B7-E0AF-4815-AF93-8C98A6B85FF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184695" y="90453"/>
              <a:ext cx="1448692" cy="1421529"/>
            </a:xfrm>
            <a:prstGeom prst="rect">
              <a:avLst/>
            </a:prstGeom>
          </p:spPr>
        </p:pic>
        <p:pic>
          <p:nvPicPr>
            <p:cNvPr id="41" name="图片 40">
              <a:extLst>
                <a:ext uri="{FF2B5EF4-FFF2-40B4-BE49-F238E27FC236}">
                  <a16:creationId xmlns:a16="http://schemas.microsoft.com/office/drawing/2014/main" id="{F5F1DABC-2572-4237-A525-35E5A6841DB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315498" y="-1206946"/>
              <a:ext cx="1448692" cy="1421529"/>
            </a:xfrm>
            <a:prstGeom prst="rect">
              <a:avLst/>
            </a:prstGeom>
          </p:spPr>
        </p:pic>
        <p:pic>
          <p:nvPicPr>
            <p:cNvPr id="43" name="图片 42">
              <a:extLst>
                <a:ext uri="{FF2B5EF4-FFF2-40B4-BE49-F238E27FC236}">
                  <a16:creationId xmlns:a16="http://schemas.microsoft.com/office/drawing/2014/main" id="{10849DB2-BE69-4A01-972B-549A2005B71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39119" y="-1628300"/>
              <a:ext cx="1448692" cy="1421529"/>
            </a:xfrm>
            <a:prstGeom prst="rect">
              <a:avLst/>
            </a:prstGeom>
          </p:spPr>
        </p:pic>
      </p:grpSp>
      <p:pic>
        <p:nvPicPr>
          <p:cNvPr id="69" name="图片 68">
            <a:extLst>
              <a:ext uri="{FF2B5EF4-FFF2-40B4-BE49-F238E27FC236}">
                <a16:creationId xmlns:a16="http://schemas.microsoft.com/office/drawing/2014/main" id="{B5558C21-9AC9-4901-89EF-B1929B3CA3F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2065985">
            <a:off x="8961925" y="321311"/>
            <a:ext cx="1389549" cy="1386882"/>
          </a:xfrm>
          <a:prstGeom prst="rect">
            <a:avLst/>
          </a:prstGeom>
        </p:spPr>
      </p:pic>
      <p:sp>
        <p:nvSpPr>
          <p:cNvPr id="77" name="矩形61536760">
            <a:extLst>
              <a:ext uri="{FF2B5EF4-FFF2-40B4-BE49-F238E27FC236}">
                <a16:creationId xmlns:a16="http://schemas.microsoft.com/office/drawing/2014/main" id="{B95F3630-C803-4837-A533-7B649D1CC25D}"/>
              </a:ext>
            </a:extLst>
          </p:cNvPr>
          <p:cNvSpPr/>
          <p:nvPr/>
        </p:nvSpPr>
        <p:spPr>
          <a:xfrm>
            <a:off x="4523171" y="6093743"/>
            <a:ext cx="3643189" cy="338633"/>
          </a:xfrm>
          <a:prstGeom prst="rect">
            <a:avLst/>
          </a:prstGeom>
        </p:spPr>
        <p:txBody>
          <a:bodyPr wrap="none">
            <a:normAutofit/>
          </a:bodyPr>
          <a:lstStyle/>
          <a:p>
            <a:pPr algn="ctr"/>
            <a:endParaRPr lang="vi-VN" altLang="vi-VN" sz="1600" dirty="0">
              <a:solidFill>
                <a:schemeClr val="lt1">
                  <a:lumMod val="75000"/>
                  <a:lumOff val="25000"/>
                  <a:alpha val="54000"/>
                </a:schemeClr>
              </a:solidFill>
              <a:latin typeface="Noto Sans"/>
              <a:ea typeface="Noto Sans"/>
              <a:sym typeface="思源黑体" panose="020B0400000000000000" pitchFamily="34" charset="-122"/>
            </a:endParaRPr>
          </a:p>
        </p:txBody>
      </p:sp>
      <p:sp>
        <p:nvSpPr>
          <p:cNvPr id="78" name="文本框 77">
            <a:extLst>
              <a:ext uri="{FF2B5EF4-FFF2-40B4-BE49-F238E27FC236}">
                <a16:creationId xmlns:a16="http://schemas.microsoft.com/office/drawing/2014/main" id="{A8A06C82-F7CD-4D40-BA22-1EE2408F5189}"/>
              </a:ext>
            </a:extLst>
          </p:cNvPr>
          <p:cNvSpPr txBox="1"/>
          <p:nvPr/>
        </p:nvSpPr>
        <p:spPr>
          <a:xfrm>
            <a:off x="2775877" y="1167671"/>
            <a:ext cx="7044707" cy="4747117"/>
          </a:xfrm>
          <a:prstGeom prst="rect">
            <a:avLst/>
          </a:prstGeom>
          <a:noFill/>
        </p:spPr>
        <p:txBody>
          <a:bodyPr wrap="square" rtlCol="0">
            <a:normAutofit/>
          </a:bodyPr>
          <a:lstStyle/>
          <a:p>
            <a:pPr algn="ctr"/>
            <a:r>
              <a:rPr lang="vi-VN" altLang="zh-CN" sz="4400" dirty="0">
                <a:solidFill>
                  <a:schemeClr val="bg1"/>
                </a:solidFill>
              </a:rPr>
              <a:t>Thành viên thực hiện:</a:t>
            </a:r>
          </a:p>
          <a:p>
            <a:r>
              <a:rPr lang="vi-VN" altLang="zh-CN" sz="2800" dirty="0">
                <a:solidFill>
                  <a:schemeClr val="bg1"/>
                </a:solidFill>
              </a:rPr>
              <a:t>1, Trương Tiến Đạt – 1509269 – nhóm trưởng</a:t>
            </a:r>
          </a:p>
          <a:p>
            <a:r>
              <a:rPr lang="vi-VN" altLang="zh-CN" sz="2800" dirty="0">
                <a:solidFill>
                  <a:schemeClr val="bg1"/>
                </a:solidFill>
              </a:rPr>
              <a:t>2, Trần Vũ – 0407569 </a:t>
            </a:r>
          </a:p>
          <a:p>
            <a:r>
              <a:rPr lang="vi-VN" altLang="zh-CN" sz="2800" dirty="0">
                <a:solidFill>
                  <a:schemeClr val="bg1"/>
                </a:solidFill>
              </a:rPr>
              <a:t>3,Nguyễn Phương Thảo - 1645969</a:t>
            </a:r>
          </a:p>
          <a:p>
            <a:r>
              <a:rPr lang="vi-VN" altLang="zh-CN" sz="2800" dirty="0">
                <a:solidFill>
                  <a:schemeClr val="bg1"/>
                </a:solidFill>
              </a:rPr>
              <a:t>4, Nguyễn Mạnh Đạt - 0387069</a:t>
            </a:r>
          </a:p>
          <a:p>
            <a:r>
              <a:rPr lang="vi-VN" altLang="zh-CN" sz="2800" dirty="0">
                <a:solidFill>
                  <a:schemeClr val="bg1"/>
                </a:solidFill>
              </a:rPr>
              <a:t>5, Dương Quốc Khánh - 0393769</a:t>
            </a:r>
          </a:p>
          <a:p>
            <a:r>
              <a:rPr lang="vi-VN" altLang="zh-CN" sz="2800" dirty="0">
                <a:solidFill>
                  <a:schemeClr val="bg1"/>
                </a:solidFill>
              </a:rPr>
              <a:t>6, Lê Công Việt – 0406869</a:t>
            </a:r>
          </a:p>
          <a:p>
            <a:r>
              <a:rPr lang="vi-VN" altLang="zh-CN" sz="2800" dirty="0">
                <a:solidFill>
                  <a:schemeClr val="bg1"/>
                </a:solidFill>
              </a:rPr>
              <a:t>7, Bùi Đức Hòa - 0391069</a:t>
            </a:r>
          </a:p>
          <a:p>
            <a:r>
              <a:rPr lang="vi-VN" altLang="zh-CN" sz="2800" dirty="0">
                <a:solidFill>
                  <a:schemeClr val="bg1"/>
                </a:solidFill>
              </a:rPr>
              <a:t>8, Trịnh Xuân Huy - 0393269</a:t>
            </a:r>
          </a:p>
        </p:txBody>
      </p:sp>
      <p:pic>
        <p:nvPicPr>
          <p:cNvPr id="37" name="图片 36">
            <a:extLst>
              <a:ext uri="{FF2B5EF4-FFF2-40B4-BE49-F238E27FC236}">
                <a16:creationId xmlns:a16="http://schemas.microsoft.com/office/drawing/2014/main" id="{1DABF1F9-5E67-4BE2-A218-352205B9C0C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84026" y="5441649"/>
            <a:ext cx="2140176" cy="2094828"/>
          </a:xfrm>
          <a:prstGeom prst="rect">
            <a:avLst/>
          </a:prstGeom>
        </p:spPr>
      </p:pic>
    </p:spTree>
    <p:extLst>
      <p:ext uri="{BB962C8B-B14F-4D97-AF65-F5344CB8AC3E}">
        <p14:creationId xmlns:p14="http://schemas.microsoft.com/office/powerpoint/2010/main" val="3227834154"/>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4" fill="hold" nodeType="after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ipe(down)">
                                      <p:cBhvr>
                                        <p:cTn id="7" dur="500"/>
                                        <p:tgtEl>
                                          <p:spTgt spid="49"/>
                                        </p:tgtEl>
                                      </p:cBhvr>
                                    </p:animEffect>
                                  </p:childTnLst>
                                </p:cTn>
                              </p:par>
                            </p:childTnLst>
                          </p:cTn>
                        </p:par>
                        <p:par>
                          <p:cTn id="8" fill="hold" nodeType="afterGroup">
                            <p:stCondLst>
                              <p:cond delay="500"/>
                            </p:stCondLst>
                            <p:childTnLst>
                              <p:par>
                                <p:cTn id="9" presetID="22" presetClass="entr" presetSubtype="4" fill="hold" nodeType="afterEffect">
                                  <p:stCondLst>
                                    <p:cond delay="0"/>
                                  </p:stCondLst>
                                  <p:childTnLst>
                                    <p:set>
                                      <p:cBhvr>
                                        <p:cTn id="10" dur="1" fill="hold">
                                          <p:stCondLst>
                                            <p:cond delay="0"/>
                                          </p:stCondLst>
                                        </p:cTn>
                                        <p:tgtEl>
                                          <p:spTgt spid="69"/>
                                        </p:tgtEl>
                                        <p:attrNameLst>
                                          <p:attrName>style.visibility</p:attrName>
                                        </p:attrNameLst>
                                      </p:cBhvr>
                                      <p:to>
                                        <p:strVal val="visible"/>
                                      </p:to>
                                    </p:set>
                                    <p:animEffect transition="in" filter="wipe(down)">
                                      <p:cBhvr>
                                        <p:cTn id="11" dur="500"/>
                                        <p:tgtEl>
                                          <p:spTgt spid="69"/>
                                        </p:tgtEl>
                                      </p:cBhvr>
                                    </p:animEffect>
                                  </p:childTnLst>
                                </p:cTn>
                              </p:par>
                            </p:childTnLst>
                          </p:cTn>
                        </p:par>
                        <p:par>
                          <p:cTn id="12" fill="hold" nodeType="afterGroup">
                            <p:stCondLst>
                              <p:cond delay="1000"/>
                            </p:stCondLst>
                            <p:childTnLst>
                              <p:par>
                                <p:cTn id="13" presetID="22" presetClass="entr" presetSubtype="4" fill="hold" nodeType="afterEffect">
                                  <p:stCondLst>
                                    <p:cond delay="0"/>
                                  </p:stCondLst>
                                  <p:childTnLst>
                                    <p:set>
                                      <p:cBhvr>
                                        <p:cTn id="14" dur="1" fill="hold">
                                          <p:stCondLst>
                                            <p:cond delay="0"/>
                                          </p:stCondLst>
                                        </p:cTn>
                                        <p:tgtEl>
                                          <p:spTgt spid="50"/>
                                        </p:tgtEl>
                                        <p:attrNameLst>
                                          <p:attrName>style.visibility</p:attrName>
                                        </p:attrNameLst>
                                      </p:cBhvr>
                                      <p:to>
                                        <p:strVal val="visible"/>
                                      </p:to>
                                    </p:set>
                                    <p:animEffect transition="in" filter="wipe(down)">
                                      <p:cBhvr>
                                        <p:cTn id="15" dur="500"/>
                                        <p:tgtEl>
                                          <p:spTgt spid="50"/>
                                        </p:tgtEl>
                                      </p:cBhvr>
                                    </p:animEffect>
                                  </p:childTnLst>
                                </p:cTn>
                              </p:par>
                            </p:childTnLst>
                          </p:cTn>
                        </p:par>
                        <p:par>
                          <p:cTn id="16" fill="hold" nodeType="afterGroup">
                            <p:stCondLst>
                              <p:cond delay="1500"/>
                            </p:stCondLst>
                            <p:childTnLst>
                              <p:par>
                                <p:cTn id="17" presetID="16" presetClass="entr" presetSubtype="21" fill="hold" nodeType="after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barn(inVertical)">
                                      <p:cBhvr>
                                        <p:cTn id="19" dur="500"/>
                                        <p:tgtEl>
                                          <p:spTgt spid="17"/>
                                        </p:tgtEl>
                                      </p:cBhvr>
                                    </p:animEffect>
                                  </p:childTnLst>
                                </p:cTn>
                              </p:par>
                            </p:childTnLst>
                          </p:cTn>
                        </p:par>
                        <p:par>
                          <p:cTn id="20" fill="hold" nodeType="afterGroup">
                            <p:stCondLst>
                              <p:cond delay="2000"/>
                            </p:stCondLst>
                            <p:childTnLst>
                              <p:par>
                                <p:cTn id="21" presetID="2" presetClass="entr" presetSubtype="2" fill="hold" grpId="0" nodeType="afterEffect" nodePh="1">
                                  <p:stCondLst>
                                    <p:cond delay="0"/>
                                  </p:stCondLst>
                                  <p:endCondLst>
                                    <p:cond evt="begin" delay="0">
                                      <p:tn val="21"/>
                                    </p:cond>
                                  </p:endCondLst>
                                  <p:childTnLst>
                                    <p:set>
                                      <p:cBhvr>
                                        <p:cTn id="22" dur="1" fill="hold">
                                          <p:stCondLst>
                                            <p:cond delay="0"/>
                                          </p:stCondLst>
                                        </p:cTn>
                                        <p:tgtEl>
                                          <p:spTgt spid="77"/>
                                        </p:tgtEl>
                                        <p:attrNameLst>
                                          <p:attrName>style.visibility</p:attrName>
                                        </p:attrNameLst>
                                      </p:cBhvr>
                                      <p:to>
                                        <p:strVal val="visible"/>
                                      </p:to>
                                    </p:set>
                                    <p:anim calcmode="lin" valueType="num">
                                      <p:cBhvr additive="base">
                                        <p:cTn id="23" dur="500" fill="hold"/>
                                        <p:tgtEl>
                                          <p:spTgt spid="77"/>
                                        </p:tgtEl>
                                        <p:attrNameLst>
                                          <p:attrName>ppt_x</p:attrName>
                                        </p:attrNameLst>
                                      </p:cBhvr>
                                      <p:tavLst>
                                        <p:tav tm="0">
                                          <p:val>
                                            <p:strVal val="1+#ppt_w/2"/>
                                          </p:val>
                                        </p:tav>
                                        <p:tav tm="100000">
                                          <p:val>
                                            <p:strVal val="#ppt_x"/>
                                          </p:val>
                                        </p:tav>
                                      </p:tavLst>
                                    </p:anim>
                                    <p:anim calcmode="lin" valueType="num">
                                      <p:cBhvr additive="base">
                                        <p:cTn id="24" dur="500" fill="hold"/>
                                        <p:tgtEl>
                                          <p:spTgt spid="77"/>
                                        </p:tgtEl>
                                        <p:attrNameLst>
                                          <p:attrName>ppt_y</p:attrName>
                                        </p:attrNameLst>
                                      </p:cBhvr>
                                      <p:tavLst>
                                        <p:tav tm="0">
                                          <p:val>
                                            <p:strVal val="#ppt_y"/>
                                          </p:val>
                                        </p:tav>
                                        <p:tav tm="100000">
                                          <p:val>
                                            <p:strVal val="#ppt_y"/>
                                          </p:val>
                                        </p:tav>
                                      </p:tavLst>
                                    </p:anim>
                                  </p:childTnLst>
                                </p:cTn>
                              </p:par>
                            </p:childTnLst>
                          </p:cTn>
                        </p:par>
                        <p:par>
                          <p:cTn id="25" fill="hold" nodeType="afterGroup">
                            <p:stCondLst>
                              <p:cond delay="2500"/>
                            </p:stCondLst>
                            <p:childTnLst>
                              <p:par>
                                <p:cTn id="26" presetID="16" presetClass="entr" presetSubtype="21" fill="hold" grpId="0" nodeType="afterEffect">
                                  <p:stCondLst>
                                    <p:cond delay="0"/>
                                  </p:stCondLst>
                                  <p:childTnLst>
                                    <p:set>
                                      <p:cBhvr>
                                        <p:cTn id="27" dur="1" fill="hold">
                                          <p:stCondLst>
                                            <p:cond delay="0"/>
                                          </p:stCondLst>
                                        </p:cTn>
                                        <p:tgtEl>
                                          <p:spTgt spid="78"/>
                                        </p:tgtEl>
                                        <p:attrNameLst>
                                          <p:attrName>style.visibility</p:attrName>
                                        </p:attrNameLst>
                                      </p:cBhvr>
                                      <p:to>
                                        <p:strVal val="visible"/>
                                      </p:to>
                                    </p:set>
                                    <p:animEffect transition="in" filter="barn(inVertical)">
                                      <p:cBhvr>
                                        <p:cTn id="28" dur="500"/>
                                        <p:tgtEl>
                                          <p:spTgt spid="78"/>
                                        </p:tgtEl>
                                      </p:cBhvr>
                                    </p:animEffect>
                                  </p:childTnLst>
                                </p:cTn>
                              </p:par>
                            </p:childTnLst>
                          </p:cTn>
                        </p:par>
                        <p:par>
                          <p:cTn id="29" fill="hold" nodeType="afterGroup">
                            <p:stCondLst>
                              <p:cond delay="3000"/>
                            </p:stCondLst>
                            <p:childTnLst>
                              <p:par>
                                <p:cTn id="30" presetID="22" presetClass="entr" presetSubtype="4" fill="hold" nodeType="after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wipe(down)">
                                      <p:cBhvr>
                                        <p:cTn id="32" dur="500"/>
                                        <p:tgtEl>
                                          <p:spTgt spid="37"/>
                                        </p:tgtEl>
                                      </p:cBhvr>
                                    </p:animEffect>
                                  </p:childTnLst>
                                </p:cTn>
                              </p:par>
                            </p:childTnLst>
                          </p:cTn>
                        </p:par>
                        <p:par>
                          <p:cTn id="33" fill="hold" nodeType="afterGroup">
                            <p:stCondLst>
                              <p:cond delay="3500"/>
                            </p:stCondLst>
                            <p:childTnLst>
                              <p:par>
                                <p:cTn id="34" presetID="22" presetClass="entr" presetSubtype="4" fill="hold" nodeType="afterEffect">
                                  <p:stCondLst>
                                    <p:cond delay="0"/>
                                  </p:stCondLst>
                                  <p:childTnLst>
                                    <p:set>
                                      <p:cBhvr>
                                        <p:cTn id="35" dur="1" fill="hold">
                                          <p:stCondLst>
                                            <p:cond delay="0"/>
                                          </p:stCondLst>
                                        </p:cTn>
                                        <p:tgtEl>
                                          <p:spTgt spid="46"/>
                                        </p:tgtEl>
                                        <p:attrNameLst>
                                          <p:attrName>style.visibility</p:attrName>
                                        </p:attrNameLst>
                                      </p:cBhvr>
                                      <p:to>
                                        <p:strVal val="visible"/>
                                      </p:to>
                                    </p:set>
                                    <p:animEffect transition="in" filter="wipe(down)">
                                      <p:cBhvr>
                                        <p:cTn id="36"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P spid="7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 name="组合 71">
            <a:extLst>
              <a:ext uri="{FF2B5EF4-FFF2-40B4-BE49-F238E27FC236}">
                <a16:creationId xmlns:a16="http://schemas.microsoft.com/office/drawing/2014/main" id="{C29DF280-4AC8-417F-89D7-0872C2B5ABE0}"/>
              </a:ext>
            </a:extLst>
          </p:cNvPr>
          <p:cNvGrpSpPr/>
          <p:nvPr/>
        </p:nvGrpSpPr>
        <p:grpSpPr>
          <a:xfrm>
            <a:off x="599850" y="274546"/>
            <a:ext cx="10997064" cy="6316846"/>
            <a:chOff x="2487613" y="1358900"/>
            <a:chExt cx="7221538" cy="4148138"/>
          </a:xfrm>
        </p:grpSpPr>
        <p:sp>
          <p:nvSpPr>
            <p:cNvPr id="73" name="Freeform 7">
              <a:extLst>
                <a:ext uri="{FF2B5EF4-FFF2-40B4-BE49-F238E27FC236}">
                  <a16:creationId xmlns:a16="http://schemas.microsoft.com/office/drawing/2014/main" id="{12E2969C-5B67-46ED-A454-38E5A819C840}"/>
                </a:ext>
              </a:extLst>
            </p:cNvPr>
            <p:cNvSpPr/>
            <p:nvPr/>
          </p:nvSpPr>
          <p:spPr bwMode="auto">
            <a:xfrm>
              <a:off x="4198938" y="2222500"/>
              <a:ext cx="5510213" cy="3284538"/>
            </a:xfrm>
            <a:custGeom>
              <a:avLst/>
              <a:gdLst>
                <a:gd name="T0" fmla="*/ 0 w 3471"/>
                <a:gd name="T1" fmla="*/ 2025 h 2069"/>
                <a:gd name="T2" fmla="*/ 3426 w 3471"/>
                <a:gd name="T3" fmla="*/ 2025 h 2069"/>
                <a:gd name="T4" fmla="*/ 3426 w 3471"/>
                <a:gd name="T5" fmla="*/ 0 h 2069"/>
                <a:gd name="T6" fmla="*/ 3471 w 3471"/>
                <a:gd name="T7" fmla="*/ 0 h 2069"/>
                <a:gd name="T8" fmla="*/ 3471 w 3471"/>
                <a:gd name="T9" fmla="*/ 2069 h 2069"/>
                <a:gd name="T10" fmla="*/ 0 w 3471"/>
                <a:gd name="T11" fmla="*/ 2069 h 2069"/>
                <a:gd name="T12" fmla="*/ 0 w 3471"/>
                <a:gd name="T13" fmla="*/ 2025 h 2069"/>
              </a:gdLst>
              <a:ahLst/>
              <a:cxnLst>
                <a:cxn ang="0">
                  <a:pos x="T0" y="T1"/>
                </a:cxn>
                <a:cxn ang="0">
                  <a:pos x="T2" y="T3"/>
                </a:cxn>
                <a:cxn ang="0">
                  <a:pos x="T4" y="T5"/>
                </a:cxn>
                <a:cxn ang="0">
                  <a:pos x="T6" y="T7"/>
                </a:cxn>
                <a:cxn ang="0">
                  <a:pos x="T8" y="T9"/>
                </a:cxn>
                <a:cxn ang="0">
                  <a:pos x="T10" y="T11"/>
                </a:cxn>
                <a:cxn ang="0">
                  <a:pos x="T12" y="T13"/>
                </a:cxn>
              </a:cxnLst>
              <a:rect l="0" t="0" r="r" b="b"/>
              <a:pathLst>
                <a:path w="3471" h="2069">
                  <a:moveTo>
                    <a:pt x="0" y="2025"/>
                  </a:moveTo>
                  <a:lnTo>
                    <a:pt x="3426" y="2025"/>
                  </a:lnTo>
                  <a:lnTo>
                    <a:pt x="3426" y="0"/>
                  </a:lnTo>
                  <a:lnTo>
                    <a:pt x="3471" y="0"/>
                  </a:lnTo>
                  <a:lnTo>
                    <a:pt x="3471" y="2069"/>
                  </a:lnTo>
                  <a:lnTo>
                    <a:pt x="0" y="2069"/>
                  </a:lnTo>
                  <a:lnTo>
                    <a:pt x="0" y="2025"/>
                  </a:lnTo>
                  <a:close/>
                </a:path>
              </a:pathLst>
            </a:custGeom>
            <a:gradFill flip="none" rotWithShape="1">
              <a:gsLst>
                <a:gs pos="0">
                  <a:schemeClr val="lt1">
                    <a:lumMod val="67000"/>
                  </a:schemeClr>
                </a:gs>
                <a:gs pos="48000">
                  <a:schemeClr val="accent4"/>
                </a:gs>
                <a:gs pos="100000">
                  <a:schemeClr val="accent3"/>
                </a:gs>
              </a:gsLst>
              <a:lin ang="13800000" scaled="0"/>
            </a:gradFill>
            <a:ln>
              <a:noFill/>
            </a:ln>
          </p:spPr>
          <p:txBody>
            <a:bodyPr vert="horz" wrap="square" lIns="91440" tIns="45720" rIns="91440" bIns="45720" numCol="1" anchor="t" anchorCtr="0" compatLnSpc="1">
              <a:prstTxWarp prst="textNoShape">
                <a:avLst/>
              </a:prstTxWarp>
            </a:bodyPr>
            <a:lstStyle/>
            <a:p>
              <a:endParaRPr lang="zh-CN" altLang="en-US">
                <a:solidFill>
                  <a:schemeClr val="tx1"/>
                </a:solidFill>
              </a:endParaRPr>
            </a:p>
          </p:txBody>
        </p:sp>
        <p:sp>
          <p:nvSpPr>
            <p:cNvPr id="74" name="Freeform 6">
              <a:extLst>
                <a:ext uri="{FF2B5EF4-FFF2-40B4-BE49-F238E27FC236}">
                  <a16:creationId xmlns:a16="http://schemas.microsoft.com/office/drawing/2014/main" id="{89272AD2-9366-4F92-838F-8A90CC9E15A6}"/>
                </a:ext>
              </a:extLst>
            </p:cNvPr>
            <p:cNvSpPr/>
            <p:nvPr/>
          </p:nvSpPr>
          <p:spPr bwMode="auto">
            <a:xfrm>
              <a:off x="2487613" y="1358900"/>
              <a:ext cx="5478463" cy="3343275"/>
            </a:xfrm>
            <a:custGeom>
              <a:avLst/>
              <a:gdLst>
                <a:gd name="T0" fmla="*/ 3451 w 3451"/>
                <a:gd name="T1" fmla="*/ 45 h 2106"/>
                <a:gd name="T2" fmla="*/ 45 w 3451"/>
                <a:gd name="T3" fmla="*/ 45 h 2106"/>
                <a:gd name="T4" fmla="*/ 45 w 3451"/>
                <a:gd name="T5" fmla="*/ 2106 h 2106"/>
                <a:gd name="T6" fmla="*/ 0 w 3451"/>
                <a:gd name="T7" fmla="*/ 2106 h 2106"/>
                <a:gd name="T8" fmla="*/ 0 w 3451"/>
                <a:gd name="T9" fmla="*/ 0 h 2106"/>
                <a:gd name="T10" fmla="*/ 3451 w 3451"/>
                <a:gd name="T11" fmla="*/ 0 h 2106"/>
                <a:gd name="T12" fmla="*/ 3451 w 3451"/>
                <a:gd name="T13" fmla="*/ 45 h 2106"/>
              </a:gdLst>
              <a:ahLst/>
              <a:cxnLst>
                <a:cxn ang="0">
                  <a:pos x="T0" y="T1"/>
                </a:cxn>
                <a:cxn ang="0">
                  <a:pos x="T2" y="T3"/>
                </a:cxn>
                <a:cxn ang="0">
                  <a:pos x="T4" y="T5"/>
                </a:cxn>
                <a:cxn ang="0">
                  <a:pos x="T6" y="T7"/>
                </a:cxn>
                <a:cxn ang="0">
                  <a:pos x="T8" y="T9"/>
                </a:cxn>
                <a:cxn ang="0">
                  <a:pos x="T10" y="T11"/>
                </a:cxn>
                <a:cxn ang="0">
                  <a:pos x="T12" y="T13"/>
                </a:cxn>
              </a:cxnLst>
              <a:rect l="0" t="0" r="r" b="b"/>
              <a:pathLst>
                <a:path w="3450" h="2106">
                  <a:moveTo>
                    <a:pt x="3451" y="45"/>
                  </a:moveTo>
                  <a:lnTo>
                    <a:pt x="45" y="45"/>
                  </a:lnTo>
                  <a:lnTo>
                    <a:pt x="45" y="2106"/>
                  </a:lnTo>
                  <a:lnTo>
                    <a:pt x="0" y="2106"/>
                  </a:lnTo>
                  <a:lnTo>
                    <a:pt x="0" y="0"/>
                  </a:lnTo>
                  <a:lnTo>
                    <a:pt x="3451" y="0"/>
                  </a:lnTo>
                  <a:lnTo>
                    <a:pt x="3451" y="45"/>
                  </a:lnTo>
                  <a:close/>
                </a:path>
              </a:pathLst>
            </a:custGeom>
            <a:gradFill flip="none" rotWithShape="1">
              <a:gsLst>
                <a:gs pos="27000">
                  <a:schemeClr val="lt1">
                    <a:lumMod val="67000"/>
                    <a:alpha val="0"/>
                  </a:schemeClr>
                </a:gs>
                <a:gs pos="72000">
                  <a:schemeClr val="accent4"/>
                </a:gs>
                <a:gs pos="100000">
                  <a:schemeClr val="accent3"/>
                </a:gs>
              </a:gsLst>
              <a:lin ang="13800000" scaled="0"/>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57" name="矩形 56">
            <a:extLst>
              <a:ext uri="{FF2B5EF4-FFF2-40B4-BE49-F238E27FC236}">
                <a16:creationId xmlns:a16="http://schemas.microsoft.com/office/drawing/2014/main" id="{56214DE7-598B-4AFB-A66C-D499A5BFA3B9}"/>
              </a:ext>
            </a:extLst>
          </p:cNvPr>
          <p:cNvSpPr/>
          <p:nvPr/>
        </p:nvSpPr>
        <p:spPr>
          <a:xfrm>
            <a:off x="5610675" y="6468985"/>
            <a:ext cx="1103353" cy="144000"/>
          </a:xfrm>
          <a:prstGeom prst="rect">
            <a:avLst/>
          </a:prstGeom>
          <a:solidFill>
            <a:schemeClr val="l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accent1"/>
              </a:solidFill>
            </a:endParaRPr>
          </a:p>
        </p:txBody>
      </p:sp>
      <p:sp>
        <p:nvSpPr>
          <p:cNvPr id="71" name="矩形 70">
            <a:extLst>
              <a:ext uri="{FF2B5EF4-FFF2-40B4-BE49-F238E27FC236}">
                <a16:creationId xmlns:a16="http://schemas.microsoft.com/office/drawing/2014/main" id="{79C48E3E-7184-4071-B502-57013103B11A}"/>
              </a:ext>
            </a:extLst>
          </p:cNvPr>
          <p:cNvSpPr/>
          <p:nvPr/>
        </p:nvSpPr>
        <p:spPr>
          <a:xfrm>
            <a:off x="1137365" y="295227"/>
            <a:ext cx="1103353" cy="144000"/>
          </a:xfrm>
          <a:prstGeom prst="rect">
            <a:avLst/>
          </a:prstGeom>
          <a:solidFill>
            <a:schemeClr val="l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75" name="组合 74">
            <a:extLst>
              <a:ext uri="{FF2B5EF4-FFF2-40B4-BE49-F238E27FC236}">
                <a16:creationId xmlns:a16="http://schemas.microsoft.com/office/drawing/2014/main" id="{29E1134C-E1D8-44FC-87A8-29F67531B84E}"/>
              </a:ext>
            </a:extLst>
          </p:cNvPr>
          <p:cNvGrpSpPr/>
          <p:nvPr/>
        </p:nvGrpSpPr>
        <p:grpSpPr>
          <a:xfrm rot="19051134">
            <a:off x="-848862" y="3539377"/>
            <a:ext cx="3562127" cy="3694079"/>
            <a:chOff x="-1553864" y="569226"/>
            <a:chExt cx="5132984" cy="5323126"/>
          </a:xfrm>
        </p:grpSpPr>
        <p:pic>
          <p:nvPicPr>
            <p:cNvPr id="76" name="图片 75">
              <a:extLst>
                <a:ext uri="{FF2B5EF4-FFF2-40B4-BE49-F238E27FC236}">
                  <a16:creationId xmlns:a16="http://schemas.microsoft.com/office/drawing/2014/main" id="{918A631B-D429-41C1-AD45-3BC08DB2FE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4668" y="3245513"/>
              <a:ext cx="1744452" cy="1741104"/>
            </a:xfrm>
            <a:prstGeom prst="rect">
              <a:avLst/>
            </a:prstGeom>
          </p:spPr>
        </p:pic>
        <p:pic>
          <p:nvPicPr>
            <p:cNvPr id="77" name="图片 76">
              <a:extLst>
                <a:ext uri="{FF2B5EF4-FFF2-40B4-BE49-F238E27FC236}">
                  <a16:creationId xmlns:a16="http://schemas.microsoft.com/office/drawing/2014/main" id="{CF879387-3FA6-4FCE-91E4-472749D4BD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1036" y="569226"/>
              <a:ext cx="1837125" cy="1819114"/>
            </a:xfrm>
            <a:prstGeom prst="rect">
              <a:avLst/>
            </a:prstGeom>
          </p:spPr>
        </p:pic>
        <p:pic>
          <p:nvPicPr>
            <p:cNvPr id="78" name="图片 77">
              <a:extLst>
                <a:ext uri="{FF2B5EF4-FFF2-40B4-BE49-F238E27FC236}">
                  <a16:creationId xmlns:a16="http://schemas.microsoft.com/office/drawing/2014/main" id="{2D87F346-54A4-461B-9560-A2797BE1656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9476" y="5015142"/>
              <a:ext cx="896198" cy="877210"/>
            </a:xfrm>
            <a:prstGeom prst="rect">
              <a:avLst/>
            </a:prstGeom>
          </p:spPr>
        </p:pic>
        <p:pic>
          <p:nvPicPr>
            <p:cNvPr id="79" name="图片 78">
              <a:extLst>
                <a:ext uri="{FF2B5EF4-FFF2-40B4-BE49-F238E27FC236}">
                  <a16:creationId xmlns:a16="http://schemas.microsoft.com/office/drawing/2014/main" id="{5B568D42-013D-43D0-878E-CEF95D44760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9890" y="3992531"/>
              <a:ext cx="1448692" cy="1421529"/>
            </a:xfrm>
            <a:prstGeom prst="rect">
              <a:avLst/>
            </a:prstGeom>
          </p:spPr>
        </p:pic>
        <p:pic>
          <p:nvPicPr>
            <p:cNvPr id="80" name="图片 79">
              <a:extLst>
                <a:ext uri="{FF2B5EF4-FFF2-40B4-BE49-F238E27FC236}">
                  <a16:creationId xmlns:a16="http://schemas.microsoft.com/office/drawing/2014/main" id="{7504F550-5FE9-487D-9C27-ED91E9F46A9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53864" y="2628742"/>
              <a:ext cx="2260317" cy="2260317"/>
            </a:xfrm>
            <a:prstGeom prst="rect">
              <a:avLst/>
            </a:prstGeom>
          </p:spPr>
        </p:pic>
        <p:pic>
          <p:nvPicPr>
            <p:cNvPr id="81" name="图片 80">
              <a:extLst>
                <a:ext uri="{FF2B5EF4-FFF2-40B4-BE49-F238E27FC236}">
                  <a16:creationId xmlns:a16="http://schemas.microsoft.com/office/drawing/2014/main" id="{75956DA3-83F1-4605-8B81-50542111D69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81252" y="2628742"/>
              <a:ext cx="1402835" cy="1385152"/>
            </a:xfrm>
            <a:prstGeom prst="rect">
              <a:avLst/>
            </a:prstGeom>
          </p:spPr>
        </p:pic>
        <p:pic>
          <p:nvPicPr>
            <p:cNvPr id="82" name="图片 81">
              <a:extLst>
                <a:ext uri="{FF2B5EF4-FFF2-40B4-BE49-F238E27FC236}">
                  <a16:creationId xmlns:a16="http://schemas.microsoft.com/office/drawing/2014/main" id="{23350A41-212A-4B4E-BE90-6B1131F33F8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8410" y="1748109"/>
              <a:ext cx="951316" cy="951316"/>
            </a:xfrm>
            <a:prstGeom prst="rect">
              <a:avLst/>
            </a:prstGeom>
          </p:spPr>
        </p:pic>
      </p:grpSp>
      <p:grpSp>
        <p:nvGrpSpPr>
          <p:cNvPr id="83" name="组合 82">
            <a:extLst>
              <a:ext uri="{FF2B5EF4-FFF2-40B4-BE49-F238E27FC236}">
                <a16:creationId xmlns:a16="http://schemas.microsoft.com/office/drawing/2014/main" id="{B02E45EF-5DAF-438D-B2E6-F012AD2727DE}"/>
              </a:ext>
            </a:extLst>
          </p:cNvPr>
          <p:cNvGrpSpPr/>
          <p:nvPr/>
        </p:nvGrpSpPr>
        <p:grpSpPr>
          <a:xfrm>
            <a:off x="8544007" y="-1843086"/>
            <a:ext cx="4401578" cy="4564626"/>
            <a:chOff x="8316295" y="1551656"/>
            <a:chExt cx="5132984" cy="5323126"/>
          </a:xfrm>
        </p:grpSpPr>
        <p:pic>
          <p:nvPicPr>
            <p:cNvPr id="84" name="图片 83">
              <a:extLst>
                <a:ext uri="{FF2B5EF4-FFF2-40B4-BE49-F238E27FC236}">
                  <a16:creationId xmlns:a16="http://schemas.microsoft.com/office/drawing/2014/main" id="{CBB09A4D-E172-428C-B91E-F0EAE36361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04827" y="4227943"/>
              <a:ext cx="1744452" cy="1741104"/>
            </a:xfrm>
            <a:prstGeom prst="rect">
              <a:avLst/>
            </a:prstGeom>
          </p:spPr>
        </p:pic>
        <p:pic>
          <p:nvPicPr>
            <p:cNvPr id="85" name="图片 84">
              <a:extLst>
                <a:ext uri="{FF2B5EF4-FFF2-40B4-BE49-F238E27FC236}">
                  <a16:creationId xmlns:a16="http://schemas.microsoft.com/office/drawing/2014/main" id="{2E48AA22-9B03-4A24-968E-C1D40103A7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41195" y="1551656"/>
              <a:ext cx="1837125" cy="1819114"/>
            </a:xfrm>
            <a:prstGeom prst="rect">
              <a:avLst/>
            </a:prstGeom>
          </p:spPr>
        </p:pic>
        <p:pic>
          <p:nvPicPr>
            <p:cNvPr id="86" name="图片 85">
              <a:extLst>
                <a:ext uri="{FF2B5EF4-FFF2-40B4-BE49-F238E27FC236}">
                  <a16:creationId xmlns:a16="http://schemas.microsoft.com/office/drawing/2014/main" id="{2BE5BD54-C7C8-4D21-8C60-5A3178BBF57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10683" y="5997572"/>
              <a:ext cx="896198" cy="877210"/>
            </a:xfrm>
            <a:prstGeom prst="rect">
              <a:avLst/>
            </a:prstGeom>
          </p:spPr>
        </p:pic>
        <p:pic>
          <p:nvPicPr>
            <p:cNvPr id="87" name="图片 86">
              <a:extLst>
                <a:ext uri="{FF2B5EF4-FFF2-40B4-BE49-F238E27FC236}">
                  <a16:creationId xmlns:a16="http://schemas.microsoft.com/office/drawing/2014/main" id="{4C23FB23-C35F-4155-930C-7148EBEE580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420049" y="4974961"/>
              <a:ext cx="1448692" cy="1421529"/>
            </a:xfrm>
            <a:prstGeom prst="rect">
              <a:avLst/>
            </a:prstGeom>
          </p:spPr>
        </p:pic>
        <p:pic>
          <p:nvPicPr>
            <p:cNvPr id="88" name="图片 87">
              <a:extLst>
                <a:ext uri="{FF2B5EF4-FFF2-40B4-BE49-F238E27FC236}">
                  <a16:creationId xmlns:a16="http://schemas.microsoft.com/office/drawing/2014/main" id="{3A6A7717-75E1-4F1E-9F84-71B8FD2DC64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316295" y="3611172"/>
              <a:ext cx="2260317" cy="2260317"/>
            </a:xfrm>
            <a:prstGeom prst="rect">
              <a:avLst/>
            </a:prstGeom>
          </p:spPr>
        </p:pic>
        <p:pic>
          <p:nvPicPr>
            <p:cNvPr id="89" name="图片 88">
              <a:extLst>
                <a:ext uri="{FF2B5EF4-FFF2-40B4-BE49-F238E27FC236}">
                  <a16:creationId xmlns:a16="http://schemas.microsoft.com/office/drawing/2014/main" id="{155EB8EC-35DB-480D-87E7-6B2C58B2228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651411" y="3611172"/>
              <a:ext cx="1402835" cy="1385152"/>
            </a:xfrm>
            <a:prstGeom prst="rect">
              <a:avLst/>
            </a:prstGeom>
          </p:spPr>
        </p:pic>
        <p:pic>
          <p:nvPicPr>
            <p:cNvPr id="90" name="图片 89">
              <a:extLst>
                <a:ext uri="{FF2B5EF4-FFF2-40B4-BE49-F238E27FC236}">
                  <a16:creationId xmlns:a16="http://schemas.microsoft.com/office/drawing/2014/main" id="{EB30ECAC-081A-47C1-9FA0-09534C851E0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898569" y="2730539"/>
              <a:ext cx="951316" cy="951316"/>
            </a:xfrm>
            <a:prstGeom prst="rect">
              <a:avLst/>
            </a:prstGeom>
          </p:spPr>
        </p:pic>
      </p:grpSp>
      <p:sp>
        <p:nvSpPr>
          <p:cNvPr id="117" name="MH_Number_1">
            <a:extLst>
              <a:ext uri="{FF2B5EF4-FFF2-40B4-BE49-F238E27FC236}">
                <a16:creationId xmlns:a16="http://schemas.microsoft.com/office/drawing/2014/main" id="{718C7019-8FDC-4AD6-B750-71AADAFC4288}"/>
              </a:ext>
            </a:extLst>
          </p:cNvPr>
          <p:cNvSpPr>
            <a:spLocks noChangeArrowheads="1"/>
          </p:cNvSpPr>
          <p:nvPr/>
        </p:nvSpPr>
        <p:spPr bwMode="auto">
          <a:xfrm>
            <a:off x="4400800" y="2907470"/>
            <a:ext cx="588523" cy="656994"/>
          </a:xfrm>
          <a:prstGeom prst="rect">
            <a:avLst/>
          </a:prstGeom>
          <a:solidFill>
            <a:schemeClr val="lt1">
              <a:lumMod val="100000"/>
            </a:schemeClr>
          </a:solidFill>
          <a:ln>
            <a:noFill/>
          </a:ln>
        </p:spPr>
        <p:txBody>
          <a:bodyPr lIns="0" tIns="0" rIns="0" bIns="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r>
              <a:rPr lang="vi-VN" altLang="vi-VN" b="1" dirty="0">
                <a:solidFill>
                  <a:schemeClr val="accent1"/>
                </a:solidFill>
                <a:latin typeface="Noto Sans"/>
                <a:ea typeface="Noto Sans"/>
                <a:cs typeface="+mn-ea"/>
                <a:sym typeface="+mn-lt"/>
              </a:rPr>
              <a:t>01</a:t>
            </a:r>
            <a:endParaRPr lang="zh-CN" altLang="en-US" b="1" dirty="0">
              <a:solidFill>
                <a:schemeClr val="accent1"/>
              </a:solidFill>
              <a:latin typeface="+mn-lt"/>
              <a:ea typeface="+mn-ea"/>
              <a:cs typeface="+mn-ea"/>
              <a:sym typeface="+mn-lt"/>
            </a:endParaRPr>
          </a:p>
        </p:txBody>
      </p:sp>
      <p:sp>
        <p:nvSpPr>
          <p:cNvPr id="118" name="MH_Entry_1">
            <a:extLst>
              <a:ext uri="{FF2B5EF4-FFF2-40B4-BE49-F238E27FC236}">
                <a16:creationId xmlns:a16="http://schemas.microsoft.com/office/drawing/2014/main" id="{31471F3C-F643-42C1-B7AC-AC4ADB0C6A7D}"/>
              </a:ext>
            </a:extLst>
          </p:cNvPr>
          <p:cNvSpPr>
            <a:spLocks noChangeArrowheads="1"/>
          </p:cNvSpPr>
          <p:nvPr/>
        </p:nvSpPr>
        <p:spPr bwMode="auto">
          <a:xfrm>
            <a:off x="5126565" y="2916364"/>
            <a:ext cx="4702848" cy="752215"/>
          </a:xfrm>
          <a:prstGeom prst="rect">
            <a:avLst/>
          </a:prstGeom>
          <a:solidFill>
            <a:schemeClr val="lt1">
              <a:lumMod val="100000"/>
            </a:schemeClr>
          </a:solidFill>
          <a:ln>
            <a:noFill/>
          </a:ln>
        </p:spPr>
        <p:txBody>
          <a:bodyPr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lnSpc>
                <a:spcPct val="100000"/>
              </a:lnSpc>
              <a:spcBef>
                <a:spcPct val="0"/>
              </a:spcBef>
              <a:buNone/>
            </a:pPr>
            <a:r>
              <a:rPr lang="vi-VN" altLang="vi-VN" sz="2400" dirty="0">
                <a:solidFill>
                  <a:schemeClr val="accent1"/>
                </a:solidFill>
                <a:latin typeface="Noto Sans"/>
                <a:ea typeface="Noto Sans"/>
                <a:cs typeface="+mn-ea"/>
                <a:sym typeface="+mn-lt"/>
              </a:rPr>
              <a:t>Nén dữ liệu</a:t>
            </a:r>
          </a:p>
        </p:txBody>
      </p:sp>
      <p:sp>
        <p:nvSpPr>
          <p:cNvPr id="119" name="MH_Entry_2">
            <a:extLst>
              <a:ext uri="{FF2B5EF4-FFF2-40B4-BE49-F238E27FC236}">
                <a16:creationId xmlns:a16="http://schemas.microsoft.com/office/drawing/2014/main" id="{FC75BC0A-66B7-41FC-B11C-C3FA6EA2473B}"/>
              </a:ext>
            </a:extLst>
          </p:cNvPr>
          <p:cNvSpPr>
            <a:spLocks noChangeArrowheads="1"/>
          </p:cNvSpPr>
          <p:nvPr/>
        </p:nvSpPr>
        <p:spPr bwMode="auto">
          <a:xfrm>
            <a:off x="5160771" y="3941636"/>
            <a:ext cx="4702848" cy="731525"/>
          </a:xfrm>
          <a:prstGeom prst="rect">
            <a:avLst/>
          </a:prstGeom>
          <a:solidFill>
            <a:schemeClr val="lt1">
              <a:lumMod val="100000"/>
            </a:schemeClr>
          </a:solidFill>
          <a:ln>
            <a:noFill/>
          </a:ln>
        </p:spPr>
        <p:txBody>
          <a:bodyPr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lnSpc>
                <a:spcPct val="100000"/>
              </a:lnSpc>
              <a:spcBef>
                <a:spcPct val="0"/>
              </a:spcBef>
              <a:buNone/>
            </a:pPr>
            <a:r>
              <a:rPr lang="vi-VN" altLang="vi-VN" sz="2400" dirty="0">
                <a:solidFill>
                  <a:schemeClr val="accent1"/>
                </a:solidFill>
                <a:latin typeface="Noto Sans"/>
                <a:ea typeface="Noto Sans"/>
                <a:cs typeface="+mn-ea"/>
                <a:sym typeface="+mn-lt"/>
              </a:rPr>
              <a:t>Thuật toán nén Huffman tĩnh</a:t>
            </a:r>
          </a:p>
        </p:txBody>
      </p:sp>
      <p:sp>
        <p:nvSpPr>
          <p:cNvPr id="120" name="MH_Number_2">
            <a:extLst>
              <a:ext uri="{FF2B5EF4-FFF2-40B4-BE49-F238E27FC236}">
                <a16:creationId xmlns:a16="http://schemas.microsoft.com/office/drawing/2014/main" id="{62BD459F-D7BC-4A7D-98E2-5C4C2C9FFDD4}"/>
              </a:ext>
            </a:extLst>
          </p:cNvPr>
          <p:cNvSpPr>
            <a:spLocks noChangeArrowheads="1"/>
          </p:cNvSpPr>
          <p:nvPr/>
        </p:nvSpPr>
        <p:spPr bwMode="auto">
          <a:xfrm>
            <a:off x="4400800" y="3941636"/>
            <a:ext cx="588523" cy="587625"/>
          </a:xfrm>
          <a:prstGeom prst="rect">
            <a:avLst/>
          </a:prstGeom>
          <a:solidFill>
            <a:schemeClr val="lt1">
              <a:lumMod val="100000"/>
            </a:schemeClr>
          </a:solidFill>
          <a:ln>
            <a:noFill/>
          </a:ln>
        </p:spPr>
        <p:txBody>
          <a:bodyPr lIns="0" tIns="0" rIns="0" bIns="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r>
              <a:rPr lang="vi-VN" altLang="vi-VN" b="1" dirty="0">
                <a:solidFill>
                  <a:schemeClr val="accent1"/>
                </a:solidFill>
                <a:latin typeface="Noto Sans"/>
                <a:ea typeface="Noto Sans"/>
                <a:cs typeface="+mn-ea"/>
                <a:sym typeface="+mn-lt"/>
              </a:rPr>
              <a:t>02</a:t>
            </a:r>
            <a:endParaRPr lang="zh-CN" altLang="en-US" b="1" dirty="0">
              <a:solidFill>
                <a:schemeClr val="accent1"/>
              </a:solidFill>
              <a:latin typeface="+mn-lt"/>
              <a:ea typeface="+mn-ea"/>
              <a:cs typeface="+mn-ea"/>
              <a:sym typeface="+mn-lt"/>
            </a:endParaRPr>
          </a:p>
        </p:txBody>
      </p:sp>
      <p:sp>
        <p:nvSpPr>
          <p:cNvPr id="121" name="MH_Number_1">
            <a:extLst>
              <a:ext uri="{FF2B5EF4-FFF2-40B4-BE49-F238E27FC236}">
                <a16:creationId xmlns:a16="http://schemas.microsoft.com/office/drawing/2014/main" id="{3178A499-9BDF-499F-8FDB-B7CC00BA9816}"/>
              </a:ext>
            </a:extLst>
          </p:cNvPr>
          <p:cNvSpPr>
            <a:spLocks noChangeArrowheads="1"/>
          </p:cNvSpPr>
          <p:nvPr/>
        </p:nvSpPr>
        <p:spPr bwMode="auto">
          <a:xfrm>
            <a:off x="4400800" y="5064952"/>
            <a:ext cx="588523" cy="652362"/>
          </a:xfrm>
          <a:prstGeom prst="rect">
            <a:avLst/>
          </a:prstGeom>
          <a:solidFill>
            <a:schemeClr val="lt1">
              <a:lumMod val="100000"/>
            </a:schemeClr>
          </a:solidFill>
          <a:ln>
            <a:noFill/>
          </a:ln>
        </p:spPr>
        <p:txBody>
          <a:bodyPr lIns="0" tIns="0" rIns="0" bIns="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r>
              <a:rPr lang="vi-VN" altLang="vi-VN" b="1" dirty="0">
                <a:solidFill>
                  <a:schemeClr val="accent1"/>
                </a:solidFill>
                <a:latin typeface="Noto Sans"/>
                <a:ea typeface="Noto Sans"/>
                <a:cs typeface="+mn-ea"/>
                <a:sym typeface="+mn-lt"/>
              </a:rPr>
              <a:t>03</a:t>
            </a:r>
            <a:endParaRPr lang="zh-CN" altLang="en-US" b="1" dirty="0">
              <a:solidFill>
                <a:schemeClr val="accent1"/>
              </a:solidFill>
              <a:latin typeface="+mn-lt"/>
              <a:ea typeface="+mn-ea"/>
              <a:cs typeface="+mn-ea"/>
              <a:sym typeface="+mn-lt"/>
            </a:endParaRPr>
          </a:p>
        </p:txBody>
      </p:sp>
      <p:sp>
        <p:nvSpPr>
          <p:cNvPr id="122" name="MH_Entry_1">
            <a:extLst>
              <a:ext uri="{FF2B5EF4-FFF2-40B4-BE49-F238E27FC236}">
                <a16:creationId xmlns:a16="http://schemas.microsoft.com/office/drawing/2014/main" id="{967518E4-36CE-49C6-A17E-926A3907F7B5}"/>
              </a:ext>
            </a:extLst>
          </p:cNvPr>
          <p:cNvSpPr>
            <a:spLocks noChangeArrowheads="1"/>
          </p:cNvSpPr>
          <p:nvPr/>
        </p:nvSpPr>
        <p:spPr bwMode="auto">
          <a:xfrm>
            <a:off x="5197973" y="5050333"/>
            <a:ext cx="4702848" cy="692574"/>
          </a:xfrm>
          <a:prstGeom prst="rect">
            <a:avLst/>
          </a:prstGeom>
          <a:solidFill>
            <a:schemeClr val="lt1">
              <a:lumMod val="100000"/>
            </a:schemeClr>
          </a:solidFill>
          <a:ln>
            <a:noFill/>
          </a:ln>
        </p:spPr>
        <p:txBody>
          <a:bodyPr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lnSpc>
                <a:spcPct val="100000"/>
              </a:lnSpc>
              <a:spcBef>
                <a:spcPct val="0"/>
              </a:spcBef>
              <a:buNone/>
            </a:pPr>
            <a:r>
              <a:rPr lang="vi-VN" altLang="vi-VN" sz="2400" dirty="0">
                <a:solidFill>
                  <a:schemeClr val="accent1"/>
                </a:solidFill>
                <a:latin typeface="Noto Sans"/>
                <a:ea typeface="Noto Sans"/>
                <a:cs typeface="+mn-ea"/>
                <a:sym typeface="+mn-lt"/>
              </a:rPr>
              <a:t>Giải nén dữ liệu</a:t>
            </a:r>
          </a:p>
        </p:txBody>
      </p:sp>
      <p:sp>
        <p:nvSpPr>
          <p:cNvPr id="125" name="文本框 665">
            <a:extLst>
              <a:ext uri="{FF2B5EF4-FFF2-40B4-BE49-F238E27FC236}">
                <a16:creationId xmlns:a16="http://schemas.microsoft.com/office/drawing/2014/main" id="{DF1A444A-07FE-47FB-A3F8-F72C2D5AC1E9}"/>
              </a:ext>
            </a:extLst>
          </p:cNvPr>
          <p:cNvSpPr>
            <a:spLocks noChangeArrowheads="1"/>
          </p:cNvSpPr>
          <p:nvPr/>
        </p:nvSpPr>
        <p:spPr bwMode="auto">
          <a:xfrm>
            <a:off x="1683795" y="1494837"/>
            <a:ext cx="1565215" cy="523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vi-VN" altLang="vi-VN" sz="4400" b="1" dirty="0">
                <a:solidFill>
                  <a:schemeClr val="bg1"/>
                </a:solidFill>
                <a:latin typeface="Noto Sans"/>
                <a:ea typeface="Noto Sans"/>
                <a:cs typeface="+mn-ea"/>
                <a:sym typeface="+mn-lt"/>
              </a:rPr>
              <a:t>Mục lục</a:t>
            </a:r>
          </a:p>
        </p:txBody>
      </p:sp>
      <p:sp>
        <p:nvSpPr>
          <p:cNvPr id="126" name="直接连接符 669">
            <a:extLst>
              <a:ext uri="{FF2B5EF4-FFF2-40B4-BE49-F238E27FC236}">
                <a16:creationId xmlns:a16="http://schemas.microsoft.com/office/drawing/2014/main" id="{8ADAE5E1-98EB-4E24-9177-A8E8794CA8DF}"/>
              </a:ext>
            </a:extLst>
          </p:cNvPr>
          <p:cNvSpPr>
            <a:spLocks noChangeShapeType="1"/>
          </p:cNvSpPr>
          <p:nvPr/>
        </p:nvSpPr>
        <p:spPr bwMode="auto">
          <a:xfrm>
            <a:off x="2038386" y="2315781"/>
            <a:ext cx="1438275" cy="1588"/>
          </a:xfrm>
          <a:prstGeom prst="line">
            <a:avLst/>
          </a:prstGeom>
          <a:noFill/>
          <a:ln w="6350">
            <a:solidFill>
              <a:schemeClr val="lt1">
                <a:lumMod val="100000"/>
              </a:schemeClr>
            </a:solidFill>
            <a:bevel/>
          </a:ln>
          <a:extLst>
            <a:ext uri="{909E8E84-426E-40DD-AFC4-6F175D3DCCD1}">
              <a14:hiddenFill xmlns:a14="http://schemas.microsoft.com/office/drawing/2010/main">
                <a:noFill/>
              </a14:hiddenFill>
            </a:ext>
          </a:extLst>
        </p:spPr>
        <p:txBody>
          <a:bodyPr/>
          <a:lstStyle/>
          <a:p>
            <a:endParaRPr lang="zh-CN" altLang="en-US">
              <a:solidFill>
                <a:schemeClr val="bg1"/>
              </a:solidFill>
              <a:latin typeface="+mn-lt"/>
              <a:ea typeface="+mn-ea"/>
              <a:cs typeface="+mn-ea"/>
              <a:sym typeface="+mn-lt"/>
            </a:endParaRPr>
          </a:p>
        </p:txBody>
      </p:sp>
    </p:spTree>
    <p:extLst>
      <p:ext uri="{BB962C8B-B14F-4D97-AF65-F5344CB8AC3E}">
        <p14:creationId xmlns:p14="http://schemas.microsoft.com/office/powerpoint/2010/main" val="3632284031"/>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wipe(down)">
                                      <p:cBhvr>
                                        <p:cTn id="7" dur="500"/>
                                        <p:tgtEl>
                                          <p:spTgt spid="71"/>
                                        </p:tgtEl>
                                      </p:cBhvr>
                                    </p:animEffect>
                                  </p:childTnLst>
                                </p:cTn>
                              </p:par>
                            </p:childTnLst>
                          </p:cTn>
                        </p:par>
                        <p:par>
                          <p:cTn id="8" fill="hold" nodeType="afterGroup">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57"/>
                                        </p:tgtEl>
                                        <p:attrNameLst>
                                          <p:attrName>style.visibility</p:attrName>
                                        </p:attrNameLst>
                                      </p:cBhvr>
                                      <p:to>
                                        <p:strVal val="visible"/>
                                      </p:to>
                                    </p:set>
                                    <p:animEffect transition="in" filter="wipe(down)">
                                      <p:cBhvr>
                                        <p:cTn id="11" dur="500"/>
                                        <p:tgtEl>
                                          <p:spTgt spid="57"/>
                                        </p:tgtEl>
                                      </p:cBhvr>
                                    </p:animEffect>
                                  </p:childTnLst>
                                </p:cTn>
                              </p:par>
                            </p:childTnLst>
                          </p:cTn>
                        </p:par>
                        <p:par>
                          <p:cTn id="12" fill="hold" nodeType="afterGroup">
                            <p:stCondLst>
                              <p:cond delay="1000"/>
                            </p:stCondLst>
                            <p:childTnLst>
                              <p:par>
                                <p:cTn id="13" presetID="22" presetClass="entr" presetSubtype="4" fill="hold" nodeType="afterEffect">
                                  <p:stCondLst>
                                    <p:cond delay="0"/>
                                  </p:stCondLst>
                                  <p:childTnLst>
                                    <p:set>
                                      <p:cBhvr>
                                        <p:cTn id="14" dur="1" fill="hold">
                                          <p:stCondLst>
                                            <p:cond delay="0"/>
                                          </p:stCondLst>
                                        </p:cTn>
                                        <p:tgtEl>
                                          <p:spTgt spid="72"/>
                                        </p:tgtEl>
                                        <p:attrNameLst>
                                          <p:attrName>style.visibility</p:attrName>
                                        </p:attrNameLst>
                                      </p:cBhvr>
                                      <p:to>
                                        <p:strVal val="visible"/>
                                      </p:to>
                                    </p:set>
                                    <p:animEffect transition="in" filter="wipe(down)">
                                      <p:cBhvr>
                                        <p:cTn id="15" dur="500"/>
                                        <p:tgtEl>
                                          <p:spTgt spid="72"/>
                                        </p:tgtEl>
                                      </p:cBhvr>
                                    </p:animEffect>
                                  </p:childTnLst>
                                </p:cTn>
                              </p:par>
                            </p:childTnLst>
                          </p:cTn>
                        </p:par>
                        <p:par>
                          <p:cTn id="16" fill="hold" nodeType="afterGroup">
                            <p:stCondLst>
                              <p:cond delay="1500"/>
                            </p:stCondLst>
                            <p:childTnLst>
                              <p:par>
                                <p:cTn id="17" presetID="22" presetClass="entr" presetSubtype="4" fill="hold" nodeType="afterEffect">
                                  <p:stCondLst>
                                    <p:cond delay="0"/>
                                  </p:stCondLst>
                                  <p:childTnLst>
                                    <p:set>
                                      <p:cBhvr>
                                        <p:cTn id="18" dur="1" fill="hold">
                                          <p:stCondLst>
                                            <p:cond delay="0"/>
                                          </p:stCondLst>
                                        </p:cTn>
                                        <p:tgtEl>
                                          <p:spTgt spid="75"/>
                                        </p:tgtEl>
                                        <p:attrNameLst>
                                          <p:attrName>style.visibility</p:attrName>
                                        </p:attrNameLst>
                                      </p:cBhvr>
                                      <p:to>
                                        <p:strVal val="visible"/>
                                      </p:to>
                                    </p:set>
                                    <p:animEffect transition="in" filter="wipe(down)">
                                      <p:cBhvr>
                                        <p:cTn id="19" dur="500"/>
                                        <p:tgtEl>
                                          <p:spTgt spid="75"/>
                                        </p:tgtEl>
                                      </p:cBhvr>
                                    </p:animEffect>
                                  </p:childTnLst>
                                </p:cTn>
                              </p:par>
                            </p:childTnLst>
                          </p:cTn>
                        </p:par>
                        <p:par>
                          <p:cTn id="20" fill="hold" nodeType="afterGroup">
                            <p:stCondLst>
                              <p:cond delay="2000"/>
                            </p:stCondLst>
                            <p:childTnLst>
                              <p:par>
                                <p:cTn id="21" presetID="22" presetClass="entr" presetSubtype="4" fill="hold" nodeType="afterEffect">
                                  <p:stCondLst>
                                    <p:cond delay="0"/>
                                  </p:stCondLst>
                                  <p:childTnLst>
                                    <p:set>
                                      <p:cBhvr>
                                        <p:cTn id="22" dur="1" fill="hold">
                                          <p:stCondLst>
                                            <p:cond delay="0"/>
                                          </p:stCondLst>
                                        </p:cTn>
                                        <p:tgtEl>
                                          <p:spTgt spid="83"/>
                                        </p:tgtEl>
                                        <p:attrNameLst>
                                          <p:attrName>style.visibility</p:attrName>
                                        </p:attrNameLst>
                                      </p:cBhvr>
                                      <p:to>
                                        <p:strVal val="visible"/>
                                      </p:to>
                                    </p:set>
                                    <p:animEffect transition="in" filter="wipe(down)">
                                      <p:cBhvr>
                                        <p:cTn id="23" dur="500"/>
                                        <p:tgtEl>
                                          <p:spTgt spid="83"/>
                                        </p:tgtEl>
                                      </p:cBhvr>
                                    </p:animEffect>
                                  </p:childTnLst>
                                </p:cTn>
                              </p:par>
                            </p:childTnLst>
                          </p:cTn>
                        </p:par>
                        <p:par>
                          <p:cTn id="24" fill="hold" nodeType="afterGroup">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117"/>
                                        </p:tgtEl>
                                        <p:attrNameLst>
                                          <p:attrName>style.visibility</p:attrName>
                                        </p:attrNameLst>
                                      </p:cBhvr>
                                      <p:to>
                                        <p:strVal val="visible"/>
                                      </p:to>
                                    </p:set>
                                    <p:animEffect transition="in" filter="wipe(left)">
                                      <p:cBhvr>
                                        <p:cTn id="27" dur="500"/>
                                        <p:tgtEl>
                                          <p:spTgt spid="117"/>
                                        </p:tgtEl>
                                      </p:cBhvr>
                                    </p:animEffect>
                                  </p:childTnLst>
                                </p:cTn>
                              </p:par>
                            </p:childTnLst>
                          </p:cTn>
                        </p:par>
                        <p:par>
                          <p:cTn id="28" fill="hold" nodeType="afterGroup">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118"/>
                                        </p:tgtEl>
                                        <p:attrNameLst>
                                          <p:attrName>style.visibility</p:attrName>
                                        </p:attrNameLst>
                                      </p:cBhvr>
                                      <p:to>
                                        <p:strVal val="visible"/>
                                      </p:to>
                                    </p:set>
                                    <p:animEffect transition="in" filter="wipe(left)">
                                      <p:cBhvr>
                                        <p:cTn id="31" dur="500"/>
                                        <p:tgtEl>
                                          <p:spTgt spid="118"/>
                                        </p:tgtEl>
                                      </p:cBhvr>
                                    </p:animEffect>
                                  </p:childTnLst>
                                </p:cTn>
                              </p:par>
                            </p:childTnLst>
                          </p:cTn>
                        </p:par>
                        <p:par>
                          <p:cTn id="32" fill="hold" nodeType="afterGroup">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119"/>
                                        </p:tgtEl>
                                        <p:attrNameLst>
                                          <p:attrName>style.visibility</p:attrName>
                                        </p:attrNameLst>
                                      </p:cBhvr>
                                      <p:to>
                                        <p:strVal val="visible"/>
                                      </p:to>
                                    </p:set>
                                    <p:animEffect transition="in" filter="wipe(left)">
                                      <p:cBhvr>
                                        <p:cTn id="35" dur="500"/>
                                        <p:tgtEl>
                                          <p:spTgt spid="119"/>
                                        </p:tgtEl>
                                      </p:cBhvr>
                                    </p:animEffect>
                                  </p:childTnLst>
                                </p:cTn>
                              </p:par>
                            </p:childTnLst>
                          </p:cTn>
                        </p:par>
                        <p:par>
                          <p:cTn id="36" fill="hold" nodeType="afterGroup">
                            <p:stCondLst>
                              <p:cond delay="4000"/>
                            </p:stCondLst>
                            <p:childTnLst>
                              <p:par>
                                <p:cTn id="37" presetID="22" presetClass="entr" presetSubtype="8" fill="hold" grpId="0" nodeType="afterEffect">
                                  <p:stCondLst>
                                    <p:cond delay="0"/>
                                  </p:stCondLst>
                                  <p:childTnLst>
                                    <p:set>
                                      <p:cBhvr>
                                        <p:cTn id="38" dur="1" fill="hold">
                                          <p:stCondLst>
                                            <p:cond delay="0"/>
                                          </p:stCondLst>
                                        </p:cTn>
                                        <p:tgtEl>
                                          <p:spTgt spid="120"/>
                                        </p:tgtEl>
                                        <p:attrNameLst>
                                          <p:attrName>style.visibility</p:attrName>
                                        </p:attrNameLst>
                                      </p:cBhvr>
                                      <p:to>
                                        <p:strVal val="visible"/>
                                      </p:to>
                                    </p:set>
                                    <p:animEffect transition="in" filter="wipe(left)">
                                      <p:cBhvr>
                                        <p:cTn id="39" dur="500"/>
                                        <p:tgtEl>
                                          <p:spTgt spid="120"/>
                                        </p:tgtEl>
                                      </p:cBhvr>
                                    </p:animEffect>
                                  </p:childTnLst>
                                </p:cTn>
                              </p:par>
                            </p:childTnLst>
                          </p:cTn>
                        </p:par>
                        <p:par>
                          <p:cTn id="40" fill="hold" nodeType="afterGroup">
                            <p:stCondLst>
                              <p:cond delay="4500"/>
                            </p:stCondLst>
                            <p:childTnLst>
                              <p:par>
                                <p:cTn id="41" presetID="22" presetClass="entr" presetSubtype="8" fill="hold" grpId="0" nodeType="afterEffect">
                                  <p:stCondLst>
                                    <p:cond delay="0"/>
                                  </p:stCondLst>
                                  <p:childTnLst>
                                    <p:set>
                                      <p:cBhvr>
                                        <p:cTn id="42" dur="1" fill="hold">
                                          <p:stCondLst>
                                            <p:cond delay="0"/>
                                          </p:stCondLst>
                                        </p:cTn>
                                        <p:tgtEl>
                                          <p:spTgt spid="121"/>
                                        </p:tgtEl>
                                        <p:attrNameLst>
                                          <p:attrName>style.visibility</p:attrName>
                                        </p:attrNameLst>
                                      </p:cBhvr>
                                      <p:to>
                                        <p:strVal val="visible"/>
                                      </p:to>
                                    </p:set>
                                    <p:animEffect transition="in" filter="wipe(left)">
                                      <p:cBhvr>
                                        <p:cTn id="43" dur="500"/>
                                        <p:tgtEl>
                                          <p:spTgt spid="121"/>
                                        </p:tgtEl>
                                      </p:cBhvr>
                                    </p:animEffect>
                                  </p:childTnLst>
                                </p:cTn>
                              </p:par>
                            </p:childTnLst>
                          </p:cTn>
                        </p:par>
                        <p:par>
                          <p:cTn id="44" fill="hold" nodeType="afterGroup">
                            <p:stCondLst>
                              <p:cond delay="5000"/>
                            </p:stCondLst>
                            <p:childTnLst>
                              <p:par>
                                <p:cTn id="45" presetID="22" presetClass="entr" presetSubtype="8" fill="hold" grpId="0" nodeType="afterEffect">
                                  <p:stCondLst>
                                    <p:cond delay="0"/>
                                  </p:stCondLst>
                                  <p:childTnLst>
                                    <p:set>
                                      <p:cBhvr>
                                        <p:cTn id="46" dur="1" fill="hold">
                                          <p:stCondLst>
                                            <p:cond delay="0"/>
                                          </p:stCondLst>
                                        </p:cTn>
                                        <p:tgtEl>
                                          <p:spTgt spid="122"/>
                                        </p:tgtEl>
                                        <p:attrNameLst>
                                          <p:attrName>style.visibility</p:attrName>
                                        </p:attrNameLst>
                                      </p:cBhvr>
                                      <p:to>
                                        <p:strVal val="visible"/>
                                      </p:to>
                                    </p:set>
                                    <p:animEffect transition="in" filter="wipe(left)">
                                      <p:cBhvr>
                                        <p:cTn id="47" dur="500"/>
                                        <p:tgtEl>
                                          <p:spTgt spid="122"/>
                                        </p:tgtEl>
                                      </p:cBhvr>
                                    </p:animEffect>
                                  </p:childTnLst>
                                </p:cTn>
                              </p:par>
                            </p:childTnLst>
                          </p:cTn>
                        </p:par>
                        <p:par>
                          <p:cTn id="48" fill="hold" nodeType="afterGroup">
                            <p:stCondLst>
                              <p:cond delay="5500"/>
                            </p:stCondLst>
                            <p:childTnLst>
                              <p:par>
                                <p:cTn id="49" presetID="22" presetClass="entr" presetSubtype="8" fill="hold" grpId="0" nodeType="afterEffect">
                                  <p:stCondLst>
                                    <p:cond delay="0"/>
                                  </p:stCondLst>
                                  <p:childTnLst>
                                    <p:set>
                                      <p:cBhvr>
                                        <p:cTn id="50" dur="1" fill="hold">
                                          <p:stCondLst>
                                            <p:cond delay="0"/>
                                          </p:stCondLst>
                                        </p:cTn>
                                        <p:tgtEl>
                                          <p:spTgt spid="125"/>
                                        </p:tgtEl>
                                        <p:attrNameLst>
                                          <p:attrName>style.visibility</p:attrName>
                                        </p:attrNameLst>
                                      </p:cBhvr>
                                      <p:to>
                                        <p:strVal val="visible"/>
                                      </p:to>
                                    </p:set>
                                    <p:animEffect transition="in" filter="wipe(left)">
                                      <p:cBhvr>
                                        <p:cTn id="51" dur="500"/>
                                        <p:tgtEl>
                                          <p:spTgt spid="125"/>
                                        </p:tgtEl>
                                      </p:cBhvr>
                                    </p:animEffect>
                                  </p:childTnLst>
                                </p:cTn>
                              </p:par>
                            </p:childTnLst>
                          </p:cTn>
                        </p:par>
                        <p:par>
                          <p:cTn id="52" fill="hold" nodeType="afterGroup">
                            <p:stCondLst>
                              <p:cond delay="6000"/>
                            </p:stCondLst>
                            <p:childTnLst>
                              <p:par>
                                <p:cTn id="53" presetID="22" presetClass="entr" presetSubtype="8" fill="hold" grpId="0" nodeType="afterEffect">
                                  <p:stCondLst>
                                    <p:cond delay="0"/>
                                  </p:stCondLst>
                                  <p:childTnLst>
                                    <p:set>
                                      <p:cBhvr>
                                        <p:cTn id="54" dur="1" fill="hold">
                                          <p:stCondLst>
                                            <p:cond delay="0"/>
                                          </p:stCondLst>
                                        </p:cTn>
                                        <p:tgtEl>
                                          <p:spTgt spid="126"/>
                                        </p:tgtEl>
                                        <p:attrNameLst>
                                          <p:attrName>style.visibility</p:attrName>
                                        </p:attrNameLst>
                                      </p:cBhvr>
                                      <p:to>
                                        <p:strVal val="visible"/>
                                      </p:to>
                                    </p:set>
                                    <p:animEffect transition="in" filter="wipe(left)">
                                      <p:cBhvr>
                                        <p:cTn id="55" dur="500"/>
                                        <p:tgtEl>
                                          <p:spTgt spid="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71" grpId="0" animBg="1"/>
      <p:bldP spid="117" grpId="0" animBg="1"/>
      <p:bldP spid="118" grpId="0" animBg="1"/>
      <p:bldP spid="119" grpId="0" animBg="1"/>
      <p:bldP spid="120" grpId="0" animBg="1"/>
      <p:bldP spid="121" grpId="0" animBg="1"/>
      <p:bldP spid="122" grpId="0" animBg="1"/>
      <p:bldP spid="125" grpId="0"/>
      <p:bldP spid="12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9785747" y="269351"/>
            <a:ext cx="1659494" cy="198120"/>
          </a:xfrm>
          <a:prstGeom prst="rect">
            <a:avLst/>
          </a:prstGeom>
          <a:noFill/>
        </p:spPr>
        <p:txBody>
          <a:bodyPr wrap="square" rtlCol="0">
            <a:normAutofit/>
          </a:bodyPr>
          <a:lstStyle/>
          <a:p>
            <a:r>
              <a:rPr lang="vi-VN" altLang="vi-VN" sz="700">
                <a:solidFill>
                  <a:schemeClr val="tx1">
                    <a:lumMod val="85000"/>
                    <a:lumOff val="15000"/>
                  </a:schemeClr>
                </a:solidFill>
                <a:latin typeface="Noto Sans"/>
                <a:ea typeface="Noto Sans"/>
                <a:cs typeface="+mn-ea"/>
                <a:sym typeface="+mn-lt"/>
              </a:rPr>
              <a:t>Thêm văn bản chi tiết văn bản</a:t>
            </a:r>
            <a:endParaRPr lang="ru-RU" sz="700">
              <a:solidFill>
                <a:schemeClr val="tx1">
                  <a:lumMod val="85000"/>
                  <a:lumOff val="15000"/>
                </a:schemeClr>
              </a:solidFill>
              <a:cs typeface="+mn-ea"/>
              <a:sym typeface="+mn-lt"/>
            </a:endParaRPr>
          </a:p>
        </p:txBody>
      </p:sp>
      <p:sp>
        <p:nvSpPr>
          <p:cNvPr id="7" name="Прямоугольник 6"/>
          <p:cNvSpPr/>
          <p:nvPr/>
        </p:nvSpPr>
        <p:spPr>
          <a:xfrm>
            <a:off x="11801478" y="308101"/>
            <a:ext cx="107157" cy="107157"/>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117">
              <a:solidFill>
                <a:schemeClr val="tx1">
                  <a:lumMod val="85000"/>
                  <a:lumOff val="15000"/>
                </a:schemeClr>
              </a:solidFill>
              <a:cs typeface="+mn-ea"/>
              <a:sym typeface="+mn-lt"/>
            </a:endParaRPr>
          </a:p>
        </p:txBody>
      </p:sp>
      <p:sp>
        <p:nvSpPr>
          <p:cNvPr id="9" name="Прямоугольный треугольник 8"/>
          <p:cNvSpPr/>
          <p:nvPr/>
        </p:nvSpPr>
        <p:spPr>
          <a:xfrm flipH="1">
            <a:off x="11169755" y="5810252"/>
            <a:ext cx="1022249" cy="1047751"/>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117">
              <a:solidFill>
                <a:schemeClr val="tx1">
                  <a:lumMod val="85000"/>
                  <a:lumOff val="15000"/>
                </a:schemeClr>
              </a:solidFill>
              <a:cs typeface="+mn-ea"/>
              <a:sym typeface="+mn-lt"/>
            </a:endParaRPr>
          </a:p>
        </p:txBody>
      </p:sp>
      <p:sp>
        <p:nvSpPr>
          <p:cNvPr id="10" name="TextBox 9"/>
          <p:cNvSpPr txBox="1"/>
          <p:nvPr/>
        </p:nvSpPr>
        <p:spPr>
          <a:xfrm>
            <a:off x="863557" y="721913"/>
            <a:ext cx="10487138" cy="817544"/>
          </a:xfrm>
          <a:prstGeom prst="rect">
            <a:avLst/>
          </a:prstGeom>
          <a:noFill/>
        </p:spPr>
        <p:txBody>
          <a:bodyPr wrap="square" rtlCol="0">
            <a:normAutofit/>
          </a:bodyPr>
          <a:lstStyle/>
          <a:p>
            <a:r>
              <a:rPr lang="vi-VN" sz="4400" b="1" dirty="0">
                <a:solidFill>
                  <a:schemeClr val="tx1">
                    <a:lumMod val="85000"/>
                    <a:lumOff val="1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lt"/>
              </a:rPr>
              <a:t>1, Nén dữ liệu</a:t>
            </a:r>
            <a:endParaRPr lang="ru-RU" sz="4400" b="1" dirty="0">
              <a:solidFill>
                <a:schemeClr val="tx1">
                  <a:lumMod val="85000"/>
                  <a:lumOff val="1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lt"/>
            </a:endParaRPr>
          </a:p>
        </p:txBody>
      </p:sp>
      <p:sp>
        <p:nvSpPr>
          <p:cNvPr id="31" name="TextBox 30"/>
          <p:cNvSpPr txBox="1"/>
          <p:nvPr/>
        </p:nvSpPr>
        <p:spPr>
          <a:xfrm>
            <a:off x="1074855" y="3792778"/>
            <a:ext cx="6133666" cy="1312622"/>
          </a:xfrm>
          <a:prstGeom prst="rect">
            <a:avLst/>
          </a:prstGeom>
          <a:noFill/>
        </p:spPr>
        <p:txBody>
          <a:bodyPr wrap="square" rtlCol="0">
            <a:noAutofit/>
          </a:bodyPr>
          <a:lstStyle/>
          <a:p>
            <a:pPr>
              <a:lnSpc>
                <a:spcPct val="108000"/>
              </a:lnSpc>
            </a:pPr>
            <a:r>
              <a:rPr lang="vi-VN" altLang="vi-VN" sz="2800" spc="300" dirty="0">
                <a:solidFill>
                  <a:schemeClr val="tx1">
                    <a:lumMod val="95000"/>
                    <a:lumOff val="5000"/>
                  </a:schemeClr>
                </a:solidFill>
                <a:latin typeface="Times New Roman" panose="02020603050405020304" pitchFamily="18" charset="0"/>
                <a:ea typeface="Noto Sans"/>
                <a:cs typeface="Times New Roman" panose="02020603050405020304" pitchFamily="18" charset="0"/>
                <a:sym typeface="+mn-lt"/>
              </a:rPr>
              <a:t>- Mục tiêu: </a:t>
            </a:r>
            <a:r>
              <a:rPr lang="en-US" sz="2800" dirty="0" err="1">
                <a:latin typeface="Times New Roman" panose="02020603050405020304" pitchFamily="18" charset="0"/>
                <a:cs typeface="Times New Roman" panose="02020603050405020304" pitchFamily="18" charset="0"/>
              </a:rPr>
              <a:t>giúp</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tiết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kiệm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tài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nguyên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và</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tăng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tốc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độ</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truyền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tải</a:t>
            </a:r>
            <a:r>
              <a:rPr lang="vi-VN" altLang="vi-VN" sz="2800" spc="300" dirty="0">
                <a:solidFill>
                  <a:schemeClr val="tx1">
                    <a:lumMod val="95000"/>
                    <a:lumOff val="5000"/>
                  </a:schemeClr>
                </a:solidFill>
                <a:latin typeface="Times New Roman" panose="02020603050405020304" pitchFamily="18" charset="0"/>
                <a:ea typeface="Noto Sans"/>
                <a:cs typeface="Times New Roman" panose="02020603050405020304" pitchFamily="18" charset="0"/>
                <a:sym typeface="+mn-lt"/>
              </a:rPr>
              <a:t> </a:t>
            </a:r>
          </a:p>
        </p:txBody>
      </p:sp>
      <p:sp>
        <p:nvSpPr>
          <p:cNvPr id="34" name="TextBox 33"/>
          <p:cNvSpPr txBox="1"/>
          <p:nvPr/>
        </p:nvSpPr>
        <p:spPr>
          <a:xfrm>
            <a:off x="1074855" y="1735595"/>
            <a:ext cx="6011746" cy="1861045"/>
          </a:xfrm>
          <a:prstGeom prst="rect">
            <a:avLst/>
          </a:prstGeom>
          <a:noFill/>
        </p:spPr>
        <p:txBody>
          <a:bodyPr wrap="square" rtlCol="0">
            <a:normAutofit/>
          </a:bodyPr>
          <a:lstStyle/>
          <a:p>
            <a:pPr>
              <a:lnSpc>
                <a:spcPct val="104000"/>
              </a:lnSpc>
            </a:pPr>
            <a:r>
              <a:rPr lang="vi-VN" sz="2800" dirty="0">
                <a:latin typeface="Times New Roman" panose="02020603050405020304" pitchFamily="18" charset="0"/>
                <a:cs typeface="Times New Roman" panose="02020603050405020304" pitchFamily="18" charset="0"/>
              </a:rPr>
              <a:t>- Nén dữ liệu là quá trình sử dụng thuật toán để giảm dung lượng của tệp tin hoặc dữ liệu bằng cách loại bỏ hoặc mã hóa thông tin dư thừa</a:t>
            </a:r>
            <a:endParaRPr lang="en-US" dirty="0">
              <a:solidFill>
                <a:schemeClr val="tx1">
                  <a:lumMod val="95000"/>
                  <a:lumOff val="5000"/>
                </a:schemeClr>
              </a:solidFill>
              <a:latin typeface="Times New Roman" panose="02020603050405020304" pitchFamily="18" charset="0"/>
              <a:cs typeface="Times New Roman" panose="02020603050405020304" pitchFamily="18" charset="0"/>
              <a:sym typeface="+mn-lt"/>
            </a:endParaRPr>
          </a:p>
        </p:txBody>
      </p:sp>
      <p:pic>
        <p:nvPicPr>
          <p:cNvPr id="37" name="Picture 36" descr="A close-up of a machine&#10;&#10;AI-generated content may be incorrect.">
            <a:extLst>
              <a:ext uri="{FF2B5EF4-FFF2-40B4-BE49-F238E27FC236}">
                <a16:creationId xmlns:a16="http://schemas.microsoft.com/office/drawing/2014/main" id="{5B173234-FD63-8F0E-B122-583CED92BA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86601" y="721913"/>
            <a:ext cx="4714877" cy="421323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5" name="Picture 4">
            <a:extLst>
              <a:ext uri="{FF2B5EF4-FFF2-40B4-BE49-F238E27FC236}">
                <a16:creationId xmlns:a16="http://schemas.microsoft.com/office/drawing/2014/main" id="{87A04E0C-D863-EA9D-A386-51367D2B444A}"/>
              </a:ext>
            </a:extLst>
          </p:cNvPr>
          <p:cNvPicPr>
            <a:picLocks noChangeAspect="1"/>
          </p:cNvPicPr>
          <p:nvPr/>
        </p:nvPicPr>
        <p:blipFill>
          <a:blip r:embed="rId4"/>
          <a:stretch>
            <a:fillRect/>
          </a:stretch>
        </p:blipFill>
        <p:spPr>
          <a:xfrm rot="5400000">
            <a:off x="-1830354" y="2552266"/>
            <a:ext cx="4213234" cy="552527"/>
          </a:xfrm>
          <a:prstGeom prst="rect">
            <a:avLst/>
          </a:prstGeom>
        </p:spPr>
      </p:pic>
    </p:spTree>
    <p:extLst>
      <p:ext uri="{BB962C8B-B14F-4D97-AF65-F5344CB8AC3E}">
        <p14:creationId xmlns:p14="http://schemas.microsoft.com/office/powerpoint/2010/main" val="1881189138"/>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nodeType="afterGroup">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fade">
                                      <p:cBhvr>
                                        <p:cTn id="11" dur="500"/>
                                        <p:tgtEl>
                                          <p:spTgt spid="31"/>
                                        </p:tgtEl>
                                      </p:cBhvr>
                                    </p:animEffect>
                                  </p:childTnLst>
                                </p:cTn>
                              </p:par>
                            </p:childTnLst>
                          </p:cTn>
                        </p:par>
                        <p:par>
                          <p:cTn id="12" fill="hold" nodeType="afterGroup">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fade">
                                      <p:cBhvr>
                                        <p:cTn id="15"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1" grpId="0"/>
      <p:bldP spid="3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96A469B-00ED-5014-F5D7-07F6BA10C8DC}"/>
              </a:ext>
            </a:extLst>
          </p:cNvPr>
          <p:cNvSpPr txBox="1"/>
          <p:nvPr/>
        </p:nvSpPr>
        <p:spPr>
          <a:xfrm>
            <a:off x="863557" y="721913"/>
            <a:ext cx="10487138" cy="817544"/>
          </a:xfrm>
          <a:prstGeom prst="rect">
            <a:avLst/>
          </a:prstGeom>
          <a:noFill/>
        </p:spPr>
        <p:txBody>
          <a:bodyPr wrap="square" rtlCol="0">
            <a:normAutofit/>
          </a:bodyPr>
          <a:lstStyle/>
          <a:p>
            <a:r>
              <a:rPr lang="vi-VN" sz="4400" b="1" dirty="0">
                <a:solidFill>
                  <a:schemeClr val="tx1">
                    <a:lumMod val="85000"/>
                    <a:lumOff val="1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lt"/>
              </a:rPr>
              <a:t>1, Nén dữ liệu</a:t>
            </a:r>
            <a:endParaRPr lang="ru-RU" sz="4400" b="1" dirty="0">
              <a:solidFill>
                <a:schemeClr val="tx1">
                  <a:lumMod val="85000"/>
                  <a:lumOff val="1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lt"/>
            </a:endParaRPr>
          </a:p>
        </p:txBody>
      </p:sp>
      <p:sp>
        <p:nvSpPr>
          <p:cNvPr id="5" name="TextBox 4">
            <a:extLst>
              <a:ext uri="{FF2B5EF4-FFF2-40B4-BE49-F238E27FC236}">
                <a16:creationId xmlns:a16="http://schemas.microsoft.com/office/drawing/2014/main" id="{7F6FB119-BAA4-0C15-DAAB-3A67D816A661}"/>
              </a:ext>
            </a:extLst>
          </p:cNvPr>
          <p:cNvSpPr txBox="1"/>
          <p:nvPr/>
        </p:nvSpPr>
        <p:spPr>
          <a:xfrm>
            <a:off x="863557" y="1539457"/>
            <a:ext cx="10596923" cy="1142783"/>
          </a:xfrm>
          <a:prstGeom prst="rect">
            <a:avLst/>
          </a:prstGeom>
          <a:noFill/>
        </p:spPr>
        <p:txBody>
          <a:bodyPr wrap="square" rtlCol="0">
            <a:normAutofit/>
          </a:bodyPr>
          <a:lstStyle/>
          <a:p>
            <a:pPr marL="571500" indent="-571500">
              <a:buFontTx/>
              <a:buChar char="-"/>
            </a:pPr>
            <a:r>
              <a:rPr lang="vi-VN" sz="2800" dirty="0">
                <a:solidFill>
                  <a:schemeClr val="tx1">
                    <a:lumMod val="85000"/>
                    <a:lumOff val="15000"/>
                  </a:schemeClr>
                </a:solidFill>
                <a:latin typeface="Times New Roman" panose="02020603050405020304" pitchFamily="18" charset="0"/>
                <a:cs typeface="Times New Roman" panose="02020603050405020304" pitchFamily="18" charset="0"/>
                <a:sym typeface="+mn-lt"/>
              </a:rPr>
              <a:t>Dữ liệu gốc: </a:t>
            </a:r>
            <a:r>
              <a:rPr lang="vi-VN" sz="2800" dirty="0">
                <a:latin typeface="Times New Roman" panose="02020603050405020304" pitchFamily="18" charset="0"/>
                <a:cs typeface="Times New Roman" panose="02020603050405020304" pitchFamily="18" charset="0"/>
              </a:rPr>
              <a:t>là dữ liệu được thu thập trực tiếp từ nguồn mà chưa qua bất kỳ xử lý, chỉnh sửa, hoặc phân tích nào</a:t>
            </a:r>
          </a:p>
          <a:p>
            <a:endParaRPr lang="ru-RU" sz="4400" dirty="0">
              <a:solidFill>
                <a:schemeClr val="tx1">
                  <a:lumMod val="85000"/>
                  <a:lumOff val="15000"/>
                </a:schemeClr>
              </a:solidFill>
              <a:latin typeface="Times New Roman" panose="02020603050405020304" pitchFamily="18" charset="0"/>
              <a:cs typeface="Times New Roman" panose="02020603050405020304" pitchFamily="18" charset="0"/>
              <a:sym typeface="+mn-lt"/>
            </a:endParaRPr>
          </a:p>
        </p:txBody>
      </p:sp>
      <p:sp>
        <p:nvSpPr>
          <p:cNvPr id="8" name="Arrow: Right 7">
            <a:extLst>
              <a:ext uri="{FF2B5EF4-FFF2-40B4-BE49-F238E27FC236}">
                <a16:creationId xmlns:a16="http://schemas.microsoft.com/office/drawing/2014/main" id="{9E738E12-1C4A-727A-95B8-541EE7B78524}"/>
              </a:ext>
            </a:extLst>
          </p:cNvPr>
          <p:cNvSpPr/>
          <p:nvPr/>
        </p:nvSpPr>
        <p:spPr>
          <a:xfrm>
            <a:off x="5039360" y="3921760"/>
            <a:ext cx="1930400" cy="817544"/>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pic>
        <p:nvPicPr>
          <p:cNvPr id="10" name="Picture 9" descr="A tree with many roots&#10;&#10;AI-generated content may be incorrect.">
            <a:extLst>
              <a:ext uri="{FF2B5EF4-FFF2-40B4-BE49-F238E27FC236}">
                <a16:creationId xmlns:a16="http://schemas.microsoft.com/office/drawing/2014/main" id="{552FC2AF-57EE-6565-92B4-8C3B598E4D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424" y="2900602"/>
            <a:ext cx="3325216" cy="2835119"/>
          </a:xfrm>
          <a:prstGeom prst="rect">
            <a:avLst/>
          </a:prstGeom>
          <a:ln>
            <a:noFill/>
          </a:ln>
          <a:effectLst>
            <a:outerShdw blurRad="190500" algn="tl" rotWithShape="0">
              <a:srgbClr val="000000">
                <a:alpha val="70000"/>
              </a:srgbClr>
            </a:outerShdw>
          </a:effectLst>
        </p:spPr>
      </p:pic>
      <p:pic>
        <p:nvPicPr>
          <p:cNvPr id="12" name="Picture 11" descr="A tree root with a few leaves&#10;&#10;AI-generated content may be incorrect.">
            <a:extLst>
              <a:ext uri="{FF2B5EF4-FFF2-40B4-BE49-F238E27FC236}">
                <a16:creationId xmlns:a16="http://schemas.microsoft.com/office/drawing/2014/main" id="{E4F07CE4-CBDF-CD8E-4155-F0782749BB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65137" y="2900601"/>
            <a:ext cx="2796463" cy="2835119"/>
          </a:xfrm>
          <a:prstGeom prst="rect">
            <a:avLst/>
          </a:prstGeom>
          <a:ln>
            <a:noFill/>
          </a:ln>
          <a:effectLst>
            <a:outerShdw blurRad="190500" algn="tl" rotWithShape="0">
              <a:srgbClr val="000000">
                <a:alpha val="70000"/>
              </a:srgbClr>
            </a:outerShdw>
          </a:effectLst>
        </p:spPr>
      </p:pic>
      <p:sp>
        <p:nvSpPr>
          <p:cNvPr id="19" name="TextBox 18">
            <a:extLst>
              <a:ext uri="{FF2B5EF4-FFF2-40B4-BE49-F238E27FC236}">
                <a16:creationId xmlns:a16="http://schemas.microsoft.com/office/drawing/2014/main" id="{0CE783E7-9BB2-FCF1-3474-72FEAC7A2E4A}"/>
              </a:ext>
            </a:extLst>
          </p:cNvPr>
          <p:cNvSpPr txBox="1"/>
          <p:nvPr/>
        </p:nvSpPr>
        <p:spPr>
          <a:xfrm>
            <a:off x="2172222" y="5860304"/>
            <a:ext cx="2552178" cy="551565"/>
          </a:xfrm>
          <a:prstGeom prst="rect">
            <a:avLst/>
          </a:prstGeom>
          <a:noFill/>
        </p:spPr>
        <p:txBody>
          <a:bodyPr wrap="square" rtlCol="0">
            <a:normAutofit/>
          </a:bodyPr>
          <a:lstStyle/>
          <a:p>
            <a:r>
              <a:rPr lang="vi-VN" sz="2400" b="1" dirty="0">
                <a:solidFill>
                  <a:schemeClr val="tx1">
                    <a:lumMod val="85000"/>
                    <a:lumOff val="15000"/>
                  </a:schemeClr>
                </a:solidFill>
                <a:latin typeface="Times New Roman" panose="02020603050405020304" pitchFamily="18" charset="0"/>
                <a:cs typeface="Times New Roman" panose="02020603050405020304" pitchFamily="18" charset="0"/>
                <a:sym typeface="+mn-lt"/>
              </a:rPr>
              <a:t>Gốc ban đầu</a:t>
            </a:r>
            <a:endParaRPr lang="ru-RU" sz="2400" b="1" dirty="0">
              <a:solidFill>
                <a:schemeClr val="tx1">
                  <a:lumMod val="85000"/>
                  <a:lumOff val="15000"/>
                </a:schemeClr>
              </a:solidFill>
              <a:latin typeface="Times New Roman" panose="02020603050405020304" pitchFamily="18" charset="0"/>
              <a:cs typeface="Times New Roman" panose="02020603050405020304" pitchFamily="18" charset="0"/>
              <a:sym typeface="+mn-lt"/>
            </a:endParaRPr>
          </a:p>
        </p:txBody>
      </p:sp>
      <p:sp>
        <p:nvSpPr>
          <p:cNvPr id="20" name="TextBox 19">
            <a:extLst>
              <a:ext uri="{FF2B5EF4-FFF2-40B4-BE49-F238E27FC236}">
                <a16:creationId xmlns:a16="http://schemas.microsoft.com/office/drawing/2014/main" id="{94D01482-90E0-447F-8A7E-0A618B493DCA}"/>
              </a:ext>
            </a:extLst>
          </p:cNvPr>
          <p:cNvSpPr txBox="1"/>
          <p:nvPr/>
        </p:nvSpPr>
        <p:spPr>
          <a:xfrm>
            <a:off x="8046677" y="5754024"/>
            <a:ext cx="2123483" cy="551565"/>
          </a:xfrm>
          <a:prstGeom prst="rect">
            <a:avLst/>
          </a:prstGeom>
          <a:noFill/>
        </p:spPr>
        <p:txBody>
          <a:bodyPr wrap="square" rtlCol="0">
            <a:normAutofit/>
          </a:bodyPr>
          <a:lstStyle/>
          <a:p>
            <a:r>
              <a:rPr lang="vi-VN" sz="2400" b="1">
                <a:solidFill>
                  <a:schemeClr val="tx1">
                    <a:lumMod val="85000"/>
                    <a:lumOff val="15000"/>
                  </a:schemeClr>
                </a:solidFill>
                <a:latin typeface="Times New Roman" panose="02020603050405020304" pitchFamily="18" charset="0"/>
                <a:cs typeface="Times New Roman" panose="02020603050405020304" pitchFamily="18" charset="0"/>
                <a:sym typeface="+mn-lt"/>
              </a:rPr>
              <a:t>Sau khi nén</a:t>
            </a:r>
            <a:endParaRPr lang="ru-RU" sz="2400" b="1" dirty="0">
              <a:solidFill>
                <a:schemeClr val="tx1">
                  <a:lumMod val="85000"/>
                  <a:lumOff val="15000"/>
                </a:schemeClr>
              </a:solidFill>
              <a:latin typeface="Times New Roman" panose="02020603050405020304" pitchFamily="18" charset="0"/>
              <a:cs typeface="Times New Roman" panose="02020603050405020304" pitchFamily="18" charset="0"/>
              <a:sym typeface="+mn-lt"/>
            </a:endParaRPr>
          </a:p>
        </p:txBody>
      </p:sp>
      <p:pic>
        <p:nvPicPr>
          <p:cNvPr id="3" name="Picture 2">
            <a:extLst>
              <a:ext uri="{FF2B5EF4-FFF2-40B4-BE49-F238E27FC236}">
                <a16:creationId xmlns:a16="http://schemas.microsoft.com/office/drawing/2014/main" id="{5C594CA4-9E18-9F83-A59F-1EEBF04B3F84}"/>
              </a:ext>
            </a:extLst>
          </p:cNvPr>
          <p:cNvPicPr>
            <a:picLocks noChangeAspect="1"/>
          </p:cNvPicPr>
          <p:nvPr/>
        </p:nvPicPr>
        <p:blipFill>
          <a:blip r:embed="rId4"/>
          <a:stretch>
            <a:fillRect/>
          </a:stretch>
        </p:blipFill>
        <p:spPr>
          <a:xfrm rot="5400000">
            <a:off x="-1869448" y="2437205"/>
            <a:ext cx="4418103" cy="552527"/>
          </a:xfrm>
          <a:prstGeom prst="rect">
            <a:avLst/>
          </a:prstGeom>
        </p:spPr>
      </p:pic>
    </p:spTree>
    <p:extLst>
      <p:ext uri="{BB962C8B-B14F-4D97-AF65-F5344CB8AC3E}">
        <p14:creationId xmlns:p14="http://schemas.microsoft.com/office/powerpoint/2010/main" val="1754822628"/>
      </p:ext>
    </p:extLst>
  </p:cSld>
  <p:clrMapOvr>
    <a:masterClrMapping/>
  </p:clrMapOvr>
  <p:transition spd="slow">
    <p:randomBar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DF2E238-E1B9-ED30-E3AA-5C5866553D25}"/>
              </a:ext>
            </a:extLst>
          </p:cNvPr>
          <p:cNvSpPr txBox="1"/>
          <p:nvPr/>
        </p:nvSpPr>
        <p:spPr>
          <a:xfrm>
            <a:off x="943849" y="565537"/>
            <a:ext cx="8676401" cy="663188"/>
          </a:xfrm>
          <a:prstGeom prst="rect">
            <a:avLst/>
          </a:prstGeom>
          <a:noFill/>
        </p:spPr>
        <p:txBody>
          <a:bodyPr wrap="square" rtlCol="0">
            <a:normAutofit fontScale="85000" lnSpcReduction="20000"/>
          </a:bodyPr>
          <a:lstStyle/>
          <a:p>
            <a:r>
              <a:rPr lang="vi-VN" sz="5400" b="1" dirty="0">
                <a:solidFill>
                  <a:schemeClr val="tx1">
                    <a:lumMod val="85000"/>
                    <a:lumOff val="1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lt"/>
              </a:rPr>
              <a:t>1, Nén dữ liệu</a:t>
            </a:r>
            <a:endParaRPr lang="ru-RU" sz="5400" b="1" dirty="0">
              <a:solidFill>
                <a:schemeClr val="tx1">
                  <a:lumMod val="85000"/>
                  <a:lumOff val="1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lt"/>
            </a:endParaRPr>
          </a:p>
        </p:txBody>
      </p:sp>
      <p:sp>
        <p:nvSpPr>
          <p:cNvPr id="5" name="TextBox 4">
            <a:extLst>
              <a:ext uri="{FF2B5EF4-FFF2-40B4-BE49-F238E27FC236}">
                <a16:creationId xmlns:a16="http://schemas.microsoft.com/office/drawing/2014/main" id="{706408F8-5A61-DDDD-0556-2073B98039D0}"/>
              </a:ext>
            </a:extLst>
          </p:cNvPr>
          <p:cNvSpPr txBox="1"/>
          <p:nvPr/>
        </p:nvSpPr>
        <p:spPr>
          <a:xfrm>
            <a:off x="761013" y="1303868"/>
            <a:ext cx="10669974" cy="3019846"/>
          </a:xfrm>
          <a:prstGeom prst="rect">
            <a:avLst/>
          </a:prstGeom>
          <a:noFill/>
        </p:spPr>
        <p:txBody>
          <a:bodyPr wrap="square" rtlCol="0" anchor="ctr">
            <a:noAutofit/>
          </a:bodyPr>
          <a:lstStyle/>
          <a:p>
            <a:r>
              <a:rPr lang="vi-VN" sz="2800" b="1" dirty="0">
                <a:solidFill>
                  <a:schemeClr val="tx1">
                    <a:lumMod val="85000"/>
                    <a:lumOff val="15000"/>
                  </a:schemeClr>
                </a:solidFill>
                <a:latin typeface="Times New Roman" panose="02020603050405020304" pitchFamily="18" charset="0"/>
                <a:cs typeface="Times New Roman" panose="02020603050405020304" pitchFamily="18" charset="0"/>
                <a:sym typeface="+mn-lt"/>
              </a:rPr>
              <a:t>Cách hoạt động: </a:t>
            </a:r>
            <a:r>
              <a:rPr lang="vi-VN" sz="2800" dirty="0">
                <a:latin typeface="Times New Roman" panose="02020603050405020304" pitchFamily="18" charset="0"/>
                <a:cs typeface="Times New Roman" panose="02020603050405020304" pitchFamily="18" charset="0"/>
              </a:rPr>
              <a:t>Tùy theo dữ liệu có bị thay đổi trước và sau khi giải nén không, người ta chia nén thành hai loại</a:t>
            </a:r>
          </a:p>
          <a:p>
            <a:pPr lvl="2"/>
            <a:r>
              <a:rPr lang="vi-VN" sz="2800" dirty="0">
                <a:solidFill>
                  <a:schemeClr val="tx1">
                    <a:lumMod val="85000"/>
                    <a:lumOff val="15000"/>
                  </a:schemeClr>
                </a:solidFill>
                <a:latin typeface="Times New Roman" panose="02020603050405020304" pitchFamily="18" charset="0"/>
                <a:cs typeface="Times New Roman" panose="02020603050405020304" pitchFamily="18" charset="0"/>
                <a:sym typeface="+mn-lt"/>
              </a:rPr>
              <a:t>+   </a:t>
            </a:r>
            <a:r>
              <a:rPr lang="vi-VN" sz="2800" b="1" dirty="0">
                <a:solidFill>
                  <a:schemeClr val="tx1">
                    <a:lumMod val="85000"/>
                    <a:lumOff val="15000"/>
                  </a:schemeClr>
                </a:solidFill>
                <a:latin typeface="Times New Roman" panose="02020603050405020304" pitchFamily="18" charset="0"/>
                <a:cs typeface="Times New Roman" panose="02020603050405020304" pitchFamily="18" charset="0"/>
                <a:sym typeface="+mn-lt"/>
              </a:rPr>
              <a:t>Nén còn nguyên vẹn: </a:t>
            </a:r>
            <a:r>
              <a:rPr lang="vi-VN" sz="2800" dirty="0">
                <a:solidFill>
                  <a:schemeClr val="tx1">
                    <a:lumMod val="85000"/>
                    <a:lumOff val="15000"/>
                  </a:schemeClr>
                </a:solidFill>
                <a:latin typeface="Times New Roman" panose="02020603050405020304" pitchFamily="18" charset="0"/>
                <a:cs typeface="Times New Roman" panose="02020603050405020304" pitchFamily="18" charset="0"/>
                <a:sym typeface="+mn-lt"/>
              </a:rPr>
              <a:t>s</a:t>
            </a:r>
            <a:r>
              <a:rPr lang="vi-VN" sz="2800" dirty="0">
                <a:latin typeface="Times New Roman" panose="02020603050405020304" pitchFamily="18" charset="0"/>
                <a:cs typeface="Times New Roman" panose="02020603050405020304" pitchFamily="18" charset="0"/>
              </a:rPr>
              <a:t>au khi nén và giải nén, dữ liệu khôi phục lại chính xác 100% như ban đầu.</a:t>
            </a:r>
            <a:endParaRPr lang="vi-VN" sz="2800" dirty="0">
              <a:solidFill>
                <a:schemeClr val="tx1">
                  <a:lumMod val="85000"/>
                  <a:lumOff val="15000"/>
                </a:schemeClr>
              </a:solidFill>
              <a:latin typeface="Times New Roman" panose="02020603050405020304" pitchFamily="18" charset="0"/>
              <a:cs typeface="Times New Roman" panose="02020603050405020304" pitchFamily="18" charset="0"/>
              <a:sym typeface="+mn-lt"/>
            </a:endParaRPr>
          </a:p>
          <a:p>
            <a:pPr lvl="2"/>
            <a:r>
              <a:rPr lang="vi-VN" sz="2800" dirty="0">
                <a:solidFill>
                  <a:schemeClr val="tx1">
                    <a:lumMod val="85000"/>
                    <a:lumOff val="15000"/>
                  </a:schemeClr>
                </a:solidFill>
                <a:latin typeface="Times New Roman" panose="02020603050405020304" pitchFamily="18" charset="0"/>
                <a:cs typeface="Times New Roman" panose="02020603050405020304" pitchFamily="18" charset="0"/>
                <a:sym typeface="+mn-lt"/>
              </a:rPr>
              <a:t>+   </a:t>
            </a:r>
            <a:r>
              <a:rPr lang="vi-VN" sz="2800" b="1" dirty="0">
                <a:solidFill>
                  <a:schemeClr val="tx1">
                    <a:lumMod val="85000"/>
                    <a:lumOff val="15000"/>
                  </a:schemeClr>
                </a:solidFill>
                <a:latin typeface="Times New Roman" panose="02020603050405020304" pitchFamily="18" charset="0"/>
                <a:cs typeface="Times New Roman" panose="02020603050405020304" pitchFamily="18" charset="0"/>
                <a:sym typeface="+mn-lt"/>
              </a:rPr>
              <a:t>Nén mất dữ liệu:  </a:t>
            </a:r>
            <a:r>
              <a:rPr lang="vi-VN" sz="2800" dirty="0">
                <a:latin typeface="Times New Roman" panose="02020603050405020304" pitchFamily="18" charset="0"/>
                <a:cs typeface="Times New Roman" panose="02020603050405020304" pitchFamily="18" charset="0"/>
              </a:rPr>
              <a:t>là dạng nén chỉ cho phép phục hồi lại một phần dữ liệu gốc vì thế có thể làm mất một lượng thông tin để đổi lại khả năng nén giảm dung lượng tốt hơn. </a:t>
            </a:r>
          </a:p>
          <a:p>
            <a:pPr lvl="2"/>
            <a:endParaRPr lang="ru-RU" sz="2800" b="1" dirty="0">
              <a:solidFill>
                <a:schemeClr val="tx1">
                  <a:lumMod val="85000"/>
                  <a:lumOff val="15000"/>
                </a:schemeClr>
              </a:solidFill>
              <a:latin typeface="Times New Roman" panose="02020603050405020304" pitchFamily="18" charset="0"/>
              <a:cs typeface="Times New Roman" panose="02020603050405020304" pitchFamily="18" charset="0"/>
              <a:sym typeface="+mn-lt"/>
            </a:endParaRPr>
          </a:p>
        </p:txBody>
      </p:sp>
      <p:pic>
        <p:nvPicPr>
          <p:cNvPr id="3" name="Picture 2" descr="A red arrow pointing to a blue background&#10;&#10;AI-generated content may be incorrect.">
            <a:extLst>
              <a:ext uri="{FF2B5EF4-FFF2-40B4-BE49-F238E27FC236}">
                <a16:creationId xmlns:a16="http://schemas.microsoft.com/office/drawing/2014/main" id="{B009B599-4DEB-80DD-756E-D4F1AD4E75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4211" y="4186944"/>
            <a:ext cx="6182322" cy="2182400"/>
          </a:xfrm>
          <a:prstGeom prst="rect">
            <a:avLst/>
          </a:prstGeom>
        </p:spPr>
      </p:pic>
      <p:pic>
        <p:nvPicPr>
          <p:cNvPr id="6" name="Picture 5">
            <a:extLst>
              <a:ext uri="{FF2B5EF4-FFF2-40B4-BE49-F238E27FC236}">
                <a16:creationId xmlns:a16="http://schemas.microsoft.com/office/drawing/2014/main" id="{872B9616-E5B4-BF86-4170-EE9CCF95D709}"/>
              </a:ext>
            </a:extLst>
          </p:cNvPr>
          <p:cNvPicPr>
            <a:picLocks noChangeAspect="1"/>
          </p:cNvPicPr>
          <p:nvPr/>
        </p:nvPicPr>
        <p:blipFill>
          <a:blip r:embed="rId3"/>
          <a:stretch>
            <a:fillRect/>
          </a:stretch>
        </p:blipFill>
        <p:spPr>
          <a:xfrm rot="5400000">
            <a:off x="-1925089" y="2490625"/>
            <a:ext cx="4402703" cy="552527"/>
          </a:xfrm>
          <a:prstGeom prst="rect">
            <a:avLst/>
          </a:prstGeom>
        </p:spPr>
      </p:pic>
    </p:spTree>
    <p:extLst>
      <p:ext uri="{BB962C8B-B14F-4D97-AF65-F5344CB8AC3E}">
        <p14:creationId xmlns:p14="http://schemas.microsoft.com/office/powerpoint/2010/main" val="340463462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6FA24-1863-EC52-E1EE-335BBCC741B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873141F-0F85-A1E9-AF41-8AC11E821F84}"/>
              </a:ext>
            </a:extLst>
          </p:cNvPr>
          <p:cNvSpPr txBox="1"/>
          <p:nvPr/>
        </p:nvSpPr>
        <p:spPr>
          <a:xfrm>
            <a:off x="950149" y="653470"/>
            <a:ext cx="10003601" cy="743098"/>
          </a:xfrm>
          <a:prstGeom prst="rect">
            <a:avLst/>
          </a:prstGeom>
          <a:noFill/>
        </p:spPr>
        <p:txBody>
          <a:bodyPr wrap="square" rtlCol="0">
            <a:normAutofit fontScale="92500" lnSpcReduction="20000"/>
          </a:bodyPr>
          <a:lstStyle/>
          <a:p>
            <a:r>
              <a:rPr lang="vi-VN" sz="5400" b="1" dirty="0">
                <a:solidFill>
                  <a:schemeClr val="tx1">
                    <a:lumMod val="85000"/>
                    <a:lumOff val="1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lt"/>
              </a:rPr>
              <a:t>1, Nén dữ liệu</a:t>
            </a:r>
            <a:endParaRPr lang="ru-RU" sz="5400" b="1" dirty="0">
              <a:solidFill>
                <a:schemeClr val="tx1">
                  <a:lumMod val="85000"/>
                  <a:lumOff val="1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lt"/>
            </a:endParaRPr>
          </a:p>
        </p:txBody>
      </p:sp>
      <p:sp>
        <p:nvSpPr>
          <p:cNvPr id="5" name="TextBox 4">
            <a:extLst>
              <a:ext uri="{FF2B5EF4-FFF2-40B4-BE49-F238E27FC236}">
                <a16:creationId xmlns:a16="http://schemas.microsoft.com/office/drawing/2014/main" id="{AD3C0A0D-4C98-8986-8EAF-D7CB2D016B24}"/>
              </a:ext>
            </a:extLst>
          </p:cNvPr>
          <p:cNvSpPr txBox="1"/>
          <p:nvPr/>
        </p:nvSpPr>
        <p:spPr>
          <a:xfrm>
            <a:off x="950149" y="1237183"/>
            <a:ext cx="10669975" cy="4224245"/>
          </a:xfrm>
          <a:prstGeom prst="rect">
            <a:avLst/>
          </a:prstGeom>
          <a:noFill/>
        </p:spPr>
        <p:txBody>
          <a:bodyPr wrap="square" rtlCol="0" anchor="t">
            <a:noAutofit/>
          </a:bodyPr>
          <a:lstStyle/>
          <a:p>
            <a:pPr marL="1428750" lvl="2" indent="-514350">
              <a:buAutoNum type="alphaLcParenR"/>
            </a:pPr>
            <a:r>
              <a:rPr lang="vi-VN" sz="2800" b="1" dirty="0">
                <a:solidFill>
                  <a:schemeClr val="tx1">
                    <a:lumMod val="85000"/>
                    <a:lumOff val="15000"/>
                  </a:schemeClr>
                </a:solidFill>
                <a:latin typeface="Times New Roman" panose="02020603050405020304" pitchFamily="18" charset="0"/>
                <a:cs typeface="Times New Roman" panose="02020603050405020304" pitchFamily="18" charset="0"/>
                <a:sym typeface="+mn-lt"/>
              </a:rPr>
              <a:t>Nén còn nguyên vẹn</a:t>
            </a:r>
          </a:p>
          <a:p>
            <a:pPr marL="457200" lvl="2" indent="-457200">
              <a:buFontTx/>
              <a:buChar char="-"/>
            </a:pPr>
            <a:r>
              <a:rPr lang="vi-VN" sz="2800" dirty="0">
                <a:solidFill>
                  <a:schemeClr val="tx1">
                    <a:lumMod val="85000"/>
                    <a:lumOff val="15000"/>
                  </a:schemeClr>
                </a:solidFill>
                <a:latin typeface="Times New Roman" panose="02020603050405020304" pitchFamily="18" charset="0"/>
                <a:cs typeface="Times New Roman" panose="02020603050405020304" pitchFamily="18" charset="0"/>
                <a:sym typeface="+mn-lt"/>
              </a:rPr>
              <a:t>Không mất đi bất kì thông tin nào</a:t>
            </a:r>
          </a:p>
          <a:p>
            <a:pPr marL="457200" lvl="2" indent="-457200">
              <a:buFontTx/>
              <a:buChar char="-"/>
            </a:pPr>
            <a:r>
              <a:rPr lang="vi-VN" sz="2800" dirty="0">
                <a:solidFill>
                  <a:schemeClr val="tx1">
                    <a:lumMod val="85000"/>
                    <a:lumOff val="15000"/>
                  </a:schemeClr>
                </a:solidFill>
                <a:latin typeface="Times New Roman" panose="02020603050405020304" pitchFamily="18" charset="0"/>
                <a:cs typeface="Times New Roman" panose="02020603050405020304" pitchFamily="18" charset="0"/>
                <a:sym typeface="+mn-lt"/>
              </a:rPr>
              <a:t>Dung lượng giảm nhưng không nhiều bằng giải nén mất dữ liệu</a:t>
            </a:r>
          </a:p>
          <a:p>
            <a:pPr marL="0" lvl="2"/>
            <a:r>
              <a:rPr lang="vi-VN" sz="2800" dirty="0">
                <a:solidFill>
                  <a:schemeClr val="tx1">
                    <a:lumMod val="85000"/>
                    <a:lumOff val="15000"/>
                  </a:schemeClr>
                </a:solidFill>
                <a:latin typeface="Times New Roman" panose="02020603050405020304" pitchFamily="18" charset="0"/>
                <a:cs typeface="Times New Roman" panose="02020603050405020304" pitchFamily="18" charset="0"/>
                <a:sym typeface="+mn-lt"/>
              </a:rPr>
              <a:t>		Giảm dung lượng lưu trữ và tiết kiệm băng thông truyền tải, vẫn bảo toàn tuyệt đối dữ liệu gốc để dùng trong các tình huống cần chính xác.</a:t>
            </a:r>
          </a:p>
          <a:p>
            <a:pPr marL="0" lvl="2"/>
            <a:r>
              <a:rPr lang="vi-VN" sz="2800" b="1" i="1" dirty="0">
                <a:solidFill>
                  <a:schemeClr val="tx1">
                    <a:lumMod val="85000"/>
                    <a:lumOff val="15000"/>
                  </a:schemeClr>
                </a:solidFill>
                <a:latin typeface="Times New Roman" panose="02020603050405020304" pitchFamily="18" charset="0"/>
                <a:cs typeface="Times New Roman" panose="02020603050405020304" pitchFamily="18" charset="0"/>
                <a:sym typeface="+mn-lt"/>
              </a:rPr>
              <a:t>	</a:t>
            </a:r>
            <a:r>
              <a:rPr lang="vi-VN" sz="2800" b="1" i="1" u="sng" dirty="0">
                <a:solidFill>
                  <a:schemeClr val="tx1">
                    <a:lumMod val="85000"/>
                    <a:lumOff val="15000"/>
                  </a:schemeClr>
                </a:solidFill>
                <a:latin typeface="Times New Roman" panose="02020603050405020304" pitchFamily="18" charset="0"/>
                <a:cs typeface="Times New Roman" panose="02020603050405020304" pitchFamily="18" charset="0"/>
                <a:sym typeface="+mn-lt"/>
              </a:rPr>
              <a:t>VD:</a:t>
            </a:r>
            <a:r>
              <a:rPr lang="vi-VN" sz="2800" b="1" i="1" dirty="0">
                <a:solidFill>
                  <a:schemeClr val="tx1">
                    <a:lumMod val="85000"/>
                    <a:lumOff val="15000"/>
                  </a:schemeClr>
                </a:solidFill>
                <a:latin typeface="Times New Roman" panose="02020603050405020304" pitchFamily="18" charset="0"/>
                <a:cs typeface="Times New Roman" panose="02020603050405020304" pitchFamily="18" charset="0"/>
                <a:sym typeface="+mn-lt"/>
              </a:rPr>
              <a:t> </a:t>
            </a:r>
            <a:r>
              <a:rPr lang="vi-VN" sz="2800" dirty="0">
                <a:solidFill>
                  <a:schemeClr val="tx1">
                    <a:lumMod val="85000"/>
                    <a:lumOff val="15000"/>
                  </a:schemeClr>
                </a:solidFill>
                <a:latin typeface="Times New Roman" panose="02020603050405020304" pitchFamily="18" charset="0"/>
                <a:cs typeface="Times New Roman" panose="02020603050405020304" pitchFamily="18" charset="0"/>
                <a:sym typeface="+mn-lt"/>
              </a:rPr>
              <a:t>file Word 100KB nén xuống 40KB 			giải nén lại ra đúng 100KB, không khác một ký tự.</a:t>
            </a:r>
          </a:p>
        </p:txBody>
      </p:sp>
      <p:sp>
        <p:nvSpPr>
          <p:cNvPr id="2" name="Arrow: Right 1">
            <a:extLst>
              <a:ext uri="{FF2B5EF4-FFF2-40B4-BE49-F238E27FC236}">
                <a16:creationId xmlns:a16="http://schemas.microsoft.com/office/drawing/2014/main" id="{2DDAF0C8-F59F-31B2-0D20-A7F8015BEEFE}"/>
              </a:ext>
            </a:extLst>
          </p:cNvPr>
          <p:cNvSpPr/>
          <p:nvPr/>
        </p:nvSpPr>
        <p:spPr>
          <a:xfrm>
            <a:off x="1057346" y="2627978"/>
            <a:ext cx="732551" cy="314960"/>
          </a:xfrm>
          <a:prstGeom prst="rightArrow">
            <a:avLst/>
          </a:prstGeom>
          <a:solidFill>
            <a:schemeClr val="accent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6" name="Straight Arrow Connector 5">
            <a:extLst>
              <a:ext uri="{FF2B5EF4-FFF2-40B4-BE49-F238E27FC236}">
                <a16:creationId xmlns:a16="http://schemas.microsoft.com/office/drawing/2014/main" id="{53DAF280-6241-7B52-147E-3B5B7F73CA4E}"/>
              </a:ext>
            </a:extLst>
          </p:cNvPr>
          <p:cNvCxnSpPr>
            <a:cxnSpLocks/>
          </p:cNvCxnSpPr>
          <p:nvPr/>
        </p:nvCxnSpPr>
        <p:spPr>
          <a:xfrm>
            <a:off x="7324245" y="4099903"/>
            <a:ext cx="812800"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 name="Oval 2">
            <a:extLst>
              <a:ext uri="{FF2B5EF4-FFF2-40B4-BE49-F238E27FC236}">
                <a16:creationId xmlns:a16="http://schemas.microsoft.com/office/drawing/2014/main" id="{873A85F6-9905-641A-ED70-361D532338AE}"/>
              </a:ext>
            </a:extLst>
          </p:cNvPr>
          <p:cNvSpPr/>
          <p:nvPr/>
        </p:nvSpPr>
        <p:spPr>
          <a:xfrm>
            <a:off x="3153031" y="4714591"/>
            <a:ext cx="1639103" cy="1653321"/>
          </a:xfrm>
          <a:prstGeom prst="ellips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 name="Arrow: Right 6">
            <a:extLst>
              <a:ext uri="{FF2B5EF4-FFF2-40B4-BE49-F238E27FC236}">
                <a16:creationId xmlns:a16="http://schemas.microsoft.com/office/drawing/2014/main" id="{E3D5572D-4835-E772-8CCF-231338055FBA}"/>
              </a:ext>
            </a:extLst>
          </p:cNvPr>
          <p:cNvSpPr/>
          <p:nvPr/>
        </p:nvSpPr>
        <p:spPr>
          <a:xfrm>
            <a:off x="5315702" y="5251849"/>
            <a:ext cx="1938867" cy="419183"/>
          </a:xfrm>
          <a:prstGeom prst="rightArrow">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8" name="Oval 7">
            <a:extLst>
              <a:ext uri="{FF2B5EF4-FFF2-40B4-BE49-F238E27FC236}">
                <a16:creationId xmlns:a16="http://schemas.microsoft.com/office/drawing/2014/main" id="{E4B8E4BB-C398-9EDC-AA02-335738E95B51}"/>
              </a:ext>
            </a:extLst>
          </p:cNvPr>
          <p:cNvSpPr/>
          <p:nvPr/>
        </p:nvSpPr>
        <p:spPr>
          <a:xfrm>
            <a:off x="7730645" y="5251849"/>
            <a:ext cx="526088" cy="419170"/>
          </a:xfrm>
          <a:prstGeom prst="ellips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pic>
        <p:nvPicPr>
          <p:cNvPr id="10" name="Picture 9">
            <a:extLst>
              <a:ext uri="{FF2B5EF4-FFF2-40B4-BE49-F238E27FC236}">
                <a16:creationId xmlns:a16="http://schemas.microsoft.com/office/drawing/2014/main" id="{74ADF478-E520-1941-926E-9197AA21F840}"/>
              </a:ext>
            </a:extLst>
          </p:cNvPr>
          <p:cNvPicPr>
            <a:picLocks noChangeAspect="1"/>
          </p:cNvPicPr>
          <p:nvPr/>
        </p:nvPicPr>
        <p:blipFill>
          <a:blip r:embed="rId2"/>
          <a:stretch>
            <a:fillRect/>
          </a:stretch>
        </p:blipFill>
        <p:spPr>
          <a:xfrm rot="5400000">
            <a:off x="-1816510" y="2492071"/>
            <a:ext cx="4224244" cy="552527"/>
          </a:xfrm>
          <a:prstGeom prst="rect">
            <a:avLst/>
          </a:prstGeom>
        </p:spPr>
      </p:pic>
    </p:spTree>
    <p:extLst>
      <p:ext uri="{BB962C8B-B14F-4D97-AF65-F5344CB8AC3E}">
        <p14:creationId xmlns:p14="http://schemas.microsoft.com/office/powerpoint/2010/main" val="325367611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AFE21-C6A4-48A0-0FD7-E5916376AA5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85CC36D-7893-CE0C-F094-25872BC3BC3E}"/>
              </a:ext>
            </a:extLst>
          </p:cNvPr>
          <p:cNvSpPr txBox="1"/>
          <p:nvPr/>
        </p:nvSpPr>
        <p:spPr>
          <a:xfrm>
            <a:off x="943849" y="639284"/>
            <a:ext cx="10487138" cy="817544"/>
          </a:xfrm>
          <a:prstGeom prst="rect">
            <a:avLst/>
          </a:prstGeom>
          <a:noFill/>
        </p:spPr>
        <p:txBody>
          <a:bodyPr wrap="square" rtlCol="0">
            <a:normAutofit fontScale="92500" lnSpcReduction="10000"/>
          </a:bodyPr>
          <a:lstStyle/>
          <a:p>
            <a:r>
              <a:rPr lang="vi-VN" sz="5400" b="1" dirty="0">
                <a:solidFill>
                  <a:schemeClr val="tx1">
                    <a:lumMod val="85000"/>
                    <a:lumOff val="1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lt"/>
              </a:rPr>
              <a:t>1, Nén dữ liệu</a:t>
            </a:r>
            <a:endParaRPr lang="ru-RU" sz="5400" b="1" dirty="0">
              <a:solidFill>
                <a:schemeClr val="tx1">
                  <a:lumMod val="85000"/>
                  <a:lumOff val="1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lt"/>
            </a:endParaRPr>
          </a:p>
        </p:txBody>
      </p:sp>
      <p:sp>
        <p:nvSpPr>
          <p:cNvPr id="5" name="TextBox 4">
            <a:extLst>
              <a:ext uri="{FF2B5EF4-FFF2-40B4-BE49-F238E27FC236}">
                <a16:creationId xmlns:a16="http://schemas.microsoft.com/office/drawing/2014/main" id="{61A058F4-D49E-323B-E44B-880989AA79FE}"/>
              </a:ext>
            </a:extLst>
          </p:cNvPr>
          <p:cNvSpPr txBox="1"/>
          <p:nvPr/>
        </p:nvSpPr>
        <p:spPr>
          <a:xfrm>
            <a:off x="231494" y="1456828"/>
            <a:ext cx="7697164" cy="4619881"/>
          </a:xfrm>
          <a:prstGeom prst="rect">
            <a:avLst/>
          </a:prstGeom>
          <a:noFill/>
        </p:spPr>
        <p:txBody>
          <a:bodyPr wrap="square" rtlCol="0" anchor="t">
            <a:noAutofit/>
          </a:bodyPr>
          <a:lstStyle/>
          <a:p>
            <a:pPr marL="1428750" lvl="2" indent="-514350">
              <a:buAutoNum type="alphaLcParenR" startAt="2"/>
            </a:pPr>
            <a:r>
              <a:rPr lang="vi-VN" sz="2800" b="1" dirty="0">
                <a:solidFill>
                  <a:schemeClr val="tx1">
                    <a:lumMod val="85000"/>
                    <a:lumOff val="15000"/>
                  </a:schemeClr>
                </a:solidFill>
                <a:latin typeface="Times New Roman" panose="02020603050405020304" pitchFamily="18" charset="0"/>
                <a:cs typeface="Times New Roman" panose="02020603050405020304" pitchFamily="18" charset="0"/>
                <a:sym typeface="+mn-lt"/>
              </a:rPr>
              <a:t>Nén mất dữ liệu</a:t>
            </a:r>
          </a:p>
          <a:p>
            <a:pPr marL="1371600" lvl="2" indent="-457200">
              <a:buFontTx/>
              <a:buChar char="-"/>
            </a:pPr>
            <a:r>
              <a:rPr lang="vi-VN" sz="2800" dirty="0">
                <a:solidFill>
                  <a:schemeClr val="tx1">
                    <a:lumMod val="85000"/>
                    <a:lumOff val="15000"/>
                  </a:schemeClr>
                </a:solidFill>
                <a:latin typeface="Times New Roman" panose="02020603050405020304" pitchFamily="18" charset="0"/>
                <a:cs typeface="Times New Roman" panose="02020603050405020304" pitchFamily="18" charset="0"/>
                <a:sym typeface="+mn-lt"/>
              </a:rPr>
              <a:t>Tiết kiệm không gian lưu trữ</a:t>
            </a:r>
          </a:p>
          <a:p>
            <a:pPr marL="1371600" lvl="2" indent="-457200">
              <a:buFontTx/>
              <a:buChar char="-"/>
            </a:pPr>
            <a:r>
              <a:rPr lang="vi-VN" sz="2800" dirty="0">
                <a:solidFill>
                  <a:schemeClr val="tx1">
                    <a:lumMod val="85000"/>
                    <a:lumOff val="15000"/>
                  </a:schemeClr>
                </a:solidFill>
                <a:latin typeface="Times New Roman" panose="02020603050405020304" pitchFamily="18" charset="0"/>
                <a:cs typeface="Times New Roman" panose="02020603050405020304" pitchFamily="18" charset="0"/>
                <a:sym typeface="+mn-lt"/>
              </a:rPr>
              <a:t>Tăng tốc độ truyền tải qua Internet</a:t>
            </a:r>
            <a:endParaRPr lang="vi-VN" sz="2800" dirty="0"/>
          </a:p>
          <a:p>
            <a:pPr marL="1371600" lvl="2" indent="-457200">
              <a:buFontTx/>
              <a:buChar char="-"/>
            </a:pPr>
            <a:r>
              <a:rPr lang="vi-VN" sz="2800" dirty="0">
                <a:solidFill>
                  <a:schemeClr val="tx1">
                    <a:lumMod val="85000"/>
                    <a:lumOff val="15000"/>
                  </a:schemeClr>
                </a:solidFill>
                <a:latin typeface="Times New Roman" panose="02020603050405020304" pitchFamily="18" charset="0"/>
                <a:cs typeface="Times New Roman" panose="02020603050405020304" pitchFamily="18" charset="0"/>
                <a:sym typeface="+mn-lt"/>
              </a:rPr>
              <a:t>Hỗ trợ streaming trên nhiều thiết bị có băng thông khác nhau.</a:t>
            </a:r>
          </a:p>
          <a:p>
            <a:pPr lvl="2"/>
            <a:endParaRPr lang="vi-VN" sz="2800" dirty="0">
              <a:solidFill>
                <a:schemeClr val="tx1">
                  <a:lumMod val="85000"/>
                  <a:lumOff val="15000"/>
                </a:schemeClr>
              </a:solidFill>
              <a:latin typeface="Times New Roman" panose="02020603050405020304" pitchFamily="18" charset="0"/>
              <a:cs typeface="Times New Roman" panose="02020603050405020304" pitchFamily="18" charset="0"/>
              <a:sym typeface="+mn-lt"/>
            </a:endParaRPr>
          </a:p>
          <a:p>
            <a:pPr lvl="2"/>
            <a:r>
              <a:rPr lang="vi-VN" sz="2800" b="1" i="1" u="sng" dirty="0">
                <a:solidFill>
                  <a:schemeClr val="tx1">
                    <a:lumMod val="85000"/>
                    <a:lumOff val="15000"/>
                  </a:schemeClr>
                </a:solidFill>
                <a:latin typeface="Times New Roman" panose="02020603050405020304" pitchFamily="18" charset="0"/>
                <a:cs typeface="Times New Roman" panose="02020603050405020304" pitchFamily="18" charset="0"/>
                <a:sym typeface="+mn-lt"/>
              </a:rPr>
              <a:t>Ví dụ:</a:t>
            </a:r>
            <a:r>
              <a:rPr lang="vi-VN" sz="2800" dirty="0">
                <a:solidFill>
                  <a:schemeClr val="tx1">
                    <a:lumMod val="85000"/>
                    <a:lumOff val="15000"/>
                  </a:schemeClr>
                </a:solidFill>
                <a:latin typeface="Times New Roman" panose="02020603050405020304" pitchFamily="18" charset="0"/>
                <a:cs typeface="Times New Roman" panose="02020603050405020304" pitchFamily="18" charset="0"/>
                <a:sym typeface="+mn-lt"/>
              </a:rPr>
              <a:t> khi chúng ta ghi âm 1 bài hát mà trong đó có tần số siêu âm, đây là tần số mà con người không thể nghe được thì khi nén nó sẽ loại bỏ tần số siêu âm này.</a:t>
            </a:r>
            <a:endParaRPr lang="vi-VN" sz="2800" b="1" dirty="0">
              <a:solidFill>
                <a:schemeClr val="tx1">
                  <a:lumMod val="85000"/>
                  <a:lumOff val="15000"/>
                </a:schemeClr>
              </a:solidFill>
              <a:latin typeface="Times New Roman" panose="02020603050405020304" pitchFamily="18" charset="0"/>
              <a:cs typeface="Times New Roman" panose="02020603050405020304" pitchFamily="18" charset="0"/>
              <a:sym typeface="+mn-lt"/>
            </a:endParaRPr>
          </a:p>
          <a:p>
            <a:pPr lvl="2"/>
            <a:endParaRPr lang="vi-VN" sz="2800" b="1" dirty="0">
              <a:solidFill>
                <a:schemeClr val="tx1">
                  <a:lumMod val="85000"/>
                  <a:lumOff val="15000"/>
                </a:schemeClr>
              </a:solidFill>
              <a:latin typeface="Times New Roman" panose="02020603050405020304" pitchFamily="18" charset="0"/>
              <a:cs typeface="Times New Roman" panose="02020603050405020304" pitchFamily="18" charset="0"/>
              <a:sym typeface="+mn-lt"/>
            </a:endParaRPr>
          </a:p>
        </p:txBody>
      </p:sp>
      <p:pic>
        <p:nvPicPr>
          <p:cNvPr id="7" name="Picture 6" descr="A hand holding a piece of paper&#10;&#10;AI-generated content may be incorrect.">
            <a:extLst>
              <a:ext uri="{FF2B5EF4-FFF2-40B4-BE49-F238E27FC236}">
                <a16:creationId xmlns:a16="http://schemas.microsoft.com/office/drawing/2014/main" id="{1A38CE70-64AB-DC99-31A3-5339F5A9A9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09681" y="1329508"/>
            <a:ext cx="3722248" cy="3983272"/>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3" name="Picture 2">
            <a:extLst>
              <a:ext uri="{FF2B5EF4-FFF2-40B4-BE49-F238E27FC236}">
                <a16:creationId xmlns:a16="http://schemas.microsoft.com/office/drawing/2014/main" id="{9BDCA282-6D18-2589-14F1-21748E6A3F6A}"/>
              </a:ext>
            </a:extLst>
          </p:cNvPr>
          <p:cNvPicPr>
            <a:picLocks noChangeAspect="1"/>
          </p:cNvPicPr>
          <p:nvPr/>
        </p:nvPicPr>
        <p:blipFill>
          <a:blip r:embed="rId3"/>
          <a:stretch>
            <a:fillRect/>
          </a:stretch>
        </p:blipFill>
        <p:spPr>
          <a:xfrm rot="5400000">
            <a:off x="-1796614" y="2544552"/>
            <a:ext cx="4294848" cy="552527"/>
          </a:xfrm>
          <a:prstGeom prst="rect">
            <a:avLst/>
          </a:prstGeom>
        </p:spPr>
      </p:pic>
    </p:spTree>
    <p:extLst>
      <p:ext uri="{BB962C8B-B14F-4D97-AF65-F5344CB8AC3E}">
        <p14:creationId xmlns:p14="http://schemas.microsoft.com/office/powerpoint/2010/main" val="192686047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BF425-4C79-14D0-D3BD-63DDA593D5B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7E585E3-6A68-7961-7387-73FA8E1E1952}"/>
              </a:ext>
            </a:extLst>
          </p:cNvPr>
          <p:cNvSpPr txBox="1"/>
          <p:nvPr/>
        </p:nvSpPr>
        <p:spPr>
          <a:xfrm>
            <a:off x="943849" y="639284"/>
            <a:ext cx="10487138" cy="817544"/>
          </a:xfrm>
          <a:prstGeom prst="rect">
            <a:avLst/>
          </a:prstGeom>
          <a:noFill/>
        </p:spPr>
        <p:txBody>
          <a:bodyPr wrap="square" rtlCol="0">
            <a:normAutofit fontScale="92500" lnSpcReduction="10000"/>
          </a:bodyPr>
          <a:lstStyle/>
          <a:p>
            <a:r>
              <a:rPr lang="vi-VN" sz="5400" b="1" dirty="0">
                <a:solidFill>
                  <a:schemeClr val="tx1">
                    <a:lumMod val="85000"/>
                    <a:lumOff val="1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lt"/>
              </a:rPr>
              <a:t>1, Nén dữ liệu</a:t>
            </a:r>
            <a:endParaRPr lang="ru-RU" sz="5400" b="1" dirty="0">
              <a:solidFill>
                <a:schemeClr val="tx1">
                  <a:lumMod val="85000"/>
                  <a:lumOff val="1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lt"/>
            </a:endParaRPr>
          </a:p>
        </p:txBody>
      </p:sp>
      <p:graphicFrame>
        <p:nvGraphicFramePr>
          <p:cNvPr id="6" name="Table 5">
            <a:extLst>
              <a:ext uri="{FF2B5EF4-FFF2-40B4-BE49-F238E27FC236}">
                <a16:creationId xmlns:a16="http://schemas.microsoft.com/office/drawing/2014/main" id="{E3059165-1D07-7054-51A9-39487D86B517}"/>
              </a:ext>
            </a:extLst>
          </p:cNvPr>
          <p:cNvGraphicFramePr>
            <a:graphicFrameLocks noGrp="1"/>
          </p:cNvGraphicFramePr>
          <p:nvPr>
            <p:extLst>
              <p:ext uri="{D42A27DB-BD31-4B8C-83A1-F6EECF244321}">
                <p14:modId xmlns:p14="http://schemas.microsoft.com/office/powerpoint/2010/main" val="1239422977"/>
              </p:ext>
            </p:extLst>
          </p:nvPr>
        </p:nvGraphicFramePr>
        <p:xfrm>
          <a:off x="1196180" y="1456827"/>
          <a:ext cx="10234806" cy="4041149"/>
        </p:xfrm>
        <a:graphic>
          <a:graphicData uri="http://schemas.openxmlformats.org/drawingml/2006/table">
            <a:tbl>
              <a:tblPr firstRow="1" bandRow="1">
                <a:tableStyleId>{5C22544A-7EE6-4342-B048-85BDC9FD1C3A}</a:tableStyleId>
              </a:tblPr>
              <a:tblGrid>
                <a:gridCol w="3411602">
                  <a:extLst>
                    <a:ext uri="{9D8B030D-6E8A-4147-A177-3AD203B41FA5}">
                      <a16:colId xmlns:a16="http://schemas.microsoft.com/office/drawing/2014/main" val="1550710325"/>
                    </a:ext>
                  </a:extLst>
                </a:gridCol>
                <a:gridCol w="3411602">
                  <a:extLst>
                    <a:ext uri="{9D8B030D-6E8A-4147-A177-3AD203B41FA5}">
                      <a16:colId xmlns:a16="http://schemas.microsoft.com/office/drawing/2014/main" val="1337564909"/>
                    </a:ext>
                  </a:extLst>
                </a:gridCol>
                <a:gridCol w="3411602">
                  <a:extLst>
                    <a:ext uri="{9D8B030D-6E8A-4147-A177-3AD203B41FA5}">
                      <a16:colId xmlns:a16="http://schemas.microsoft.com/office/drawing/2014/main" val="1272215672"/>
                    </a:ext>
                  </a:extLst>
                </a:gridCol>
              </a:tblGrid>
              <a:tr h="638666">
                <a:tc>
                  <a:txBody>
                    <a:bodyPr/>
                    <a:lstStyle/>
                    <a:p>
                      <a:pPr algn="ctr"/>
                      <a:r>
                        <a:rPr lang="vi-VN" sz="2800" dirty="0">
                          <a:latin typeface="Times New Roman" panose="02020603050405020304" pitchFamily="18" charset="0"/>
                          <a:cs typeface="Times New Roman" panose="02020603050405020304" pitchFamily="18" charset="0"/>
                        </a:rPr>
                        <a:t>Tiêu chí</a:t>
                      </a:r>
                      <a:endParaRPr lang="en-US" sz="2800" dirty="0">
                        <a:latin typeface="Times New Roman" panose="02020603050405020304" pitchFamily="18" charset="0"/>
                        <a:cs typeface="Times New Roman" panose="02020603050405020304" pitchFamily="18" charset="0"/>
                      </a:endParaRPr>
                    </a:p>
                  </a:txBody>
                  <a:tcPr anchor="ctr"/>
                </a:tc>
                <a:tc>
                  <a:txBody>
                    <a:bodyPr/>
                    <a:lstStyle/>
                    <a:p>
                      <a:pPr algn="ctr"/>
                      <a:r>
                        <a:rPr lang="vi-VN" sz="2800" dirty="0">
                          <a:latin typeface="Times New Roman" panose="02020603050405020304" pitchFamily="18" charset="0"/>
                          <a:cs typeface="Times New Roman" panose="02020603050405020304" pitchFamily="18" charset="0"/>
                        </a:rPr>
                        <a:t>Lossy compression</a:t>
                      </a:r>
                      <a:endParaRPr lang="en-US" sz="2800" dirty="0">
                        <a:latin typeface="Times New Roman" panose="02020603050405020304" pitchFamily="18" charset="0"/>
                        <a:cs typeface="Times New Roman" panose="02020603050405020304" pitchFamily="18" charset="0"/>
                      </a:endParaRPr>
                    </a:p>
                  </a:txBody>
                  <a:tcPr anchor="ctr"/>
                </a:tc>
                <a:tc>
                  <a:txBody>
                    <a:bodyPr/>
                    <a:lstStyle/>
                    <a:p>
                      <a:pPr algn="ctr"/>
                      <a:r>
                        <a:rPr lang="vi-VN" sz="2800" dirty="0">
                          <a:latin typeface="Times New Roman" panose="02020603050405020304" pitchFamily="18" charset="0"/>
                          <a:cs typeface="Times New Roman" panose="02020603050405020304" pitchFamily="18" charset="0"/>
                        </a:rPr>
                        <a:t>Lossless compression</a:t>
                      </a:r>
                      <a:endParaRPr lang="en-US" sz="2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12096013"/>
                  </a:ext>
                </a:extLst>
              </a:tr>
              <a:tr h="1134161">
                <a:tc>
                  <a:txBody>
                    <a:bodyPr/>
                    <a:lstStyle/>
                    <a:p>
                      <a:pPr algn="ctr"/>
                      <a:r>
                        <a:rPr lang="vi-VN" sz="2800" b="1" dirty="0">
                          <a:latin typeface="Times New Roman" panose="02020603050405020304" pitchFamily="18" charset="0"/>
                          <a:cs typeface="Times New Roman" panose="02020603050405020304" pitchFamily="18" charset="0"/>
                        </a:rPr>
                        <a:t>Khả năng phục hồi</a:t>
                      </a:r>
                      <a:endParaRPr lang="en-US" sz="2800" b="1" dirty="0">
                        <a:latin typeface="Times New Roman" panose="02020603050405020304" pitchFamily="18" charset="0"/>
                        <a:cs typeface="Times New Roman" panose="02020603050405020304" pitchFamily="18" charset="0"/>
                      </a:endParaRPr>
                    </a:p>
                  </a:txBody>
                  <a:tcPr anchor="ctr"/>
                </a:tc>
                <a:tc>
                  <a:txBody>
                    <a:bodyPr/>
                    <a:lstStyle/>
                    <a:p>
                      <a:pPr algn="ctr"/>
                      <a:r>
                        <a:rPr lang="vi-VN" sz="2800" dirty="0">
                          <a:latin typeface="Times New Roman" panose="02020603050405020304" pitchFamily="18" charset="0"/>
                          <a:cs typeface="Times New Roman" panose="02020603050405020304" pitchFamily="18" charset="0"/>
                        </a:rPr>
                        <a:t>Không hoàn toàn</a:t>
                      </a:r>
                      <a:endParaRPr lang="en-US" sz="2800" dirty="0">
                        <a:latin typeface="Times New Roman" panose="02020603050405020304" pitchFamily="18" charset="0"/>
                        <a:cs typeface="Times New Roman" panose="02020603050405020304" pitchFamily="18" charset="0"/>
                      </a:endParaRPr>
                    </a:p>
                  </a:txBody>
                  <a:tcPr anchor="ctr"/>
                </a:tc>
                <a:tc>
                  <a:txBody>
                    <a:bodyPr/>
                    <a:lstStyle/>
                    <a:p>
                      <a:pPr algn="ctr"/>
                      <a:r>
                        <a:rPr lang="vi-VN" sz="2800" dirty="0">
                          <a:latin typeface="Times New Roman" panose="02020603050405020304" pitchFamily="18" charset="0"/>
                          <a:cs typeface="Times New Roman" panose="02020603050405020304" pitchFamily="18" charset="0"/>
                        </a:rPr>
                        <a:t>Phục hồi 100% dữ liệu gốc</a:t>
                      </a:r>
                      <a:endParaRPr lang="en-US" sz="2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129009796"/>
                  </a:ext>
                </a:extLst>
              </a:tr>
              <a:tr h="1134161">
                <a:tc>
                  <a:txBody>
                    <a:bodyPr/>
                    <a:lstStyle/>
                    <a:p>
                      <a:pPr algn="ctr"/>
                      <a:r>
                        <a:rPr lang="vi-VN" sz="2800" b="1" dirty="0">
                          <a:latin typeface="Times New Roman" panose="02020603050405020304" pitchFamily="18" charset="0"/>
                          <a:cs typeface="Times New Roman" panose="02020603050405020304" pitchFamily="18" charset="0"/>
                        </a:rPr>
                        <a:t>Tỉ lệ nén</a:t>
                      </a:r>
                      <a:endParaRPr lang="en-US" sz="2800" b="1" dirty="0">
                        <a:latin typeface="Times New Roman" panose="02020603050405020304" pitchFamily="18" charset="0"/>
                        <a:cs typeface="Times New Roman" panose="02020603050405020304" pitchFamily="18" charset="0"/>
                      </a:endParaRPr>
                    </a:p>
                  </a:txBody>
                  <a:tcPr anchor="ctr"/>
                </a:tc>
                <a:tc>
                  <a:txBody>
                    <a:bodyPr/>
                    <a:lstStyle/>
                    <a:p>
                      <a:pPr algn="ctr"/>
                      <a:r>
                        <a:rPr lang="vi-VN" sz="2800" dirty="0">
                          <a:latin typeface="Times New Roman" panose="02020603050405020304" pitchFamily="18" charset="0"/>
                          <a:cs typeface="Times New Roman" panose="02020603050405020304" pitchFamily="18" charset="0"/>
                        </a:rPr>
                        <a:t>Cao hơn</a:t>
                      </a:r>
                      <a:endParaRPr lang="en-US" sz="2800" dirty="0">
                        <a:latin typeface="Times New Roman" panose="02020603050405020304" pitchFamily="18" charset="0"/>
                        <a:cs typeface="Times New Roman" panose="02020603050405020304" pitchFamily="18" charset="0"/>
                      </a:endParaRPr>
                    </a:p>
                  </a:txBody>
                  <a:tcPr anchor="ctr"/>
                </a:tc>
                <a:tc>
                  <a:txBody>
                    <a:bodyPr/>
                    <a:lstStyle/>
                    <a:p>
                      <a:pPr algn="ctr"/>
                      <a:r>
                        <a:rPr lang="vi-VN" sz="2800" dirty="0">
                          <a:latin typeface="Times New Roman" panose="02020603050405020304" pitchFamily="18" charset="0"/>
                          <a:cs typeface="Times New Roman" panose="02020603050405020304" pitchFamily="18" charset="0"/>
                        </a:rPr>
                        <a:t>Thấp hơn</a:t>
                      </a:r>
                      <a:endParaRPr lang="en-US" sz="2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335793162"/>
                  </a:ext>
                </a:extLst>
              </a:tr>
              <a:tr h="1134161">
                <a:tc>
                  <a:txBody>
                    <a:bodyPr/>
                    <a:lstStyle/>
                    <a:p>
                      <a:pPr algn="ctr"/>
                      <a:r>
                        <a:rPr lang="vi-VN" sz="2800" b="1" dirty="0">
                          <a:latin typeface="Times New Roman" panose="02020603050405020304" pitchFamily="18" charset="0"/>
                          <a:cs typeface="Times New Roman" panose="02020603050405020304" pitchFamily="18" charset="0"/>
                        </a:rPr>
                        <a:t>Ứng dụng</a:t>
                      </a:r>
                      <a:endParaRPr lang="en-US" sz="2800" b="1" dirty="0">
                        <a:latin typeface="Times New Roman" panose="02020603050405020304" pitchFamily="18" charset="0"/>
                        <a:cs typeface="Times New Roman" panose="02020603050405020304" pitchFamily="18" charset="0"/>
                      </a:endParaRPr>
                    </a:p>
                  </a:txBody>
                  <a:tcPr anchor="ctr"/>
                </a:tc>
                <a:tc>
                  <a:txBody>
                    <a:bodyPr/>
                    <a:lstStyle/>
                    <a:p>
                      <a:pPr algn="ctr"/>
                      <a:r>
                        <a:rPr lang="vi-VN" sz="2800" dirty="0">
                          <a:latin typeface="Times New Roman" panose="02020603050405020304" pitchFamily="18" charset="0"/>
                          <a:cs typeface="Times New Roman" panose="02020603050405020304" pitchFamily="18" charset="0"/>
                        </a:rPr>
                        <a:t>Ảnh, nhạc, video</a:t>
                      </a:r>
                      <a:endParaRPr lang="en-US" sz="2800" dirty="0">
                        <a:latin typeface="Times New Roman" panose="02020603050405020304" pitchFamily="18" charset="0"/>
                        <a:cs typeface="Times New Roman" panose="02020603050405020304" pitchFamily="18" charset="0"/>
                      </a:endParaRPr>
                    </a:p>
                  </a:txBody>
                  <a:tcPr anchor="ctr"/>
                </a:tc>
                <a:tc>
                  <a:txBody>
                    <a:bodyPr/>
                    <a:lstStyle/>
                    <a:p>
                      <a:pPr algn="ctr"/>
                      <a:r>
                        <a:rPr lang="vi-VN" sz="2800" dirty="0">
                          <a:latin typeface="Times New Roman" panose="02020603050405020304" pitchFamily="18" charset="0"/>
                          <a:cs typeface="Times New Roman" panose="02020603050405020304" pitchFamily="18" charset="0"/>
                        </a:rPr>
                        <a:t>Văn bản, dữ liệu thực thi</a:t>
                      </a:r>
                      <a:endParaRPr lang="en-US" sz="2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421138325"/>
                  </a:ext>
                </a:extLst>
              </a:tr>
            </a:tbl>
          </a:graphicData>
        </a:graphic>
      </p:graphicFrame>
      <p:pic>
        <p:nvPicPr>
          <p:cNvPr id="3" name="Picture 2">
            <a:extLst>
              <a:ext uri="{FF2B5EF4-FFF2-40B4-BE49-F238E27FC236}">
                <a16:creationId xmlns:a16="http://schemas.microsoft.com/office/drawing/2014/main" id="{454319AB-BD34-DEC9-663D-0B709F9DCE49}"/>
              </a:ext>
            </a:extLst>
          </p:cNvPr>
          <p:cNvPicPr>
            <a:picLocks noChangeAspect="1"/>
          </p:cNvPicPr>
          <p:nvPr/>
        </p:nvPicPr>
        <p:blipFill>
          <a:blip r:embed="rId2"/>
          <a:stretch>
            <a:fillRect/>
          </a:stretch>
        </p:blipFill>
        <p:spPr>
          <a:xfrm rot="5400000">
            <a:off x="-1880595" y="2519878"/>
            <a:ext cx="4313716" cy="552527"/>
          </a:xfrm>
          <a:prstGeom prst="rect">
            <a:avLst/>
          </a:prstGeom>
        </p:spPr>
      </p:pic>
    </p:spTree>
    <p:extLst>
      <p:ext uri="{BB962C8B-B14F-4D97-AF65-F5344CB8AC3E}">
        <p14:creationId xmlns:p14="http://schemas.microsoft.com/office/powerpoint/2010/main" val="238964870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7E585E3-6A68-7961-7387-73FA8E1E1952}"/>
              </a:ext>
            </a:extLst>
          </p:cNvPr>
          <p:cNvSpPr txBox="1"/>
          <p:nvPr/>
        </p:nvSpPr>
        <p:spPr>
          <a:xfrm>
            <a:off x="943849" y="639284"/>
            <a:ext cx="10487138" cy="817544"/>
          </a:xfrm>
          <a:prstGeom prst="rect">
            <a:avLst/>
          </a:prstGeom>
          <a:noFill/>
        </p:spPr>
        <p:txBody>
          <a:bodyPr wrap="square" rtlCol="0">
            <a:normAutofit fontScale="92500" lnSpcReduction="10000"/>
          </a:bodyPr>
          <a:lstStyle/>
          <a:p>
            <a:r>
              <a:rPr lang="en-US" sz="5400" b="1" dirty="0">
                <a:solidFill>
                  <a:schemeClr val="tx1">
                    <a:lumMod val="85000"/>
                    <a:lumOff val="1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lt"/>
              </a:rPr>
              <a:t>2, </a:t>
            </a:r>
            <a:r>
              <a:rPr lang="en-US" sz="5400" b="1" dirty="0" err="1">
                <a:solidFill>
                  <a:schemeClr val="tx1">
                    <a:lumMod val="85000"/>
                    <a:lumOff val="1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lt"/>
              </a:rPr>
              <a:t>Thuật</a:t>
            </a:r>
            <a:r>
              <a:rPr lang="en-US" sz="5400" b="1" dirty="0">
                <a:solidFill>
                  <a:schemeClr val="tx1">
                    <a:lumMod val="85000"/>
                    <a:lumOff val="1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lt"/>
              </a:rPr>
              <a:t> </a:t>
            </a:r>
            <a:r>
              <a:rPr lang="en-US" sz="5400" b="1" dirty="0" err="1">
                <a:solidFill>
                  <a:schemeClr val="tx1">
                    <a:lumMod val="85000"/>
                    <a:lumOff val="1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lt"/>
              </a:rPr>
              <a:t>toán</a:t>
            </a:r>
            <a:r>
              <a:rPr lang="en-US" sz="5400" b="1" dirty="0">
                <a:solidFill>
                  <a:schemeClr val="tx1">
                    <a:lumMod val="85000"/>
                    <a:lumOff val="1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lt"/>
              </a:rPr>
              <a:t> </a:t>
            </a:r>
            <a:r>
              <a:rPr lang="en-US" sz="5400" b="1" dirty="0" err="1">
                <a:solidFill>
                  <a:schemeClr val="tx1">
                    <a:lumMod val="85000"/>
                    <a:lumOff val="1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lt"/>
              </a:rPr>
              <a:t>nén</a:t>
            </a:r>
            <a:r>
              <a:rPr lang="en-US" sz="5400" b="1" dirty="0">
                <a:solidFill>
                  <a:schemeClr val="tx1">
                    <a:lumMod val="85000"/>
                    <a:lumOff val="1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lt"/>
              </a:rPr>
              <a:t> Huffman </a:t>
            </a:r>
            <a:r>
              <a:rPr lang="en-US" sz="5400" b="1" dirty="0" err="1">
                <a:solidFill>
                  <a:schemeClr val="tx1">
                    <a:lumMod val="85000"/>
                    <a:lumOff val="1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lt"/>
              </a:rPr>
              <a:t>tĩnh</a:t>
            </a:r>
            <a:endParaRPr lang="ru-RU" sz="5400" b="1" dirty="0">
              <a:solidFill>
                <a:schemeClr val="tx1">
                  <a:lumMod val="85000"/>
                  <a:lumOff val="1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lt"/>
            </a:endParaRPr>
          </a:p>
        </p:txBody>
      </p:sp>
      <p:sp>
        <p:nvSpPr>
          <p:cNvPr id="8" name="TextBox 7"/>
          <p:cNvSpPr txBox="1"/>
          <p:nvPr/>
        </p:nvSpPr>
        <p:spPr>
          <a:xfrm>
            <a:off x="1521021" y="1456828"/>
            <a:ext cx="5624143" cy="4201150"/>
          </a:xfrm>
          <a:prstGeom prst="rect">
            <a:avLst/>
          </a:prstGeom>
          <a:noFill/>
        </p:spPr>
        <p:txBody>
          <a:bodyPr wrap="square" rtlCol="0" anchor="ctr">
            <a:spAutoFit/>
          </a:bodyPr>
          <a:lstStyle/>
          <a:p>
            <a:pPr marL="285750" indent="-285750">
              <a:lnSpc>
                <a:spcPct val="150000"/>
              </a:lnSpc>
              <a:buFontTx/>
              <a:buChar char="-"/>
            </a:pPr>
            <a:r>
              <a:rPr lang="en-US" sz="2800" dirty="0" err="1">
                <a:latin typeface="Times New Roman" panose="02020603050405020304" pitchFamily="18" charset="0"/>
                <a:cs typeface="Times New Roman" panose="02020603050405020304" pitchFamily="18" charset="0"/>
              </a:rPr>
              <a:t>Thuật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toán</a:t>
            </a:r>
            <a:r>
              <a:rPr lang="en-US" sz="2800" dirty="0">
                <a:latin typeface="Times New Roman" panose="02020603050405020304" pitchFamily="18" charset="0"/>
                <a:cs typeface="Times New Roman" panose="02020603050405020304" pitchFamily="18" charset="0"/>
              </a:rPr>
              <a:t> Huffman: </a:t>
            </a:r>
            <a:r>
              <a:rPr lang="vi-VN" sz="2800" b="1" dirty="0">
                <a:latin typeface="Times New Roman" panose="02020603050405020304" pitchFamily="18" charset="0"/>
                <a:cs typeface="Times New Roman" panose="02020603050405020304" pitchFamily="18" charset="0"/>
              </a:rPr>
              <a:t>mã hóa Huffman</a:t>
            </a:r>
            <a:r>
              <a:rPr lang="vi-VN" sz="2800" dirty="0">
                <a:latin typeface="Times New Roman" panose="02020603050405020304" pitchFamily="18" charset="0"/>
                <a:cs typeface="Times New Roman" panose="02020603050405020304" pitchFamily="18" charset="0"/>
              </a:rPr>
              <a:t> là một trong những phương pháp nén không mất dữ liệu</a:t>
            </a:r>
            <a:r>
              <a:rPr lang="en-US" sz="2800" dirty="0">
                <a:latin typeface="Times New Roman" panose="02020603050405020304" pitchFamily="18" charset="0"/>
                <a:cs typeface="Times New Roman" panose="02020603050405020304" pitchFamily="18" charset="0"/>
              </a:rPr>
              <a:t> </a:t>
            </a:r>
            <a:r>
              <a:rPr lang="vi-VN" sz="2800" dirty="0">
                <a:latin typeface="Times New Roman" panose="02020603050405020304" pitchFamily="18" charset="0"/>
                <a:cs typeface="Times New Roman" panose="02020603050405020304" pitchFamily="18" charset="0"/>
              </a:rPr>
              <a:t>quan trọng và cổ điển nhất được đặt tên theo người đề xuất ra nó được phát triển vào năm 1952.</a:t>
            </a:r>
            <a:r>
              <a:rPr lang="en-US" sz="2800" dirty="0">
                <a:latin typeface="Times New Roman" panose="02020603050405020304" pitchFamily="18" charset="0"/>
                <a:cs typeface="Times New Roman" panose="02020603050405020304" pitchFamily="18" charset="0"/>
              </a:rPr>
              <a:t> </a:t>
            </a:r>
          </a:p>
          <a:p>
            <a:endParaRPr lang="en-US" sz="15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45164" y="1456828"/>
            <a:ext cx="4603232" cy="3447981"/>
          </a:xfrm>
          <a:prstGeom prst="rect">
            <a:avLst/>
          </a:prstGeom>
        </p:spPr>
      </p:pic>
      <p:sp>
        <p:nvSpPr>
          <p:cNvPr id="4" name="TextBox 3"/>
          <p:cNvSpPr txBox="1"/>
          <p:nvPr/>
        </p:nvSpPr>
        <p:spPr>
          <a:xfrm>
            <a:off x="6651958" y="5014467"/>
            <a:ext cx="4800600" cy="707886"/>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David Albert Huffman</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(9 </a:t>
            </a:r>
            <a:r>
              <a:rPr lang="en-US" sz="2000" dirty="0" err="1">
                <a:latin typeface="Times New Roman" panose="02020603050405020304" pitchFamily="18" charset="0"/>
                <a:cs typeface="Times New Roman" panose="02020603050405020304" pitchFamily="18" charset="0"/>
              </a:rPr>
              <a:t>tháng</a:t>
            </a:r>
            <a:r>
              <a:rPr lang="en-US" sz="2000" dirty="0">
                <a:latin typeface="Times New Roman" panose="02020603050405020304" pitchFamily="18" charset="0"/>
                <a:cs typeface="Times New Roman" panose="02020603050405020304" pitchFamily="18" charset="0"/>
              </a:rPr>
              <a:t> 8 </a:t>
            </a:r>
            <a:r>
              <a:rPr lang="en-US" sz="2000" dirty="0" err="1">
                <a:latin typeface="Times New Roman" panose="02020603050405020304" pitchFamily="18" charset="0"/>
                <a:cs typeface="Times New Roman" panose="02020603050405020304" pitchFamily="18" charset="0"/>
              </a:rPr>
              <a:t>năm</a:t>
            </a:r>
            <a:r>
              <a:rPr lang="en-US" sz="2000" dirty="0">
                <a:latin typeface="Times New Roman" panose="02020603050405020304" pitchFamily="18" charset="0"/>
                <a:cs typeface="Times New Roman" panose="02020603050405020304" pitchFamily="18" charset="0"/>
              </a:rPr>
              <a:t> 1925 – 7 </a:t>
            </a:r>
            <a:r>
              <a:rPr lang="en-US" sz="2000" dirty="0" err="1">
                <a:latin typeface="Times New Roman" panose="02020603050405020304" pitchFamily="18" charset="0"/>
                <a:cs typeface="Times New Roman" panose="02020603050405020304" pitchFamily="18" charset="0"/>
              </a:rPr>
              <a:t>tháng</a:t>
            </a:r>
            <a:r>
              <a:rPr lang="en-US" sz="2000" dirty="0">
                <a:latin typeface="Times New Roman" panose="02020603050405020304" pitchFamily="18" charset="0"/>
                <a:cs typeface="Times New Roman" panose="02020603050405020304" pitchFamily="18" charset="0"/>
              </a:rPr>
              <a:t> 10 </a:t>
            </a:r>
            <a:r>
              <a:rPr lang="en-US" sz="2000" dirty="0" err="1">
                <a:latin typeface="Times New Roman" panose="02020603050405020304" pitchFamily="18" charset="0"/>
                <a:cs typeface="Times New Roman" panose="02020603050405020304" pitchFamily="18" charset="0"/>
              </a:rPr>
              <a:t>năm</a:t>
            </a:r>
            <a:r>
              <a:rPr lang="en-US" sz="2000" dirty="0">
                <a:latin typeface="Times New Roman" panose="02020603050405020304" pitchFamily="18" charset="0"/>
                <a:cs typeface="Times New Roman" panose="02020603050405020304" pitchFamily="18" charset="0"/>
              </a:rPr>
              <a:t> 1999)</a:t>
            </a:r>
          </a:p>
        </p:txBody>
      </p:sp>
      <p:pic>
        <p:nvPicPr>
          <p:cNvPr id="5" name="Picture 4">
            <a:extLst>
              <a:ext uri="{FF2B5EF4-FFF2-40B4-BE49-F238E27FC236}">
                <a16:creationId xmlns:a16="http://schemas.microsoft.com/office/drawing/2014/main" id="{4A1C524C-878F-9F47-D561-ABA18CD22694}"/>
              </a:ext>
            </a:extLst>
          </p:cNvPr>
          <p:cNvPicPr>
            <a:picLocks noChangeAspect="1"/>
          </p:cNvPicPr>
          <p:nvPr/>
        </p:nvPicPr>
        <p:blipFill>
          <a:blip r:embed="rId3"/>
          <a:stretch>
            <a:fillRect/>
          </a:stretch>
        </p:blipFill>
        <p:spPr>
          <a:xfrm rot="5400000">
            <a:off x="-1782586" y="2495783"/>
            <a:ext cx="4265525" cy="552527"/>
          </a:xfrm>
          <a:prstGeom prst="rect">
            <a:avLst/>
          </a:prstGeom>
        </p:spPr>
      </p:pic>
    </p:spTree>
    <p:extLst>
      <p:ext uri="{BB962C8B-B14F-4D97-AF65-F5344CB8AC3E}">
        <p14:creationId xmlns:p14="http://schemas.microsoft.com/office/powerpoint/2010/main" val="320491760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24709" y="967292"/>
            <a:ext cx="11064240" cy="830997"/>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Mã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tiền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tố</a:t>
            </a:r>
            <a:r>
              <a:rPr lang="en-US" sz="2400" dirty="0">
                <a:latin typeface="Times New Roman" panose="02020603050405020304" pitchFamily="18" charset="0"/>
                <a:cs typeface="Times New Roman" panose="02020603050405020304" pitchFamily="18" charset="0"/>
              </a:rPr>
              <a:t>” (prefix code)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một</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dạng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mã</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hoá</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mà</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không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có</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mã</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nào</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là</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tiền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tố</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của</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mã</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khác</a:t>
            </a:r>
            <a:r>
              <a:rPr lang="en-US" sz="2400" dirty="0">
                <a:latin typeface="Times New Roman" panose="02020603050405020304" pitchFamily="18" charset="0"/>
                <a:cs typeface="Times New Roman" panose="02020603050405020304" pitchFamily="18" charset="0"/>
              </a:rPr>
              <a:t>.</a:t>
            </a:r>
          </a:p>
        </p:txBody>
      </p:sp>
      <p:sp>
        <p:nvSpPr>
          <p:cNvPr id="10" name="Rectangle 5"/>
          <p:cNvSpPr>
            <a:spLocks noChangeArrowheads="1"/>
          </p:cNvSpPr>
          <p:nvPr/>
        </p:nvSpPr>
        <p:spPr bwMode="auto">
          <a:xfrm>
            <a:off x="640080" y="1952980"/>
            <a:ext cx="11216640" cy="11339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Trong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một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bộ</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mã</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không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có</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chuỗi</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ký</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tự</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nào</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bắt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đầu</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bằng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một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chuỗi</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khác</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trong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cùng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bộ</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Nhờ</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vậy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khi</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đọc</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dãy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mã</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ta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có</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thể</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giải</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mã</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ngay</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lập</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tức</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không</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cần</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dấu</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ngăn</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cách</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
        <p:nvSpPr>
          <p:cNvPr id="11" name="TextBox 10"/>
          <p:cNvSpPr txBox="1"/>
          <p:nvPr/>
        </p:nvSpPr>
        <p:spPr>
          <a:xfrm>
            <a:off x="1559858" y="3119717"/>
            <a:ext cx="9793942" cy="3349956"/>
          </a:xfrm>
          <a:prstGeom prst="rect">
            <a:avLst/>
          </a:prstGeom>
          <a:noFill/>
        </p:spPr>
        <p:txBody>
          <a:bodyPr wrap="square" rtlCol="0">
            <a:spAutoFit/>
          </a:bodyPr>
          <a:lstStyle/>
          <a:p>
            <a:pPr>
              <a:lnSpc>
                <a:spcPct val="150000"/>
              </a:lnSpc>
            </a:pPr>
            <a:r>
              <a:rPr lang="en-US" sz="2400" dirty="0" err="1">
                <a:latin typeface="Times New Roman" panose="02020603050405020304" pitchFamily="18" charset="0"/>
                <a:cs typeface="Times New Roman" panose="02020603050405020304" pitchFamily="18" charset="0"/>
              </a:rPr>
              <a:t>Ví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a:t>
            </a:r>
            <a:r>
              <a:rPr lang="en-US" sz="2400" dirty="0">
                <a:latin typeface="Times New Roman" panose="02020603050405020304" pitchFamily="18" charset="0"/>
                <a:cs typeface="Times New Roman" panose="02020603050405020304" pitchFamily="18" charset="0"/>
              </a:rPr>
              <a:t>:</a:t>
            </a:r>
          </a:p>
          <a:p>
            <a:pPr>
              <a:lnSpc>
                <a:spcPct val="150000"/>
              </a:lnSpc>
            </a:pPr>
            <a:r>
              <a:rPr lang="en-US" sz="2400" dirty="0" err="1">
                <a:latin typeface="Times New Roman" panose="02020603050405020304" pitchFamily="18" charset="0"/>
                <a:cs typeface="Times New Roman" panose="02020603050405020304" pitchFamily="18" charset="0"/>
              </a:rPr>
              <a:t>Bộ</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mã</a:t>
            </a:r>
            <a:r>
              <a:rPr lang="en-US" sz="2400"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tiền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tố</a:t>
            </a:r>
            <a:r>
              <a:rPr lang="en-US" sz="2400" dirty="0">
                <a:latin typeface="Times New Roman" panose="02020603050405020304" pitchFamily="18" charset="0"/>
                <a:cs typeface="Times New Roman" panose="02020603050405020304" pitchFamily="18" charset="0"/>
              </a:rPr>
              <a:t>: {0, 10, 110, 111}</a:t>
            </a:r>
          </a:p>
          <a:p>
            <a:pPr lvl="1">
              <a:lnSpc>
                <a:spcPct val="150000"/>
              </a:lnSpc>
            </a:pP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nào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nằm</a:t>
            </a:r>
            <a:r>
              <a:rPr lang="en-US" sz="2400" dirty="0">
                <a:latin typeface="Times New Roman" panose="02020603050405020304" pitchFamily="18" charset="0"/>
                <a:cs typeface="Times New Roman" panose="02020603050405020304" pitchFamily="18" charset="0"/>
              </a:rPr>
              <a:t> ở </a:t>
            </a:r>
            <a:r>
              <a:rPr lang="en-US" sz="2400" dirty="0" err="1">
                <a:latin typeface="Times New Roman" panose="02020603050405020304" pitchFamily="18" charset="0"/>
                <a:cs typeface="Times New Roman" panose="02020603050405020304" pitchFamily="18" charset="0"/>
              </a:rPr>
              <a:t>đầu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khác</a:t>
            </a:r>
            <a:r>
              <a:rPr lang="en-US" sz="2400" dirty="0">
                <a:latin typeface="Times New Roman" panose="02020603050405020304" pitchFamily="18" charset="0"/>
                <a:cs typeface="Times New Roman" panose="02020603050405020304" pitchFamily="18" charset="0"/>
              </a:rPr>
              <a:t>.</a:t>
            </a:r>
          </a:p>
          <a:p>
            <a:pPr>
              <a:lnSpc>
                <a:spcPct val="150000"/>
              </a:lnSpc>
            </a:pPr>
            <a:r>
              <a:rPr lang="en-US" sz="2400" dirty="0" err="1">
                <a:latin typeface="Times New Roman" panose="02020603050405020304" pitchFamily="18" charset="0"/>
                <a:cs typeface="Times New Roman" panose="02020603050405020304" pitchFamily="18" charset="0"/>
              </a:rPr>
              <a:t>Bộ</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mã</a:t>
            </a:r>
            <a:r>
              <a:rPr lang="en-US" sz="2400"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không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phải</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tiền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tố</a:t>
            </a:r>
            <a:r>
              <a:rPr lang="en-US" sz="2400" dirty="0">
                <a:latin typeface="Times New Roman" panose="02020603050405020304" pitchFamily="18" charset="0"/>
                <a:cs typeface="Times New Roman" panose="02020603050405020304" pitchFamily="18" charset="0"/>
              </a:rPr>
              <a:t>: {0, 01, 011}</a:t>
            </a:r>
          </a:p>
          <a:p>
            <a:pPr lvl="1">
              <a:lnSpc>
                <a:spcPct val="150000"/>
              </a:lnSpc>
            </a:pPr>
            <a:r>
              <a:rPr lang="en-US" sz="2400" dirty="0" err="1">
                <a:latin typeface="Times New Roman" panose="02020603050405020304" pitchFamily="18" charset="0"/>
                <a:cs typeface="Times New Roman" panose="02020603050405020304" pitchFamily="18" charset="0"/>
              </a:rPr>
              <a:t>Vì</a:t>
            </a:r>
            <a:r>
              <a:rPr lang="en-US" sz="2400" dirty="0">
                <a:latin typeface="Times New Roman" panose="02020603050405020304" pitchFamily="18" charset="0"/>
                <a:cs typeface="Times New Roman" panose="02020603050405020304" pitchFamily="18" charset="0"/>
              </a:rPr>
              <a:t> "0"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tiền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"01"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"011".</a:t>
            </a:r>
          </a:p>
          <a:p>
            <a:pPr>
              <a:lnSpc>
                <a:spcPct val="150000"/>
              </a:lnSpc>
            </a:pPr>
            <a:endParaRPr lang="en-US" sz="24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523FA21-00CB-5AE3-C5EB-F4BAF72D79D7}"/>
              </a:ext>
            </a:extLst>
          </p:cNvPr>
          <p:cNvPicPr>
            <a:picLocks noChangeAspect="1"/>
          </p:cNvPicPr>
          <p:nvPr/>
        </p:nvPicPr>
        <p:blipFill>
          <a:blip r:embed="rId2"/>
          <a:stretch>
            <a:fillRect/>
          </a:stretch>
        </p:blipFill>
        <p:spPr>
          <a:xfrm rot="5400000">
            <a:off x="-1733401" y="2531856"/>
            <a:ext cx="4137360" cy="552527"/>
          </a:xfrm>
          <a:prstGeom prst="rect">
            <a:avLst/>
          </a:prstGeom>
        </p:spPr>
      </p:pic>
    </p:spTree>
    <p:extLst>
      <p:ext uri="{BB962C8B-B14F-4D97-AF65-F5344CB8AC3E}">
        <p14:creationId xmlns:p14="http://schemas.microsoft.com/office/powerpoint/2010/main" val="62904201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3230" y="1129554"/>
            <a:ext cx="6569447" cy="2702858"/>
          </a:xfrm>
          <a:prstGeom prst="rect">
            <a:avLst/>
          </a:prstGeom>
        </p:spPr>
      </p:pic>
      <p:pic>
        <p:nvPicPr>
          <p:cNvPr id="7" name="Picture 6"/>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831207" y="1129554"/>
            <a:ext cx="3801548" cy="2837330"/>
          </a:xfrm>
          <a:prstGeom prst="rect">
            <a:avLst/>
          </a:prstGeom>
        </p:spPr>
      </p:pic>
      <p:sp>
        <p:nvSpPr>
          <p:cNvPr id="8" name="TextBox 7"/>
          <p:cNvSpPr txBox="1"/>
          <p:nvPr/>
        </p:nvSpPr>
        <p:spPr>
          <a:xfrm>
            <a:off x="1239088" y="4318012"/>
            <a:ext cx="6037730" cy="1323439"/>
          </a:xfrm>
          <a:prstGeom prst="rect">
            <a:avLst/>
          </a:prstGeom>
          <a:noFill/>
        </p:spPr>
        <p:txBody>
          <a:bodyPr wrap="square" rtlCol="0" anchor="ctr">
            <a:spAutoFit/>
          </a:bodyPr>
          <a:lstStyle/>
          <a:p>
            <a:pPr>
              <a:lnSpc>
                <a:spcPct val="200000"/>
              </a:lnSpc>
            </a:pPr>
            <a:r>
              <a:rPr lang="en-US" sz="2000" dirty="0">
                <a:latin typeface="Times New Roman" panose="02020603050405020304" pitchFamily="18" charset="0"/>
                <a:cs typeface="Times New Roman" panose="02020603050405020304" pitchFamily="18" charset="0"/>
              </a:rPr>
              <a:t>ASCII </a:t>
            </a:r>
            <a:r>
              <a:rPr lang="en-US" sz="2000" dirty="0" err="1">
                <a:latin typeface="Times New Roman" panose="02020603050405020304" pitchFamily="18" charset="0"/>
                <a:cs typeface="Times New Roman" panose="02020603050405020304" pitchFamily="18" charset="0"/>
              </a:rPr>
              <a:t>mã</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hóa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cho</a:t>
            </a:r>
            <a:r>
              <a:rPr lang="en-US" sz="2000" dirty="0">
                <a:latin typeface="Times New Roman" panose="02020603050405020304" pitchFamily="18" charset="0"/>
                <a:cs typeface="Times New Roman" panose="02020603050405020304" pitchFamily="18" charset="0"/>
              </a:rPr>
              <a:t> 256 </a:t>
            </a:r>
            <a:r>
              <a:rPr lang="en-US" sz="2000" dirty="0" err="1">
                <a:latin typeface="Times New Roman" panose="02020603050405020304" pitchFamily="18" charset="0"/>
                <a:cs typeface="Times New Roman" panose="02020603050405020304" pitchFamily="18" charset="0"/>
              </a:rPr>
              <a:t>ký</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hiệu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là</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biểu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diễn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nhị</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phân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của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các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số</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từ</a:t>
            </a:r>
            <a:r>
              <a:rPr lang="en-US" sz="2000" dirty="0">
                <a:latin typeface="Times New Roman" panose="02020603050405020304" pitchFamily="18" charset="0"/>
                <a:cs typeface="Times New Roman" panose="02020603050405020304" pitchFamily="18" charset="0"/>
              </a:rPr>
              <a:t> 0 </a:t>
            </a:r>
            <a:r>
              <a:rPr lang="en-US" sz="2000" dirty="0" err="1">
                <a:latin typeface="Times New Roman" panose="02020603050405020304" pitchFamily="18" charset="0"/>
                <a:cs typeface="Times New Roman" panose="02020603050405020304" pitchFamily="18" charset="0"/>
              </a:rPr>
              <a:t>đến</a:t>
            </a:r>
            <a:r>
              <a:rPr lang="en-US" sz="2000" dirty="0">
                <a:latin typeface="Times New Roman" panose="02020603050405020304" pitchFamily="18" charset="0"/>
                <a:cs typeface="Times New Roman" panose="02020603050405020304" pitchFamily="18" charset="0"/>
              </a:rPr>
              <a:t> 255, </a:t>
            </a:r>
            <a:r>
              <a:rPr lang="en-US" sz="2000" dirty="0" err="1">
                <a:latin typeface="Times New Roman" panose="02020603050405020304" pitchFamily="18" charset="0"/>
                <a:cs typeface="Times New Roman" panose="02020603050405020304" pitchFamily="18" charset="0"/>
              </a:rPr>
              <a:t>mỗi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từ</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mã</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gồm</a:t>
            </a:r>
            <a:r>
              <a:rPr lang="en-US" sz="2000" dirty="0">
                <a:latin typeface="Times New Roman" panose="02020603050405020304" pitchFamily="18" charset="0"/>
                <a:cs typeface="Times New Roman" panose="02020603050405020304" pitchFamily="18" charset="0"/>
              </a:rPr>
              <a:t> 8 bit</a:t>
            </a:r>
          </a:p>
        </p:txBody>
      </p:sp>
      <p:pic>
        <p:nvPicPr>
          <p:cNvPr id="3" name="Picture 2">
            <a:extLst>
              <a:ext uri="{FF2B5EF4-FFF2-40B4-BE49-F238E27FC236}">
                <a16:creationId xmlns:a16="http://schemas.microsoft.com/office/drawing/2014/main" id="{887900B3-CDFB-891B-CC5B-8EFCB3AAF305}"/>
              </a:ext>
            </a:extLst>
          </p:cNvPr>
          <p:cNvPicPr>
            <a:picLocks noChangeAspect="1"/>
          </p:cNvPicPr>
          <p:nvPr/>
        </p:nvPicPr>
        <p:blipFill>
          <a:blip r:embed="rId4"/>
          <a:stretch>
            <a:fillRect/>
          </a:stretch>
        </p:blipFill>
        <p:spPr>
          <a:xfrm rot="5400000">
            <a:off x="-1833206" y="2582507"/>
            <a:ext cx="4218938" cy="552527"/>
          </a:xfrm>
          <a:prstGeom prst="rect">
            <a:avLst/>
          </a:prstGeom>
        </p:spPr>
      </p:pic>
    </p:spTree>
    <p:extLst>
      <p:ext uri="{BB962C8B-B14F-4D97-AF65-F5344CB8AC3E}">
        <p14:creationId xmlns:p14="http://schemas.microsoft.com/office/powerpoint/2010/main" val="4063412972"/>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613647" y="1156447"/>
            <a:ext cx="9049870" cy="4431983"/>
          </a:xfrm>
          <a:prstGeom prst="rect">
            <a:avLst/>
          </a:prstGeom>
          <a:noFill/>
        </p:spPr>
        <p:txBody>
          <a:bodyPr wrap="square" rtlCol="0">
            <a:spAutoFit/>
          </a:bodyPr>
          <a:lstStyle/>
          <a:p>
            <a:r>
              <a:rPr lang="vi-VN" sz="2400" dirty="0">
                <a:latin typeface="Times New Roman" panose="02020603050405020304" pitchFamily="18" charset="0"/>
                <a:cs typeface="Times New Roman" panose="02020603050405020304" pitchFamily="18" charset="0"/>
              </a:rPr>
              <a:t>Thuật toán </a:t>
            </a:r>
            <a:r>
              <a:rPr lang="vi-VN" sz="2400" b="1" dirty="0">
                <a:latin typeface="Times New Roman" panose="02020603050405020304" pitchFamily="18" charset="0"/>
                <a:cs typeface="Times New Roman" panose="02020603050405020304" pitchFamily="18" charset="0"/>
              </a:rPr>
              <a:t>tham lam</a:t>
            </a:r>
            <a:r>
              <a:rPr lang="vi-VN" sz="2400" dirty="0">
                <a:latin typeface="Times New Roman" panose="02020603050405020304" pitchFamily="18" charset="0"/>
                <a:cs typeface="Times New Roman" panose="02020603050405020304" pitchFamily="18" charset="0"/>
              </a:rPr>
              <a:t> (greedy algorithm) là cách giải quyết bài toán bằng cách:</a:t>
            </a:r>
            <a:endParaRPr lang="en-US" sz="2400" dirty="0">
              <a:latin typeface="Times New Roman" panose="02020603050405020304" pitchFamily="18" charset="0"/>
              <a:cs typeface="Times New Roman" panose="02020603050405020304" pitchFamily="18" charset="0"/>
            </a:endParaRPr>
          </a:p>
          <a:p>
            <a:endParaRPr lang="vi-V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Ở </a:t>
            </a:r>
            <a:r>
              <a:rPr lang="vi-VN" sz="2400" b="1" dirty="0">
                <a:latin typeface="Times New Roman" panose="02020603050405020304" pitchFamily="18" charset="0"/>
                <a:cs typeface="Times New Roman" panose="02020603050405020304" pitchFamily="18" charset="0"/>
              </a:rPr>
              <a:t>mỗi bước</a:t>
            </a:r>
            <a:r>
              <a:rPr lang="vi-VN" sz="2400" dirty="0">
                <a:latin typeface="Times New Roman" panose="02020603050405020304" pitchFamily="18" charset="0"/>
                <a:cs typeface="Times New Roman" panose="02020603050405020304" pitchFamily="18" charset="0"/>
              </a:rPr>
              <a:t>, ta luôn chọn </a:t>
            </a:r>
            <a:r>
              <a:rPr lang="vi-VN" sz="2400" b="1" dirty="0">
                <a:latin typeface="Times New Roman" panose="02020603050405020304" pitchFamily="18" charset="0"/>
                <a:cs typeface="Times New Roman" panose="02020603050405020304" pitchFamily="18" charset="0"/>
              </a:rPr>
              <a:t>phương án tốt nhất tại thời điểm đó</a:t>
            </a:r>
            <a:r>
              <a:rPr lang="vi-VN" sz="2400" dirty="0">
                <a:latin typeface="Times New Roman" panose="02020603050405020304" pitchFamily="18" charset="0"/>
                <a:cs typeface="Times New Roman" panose="02020603050405020304" pitchFamily="18" charset="0"/>
              </a:rPr>
              <a:t> (nhìn có vẻ “lời” nhất, nhanh nhất, lợi nhất) mà </a:t>
            </a:r>
            <a:r>
              <a:rPr lang="vi-VN" sz="2400" b="1" dirty="0">
                <a:latin typeface="Times New Roman" panose="02020603050405020304" pitchFamily="18" charset="0"/>
                <a:cs typeface="Times New Roman" panose="02020603050405020304" pitchFamily="18" charset="0"/>
              </a:rPr>
              <a:t>không cần xét đến toàn cục</a:t>
            </a:r>
            <a:r>
              <a:rPr lang="vi-VN" sz="2400" dirty="0">
                <a:latin typeface="Times New Roman" panose="02020603050405020304" pitchFamily="18" charset="0"/>
                <a:cs typeface="Times New Roman" panose="02020603050405020304" pitchFamily="18" charset="0"/>
              </a:rPr>
              <a:t>.</a:t>
            </a:r>
          </a:p>
          <a:p>
            <a:endParaRPr lang="vi-V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Ví dụ dễ hiểu:</a:t>
            </a:r>
          </a:p>
          <a:p>
            <a:r>
              <a:rPr lang="vi-VN" sz="2400" dirty="0">
                <a:latin typeface="Times New Roman" panose="02020603050405020304" pitchFamily="18" charset="0"/>
                <a:cs typeface="Times New Roman" panose="02020603050405020304" pitchFamily="18" charset="0"/>
              </a:rPr>
              <a:t>Bạn có nhiều đồng xu (1k, 2k, 5k, 10k) và muốn đổi 18k.</a:t>
            </a:r>
          </a:p>
          <a:p>
            <a:r>
              <a:rPr lang="vi-VN" sz="2400" dirty="0">
                <a:latin typeface="Times New Roman" panose="02020603050405020304" pitchFamily="18" charset="0"/>
                <a:cs typeface="Times New Roman" panose="02020603050405020304" pitchFamily="18" charset="0"/>
              </a:rPr>
              <a:t>Thuật toán tham lam: luôn lấy đồng xu </a:t>
            </a:r>
            <a:r>
              <a:rPr lang="vi-VN" sz="2400" b="1" dirty="0">
                <a:latin typeface="Times New Roman" panose="02020603050405020304" pitchFamily="18" charset="0"/>
                <a:cs typeface="Times New Roman" panose="02020603050405020304" pitchFamily="18" charset="0"/>
              </a:rPr>
              <a:t>lớn nhất có thể</a:t>
            </a:r>
            <a:r>
              <a:rPr lang="vi-VN" sz="2400" dirty="0">
                <a:latin typeface="Times New Roman" panose="02020603050405020304" pitchFamily="18" charset="0"/>
                <a:cs typeface="Times New Roman" panose="02020603050405020304" pitchFamily="18" charset="0"/>
              </a:rPr>
              <a:t> trước → 10k + 5k + 2k + 1k.</a:t>
            </a:r>
          </a:p>
          <a:p>
            <a:endParaRPr lang="en-US" dirty="0"/>
          </a:p>
        </p:txBody>
      </p:sp>
      <p:pic>
        <p:nvPicPr>
          <p:cNvPr id="3" name="Picture 2">
            <a:extLst>
              <a:ext uri="{FF2B5EF4-FFF2-40B4-BE49-F238E27FC236}">
                <a16:creationId xmlns:a16="http://schemas.microsoft.com/office/drawing/2014/main" id="{77F5E94F-23BD-E8CD-FF68-0413A551171F}"/>
              </a:ext>
            </a:extLst>
          </p:cNvPr>
          <p:cNvPicPr>
            <a:picLocks noChangeAspect="1"/>
          </p:cNvPicPr>
          <p:nvPr/>
        </p:nvPicPr>
        <p:blipFill>
          <a:blip r:embed="rId2"/>
          <a:stretch>
            <a:fillRect/>
          </a:stretch>
        </p:blipFill>
        <p:spPr>
          <a:xfrm rot="5400000">
            <a:off x="-1835000" y="2519754"/>
            <a:ext cx="4222525" cy="552527"/>
          </a:xfrm>
          <a:prstGeom prst="rect">
            <a:avLst/>
          </a:prstGeom>
        </p:spPr>
      </p:pic>
    </p:spTree>
    <p:extLst>
      <p:ext uri="{BB962C8B-B14F-4D97-AF65-F5344CB8AC3E}">
        <p14:creationId xmlns:p14="http://schemas.microsoft.com/office/powerpoint/2010/main" val="312317884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9142" y="914399"/>
            <a:ext cx="9426387" cy="5302343"/>
          </a:xfrm>
          <a:prstGeom prst="rect">
            <a:avLst/>
          </a:prstGeom>
        </p:spPr>
      </p:pic>
      <p:pic>
        <p:nvPicPr>
          <p:cNvPr id="3" name="Picture 2">
            <a:extLst>
              <a:ext uri="{FF2B5EF4-FFF2-40B4-BE49-F238E27FC236}">
                <a16:creationId xmlns:a16="http://schemas.microsoft.com/office/drawing/2014/main" id="{59F1129F-BBBD-9937-067B-00EDCC9C7E5F}"/>
              </a:ext>
            </a:extLst>
          </p:cNvPr>
          <p:cNvPicPr>
            <a:picLocks noChangeAspect="1"/>
          </p:cNvPicPr>
          <p:nvPr/>
        </p:nvPicPr>
        <p:blipFill>
          <a:blip r:embed="rId3"/>
          <a:stretch>
            <a:fillRect/>
          </a:stretch>
        </p:blipFill>
        <p:spPr>
          <a:xfrm rot="5400000">
            <a:off x="-1834024" y="2475010"/>
            <a:ext cx="4220573" cy="552527"/>
          </a:xfrm>
          <a:prstGeom prst="rect">
            <a:avLst/>
          </a:prstGeom>
        </p:spPr>
      </p:pic>
    </p:spTree>
    <p:extLst>
      <p:ext uri="{BB962C8B-B14F-4D97-AF65-F5344CB8AC3E}">
        <p14:creationId xmlns:p14="http://schemas.microsoft.com/office/powerpoint/2010/main" val="259202625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71599" y="847165"/>
            <a:ext cx="9614647" cy="523220"/>
          </a:xfrm>
          <a:prstGeom prst="rect">
            <a:avLst/>
          </a:prstGeom>
          <a:noFill/>
        </p:spPr>
        <p:txBody>
          <a:bodyPr wrap="square" rtlCol="0" anchor="ctr">
            <a:spAutoFit/>
          </a:bodyPr>
          <a:lstStyle/>
          <a:p>
            <a:pPr algn="ctr"/>
            <a:r>
              <a:rPr lang="en-US" sz="2800" b="1" dirty="0" err="1">
                <a:latin typeface="Times New Roman" panose="02020603050405020304" pitchFamily="18" charset="0"/>
                <a:cs typeface="Times New Roman" panose="02020603050405020304" pitchFamily="18" charset="0"/>
              </a:rPr>
              <a:t>Cách</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hoạt</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động</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của</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thuật</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toán</a:t>
            </a:r>
            <a:r>
              <a:rPr lang="en-US" sz="2800" b="1" dirty="0">
                <a:latin typeface="Times New Roman" panose="02020603050405020304" pitchFamily="18" charset="0"/>
                <a:cs typeface="Times New Roman" panose="02020603050405020304" pitchFamily="18" charset="0"/>
              </a:rPr>
              <a:t> Huffman </a:t>
            </a:r>
            <a:r>
              <a:rPr lang="en-US" sz="2800" b="1" dirty="0" err="1">
                <a:latin typeface="Times New Roman" panose="02020603050405020304" pitchFamily="18" charset="0"/>
                <a:cs typeface="Times New Roman" panose="02020603050405020304" pitchFamily="18" charset="0"/>
              </a:rPr>
              <a:t>tĩnh</a:t>
            </a:r>
            <a:endParaRPr lang="en-US" sz="28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1519518" y="1680882"/>
            <a:ext cx="9614647" cy="4431983"/>
          </a:xfrm>
          <a:prstGeom prst="rect">
            <a:avLst/>
          </a:prstGeom>
          <a:noFill/>
        </p:spPr>
        <p:txBody>
          <a:bodyPr wrap="square" rtlCol="0">
            <a:spAutoFit/>
          </a:bodyPr>
          <a:lstStyle/>
          <a:p>
            <a:r>
              <a:rPr lang="vi-VN" sz="2000" b="1" dirty="0">
                <a:latin typeface="Times New Roman" panose="02020603050405020304" pitchFamily="18" charset="0"/>
                <a:cs typeface="Times New Roman" panose="02020603050405020304" pitchFamily="18" charset="0"/>
              </a:rPr>
              <a:t>Bước 1</a:t>
            </a:r>
            <a:r>
              <a:rPr lang="vi-VN" sz="2000" dirty="0">
                <a:latin typeface="Times New Roman" panose="02020603050405020304" pitchFamily="18" charset="0"/>
                <a:cs typeface="Times New Roman" panose="02020603050405020304" pitchFamily="18" charset="0"/>
              </a:rPr>
              <a:t>: Thống kê tần suất ký tự</a:t>
            </a:r>
          </a:p>
          <a:p>
            <a:r>
              <a:rPr lang="vi-VN" sz="2000" dirty="0">
                <a:latin typeface="Times New Roman" panose="02020603050405020304" pitchFamily="18" charset="0"/>
                <a:cs typeface="Times New Roman" panose="02020603050405020304" pitchFamily="18" charset="0"/>
              </a:rPr>
              <a:t>Đếm số lần xuất hiện của từng ký tự trong toàn bộ dữ liệu.</a:t>
            </a:r>
          </a:p>
          <a:p>
            <a:br>
              <a:rPr lang="vi-VN" sz="2000" dirty="0">
                <a:latin typeface="Times New Roman" panose="02020603050405020304" pitchFamily="18" charset="0"/>
                <a:cs typeface="Times New Roman" panose="02020603050405020304" pitchFamily="18" charset="0"/>
              </a:rPr>
            </a:br>
            <a:r>
              <a:rPr lang="vi-VN" sz="2000" b="1" dirty="0">
                <a:latin typeface="Times New Roman" panose="02020603050405020304" pitchFamily="18" charset="0"/>
                <a:cs typeface="Times New Roman" panose="02020603050405020304" pitchFamily="18" charset="0"/>
              </a:rPr>
              <a:t>Bước 2</a:t>
            </a:r>
            <a:r>
              <a:rPr lang="vi-VN" sz="2000" dirty="0">
                <a:latin typeface="Times New Roman" panose="02020603050405020304" pitchFamily="18" charset="0"/>
                <a:cs typeface="Times New Roman" panose="02020603050405020304" pitchFamily="18" charset="0"/>
              </a:rPr>
              <a:t>: Xây dựng cây Huffman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xây</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dựng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cây</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nhị</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phân</a:t>
            </a:r>
            <a:r>
              <a:rPr lang="en-US" sz="2000" dirty="0">
                <a:latin typeface="Times New Roman" panose="02020603050405020304" pitchFamily="18" charset="0"/>
                <a:cs typeface="Times New Roman" panose="02020603050405020304" pitchFamily="18" charset="0"/>
              </a:rPr>
              <a:t>)</a:t>
            </a:r>
            <a:endParaRPr lang="vi-VN" sz="2000" dirty="0">
              <a:latin typeface="Times New Roman" panose="02020603050405020304" pitchFamily="18" charset="0"/>
              <a:cs typeface="Times New Roman" panose="02020603050405020304" pitchFamily="18" charset="0"/>
            </a:endParaRPr>
          </a:p>
          <a:p>
            <a:r>
              <a:rPr lang="vi-VN" sz="2000" dirty="0">
                <a:latin typeface="Times New Roman" panose="02020603050405020304" pitchFamily="18" charset="0"/>
                <a:cs typeface="Times New Roman" panose="02020603050405020304" pitchFamily="18" charset="0"/>
              </a:rPr>
              <a:t>Mỗi ký tự là một nút lá, gắn với tần suất. Chọn 2 nút có tần suất nhỏ nhất, ghép lại thành một nút cha, trọng số = tổng hai nút con</a:t>
            </a:r>
            <a:r>
              <a:rPr lang="en-US" sz="2000" dirty="0">
                <a:latin typeface="Times New Roman" panose="02020603050405020304" pitchFamily="18" charset="0"/>
                <a:cs typeface="Times New Roman" panose="02020603050405020304" pitchFamily="18" charset="0"/>
              </a:rPr>
              <a:t> </a:t>
            </a:r>
            <a:r>
              <a:rPr lang="vi-VN" sz="2000" dirty="0">
                <a:latin typeface="Times New Roman" panose="02020603050405020304" pitchFamily="18" charset="0"/>
                <a:cs typeface="Times New Roman" panose="02020603050405020304" pitchFamily="18" charset="0"/>
              </a:rPr>
              <a:t>(greedy algorithm) . Lặp lại cho đến khi chỉ còn một cây duy nhất.</a:t>
            </a:r>
          </a:p>
          <a:p>
            <a:br>
              <a:rPr lang="vi-VN" sz="2000" dirty="0">
                <a:latin typeface="Times New Roman" panose="02020603050405020304" pitchFamily="18" charset="0"/>
                <a:cs typeface="Times New Roman" panose="02020603050405020304" pitchFamily="18" charset="0"/>
              </a:rPr>
            </a:br>
            <a:r>
              <a:rPr lang="vi-VN" sz="2000" b="1" dirty="0">
                <a:latin typeface="Times New Roman" panose="02020603050405020304" pitchFamily="18" charset="0"/>
                <a:cs typeface="Times New Roman" panose="02020603050405020304" pitchFamily="18" charset="0"/>
              </a:rPr>
              <a:t>Bước 3</a:t>
            </a:r>
            <a:r>
              <a:rPr lang="vi-VN" sz="2000" dirty="0">
                <a:latin typeface="Times New Roman" panose="02020603050405020304" pitchFamily="18" charset="0"/>
                <a:cs typeface="Times New Roman" panose="02020603050405020304" pitchFamily="18" charset="0"/>
              </a:rPr>
              <a:t>: Gán mã nhị phân cho các nhánh</a:t>
            </a:r>
          </a:p>
          <a:p>
            <a:r>
              <a:rPr lang="vi-VN" sz="2000" dirty="0">
                <a:latin typeface="Times New Roman" panose="02020603050405020304" pitchFamily="18" charset="0"/>
                <a:cs typeface="Times New Roman" panose="02020603050405020304" pitchFamily="18" charset="0"/>
              </a:rPr>
              <a:t>Quy ước: nhánh trái = 0, nhánh phải = 1.</a:t>
            </a:r>
          </a:p>
          <a:p>
            <a:br>
              <a:rPr lang="vi-VN" sz="2000" dirty="0">
                <a:latin typeface="Times New Roman" panose="02020603050405020304" pitchFamily="18" charset="0"/>
                <a:cs typeface="Times New Roman" panose="02020603050405020304" pitchFamily="18" charset="0"/>
              </a:rPr>
            </a:br>
            <a:r>
              <a:rPr lang="vi-VN" sz="2000" b="1" dirty="0">
                <a:latin typeface="Times New Roman" panose="02020603050405020304" pitchFamily="18" charset="0"/>
                <a:cs typeface="Times New Roman" panose="02020603050405020304" pitchFamily="18" charset="0"/>
              </a:rPr>
              <a:t>Bước 4</a:t>
            </a:r>
            <a:r>
              <a:rPr lang="vi-VN" sz="2000" dirty="0">
                <a:latin typeface="Times New Roman" panose="02020603050405020304" pitchFamily="18" charset="0"/>
                <a:cs typeface="Times New Roman" panose="02020603050405020304" pitchFamily="18" charset="0"/>
              </a:rPr>
              <a:t>: Mã hóa dữ liệu</a:t>
            </a:r>
          </a:p>
          <a:p>
            <a:r>
              <a:rPr lang="vi-VN" sz="2000" dirty="0">
                <a:latin typeface="Times New Roman" panose="02020603050405020304" pitchFamily="18" charset="0"/>
                <a:cs typeface="Times New Roman" panose="02020603050405020304" pitchFamily="18" charset="0"/>
              </a:rPr>
              <a:t>Thay từng ký tự bằng mã Huffman tương ứng.</a:t>
            </a:r>
          </a:p>
          <a:p>
            <a:endParaRPr lang="en-US"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FCE205DB-6441-C54F-3C96-5C05D6E0E717}"/>
              </a:ext>
            </a:extLst>
          </p:cNvPr>
          <p:cNvPicPr>
            <a:picLocks noChangeAspect="1"/>
          </p:cNvPicPr>
          <p:nvPr/>
        </p:nvPicPr>
        <p:blipFill>
          <a:blip r:embed="rId2"/>
          <a:stretch>
            <a:fillRect/>
          </a:stretch>
        </p:blipFill>
        <p:spPr>
          <a:xfrm rot="5400000">
            <a:off x="-1839487" y="2591466"/>
            <a:ext cx="4231500" cy="552527"/>
          </a:xfrm>
          <a:prstGeom prst="rect">
            <a:avLst/>
          </a:prstGeom>
        </p:spPr>
      </p:pic>
    </p:spTree>
    <p:extLst>
      <p:ext uri="{BB962C8B-B14F-4D97-AF65-F5344CB8AC3E}">
        <p14:creationId xmlns:p14="http://schemas.microsoft.com/office/powerpoint/2010/main" val="1481117705"/>
      </p:ext>
    </p:extLst>
  </p:cSld>
  <p:clrMapOvr>
    <a:masterClrMapping/>
  </p:clrMapOvr>
  <p:transition spd="slow">
    <p:randomBar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2826" y="887432"/>
            <a:ext cx="7085950" cy="4558627"/>
          </a:xfrm>
          <a:prstGeom prst="rect">
            <a:avLst/>
          </a:prstGeom>
        </p:spPr>
      </p:pic>
      <p:sp>
        <p:nvSpPr>
          <p:cNvPr id="6" name="TextBox 5"/>
          <p:cNvSpPr txBox="1"/>
          <p:nvPr/>
        </p:nvSpPr>
        <p:spPr>
          <a:xfrm>
            <a:off x="2474908" y="5446059"/>
            <a:ext cx="7381785" cy="461665"/>
          </a:xfrm>
          <a:prstGeom prst="rect">
            <a:avLst/>
          </a:prstGeom>
          <a:noFill/>
        </p:spPr>
        <p:txBody>
          <a:bodyPr wrap="square" rtlCol="0" anchor="ctr">
            <a:spAutoFit/>
          </a:bodyPr>
          <a:lstStyle/>
          <a:p>
            <a:pPr algn="ctr"/>
            <a:r>
              <a:rPr lang="en-US" sz="2400" dirty="0">
                <a:latin typeface="Times New Roman" panose="02020603050405020304" pitchFamily="18" charset="0"/>
                <a:cs typeface="Times New Roman" panose="02020603050405020304" pitchFamily="18" charset="0"/>
              </a:rPr>
              <a:t>Huffman coding</a:t>
            </a:r>
          </a:p>
        </p:txBody>
      </p:sp>
      <p:pic>
        <p:nvPicPr>
          <p:cNvPr id="3" name="Picture 2">
            <a:extLst>
              <a:ext uri="{FF2B5EF4-FFF2-40B4-BE49-F238E27FC236}">
                <a16:creationId xmlns:a16="http://schemas.microsoft.com/office/drawing/2014/main" id="{EE1CDC5F-A79F-CA99-2852-3AB202BE3A12}"/>
              </a:ext>
            </a:extLst>
          </p:cNvPr>
          <p:cNvPicPr>
            <a:picLocks noChangeAspect="1"/>
          </p:cNvPicPr>
          <p:nvPr/>
        </p:nvPicPr>
        <p:blipFill>
          <a:blip r:embed="rId3"/>
          <a:stretch>
            <a:fillRect/>
          </a:stretch>
        </p:blipFill>
        <p:spPr>
          <a:xfrm rot="5400000">
            <a:off x="-1785655" y="2553858"/>
            <a:ext cx="4123836" cy="552527"/>
          </a:xfrm>
          <a:prstGeom prst="rect">
            <a:avLst/>
          </a:prstGeom>
        </p:spPr>
      </p:pic>
    </p:spTree>
    <p:extLst>
      <p:ext uri="{BB962C8B-B14F-4D97-AF65-F5344CB8AC3E}">
        <p14:creationId xmlns:p14="http://schemas.microsoft.com/office/powerpoint/2010/main" val="1168802734"/>
      </p:ext>
    </p:extLst>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4567" y="616025"/>
            <a:ext cx="8306959" cy="5706271"/>
          </a:xfrm>
          <a:prstGeom prst="rect">
            <a:avLst/>
          </a:prstGeom>
        </p:spPr>
      </p:pic>
      <p:sp>
        <p:nvSpPr>
          <p:cNvPr id="8" name="TextBox 7"/>
          <p:cNvSpPr txBox="1"/>
          <p:nvPr/>
        </p:nvSpPr>
        <p:spPr>
          <a:xfrm>
            <a:off x="7356475" y="3469161"/>
            <a:ext cx="161925" cy="307777"/>
          </a:xfrm>
          <a:prstGeom prst="rect">
            <a:avLst/>
          </a:prstGeom>
          <a:noFill/>
        </p:spPr>
        <p:txBody>
          <a:bodyPr wrap="square" rtlCol="0" anchor="ctr">
            <a:spAutoFit/>
          </a:bodyPr>
          <a:lstStyle/>
          <a:p>
            <a:pPr algn="ctr"/>
            <a:r>
              <a:rPr lang="en-US" sz="1400" dirty="0">
                <a:latin typeface="Times New Roman" panose="02020603050405020304" pitchFamily="18" charset="0"/>
                <a:cs typeface="Times New Roman" panose="02020603050405020304" pitchFamily="18" charset="0"/>
              </a:rPr>
              <a:t>0</a:t>
            </a:r>
          </a:p>
        </p:txBody>
      </p:sp>
      <p:sp>
        <p:nvSpPr>
          <p:cNvPr id="9" name="TextBox 8"/>
          <p:cNvSpPr txBox="1"/>
          <p:nvPr/>
        </p:nvSpPr>
        <p:spPr>
          <a:xfrm>
            <a:off x="6970713" y="3929597"/>
            <a:ext cx="158750" cy="307777"/>
          </a:xfrm>
          <a:prstGeom prst="rect">
            <a:avLst/>
          </a:prstGeom>
          <a:noFill/>
        </p:spPr>
        <p:txBody>
          <a:bodyPr wrap="square" rtlCol="0" anchor="ctr">
            <a:spAutoFit/>
          </a:bodyPr>
          <a:lstStyle/>
          <a:p>
            <a:pPr algn="ctr"/>
            <a:r>
              <a:rPr lang="en-US" sz="1400" dirty="0">
                <a:latin typeface="Times New Roman" panose="02020603050405020304" pitchFamily="18" charset="0"/>
                <a:cs typeface="Times New Roman" panose="02020603050405020304" pitchFamily="18" charset="0"/>
              </a:rPr>
              <a:t>0</a:t>
            </a:r>
          </a:p>
        </p:txBody>
      </p:sp>
      <p:sp>
        <p:nvSpPr>
          <p:cNvPr id="10" name="TextBox 9"/>
          <p:cNvSpPr txBox="1"/>
          <p:nvPr/>
        </p:nvSpPr>
        <p:spPr>
          <a:xfrm>
            <a:off x="7264400" y="4393585"/>
            <a:ext cx="184150" cy="307777"/>
          </a:xfrm>
          <a:prstGeom prst="rect">
            <a:avLst/>
          </a:prstGeom>
          <a:noFill/>
        </p:spPr>
        <p:txBody>
          <a:bodyPr wrap="square" rtlCol="0" anchor="ctr">
            <a:spAutoFit/>
          </a:bodyPr>
          <a:lstStyle/>
          <a:p>
            <a:pPr algn="ctr"/>
            <a:r>
              <a:rPr lang="en-US" sz="1400" dirty="0">
                <a:latin typeface="Times New Roman" panose="02020603050405020304" pitchFamily="18" charset="0"/>
                <a:cs typeface="Times New Roman" panose="02020603050405020304" pitchFamily="18" charset="0"/>
              </a:rPr>
              <a:t>0</a:t>
            </a:r>
          </a:p>
        </p:txBody>
      </p:sp>
      <p:sp>
        <p:nvSpPr>
          <p:cNvPr id="11" name="TextBox 10"/>
          <p:cNvSpPr txBox="1"/>
          <p:nvPr/>
        </p:nvSpPr>
        <p:spPr>
          <a:xfrm>
            <a:off x="7864475" y="3951886"/>
            <a:ext cx="184150" cy="307777"/>
          </a:xfrm>
          <a:prstGeom prst="rect">
            <a:avLst/>
          </a:prstGeom>
          <a:noFill/>
        </p:spPr>
        <p:txBody>
          <a:bodyPr wrap="square" rtlCol="0" anchor="ctr">
            <a:spAutoFit/>
          </a:bodyPr>
          <a:lstStyle/>
          <a:p>
            <a:pPr algn="ctr"/>
            <a:r>
              <a:rPr lang="en-US" sz="1400" dirty="0">
                <a:latin typeface="Times New Roman" panose="02020603050405020304" pitchFamily="18" charset="0"/>
                <a:cs typeface="Times New Roman" panose="02020603050405020304" pitchFamily="18" charset="0"/>
              </a:rPr>
              <a:t>0</a:t>
            </a:r>
          </a:p>
        </p:txBody>
      </p:sp>
      <p:sp>
        <p:nvSpPr>
          <p:cNvPr id="12" name="TextBox 11"/>
          <p:cNvSpPr txBox="1"/>
          <p:nvPr/>
        </p:nvSpPr>
        <p:spPr>
          <a:xfrm>
            <a:off x="7956550" y="3469161"/>
            <a:ext cx="184150" cy="307777"/>
          </a:xfrm>
          <a:prstGeom prst="rect">
            <a:avLst/>
          </a:prstGeom>
          <a:noFill/>
        </p:spPr>
        <p:txBody>
          <a:bodyPr wrap="square" rtlCol="0" anchor="ctr">
            <a:spAutoFit/>
          </a:bodyPr>
          <a:lstStyle/>
          <a:p>
            <a:pPr algn="ctr"/>
            <a:r>
              <a:rPr lang="en-US" sz="1400" dirty="0">
                <a:latin typeface="Times New Roman" panose="02020603050405020304" pitchFamily="18" charset="0"/>
                <a:cs typeface="Times New Roman" panose="02020603050405020304" pitchFamily="18" charset="0"/>
              </a:rPr>
              <a:t>1</a:t>
            </a:r>
          </a:p>
        </p:txBody>
      </p:sp>
      <p:sp>
        <p:nvSpPr>
          <p:cNvPr id="13" name="TextBox 12"/>
          <p:cNvSpPr txBox="1"/>
          <p:nvPr/>
        </p:nvSpPr>
        <p:spPr>
          <a:xfrm>
            <a:off x="8270875" y="3951885"/>
            <a:ext cx="184150" cy="307777"/>
          </a:xfrm>
          <a:prstGeom prst="rect">
            <a:avLst/>
          </a:prstGeom>
          <a:noFill/>
        </p:spPr>
        <p:txBody>
          <a:bodyPr wrap="square" rtlCol="0" anchor="ctr">
            <a:spAutoFit/>
          </a:bodyPr>
          <a:lstStyle/>
          <a:p>
            <a:pPr algn="ctr"/>
            <a:r>
              <a:rPr lang="en-US" sz="1400" dirty="0">
                <a:latin typeface="Times New Roman" panose="02020603050405020304" pitchFamily="18" charset="0"/>
                <a:cs typeface="Times New Roman" panose="02020603050405020304" pitchFamily="18" charset="0"/>
              </a:rPr>
              <a:t>1</a:t>
            </a:r>
          </a:p>
        </p:txBody>
      </p:sp>
      <p:sp>
        <p:nvSpPr>
          <p:cNvPr id="14" name="TextBox 13"/>
          <p:cNvSpPr txBox="1"/>
          <p:nvPr/>
        </p:nvSpPr>
        <p:spPr>
          <a:xfrm>
            <a:off x="7448550" y="3929598"/>
            <a:ext cx="184150" cy="307777"/>
          </a:xfrm>
          <a:prstGeom prst="rect">
            <a:avLst/>
          </a:prstGeom>
          <a:noFill/>
        </p:spPr>
        <p:txBody>
          <a:bodyPr wrap="square" rtlCol="0" anchor="ctr">
            <a:spAutoFit/>
          </a:bodyPr>
          <a:lstStyle/>
          <a:p>
            <a:pPr algn="ctr"/>
            <a:r>
              <a:rPr lang="en-US" sz="1400" dirty="0">
                <a:latin typeface="Times New Roman" panose="02020603050405020304" pitchFamily="18" charset="0"/>
                <a:cs typeface="Times New Roman" panose="02020603050405020304" pitchFamily="18" charset="0"/>
              </a:rPr>
              <a:t>1</a:t>
            </a:r>
          </a:p>
        </p:txBody>
      </p:sp>
      <p:sp>
        <p:nvSpPr>
          <p:cNvPr id="15" name="TextBox 14"/>
          <p:cNvSpPr txBox="1"/>
          <p:nvPr/>
        </p:nvSpPr>
        <p:spPr>
          <a:xfrm>
            <a:off x="7680325" y="4393585"/>
            <a:ext cx="184150" cy="307777"/>
          </a:xfrm>
          <a:prstGeom prst="rect">
            <a:avLst/>
          </a:prstGeom>
          <a:noFill/>
        </p:spPr>
        <p:txBody>
          <a:bodyPr wrap="square" rtlCol="0" anchor="ctr">
            <a:spAutoFit/>
          </a:bodyPr>
          <a:lstStyle/>
          <a:p>
            <a:pPr algn="ctr"/>
            <a:r>
              <a:rPr lang="en-US" sz="1400" dirty="0">
                <a:latin typeface="Times New Roman" panose="02020603050405020304" pitchFamily="18" charset="0"/>
                <a:cs typeface="Times New Roman" panose="02020603050405020304" pitchFamily="18" charset="0"/>
              </a:rPr>
              <a:t>1</a:t>
            </a:r>
          </a:p>
        </p:txBody>
      </p:sp>
      <p:pic>
        <p:nvPicPr>
          <p:cNvPr id="3" name="Picture 2">
            <a:extLst>
              <a:ext uri="{FF2B5EF4-FFF2-40B4-BE49-F238E27FC236}">
                <a16:creationId xmlns:a16="http://schemas.microsoft.com/office/drawing/2014/main" id="{3168FDA0-871D-16CB-14A6-B26D78EF6F08}"/>
              </a:ext>
            </a:extLst>
          </p:cNvPr>
          <p:cNvPicPr>
            <a:picLocks noChangeAspect="1"/>
          </p:cNvPicPr>
          <p:nvPr/>
        </p:nvPicPr>
        <p:blipFill>
          <a:blip r:embed="rId3"/>
          <a:stretch>
            <a:fillRect/>
          </a:stretch>
        </p:blipFill>
        <p:spPr>
          <a:xfrm rot="5400000">
            <a:off x="-1186028" y="2038383"/>
            <a:ext cx="2924583" cy="552527"/>
          </a:xfrm>
          <a:prstGeom prst="rect">
            <a:avLst/>
          </a:prstGeom>
        </p:spPr>
      </p:pic>
    </p:spTree>
    <p:extLst>
      <p:ext uri="{BB962C8B-B14F-4D97-AF65-F5344CB8AC3E}">
        <p14:creationId xmlns:p14="http://schemas.microsoft.com/office/powerpoint/2010/main" val="2701241311"/>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55DE2-9FC5-3F3D-F7A2-FB6005083B1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7F16CD5-93E5-0E69-ED93-B8642255A8F8}"/>
              </a:ext>
            </a:extLst>
          </p:cNvPr>
          <p:cNvSpPr txBox="1"/>
          <p:nvPr/>
        </p:nvSpPr>
        <p:spPr>
          <a:xfrm>
            <a:off x="950149" y="653470"/>
            <a:ext cx="10487138" cy="817544"/>
          </a:xfrm>
          <a:prstGeom prst="rect">
            <a:avLst/>
          </a:prstGeom>
          <a:noFill/>
        </p:spPr>
        <p:txBody>
          <a:bodyPr wrap="square" rtlCol="0">
            <a:normAutofit fontScale="92500" lnSpcReduction="10000"/>
          </a:bodyPr>
          <a:lstStyle/>
          <a:p>
            <a:r>
              <a:rPr lang="vi-VN" sz="5400" b="1" dirty="0">
                <a:solidFill>
                  <a:schemeClr val="tx1">
                    <a:lumMod val="85000"/>
                    <a:lumOff val="1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lt"/>
              </a:rPr>
              <a:t>3, Giải nén dữ liệu       </a:t>
            </a:r>
            <a:endParaRPr lang="ru-RU" sz="5400" b="1" dirty="0">
              <a:solidFill>
                <a:schemeClr val="tx1">
                  <a:lumMod val="85000"/>
                  <a:lumOff val="1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lt"/>
            </a:endParaRPr>
          </a:p>
        </p:txBody>
      </p:sp>
      <p:sp>
        <p:nvSpPr>
          <p:cNvPr id="5" name="TextBox 4">
            <a:extLst>
              <a:ext uri="{FF2B5EF4-FFF2-40B4-BE49-F238E27FC236}">
                <a16:creationId xmlns:a16="http://schemas.microsoft.com/office/drawing/2014/main" id="{BC9530E0-4A72-2225-2859-63309526064F}"/>
              </a:ext>
            </a:extLst>
          </p:cNvPr>
          <p:cNvSpPr txBox="1"/>
          <p:nvPr/>
        </p:nvSpPr>
        <p:spPr>
          <a:xfrm>
            <a:off x="1012262" y="1666203"/>
            <a:ext cx="5809879" cy="2334224"/>
          </a:xfrm>
          <a:prstGeom prst="rect">
            <a:avLst/>
          </a:prstGeom>
          <a:noFill/>
        </p:spPr>
        <p:txBody>
          <a:bodyPr wrap="square" rtlCol="0" anchor="t">
            <a:noAutofit/>
          </a:bodyPr>
          <a:lstStyle/>
          <a:p>
            <a:pPr marL="0" lvl="2" indent="533400">
              <a:buFont typeface="Wingdings" panose="05000000000000000000" pitchFamily="2" charset="2"/>
              <a:buChar char="ü"/>
            </a:pPr>
            <a:r>
              <a:rPr lang="vi-VN" sz="2800" dirty="0">
                <a:latin typeface="Times New Roman" panose="02020603050405020304" pitchFamily="18" charset="0"/>
                <a:cs typeface="Times New Roman" panose="02020603050405020304" pitchFamily="18" charset="0"/>
              </a:rPr>
              <a:t>Khái niệm: là quá trình ngược lại của nén dữ liệu, khôi phục dữ liệu đã nén về trạng thái ban đầu (hoặc gần giống ban đầu, tùy thuộc vào phương pháp nén).</a:t>
            </a:r>
          </a:p>
          <a:p>
            <a:pPr marL="0" lvl="2" indent="533400">
              <a:buFont typeface="Wingdings" panose="05000000000000000000" pitchFamily="2" charset="2"/>
              <a:buChar char="ü"/>
            </a:pPr>
            <a:r>
              <a:rPr lang="vi-VN" sz="2800" dirty="0">
                <a:latin typeface="Times New Roman" panose="02020603050405020304" pitchFamily="18" charset="0"/>
                <a:cs typeface="Times New Roman" panose="02020603050405020304" pitchFamily="18" charset="0"/>
              </a:rPr>
              <a:t>Nguyên lý giải nén: Giải nén dữ liệu dựa trên việc sử dụng thuật toán hoặc quy tắc đã được áp dụng trong quá trình nén để tái tạo dữ liệu gốc. </a:t>
            </a:r>
          </a:p>
          <a:p>
            <a:pPr marL="0" lvl="2"/>
            <a:endParaRPr lang="vi-VN" sz="2800" dirty="0">
              <a:latin typeface="Times New Roman" panose="02020603050405020304" pitchFamily="18" charset="0"/>
              <a:cs typeface="Times New Roman" panose="02020603050405020304" pitchFamily="18" charset="0"/>
            </a:endParaRPr>
          </a:p>
        </p:txBody>
      </p:sp>
      <p:sp>
        <p:nvSpPr>
          <p:cNvPr id="34" name="矩形 24">
            <a:extLst>
              <a:ext uri="{FF2B5EF4-FFF2-40B4-BE49-F238E27FC236}">
                <a16:creationId xmlns:a16="http://schemas.microsoft.com/office/drawing/2014/main" id="{E097F1CB-B287-BD22-4511-170CAEC0F916}"/>
              </a:ext>
            </a:extLst>
          </p:cNvPr>
          <p:cNvSpPr/>
          <p:nvPr/>
        </p:nvSpPr>
        <p:spPr>
          <a:xfrm>
            <a:off x="6754871" y="2606735"/>
            <a:ext cx="3732212" cy="4671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nSpc>
                <a:spcPct val="120000"/>
              </a:lnSpc>
            </a:pPr>
            <a:r>
              <a:rPr lang="vi-VN" altLang="vi-VN" sz="2800" dirty="0">
                <a:solidFill>
                  <a:schemeClr val="accent1">
                    <a:lumMod val="100000"/>
                  </a:schemeClr>
                </a:solidFill>
                <a:latin typeface="Times New Roman" panose="02020603050405020304" pitchFamily="18" charset="0"/>
                <a:ea typeface="Noto Sans"/>
                <a:cs typeface="Times New Roman" panose="02020603050405020304" pitchFamily="18" charset="0"/>
                <a:sym typeface="+mn-lt"/>
              </a:rPr>
              <a:t>Các bước cơ bản:</a:t>
            </a:r>
          </a:p>
        </p:txBody>
      </p:sp>
      <p:sp>
        <p:nvSpPr>
          <p:cNvPr id="37" name="矩形 24">
            <a:extLst>
              <a:ext uri="{FF2B5EF4-FFF2-40B4-BE49-F238E27FC236}">
                <a16:creationId xmlns:a16="http://schemas.microsoft.com/office/drawing/2014/main" id="{708364FD-8818-760B-B8FB-4E00FC19A848}"/>
              </a:ext>
            </a:extLst>
          </p:cNvPr>
          <p:cNvSpPr/>
          <p:nvPr/>
        </p:nvSpPr>
        <p:spPr>
          <a:xfrm>
            <a:off x="13419630" y="1840579"/>
            <a:ext cx="2523800" cy="4671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nSpc>
                <a:spcPct val="120000"/>
              </a:lnSpc>
            </a:pPr>
            <a:endParaRPr lang="vi-VN" altLang="vi-VN" dirty="0">
              <a:solidFill>
                <a:schemeClr val="accent1">
                  <a:lumMod val="100000"/>
                </a:schemeClr>
              </a:solidFill>
              <a:latin typeface="Noto Sans"/>
              <a:ea typeface="Noto Sans"/>
              <a:cs typeface="+mn-ea"/>
              <a:sym typeface="+mn-lt"/>
            </a:endParaRPr>
          </a:p>
        </p:txBody>
      </p:sp>
      <p:sp>
        <p:nvSpPr>
          <p:cNvPr id="39" name="Freeform 148">
            <a:extLst>
              <a:ext uri="{FF2B5EF4-FFF2-40B4-BE49-F238E27FC236}">
                <a16:creationId xmlns:a16="http://schemas.microsoft.com/office/drawing/2014/main" id="{410C1CFE-48A9-209F-5140-CC14A3C16150}"/>
              </a:ext>
            </a:extLst>
          </p:cNvPr>
          <p:cNvSpPr>
            <a:spLocks noChangeArrowheads="1"/>
          </p:cNvSpPr>
          <p:nvPr/>
        </p:nvSpPr>
        <p:spPr bwMode="auto">
          <a:xfrm>
            <a:off x="7005339" y="3656463"/>
            <a:ext cx="448938" cy="400838"/>
          </a:xfrm>
          <a:custGeom>
            <a:avLst/>
            <a:gdLst>
              <a:gd name="T0" fmla="*/ 195452 w 619"/>
              <a:gd name="T1" fmla="*/ 26858 h 546"/>
              <a:gd name="T2" fmla="*/ 195452 w 619"/>
              <a:gd name="T3" fmla="*/ 26858 h 546"/>
              <a:gd name="T4" fmla="*/ 174293 w 619"/>
              <a:gd name="T5" fmla="*/ 26858 h 546"/>
              <a:gd name="T6" fmla="*/ 168914 w 619"/>
              <a:gd name="T7" fmla="*/ 10888 h 546"/>
              <a:gd name="T8" fmla="*/ 153134 w 619"/>
              <a:gd name="T9" fmla="*/ 0 h 546"/>
              <a:gd name="T10" fmla="*/ 68498 w 619"/>
              <a:gd name="T11" fmla="*/ 0 h 546"/>
              <a:gd name="T12" fmla="*/ 52718 w 619"/>
              <a:gd name="T13" fmla="*/ 10888 h 546"/>
              <a:gd name="T14" fmla="*/ 47339 w 619"/>
              <a:gd name="T15" fmla="*/ 26858 h 546"/>
              <a:gd name="T16" fmla="*/ 26180 w 619"/>
              <a:gd name="T17" fmla="*/ 26858 h 546"/>
              <a:gd name="T18" fmla="*/ 0 w 619"/>
              <a:gd name="T19" fmla="*/ 53352 h 546"/>
              <a:gd name="T20" fmla="*/ 0 w 619"/>
              <a:gd name="T21" fmla="*/ 171307 h 546"/>
              <a:gd name="T22" fmla="*/ 26180 w 619"/>
              <a:gd name="T23" fmla="*/ 197802 h 546"/>
              <a:gd name="T24" fmla="*/ 195452 w 619"/>
              <a:gd name="T25" fmla="*/ 197802 h 546"/>
              <a:gd name="T26" fmla="*/ 221632 w 619"/>
              <a:gd name="T27" fmla="*/ 171307 h 546"/>
              <a:gd name="T28" fmla="*/ 221632 w 619"/>
              <a:gd name="T29" fmla="*/ 53352 h 546"/>
              <a:gd name="T30" fmla="*/ 195452 w 619"/>
              <a:gd name="T31" fmla="*/ 26858 h 546"/>
              <a:gd name="T32" fmla="*/ 211232 w 619"/>
              <a:gd name="T33" fmla="*/ 171307 h 546"/>
              <a:gd name="T34" fmla="*/ 211232 w 619"/>
              <a:gd name="T35" fmla="*/ 171307 h 546"/>
              <a:gd name="T36" fmla="*/ 195452 w 619"/>
              <a:gd name="T37" fmla="*/ 181833 h 546"/>
              <a:gd name="T38" fmla="*/ 26180 w 619"/>
              <a:gd name="T39" fmla="*/ 181833 h 546"/>
              <a:gd name="T40" fmla="*/ 10400 w 619"/>
              <a:gd name="T41" fmla="*/ 171307 h 546"/>
              <a:gd name="T42" fmla="*/ 10400 w 619"/>
              <a:gd name="T43" fmla="*/ 53352 h 546"/>
              <a:gd name="T44" fmla="*/ 26180 w 619"/>
              <a:gd name="T45" fmla="*/ 42827 h 546"/>
              <a:gd name="T46" fmla="*/ 52718 w 619"/>
              <a:gd name="T47" fmla="*/ 42827 h 546"/>
              <a:gd name="T48" fmla="*/ 63477 w 619"/>
              <a:gd name="T49" fmla="*/ 26858 h 546"/>
              <a:gd name="T50" fmla="*/ 73877 w 619"/>
              <a:gd name="T51" fmla="*/ 10888 h 546"/>
              <a:gd name="T52" fmla="*/ 147755 w 619"/>
              <a:gd name="T53" fmla="*/ 10888 h 546"/>
              <a:gd name="T54" fmla="*/ 158155 w 619"/>
              <a:gd name="T55" fmla="*/ 26858 h 546"/>
              <a:gd name="T56" fmla="*/ 168914 w 619"/>
              <a:gd name="T57" fmla="*/ 42827 h 546"/>
              <a:gd name="T58" fmla="*/ 195452 w 619"/>
              <a:gd name="T59" fmla="*/ 42827 h 546"/>
              <a:gd name="T60" fmla="*/ 211232 w 619"/>
              <a:gd name="T61" fmla="*/ 53352 h 546"/>
              <a:gd name="T62" fmla="*/ 211232 w 619"/>
              <a:gd name="T63" fmla="*/ 171307 h 546"/>
              <a:gd name="T64" fmla="*/ 110816 w 619"/>
              <a:gd name="T65" fmla="*/ 53352 h 546"/>
              <a:gd name="T66" fmla="*/ 110816 w 619"/>
              <a:gd name="T67" fmla="*/ 53352 h 546"/>
              <a:gd name="T68" fmla="*/ 52718 w 619"/>
              <a:gd name="T69" fmla="*/ 112511 h 546"/>
              <a:gd name="T70" fmla="*/ 110816 w 619"/>
              <a:gd name="T71" fmla="*/ 171307 h 546"/>
              <a:gd name="T72" fmla="*/ 168914 w 619"/>
              <a:gd name="T73" fmla="*/ 112511 h 546"/>
              <a:gd name="T74" fmla="*/ 110816 w 619"/>
              <a:gd name="T75" fmla="*/ 53352 h 546"/>
              <a:gd name="T76" fmla="*/ 110816 w 619"/>
              <a:gd name="T77" fmla="*/ 154975 h 546"/>
              <a:gd name="T78" fmla="*/ 110816 w 619"/>
              <a:gd name="T79" fmla="*/ 154975 h 546"/>
              <a:gd name="T80" fmla="*/ 68498 w 619"/>
              <a:gd name="T81" fmla="*/ 112511 h 546"/>
              <a:gd name="T82" fmla="*/ 110816 w 619"/>
              <a:gd name="T83" fmla="*/ 69684 h 546"/>
              <a:gd name="T84" fmla="*/ 153134 w 619"/>
              <a:gd name="T85" fmla="*/ 112511 h 546"/>
              <a:gd name="T86" fmla="*/ 110816 w 619"/>
              <a:gd name="T87" fmla="*/ 154975 h 54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19" h="546">
                <a:moveTo>
                  <a:pt x="545" y="74"/>
                </a:moveTo>
                <a:lnTo>
                  <a:pt x="545" y="74"/>
                </a:lnTo>
                <a:cubicBezTo>
                  <a:pt x="486" y="74"/>
                  <a:pt x="486" y="74"/>
                  <a:pt x="486" y="74"/>
                </a:cubicBezTo>
                <a:cubicBezTo>
                  <a:pt x="471" y="30"/>
                  <a:pt x="471" y="30"/>
                  <a:pt x="471" y="30"/>
                </a:cubicBezTo>
                <a:cubicBezTo>
                  <a:pt x="456" y="15"/>
                  <a:pt x="441" y="0"/>
                  <a:pt x="427" y="0"/>
                </a:cubicBezTo>
                <a:cubicBezTo>
                  <a:pt x="191" y="0"/>
                  <a:pt x="191" y="0"/>
                  <a:pt x="191" y="0"/>
                </a:cubicBezTo>
                <a:cubicBezTo>
                  <a:pt x="177" y="0"/>
                  <a:pt x="162" y="15"/>
                  <a:pt x="147" y="30"/>
                </a:cubicBezTo>
                <a:cubicBezTo>
                  <a:pt x="132" y="74"/>
                  <a:pt x="132" y="74"/>
                  <a:pt x="132" y="74"/>
                </a:cubicBezTo>
                <a:cubicBezTo>
                  <a:pt x="73" y="74"/>
                  <a:pt x="73" y="74"/>
                  <a:pt x="73" y="74"/>
                </a:cubicBezTo>
                <a:cubicBezTo>
                  <a:pt x="29" y="74"/>
                  <a:pt x="0" y="104"/>
                  <a:pt x="0" y="147"/>
                </a:cubicBezTo>
                <a:cubicBezTo>
                  <a:pt x="0" y="472"/>
                  <a:pt x="0" y="472"/>
                  <a:pt x="0" y="472"/>
                </a:cubicBezTo>
                <a:cubicBezTo>
                  <a:pt x="0" y="516"/>
                  <a:pt x="29" y="545"/>
                  <a:pt x="73" y="545"/>
                </a:cubicBezTo>
                <a:cubicBezTo>
                  <a:pt x="545" y="545"/>
                  <a:pt x="545" y="545"/>
                  <a:pt x="545" y="545"/>
                </a:cubicBezTo>
                <a:cubicBezTo>
                  <a:pt x="589" y="545"/>
                  <a:pt x="618" y="516"/>
                  <a:pt x="618" y="472"/>
                </a:cubicBezTo>
                <a:cubicBezTo>
                  <a:pt x="618" y="147"/>
                  <a:pt x="618" y="147"/>
                  <a:pt x="618" y="147"/>
                </a:cubicBezTo>
                <a:cubicBezTo>
                  <a:pt x="618" y="104"/>
                  <a:pt x="589" y="74"/>
                  <a:pt x="545" y="74"/>
                </a:cubicBezTo>
                <a:close/>
                <a:moveTo>
                  <a:pt x="589" y="472"/>
                </a:moveTo>
                <a:lnTo>
                  <a:pt x="589" y="472"/>
                </a:lnTo>
                <a:cubicBezTo>
                  <a:pt x="589" y="486"/>
                  <a:pt x="559" y="501"/>
                  <a:pt x="545" y="501"/>
                </a:cubicBezTo>
                <a:cubicBezTo>
                  <a:pt x="73" y="501"/>
                  <a:pt x="73" y="501"/>
                  <a:pt x="73" y="501"/>
                </a:cubicBezTo>
                <a:cubicBezTo>
                  <a:pt x="59" y="501"/>
                  <a:pt x="29" y="486"/>
                  <a:pt x="29" y="472"/>
                </a:cubicBezTo>
                <a:cubicBezTo>
                  <a:pt x="29" y="147"/>
                  <a:pt x="29" y="147"/>
                  <a:pt x="29" y="147"/>
                </a:cubicBezTo>
                <a:cubicBezTo>
                  <a:pt x="29" y="133"/>
                  <a:pt x="59" y="118"/>
                  <a:pt x="73" y="118"/>
                </a:cubicBezTo>
                <a:cubicBezTo>
                  <a:pt x="147" y="118"/>
                  <a:pt x="147" y="118"/>
                  <a:pt x="147" y="118"/>
                </a:cubicBezTo>
                <a:cubicBezTo>
                  <a:pt x="177" y="74"/>
                  <a:pt x="177" y="74"/>
                  <a:pt x="177" y="74"/>
                </a:cubicBezTo>
                <a:cubicBezTo>
                  <a:pt x="191" y="45"/>
                  <a:pt x="191" y="30"/>
                  <a:pt x="206" y="30"/>
                </a:cubicBezTo>
                <a:cubicBezTo>
                  <a:pt x="412" y="30"/>
                  <a:pt x="412" y="30"/>
                  <a:pt x="412" y="30"/>
                </a:cubicBezTo>
                <a:cubicBezTo>
                  <a:pt x="427" y="30"/>
                  <a:pt x="427" y="45"/>
                  <a:pt x="441" y="74"/>
                </a:cubicBezTo>
                <a:cubicBezTo>
                  <a:pt x="471" y="118"/>
                  <a:pt x="471" y="118"/>
                  <a:pt x="471" y="118"/>
                </a:cubicBezTo>
                <a:cubicBezTo>
                  <a:pt x="545" y="118"/>
                  <a:pt x="545" y="118"/>
                  <a:pt x="545" y="118"/>
                </a:cubicBezTo>
                <a:cubicBezTo>
                  <a:pt x="559" y="118"/>
                  <a:pt x="589" y="133"/>
                  <a:pt x="589" y="147"/>
                </a:cubicBezTo>
                <a:lnTo>
                  <a:pt x="589" y="472"/>
                </a:lnTo>
                <a:close/>
                <a:moveTo>
                  <a:pt x="309" y="147"/>
                </a:moveTo>
                <a:lnTo>
                  <a:pt x="309" y="147"/>
                </a:lnTo>
                <a:cubicBezTo>
                  <a:pt x="221" y="147"/>
                  <a:pt x="147" y="221"/>
                  <a:pt x="147" y="310"/>
                </a:cubicBezTo>
                <a:cubicBezTo>
                  <a:pt x="147" y="398"/>
                  <a:pt x="221" y="472"/>
                  <a:pt x="309" y="472"/>
                </a:cubicBezTo>
                <a:cubicBezTo>
                  <a:pt x="398" y="472"/>
                  <a:pt x="471" y="398"/>
                  <a:pt x="471" y="310"/>
                </a:cubicBezTo>
                <a:cubicBezTo>
                  <a:pt x="471" y="221"/>
                  <a:pt x="398" y="147"/>
                  <a:pt x="309" y="147"/>
                </a:cubicBezTo>
                <a:close/>
                <a:moveTo>
                  <a:pt x="309" y="427"/>
                </a:moveTo>
                <a:lnTo>
                  <a:pt x="309" y="427"/>
                </a:lnTo>
                <a:cubicBezTo>
                  <a:pt x="250" y="427"/>
                  <a:pt x="191" y="368"/>
                  <a:pt x="191" y="310"/>
                </a:cubicBezTo>
                <a:cubicBezTo>
                  <a:pt x="191" y="251"/>
                  <a:pt x="250" y="192"/>
                  <a:pt x="309" y="192"/>
                </a:cubicBezTo>
                <a:cubicBezTo>
                  <a:pt x="368" y="192"/>
                  <a:pt x="427" y="251"/>
                  <a:pt x="427" y="310"/>
                </a:cubicBezTo>
                <a:cubicBezTo>
                  <a:pt x="427" y="368"/>
                  <a:pt x="368" y="427"/>
                  <a:pt x="309" y="427"/>
                </a:cubicBezTo>
                <a:close/>
              </a:path>
            </a:pathLst>
          </a:custGeom>
          <a:solidFill>
            <a:schemeClr val="accent1"/>
          </a:solidFill>
          <a:ln>
            <a:noFill/>
          </a:ln>
          <a:effectLst/>
        </p:spPr>
        <p:txBody>
          <a:bodyPr wrap="none"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2000" dirty="0">
              <a:solidFill>
                <a:schemeClr val="bg1">
                  <a:lumMod val="65000"/>
                </a:schemeClr>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0" name="Freeform 139">
            <a:extLst>
              <a:ext uri="{FF2B5EF4-FFF2-40B4-BE49-F238E27FC236}">
                <a16:creationId xmlns:a16="http://schemas.microsoft.com/office/drawing/2014/main" id="{513EB1D5-2113-BF47-E3CA-EDBC6981FCBB}"/>
              </a:ext>
            </a:extLst>
          </p:cNvPr>
          <p:cNvSpPr>
            <a:spLocks noChangeArrowheads="1"/>
          </p:cNvSpPr>
          <p:nvPr/>
        </p:nvSpPr>
        <p:spPr bwMode="auto">
          <a:xfrm>
            <a:off x="8503395" y="3656463"/>
            <a:ext cx="462299" cy="398165"/>
          </a:xfrm>
          <a:custGeom>
            <a:avLst/>
            <a:gdLst>
              <a:gd name="T0" fmla="*/ 212372 w 634"/>
              <a:gd name="T1" fmla="*/ 85082 h 546"/>
              <a:gd name="T2" fmla="*/ 212372 w 634"/>
              <a:gd name="T3" fmla="*/ 85082 h 546"/>
              <a:gd name="T4" fmla="*/ 169825 w 634"/>
              <a:gd name="T5" fmla="*/ 111400 h 546"/>
              <a:gd name="T6" fmla="*/ 159369 w 634"/>
              <a:gd name="T7" fmla="*/ 90130 h 546"/>
              <a:gd name="T8" fmla="*/ 186051 w 634"/>
              <a:gd name="T9" fmla="*/ 47949 h 546"/>
              <a:gd name="T10" fmla="*/ 138096 w 634"/>
              <a:gd name="T11" fmla="*/ 0 h 546"/>
              <a:gd name="T12" fmla="*/ 85093 w 634"/>
              <a:gd name="T13" fmla="*/ 47949 h 546"/>
              <a:gd name="T14" fmla="*/ 100958 w 634"/>
              <a:gd name="T15" fmla="*/ 85082 h 546"/>
              <a:gd name="T16" fmla="*/ 74637 w 634"/>
              <a:gd name="T17" fmla="*/ 85082 h 546"/>
              <a:gd name="T18" fmla="*/ 85093 w 634"/>
              <a:gd name="T19" fmla="*/ 58404 h 546"/>
              <a:gd name="T20" fmla="*/ 42546 w 634"/>
              <a:gd name="T21" fmla="*/ 15863 h 546"/>
              <a:gd name="T22" fmla="*/ 0 w 634"/>
              <a:gd name="T23" fmla="*/ 58404 h 546"/>
              <a:gd name="T24" fmla="*/ 15865 w 634"/>
              <a:gd name="T25" fmla="*/ 90130 h 546"/>
              <a:gd name="T26" fmla="*/ 0 w 634"/>
              <a:gd name="T27" fmla="*/ 111400 h 546"/>
              <a:gd name="T28" fmla="*/ 0 w 634"/>
              <a:gd name="T29" fmla="*/ 169804 h 546"/>
              <a:gd name="T30" fmla="*/ 32090 w 634"/>
              <a:gd name="T31" fmla="*/ 196482 h 546"/>
              <a:gd name="T32" fmla="*/ 143504 w 634"/>
              <a:gd name="T33" fmla="*/ 196482 h 546"/>
              <a:gd name="T34" fmla="*/ 169825 w 634"/>
              <a:gd name="T35" fmla="*/ 169804 h 546"/>
              <a:gd name="T36" fmla="*/ 169825 w 634"/>
              <a:gd name="T37" fmla="*/ 164757 h 546"/>
              <a:gd name="T38" fmla="*/ 212372 w 634"/>
              <a:gd name="T39" fmla="*/ 196482 h 546"/>
              <a:gd name="T40" fmla="*/ 228236 w 634"/>
              <a:gd name="T41" fmla="*/ 186027 h 546"/>
              <a:gd name="T42" fmla="*/ 228236 w 634"/>
              <a:gd name="T43" fmla="*/ 100945 h 546"/>
              <a:gd name="T44" fmla="*/ 212372 w 634"/>
              <a:gd name="T45" fmla="*/ 85082 h 546"/>
              <a:gd name="T46" fmla="*/ 15865 w 634"/>
              <a:gd name="T47" fmla="*/ 58404 h 546"/>
              <a:gd name="T48" fmla="*/ 15865 w 634"/>
              <a:gd name="T49" fmla="*/ 58404 h 546"/>
              <a:gd name="T50" fmla="*/ 42546 w 634"/>
              <a:gd name="T51" fmla="*/ 26678 h 546"/>
              <a:gd name="T52" fmla="*/ 74637 w 634"/>
              <a:gd name="T53" fmla="*/ 58404 h 546"/>
              <a:gd name="T54" fmla="*/ 42546 w 634"/>
              <a:gd name="T55" fmla="*/ 85082 h 546"/>
              <a:gd name="T56" fmla="*/ 15865 w 634"/>
              <a:gd name="T57" fmla="*/ 58404 h 546"/>
              <a:gd name="T58" fmla="*/ 159369 w 634"/>
              <a:gd name="T59" fmla="*/ 169804 h 546"/>
              <a:gd name="T60" fmla="*/ 159369 w 634"/>
              <a:gd name="T61" fmla="*/ 169804 h 546"/>
              <a:gd name="T62" fmla="*/ 143504 w 634"/>
              <a:gd name="T63" fmla="*/ 186027 h 546"/>
              <a:gd name="T64" fmla="*/ 32090 w 634"/>
              <a:gd name="T65" fmla="*/ 186027 h 546"/>
              <a:gd name="T66" fmla="*/ 15865 w 634"/>
              <a:gd name="T67" fmla="*/ 169804 h 546"/>
              <a:gd name="T68" fmla="*/ 15865 w 634"/>
              <a:gd name="T69" fmla="*/ 111400 h 546"/>
              <a:gd name="T70" fmla="*/ 32090 w 634"/>
              <a:gd name="T71" fmla="*/ 100945 h 546"/>
              <a:gd name="T72" fmla="*/ 143504 w 634"/>
              <a:gd name="T73" fmla="*/ 100945 h 546"/>
              <a:gd name="T74" fmla="*/ 159369 w 634"/>
              <a:gd name="T75" fmla="*/ 111400 h 546"/>
              <a:gd name="T76" fmla="*/ 159369 w 634"/>
              <a:gd name="T77" fmla="*/ 169804 h 546"/>
              <a:gd name="T78" fmla="*/ 138096 w 634"/>
              <a:gd name="T79" fmla="*/ 85082 h 546"/>
              <a:gd name="T80" fmla="*/ 138096 w 634"/>
              <a:gd name="T81" fmla="*/ 85082 h 546"/>
              <a:gd name="T82" fmla="*/ 100958 w 634"/>
              <a:gd name="T83" fmla="*/ 47949 h 546"/>
              <a:gd name="T84" fmla="*/ 138096 w 634"/>
              <a:gd name="T85" fmla="*/ 15863 h 546"/>
              <a:gd name="T86" fmla="*/ 169825 w 634"/>
              <a:gd name="T87" fmla="*/ 47949 h 546"/>
              <a:gd name="T88" fmla="*/ 138096 w 634"/>
              <a:gd name="T89" fmla="*/ 85082 h 546"/>
              <a:gd name="T90" fmla="*/ 212372 w 634"/>
              <a:gd name="T91" fmla="*/ 186027 h 546"/>
              <a:gd name="T92" fmla="*/ 212372 w 634"/>
              <a:gd name="T93" fmla="*/ 186027 h 546"/>
              <a:gd name="T94" fmla="*/ 169825 w 634"/>
              <a:gd name="T95" fmla="*/ 148534 h 546"/>
              <a:gd name="T96" fmla="*/ 169825 w 634"/>
              <a:gd name="T97" fmla="*/ 127623 h 546"/>
              <a:gd name="T98" fmla="*/ 212372 w 634"/>
              <a:gd name="T99" fmla="*/ 100945 h 546"/>
              <a:gd name="T100" fmla="*/ 212372 w 634"/>
              <a:gd name="T101" fmla="*/ 186027 h 54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634" h="546">
                <a:moveTo>
                  <a:pt x="589" y="236"/>
                </a:moveTo>
                <a:lnTo>
                  <a:pt x="589" y="236"/>
                </a:lnTo>
                <a:cubicBezTo>
                  <a:pt x="471" y="309"/>
                  <a:pt x="471" y="309"/>
                  <a:pt x="471" y="309"/>
                </a:cubicBezTo>
                <a:cubicBezTo>
                  <a:pt x="471" y="295"/>
                  <a:pt x="471" y="265"/>
                  <a:pt x="442" y="250"/>
                </a:cubicBezTo>
                <a:cubicBezTo>
                  <a:pt x="486" y="236"/>
                  <a:pt x="516" y="191"/>
                  <a:pt x="516" y="133"/>
                </a:cubicBezTo>
                <a:cubicBezTo>
                  <a:pt x="516" y="59"/>
                  <a:pt x="457" y="0"/>
                  <a:pt x="383" y="0"/>
                </a:cubicBezTo>
                <a:cubicBezTo>
                  <a:pt x="310" y="0"/>
                  <a:pt x="236" y="59"/>
                  <a:pt x="236" y="133"/>
                </a:cubicBezTo>
                <a:cubicBezTo>
                  <a:pt x="236" y="177"/>
                  <a:pt x="251" y="207"/>
                  <a:pt x="280" y="236"/>
                </a:cubicBezTo>
                <a:cubicBezTo>
                  <a:pt x="207" y="236"/>
                  <a:pt x="207" y="236"/>
                  <a:pt x="207" y="236"/>
                </a:cubicBezTo>
                <a:cubicBezTo>
                  <a:pt x="236" y="221"/>
                  <a:pt x="236" y="191"/>
                  <a:pt x="236" y="162"/>
                </a:cubicBezTo>
                <a:cubicBezTo>
                  <a:pt x="236" y="89"/>
                  <a:pt x="192" y="44"/>
                  <a:pt x="118" y="44"/>
                </a:cubicBezTo>
                <a:cubicBezTo>
                  <a:pt x="59" y="44"/>
                  <a:pt x="0" y="89"/>
                  <a:pt x="0" y="162"/>
                </a:cubicBezTo>
                <a:cubicBezTo>
                  <a:pt x="0" y="191"/>
                  <a:pt x="15" y="221"/>
                  <a:pt x="44" y="250"/>
                </a:cubicBezTo>
                <a:cubicBezTo>
                  <a:pt x="15" y="265"/>
                  <a:pt x="0" y="280"/>
                  <a:pt x="0" y="309"/>
                </a:cubicBezTo>
                <a:cubicBezTo>
                  <a:pt x="0" y="471"/>
                  <a:pt x="0" y="471"/>
                  <a:pt x="0" y="471"/>
                </a:cubicBezTo>
                <a:cubicBezTo>
                  <a:pt x="0" y="516"/>
                  <a:pt x="44" y="545"/>
                  <a:pt x="89" y="545"/>
                </a:cubicBezTo>
                <a:cubicBezTo>
                  <a:pt x="398" y="545"/>
                  <a:pt x="398" y="545"/>
                  <a:pt x="398" y="545"/>
                </a:cubicBezTo>
                <a:cubicBezTo>
                  <a:pt x="442" y="545"/>
                  <a:pt x="471" y="516"/>
                  <a:pt x="471" y="471"/>
                </a:cubicBezTo>
                <a:cubicBezTo>
                  <a:pt x="471" y="457"/>
                  <a:pt x="471" y="457"/>
                  <a:pt x="471" y="457"/>
                </a:cubicBezTo>
                <a:cubicBezTo>
                  <a:pt x="589" y="545"/>
                  <a:pt x="589" y="545"/>
                  <a:pt x="589" y="545"/>
                </a:cubicBezTo>
                <a:cubicBezTo>
                  <a:pt x="619" y="545"/>
                  <a:pt x="633" y="530"/>
                  <a:pt x="633" y="516"/>
                </a:cubicBezTo>
                <a:cubicBezTo>
                  <a:pt x="633" y="280"/>
                  <a:pt x="633" y="280"/>
                  <a:pt x="633" y="280"/>
                </a:cubicBezTo>
                <a:cubicBezTo>
                  <a:pt x="633" y="250"/>
                  <a:pt x="619" y="236"/>
                  <a:pt x="589" y="236"/>
                </a:cubicBezTo>
                <a:close/>
                <a:moveTo>
                  <a:pt x="44" y="162"/>
                </a:moveTo>
                <a:lnTo>
                  <a:pt x="44" y="162"/>
                </a:lnTo>
                <a:cubicBezTo>
                  <a:pt x="44" y="118"/>
                  <a:pt x="74" y="74"/>
                  <a:pt x="118" y="74"/>
                </a:cubicBezTo>
                <a:cubicBezTo>
                  <a:pt x="162" y="74"/>
                  <a:pt x="207" y="118"/>
                  <a:pt x="207" y="162"/>
                </a:cubicBezTo>
                <a:cubicBezTo>
                  <a:pt x="207" y="207"/>
                  <a:pt x="162" y="236"/>
                  <a:pt x="118" y="236"/>
                </a:cubicBezTo>
                <a:cubicBezTo>
                  <a:pt x="74" y="236"/>
                  <a:pt x="44" y="207"/>
                  <a:pt x="44" y="162"/>
                </a:cubicBezTo>
                <a:close/>
                <a:moveTo>
                  <a:pt x="442" y="471"/>
                </a:moveTo>
                <a:lnTo>
                  <a:pt x="442" y="471"/>
                </a:lnTo>
                <a:cubicBezTo>
                  <a:pt x="442" y="486"/>
                  <a:pt x="412" y="516"/>
                  <a:pt x="398" y="516"/>
                </a:cubicBezTo>
                <a:cubicBezTo>
                  <a:pt x="89" y="516"/>
                  <a:pt x="89" y="516"/>
                  <a:pt x="89" y="516"/>
                </a:cubicBezTo>
                <a:cubicBezTo>
                  <a:pt x="59" y="516"/>
                  <a:pt x="44" y="486"/>
                  <a:pt x="44" y="471"/>
                </a:cubicBezTo>
                <a:cubicBezTo>
                  <a:pt x="44" y="309"/>
                  <a:pt x="44" y="309"/>
                  <a:pt x="44" y="309"/>
                </a:cubicBezTo>
                <a:cubicBezTo>
                  <a:pt x="44" y="295"/>
                  <a:pt x="59" y="280"/>
                  <a:pt x="89" y="280"/>
                </a:cubicBezTo>
                <a:cubicBezTo>
                  <a:pt x="398" y="280"/>
                  <a:pt x="398" y="280"/>
                  <a:pt x="398" y="280"/>
                </a:cubicBezTo>
                <a:cubicBezTo>
                  <a:pt x="412" y="280"/>
                  <a:pt x="442" y="295"/>
                  <a:pt x="442" y="309"/>
                </a:cubicBezTo>
                <a:lnTo>
                  <a:pt x="442" y="471"/>
                </a:lnTo>
                <a:close/>
                <a:moveTo>
                  <a:pt x="383" y="236"/>
                </a:moveTo>
                <a:lnTo>
                  <a:pt x="383" y="236"/>
                </a:lnTo>
                <a:cubicBezTo>
                  <a:pt x="324" y="236"/>
                  <a:pt x="280" y="191"/>
                  <a:pt x="280" y="133"/>
                </a:cubicBezTo>
                <a:cubicBezTo>
                  <a:pt x="280" y="89"/>
                  <a:pt x="324" y="44"/>
                  <a:pt x="383" y="44"/>
                </a:cubicBezTo>
                <a:cubicBezTo>
                  <a:pt x="427" y="44"/>
                  <a:pt x="471" y="89"/>
                  <a:pt x="471" y="133"/>
                </a:cubicBezTo>
                <a:cubicBezTo>
                  <a:pt x="471" y="191"/>
                  <a:pt x="427" y="236"/>
                  <a:pt x="383" y="236"/>
                </a:cubicBezTo>
                <a:close/>
                <a:moveTo>
                  <a:pt x="589" y="516"/>
                </a:moveTo>
                <a:lnTo>
                  <a:pt x="589" y="516"/>
                </a:lnTo>
                <a:cubicBezTo>
                  <a:pt x="471" y="412"/>
                  <a:pt x="471" y="412"/>
                  <a:pt x="471" y="412"/>
                </a:cubicBezTo>
                <a:cubicBezTo>
                  <a:pt x="471" y="398"/>
                  <a:pt x="471" y="368"/>
                  <a:pt x="471" y="354"/>
                </a:cubicBezTo>
                <a:cubicBezTo>
                  <a:pt x="589" y="280"/>
                  <a:pt x="589" y="280"/>
                  <a:pt x="589" y="280"/>
                </a:cubicBezTo>
                <a:cubicBezTo>
                  <a:pt x="589" y="309"/>
                  <a:pt x="589" y="501"/>
                  <a:pt x="589" y="516"/>
                </a:cubicBezTo>
                <a:close/>
              </a:path>
            </a:pathLst>
          </a:custGeom>
          <a:solidFill>
            <a:schemeClr val="accent1"/>
          </a:solidFill>
          <a:ln>
            <a:noFill/>
          </a:ln>
          <a:effectLst/>
        </p:spPr>
        <p:txBody>
          <a:bodyPr wrap="none"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2000">
              <a:solidFill>
                <a:schemeClr val="bg1">
                  <a:lumMod val="65000"/>
                </a:schemeClr>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1" name="Freeform 142">
            <a:extLst>
              <a:ext uri="{FF2B5EF4-FFF2-40B4-BE49-F238E27FC236}">
                <a16:creationId xmlns:a16="http://schemas.microsoft.com/office/drawing/2014/main" id="{FB35922B-F22E-2097-EFF9-C3D5C757FAD0}"/>
              </a:ext>
            </a:extLst>
          </p:cNvPr>
          <p:cNvSpPr>
            <a:spLocks noChangeArrowheads="1"/>
          </p:cNvSpPr>
          <p:nvPr/>
        </p:nvSpPr>
        <p:spPr bwMode="auto">
          <a:xfrm>
            <a:off x="9949439" y="3717451"/>
            <a:ext cx="440923" cy="464972"/>
          </a:xfrm>
          <a:custGeom>
            <a:avLst/>
            <a:gdLst>
              <a:gd name="T0" fmla="*/ 191315 w 604"/>
              <a:gd name="T1" fmla="*/ 0 h 634"/>
              <a:gd name="T2" fmla="*/ 191315 w 604"/>
              <a:gd name="T3" fmla="*/ 0 h 634"/>
              <a:gd name="T4" fmla="*/ 26712 w 604"/>
              <a:gd name="T5" fmla="*/ 0 h 634"/>
              <a:gd name="T6" fmla="*/ 0 w 604"/>
              <a:gd name="T7" fmla="*/ 26830 h 634"/>
              <a:gd name="T8" fmla="*/ 0 w 604"/>
              <a:gd name="T9" fmla="*/ 154818 h 634"/>
              <a:gd name="T10" fmla="*/ 26712 w 604"/>
              <a:gd name="T11" fmla="*/ 187087 h 634"/>
              <a:gd name="T12" fmla="*/ 85189 w 604"/>
              <a:gd name="T13" fmla="*/ 187087 h 634"/>
              <a:gd name="T14" fmla="*/ 85189 w 604"/>
              <a:gd name="T15" fmla="*/ 213555 h 634"/>
              <a:gd name="T16" fmla="*/ 68946 w 604"/>
              <a:gd name="T17" fmla="*/ 213555 h 634"/>
              <a:gd name="T18" fmla="*/ 63892 w 604"/>
              <a:gd name="T19" fmla="*/ 218994 h 634"/>
              <a:gd name="T20" fmla="*/ 68946 w 604"/>
              <a:gd name="T21" fmla="*/ 229508 h 634"/>
              <a:gd name="T22" fmla="*/ 154135 w 604"/>
              <a:gd name="T23" fmla="*/ 229508 h 634"/>
              <a:gd name="T24" fmla="*/ 159189 w 604"/>
              <a:gd name="T25" fmla="*/ 218994 h 634"/>
              <a:gd name="T26" fmla="*/ 154135 w 604"/>
              <a:gd name="T27" fmla="*/ 213555 h 634"/>
              <a:gd name="T28" fmla="*/ 138252 w 604"/>
              <a:gd name="T29" fmla="*/ 213555 h 634"/>
              <a:gd name="T30" fmla="*/ 138252 w 604"/>
              <a:gd name="T31" fmla="*/ 187087 h 634"/>
              <a:gd name="T32" fmla="*/ 191315 w 604"/>
              <a:gd name="T33" fmla="*/ 187087 h 634"/>
              <a:gd name="T34" fmla="*/ 217666 w 604"/>
              <a:gd name="T35" fmla="*/ 154818 h 634"/>
              <a:gd name="T36" fmla="*/ 217666 w 604"/>
              <a:gd name="T37" fmla="*/ 26830 h 634"/>
              <a:gd name="T38" fmla="*/ 191315 w 604"/>
              <a:gd name="T39" fmla="*/ 0 h 634"/>
              <a:gd name="T40" fmla="*/ 127423 w 604"/>
              <a:gd name="T41" fmla="*/ 213555 h 634"/>
              <a:gd name="T42" fmla="*/ 127423 w 604"/>
              <a:gd name="T43" fmla="*/ 213555 h 634"/>
              <a:gd name="T44" fmla="*/ 95658 w 604"/>
              <a:gd name="T45" fmla="*/ 213555 h 634"/>
              <a:gd name="T46" fmla="*/ 95658 w 604"/>
              <a:gd name="T47" fmla="*/ 187087 h 634"/>
              <a:gd name="T48" fmla="*/ 127423 w 604"/>
              <a:gd name="T49" fmla="*/ 187087 h 634"/>
              <a:gd name="T50" fmla="*/ 127423 w 604"/>
              <a:gd name="T51" fmla="*/ 213555 h 634"/>
              <a:gd name="T52" fmla="*/ 201783 w 604"/>
              <a:gd name="T53" fmla="*/ 154818 h 634"/>
              <a:gd name="T54" fmla="*/ 201783 w 604"/>
              <a:gd name="T55" fmla="*/ 154818 h 634"/>
              <a:gd name="T56" fmla="*/ 191315 w 604"/>
              <a:gd name="T57" fmla="*/ 170772 h 634"/>
              <a:gd name="T58" fmla="*/ 26712 w 604"/>
              <a:gd name="T59" fmla="*/ 170772 h 634"/>
              <a:gd name="T60" fmla="*/ 10468 w 604"/>
              <a:gd name="T61" fmla="*/ 154818 h 634"/>
              <a:gd name="T62" fmla="*/ 10468 w 604"/>
              <a:gd name="T63" fmla="*/ 144304 h 634"/>
              <a:gd name="T64" fmla="*/ 201783 w 604"/>
              <a:gd name="T65" fmla="*/ 144304 h 634"/>
              <a:gd name="T66" fmla="*/ 201783 w 604"/>
              <a:gd name="T67" fmla="*/ 154818 h 634"/>
              <a:gd name="T68" fmla="*/ 201783 w 604"/>
              <a:gd name="T69" fmla="*/ 128351 h 634"/>
              <a:gd name="T70" fmla="*/ 201783 w 604"/>
              <a:gd name="T71" fmla="*/ 128351 h 634"/>
              <a:gd name="T72" fmla="*/ 10468 w 604"/>
              <a:gd name="T73" fmla="*/ 128351 h 634"/>
              <a:gd name="T74" fmla="*/ 10468 w 604"/>
              <a:gd name="T75" fmla="*/ 26830 h 634"/>
              <a:gd name="T76" fmla="*/ 26712 w 604"/>
              <a:gd name="T77" fmla="*/ 15953 h 634"/>
              <a:gd name="T78" fmla="*/ 191315 w 604"/>
              <a:gd name="T79" fmla="*/ 15953 h 634"/>
              <a:gd name="T80" fmla="*/ 201783 w 604"/>
              <a:gd name="T81" fmla="*/ 26830 h 634"/>
              <a:gd name="T82" fmla="*/ 201783 w 604"/>
              <a:gd name="T83" fmla="*/ 128351 h 63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04" h="634">
                <a:moveTo>
                  <a:pt x="530" y="0"/>
                </a:moveTo>
                <a:lnTo>
                  <a:pt x="530" y="0"/>
                </a:lnTo>
                <a:cubicBezTo>
                  <a:pt x="74" y="0"/>
                  <a:pt x="74" y="0"/>
                  <a:pt x="74" y="0"/>
                </a:cubicBezTo>
                <a:cubicBezTo>
                  <a:pt x="29" y="0"/>
                  <a:pt x="0" y="30"/>
                  <a:pt x="0" y="74"/>
                </a:cubicBezTo>
                <a:cubicBezTo>
                  <a:pt x="0" y="427"/>
                  <a:pt x="0" y="427"/>
                  <a:pt x="0" y="427"/>
                </a:cubicBezTo>
                <a:cubicBezTo>
                  <a:pt x="0" y="471"/>
                  <a:pt x="29" y="516"/>
                  <a:pt x="74" y="516"/>
                </a:cubicBezTo>
                <a:cubicBezTo>
                  <a:pt x="236" y="516"/>
                  <a:pt x="236" y="516"/>
                  <a:pt x="236" y="516"/>
                </a:cubicBezTo>
                <a:cubicBezTo>
                  <a:pt x="236" y="589"/>
                  <a:pt x="236" y="589"/>
                  <a:pt x="236" y="589"/>
                </a:cubicBezTo>
                <a:cubicBezTo>
                  <a:pt x="191" y="589"/>
                  <a:pt x="191" y="589"/>
                  <a:pt x="191" y="589"/>
                </a:cubicBezTo>
                <a:cubicBezTo>
                  <a:pt x="177" y="589"/>
                  <a:pt x="177" y="604"/>
                  <a:pt x="177" y="604"/>
                </a:cubicBezTo>
                <a:cubicBezTo>
                  <a:pt x="177" y="619"/>
                  <a:pt x="177" y="633"/>
                  <a:pt x="191" y="633"/>
                </a:cubicBezTo>
                <a:cubicBezTo>
                  <a:pt x="427" y="633"/>
                  <a:pt x="427" y="633"/>
                  <a:pt x="427" y="633"/>
                </a:cubicBezTo>
                <a:cubicBezTo>
                  <a:pt x="441" y="633"/>
                  <a:pt x="441" y="619"/>
                  <a:pt x="441" y="604"/>
                </a:cubicBezTo>
                <a:cubicBezTo>
                  <a:pt x="441" y="604"/>
                  <a:pt x="441" y="589"/>
                  <a:pt x="427" y="589"/>
                </a:cubicBezTo>
                <a:cubicBezTo>
                  <a:pt x="383" y="589"/>
                  <a:pt x="383" y="589"/>
                  <a:pt x="383" y="589"/>
                </a:cubicBezTo>
                <a:cubicBezTo>
                  <a:pt x="383" y="516"/>
                  <a:pt x="383" y="516"/>
                  <a:pt x="383" y="516"/>
                </a:cubicBezTo>
                <a:cubicBezTo>
                  <a:pt x="530" y="516"/>
                  <a:pt x="530" y="516"/>
                  <a:pt x="530" y="516"/>
                </a:cubicBezTo>
                <a:cubicBezTo>
                  <a:pt x="574" y="516"/>
                  <a:pt x="603" y="471"/>
                  <a:pt x="603" y="427"/>
                </a:cubicBezTo>
                <a:cubicBezTo>
                  <a:pt x="603" y="74"/>
                  <a:pt x="603" y="74"/>
                  <a:pt x="603" y="74"/>
                </a:cubicBezTo>
                <a:cubicBezTo>
                  <a:pt x="603" y="30"/>
                  <a:pt x="574" y="0"/>
                  <a:pt x="530" y="0"/>
                </a:cubicBezTo>
                <a:close/>
                <a:moveTo>
                  <a:pt x="353" y="589"/>
                </a:moveTo>
                <a:lnTo>
                  <a:pt x="353" y="589"/>
                </a:lnTo>
                <a:cubicBezTo>
                  <a:pt x="265" y="589"/>
                  <a:pt x="265" y="589"/>
                  <a:pt x="265" y="589"/>
                </a:cubicBezTo>
                <a:cubicBezTo>
                  <a:pt x="265" y="516"/>
                  <a:pt x="265" y="516"/>
                  <a:pt x="265" y="516"/>
                </a:cubicBezTo>
                <a:cubicBezTo>
                  <a:pt x="353" y="516"/>
                  <a:pt x="353" y="516"/>
                  <a:pt x="353" y="516"/>
                </a:cubicBezTo>
                <a:lnTo>
                  <a:pt x="353" y="589"/>
                </a:lnTo>
                <a:close/>
                <a:moveTo>
                  <a:pt x="559" y="427"/>
                </a:moveTo>
                <a:lnTo>
                  <a:pt x="559" y="427"/>
                </a:lnTo>
                <a:cubicBezTo>
                  <a:pt x="559" y="457"/>
                  <a:pt x="545" y="471"/>
                  <a:pt x="530" y="471"/>
                </a:cubicBezTo>
                <a:cubicBezTo>
                  <a:pt x="74" y="471"/>
                  <a:pt x="74" y="471"/>
                  <a:pt x="74" y="471"/>
                </a:cubicBezTo>
                <a:cubicBezTo>
                  <a:pt x="59" y="471"/>
                  <a:pt x="29" y="457"/>
                  <a:pt x="29" y="427"/>
                </a:cubicBezTo>
                <a:cubicBezTo>
                  <a:pt x="29" y="398"/>
                  <a:pt x="29" y="398"/>
                  <a:pt x="29" y="398"/>
                </a:cubicBezTo>
                <a:cubicBezTo>
                  <a:pt x="559" y="398"/>
                  <a:pt x="559" y="398"/>
                  <a:pt x="559" y="398"/>
                </a:cubicBezTo>
                <a:lnTo>
                  <a:pt x="559" y="427"/>
                </a:lnTo>
                <a:close/>
                <a:moveTo>
                  <a:pt x="559" y="354"/>
                </a:moveTo>
                <a:lnTo>
                  <a:pt x="559" y="354"/>
                </a:lnTo>
                <a:cubicBezTo>
                  <a:pt x="29" y="354"/>
                  <a:pt x="29" y="354"/>
                  <a:pt x="29" y="354"/>
                </a:cubicBezTo>
                <a:cubicBezTo>
                  <a:pt x="29" y="74"/>
                  <a:pt x="29" y="74"/>
                  <a:pt x="29" y="74"/>
                </a:cubicBezTo>
                <a:cubicBezTo>
                  <a:pt x="29" y="59"/>
                  <a:pt x="59" y="44"/>
                  <a:pt x="74" y="44"/>
                </a:cubicBezTo>
                <a:cubicBezTo>
                  <a:pt x="530" y="44"/>
                  <a:pt x="530" y="44"/>
                  <a:pt x="530" y="44"/>
                </a:cubicBezTo>
                <a:cubicBezTo>
                  <a:pt x="545" y="44"/>
                  <a:pt x="559" y="59"/>
                  <a:pt x="559" y="74"/>
                </a:cubicBezTo>
                <a:lnTo>
                  <a:pt x="559" y="354"/>
                </a:lnTo>
                <a:close/>
              </a:path>
            </a:pathLst>
          </a:custGeom>
          <a:solidFill>
            <a:schemeClr val="accent1"/>
          </a:solidFill>
          <a:ln>
            <a:noFill/>
          </a:ln>
          <a:effectLst/>
        </p:spPr>
        <p:txBody>
          <a:bodyPr wrap="none"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2000">
              <a:solidFill>
                <a:schemeClr val="bg1">
                  <a:lumMod val="65000"/>
                </a:schemeClr>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2" name="Rectangle 41">
            <a:extLst>
              <a:ext uri="{FF2B5EF4-FFF2-40B4-BE49-F238E27FC236}">
                <a16:creationId xmlns:a16="http://schemas.microsoft.com/office/drawing/2014/main" id="{3CF6F361-23BB-B93C-ABC9-A66A3FD92EB7}"/>
              </a:ext>
            </a:extLst>
          </p:cNvPr>
          <p:cNvSpPr/>
          <p:nvPr/>
        </p:nvSpPr>
        <p:spPr>
          <a:xfrm>
            <a:off x="6593225" y="3429000"/>
            <a:ext cx="45719" cy="985807"/>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id-ID">
              <a:solidFill>
                <a:schemeClr val="bg1">
                  <a:lumMod val="65000"/>
                </a:schemeClr>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3" name="Rectangle 42">
            <a:extLst>
              <a:ext uri="{FF2B5EF4-FFF2-40B4-BE49-F238E27FC236}">
                <a16:creationId xmlns:a16="http://schemas.microsoft.com/office/drawing/2014/main" id="{C91F5EF1-A02A-4ED4-76CE-1EC4EC3C353F}"/>
              </a:ext>
            </a:extLst>
          </p:cNvPr>
          <p:cNvSpPr/>
          <p:nvPr/>
        </p:nvSpPr>
        <p:spPr>
          <a:xfrm>
            <a:off x="10868170" y="3457033"/>
            <a:ext cx="45719" cy="985807"/>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id-ID">
              <a:solidFill>
                <a:schemeClr val="bg1">
                  <a:lumMod val="65000"/>
                </a:schemeClr>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5" name="矩形 42">
            <a:extLst>
              <a:ext uri="{FF2B5EF4-FFF2-40B4-BE49-F238E27FC236}">
                <a16:creationId xmlns:a16="http://schemas.microsoft.com/office/drawing/2014/main" id="{8A5EA33B-7F6D-6172-D185-94BD5F8F6211}"/>
              </a:ext>
            </a:extLst>
          </p:cNvPr>
          <p:cNvSpPr/>
          <p:nvPr/>
        </p:nvSpPr>
        <p:spPr>
          <a:xfrm>
            <a:off x="6697785" y="4111966"/>
            <a:ext cx="1225495" cy="19415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nSpc>
                <a:spcPct val="120000"/>
              </a:lnSpc>
            </a:pPr>
            <a:r>
              <a:rPr lang="vi-VN" altLang="vi-VN" sz="2000" dirty="0">
                <a:solidFill>
                  <a:schemeClr val="accent1">
                    <a:lumMod val="100000"/>
                  </a:schemeClr>
                </a:solidFill>
                <a:latin typeface="Noto Sans"/>
                <a:ea typeface="Noto Sans"/>
                <a:cs typeface="+mn-ea"/>
                <a:sym typeface="+mn-lt"/>
              </a:rPr>
              <a:t>Đọc dữ liệu giải nén</a:t>
            </a:r>
          </a:p>
        </p:txBody>
      </p:sp>
      <p:sp>
        <p:nvSpPr>
          <p:cNvPr id="46" name="矩形 42">
            <a:extLst>
              <a:ext uri="{FF2B5EF4-FFF2-40B4-BE49-F238E27FC236}">
                <a16:creationId xmlns:a16="http://schemas.microsoft.com/office/drawing/2014/main" id="{61D95B51-34D2-DC79-679C-A7BD1450249B}"/>
              </a:ext>
            </a:extLst>
          </p:cNvPr>
          <p:cNvSpPr/>
          <p:nvPr/>
        </p:nvSpPr>
        <p:spPr>
          <a:xfrm>
            <a:off x="8063784" y="4146932"/>
            <a:ext cx="1235210" cy="19415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nSpc>
                <a:spcPct val="120000"/>
              </a:lnSpc>
            </a:pPr>
            <a:r>
              <a:rPr lang="vi-VN" sz="2000" dirty="0">
                <a:solidFill>
                  <a:schemeClr val="accent1"/>
                </a:solidFill>
                <a:latin typeface="Noto Sans" panose="020B0502040504020204" pitchFamily="34" charset="0"/>
                <a:ea typeface="Noto Sans" panose="020B0502040504020204" pitchFamily="34" charset="0"/>
                <a:cs typeface="Noto Sans" panose="020B0502040504020204" pitchFamily="34" charset="0"/>
              </a:rPr>
              <a:t>Áp dụng </a:t>
            </a:r>
            <a:r>
              <a:rPr lang="en-US" sz="2000" dirty="0" err="1">
                <a:solidFill>
                  <a:schemeClr val="accent1"/>
                </a:solidFill>
                <a:latin typeface="Noto Sans" panose="020B0502040504020204" pitchFamily="34" charset="0"/>
                <a:ea typeface="Noto Sans" panose="020B0502040504020204" pitchFamily="34" charset="0"/>
                <a:cs typeface="Noto Sans" panose="020B0502040504020204" pitchFamily="34" charset="0"/>
              </a:rPr>
              <a:t>thuật</a:t>
            </a:r>
            <a:r>
              <a:rPr lang="en-US" sz="2000" dirty="0">
                <a:solidFill>
                  <a:schemeClr val="accent1"/>
                </a:solidFill>
                <a:latin typeface="Noto Sans" panose="020B0502040504020204" pitchFamily="34" charset="0"/>
                <a:ea typeface="Noto Sans" panose="020B0502040504020204" pitchFamily="34" charset="0"/>
                <a:cs typeface="Noto Sans" panose="020B0502040504020204" pitchFamily="34" charset="0"/>
              </a:rPr>
              <a:t> </a:t>
            </a:r>
            <a:r>
              <a:rPr lang="en-US" sz="2000" dirty="0" err="1">
                <a:solidFill>
                  <a:schemeClr val="accent1"/>
                </a:solidFill>
                <a:latin typeface="Noto Sans" panose="020B0502040504020204" pitchFamily="34" charset="0"/>
                <a:ea typeface="Noto Sans" panose="020B0502040504020204" pitchFamily="34" charset="0"/>
                <a:cs typeface="Noto Sans" panose="020B0502040504020204" pitchFamily="34" charset="0"/>
              </a:rPr>
              <a:t>toán</a:t>
            </a:r>
            <a:r>
              <a:rPr lang="en-US" sz="2000" dirty="0">
                <a:solidFill>
                  <a:schemeClr val="accent1"/>
                </a:solidFill>
                <a:latin typeface="Noto Sans" panose="020B0502040504020204" pitchFamily="34" charset="0"/>
                <a:ea typeface="Noto Sans" panose="020B0502040504020204" pitchFamily="34" charset="0"/>
                <a:cs typeface="Noto Sans" panose="020B0502040504020204" pitchFamily="34" charset="0"/>
              </a:rPr>
              <a:t> </a:t>
            </a:r>
            <a:r>
              <a:rPr lang="en-US" sz="2000" dirty="0" err="1">
                <a:solidFill>
                  <a:schemeClr val="accent1"/>
                </a:solidFill>
                <a:latin typeface="Noto Sans" panose="020B0502040504020204" pitchFamily="34" charset="0"/>
                <a:ea typeface="Noto Sans" panose="020B0502040504020204" pitchFamily="34" charset="0"/>
                <a:cs typeface="Noto Sans" panose="020B0502040504020204" pitchFamily="34" charset="0"/>
              </a:rPr>
              <a:t>giải</a:t>
            </a:r>
            <a:r>
              <a:rPr lang="en-US" sz="2000" dirty="0">
                <a:solidFill>
                  <a:schemeClr val="accent1"/>
                </a:solidFill>
                <a:latin typeface="Noto Sans" panose="020B0502040504020204" pitchFamily="34" charset="0"/>
                <a:ea typeface="Noto Sans" panose="020B0502040504020204" pitchFamily="34" charset="0"/>
                <a:cs typeface="Noto Sans" panose="020B0502040504020204" pitchFamily="34" charset="0"/>
              </a:rPr>
              <a:t> </a:t>
            </a:r>
            <a:r>
              <a:rPr lang="en-US" sz="2000" dirty="0" err="1">
                <a:solidFill>
                  <a:schemeClr val="accent1"/>
                </a:solidFill>
                <a:latin typeface="Noto Sans" panose="020B0502040504020204" pitchFamily="34" charset="0"/>
                <a:ea typeface="Noto Sans" panose="020B0502040504020204" pitchFamily="34" charset="0"/>
                <a:cs typeface="Noto Sans" panose="020B0502040504020204" pitchFamily="34" charset="0"/>
              </a:rPr>
              <a:t>nén</a:t>
            </a:r>
            <a:endParaRPr lang="vi-VN" altLang="vi-VN" sz="2000" dirty="0">
              <a:solidFill>
                <a:schemeClr val="accent1"/>
              </a:solidFill>
              <a:latin typeface="Noto Sans" panose="020B0502040504020204" pitchFamily="34" charset="0"/>
              <a:ea typeface="Noto Sans" panose="020B0502040504020204" pitchFamily="34" charset="0"/>
              <a:cs typeface="Noto Sans" panose="020B0502040504020204" pitchFamily="34" charset="0"/>
              <a:sym typeface="+mn-lt"/>
            </a:endParaRPr>
          </a:p>
        </p:txBody>
      </p:sp>
      <p:sp>
        <p:nvSpPr>
          <p:cNvPr id="49" name="矩形 42">
            <a:extLst>
              <a:ext uri="{FF2B5EF4-FFF2-40B4-BE49-F238E27FC236}">
                <a16:creationId xmlns:a16="http://schemas.microsoft.com/office/drawing/2014/main" id="{AF2E8541-9F59-DB21-B10A-D4A5EB02DAC2}"/>
              </a:ext>
            </a:extLst>
          </p:cNvPr>
          <p:cNvSpPr/>
          <p:nvPr/>
        </p:nvSpPr>
        <p:spPr>
          <a:xfrm>
            <a:off x="9772757" y="4195617"/>
            <a:ext cx="1235210" cy="20341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nSpc>
                <a:spcPct val="120000"/>
              </a:lnSpc>
            </a:pPr>
            <a:r>
              <a:rPr lang="vi-VN" sz="2000" dirty="0">
                <a:solidFill>
                  <a:schemeClr val="accent1"/>
                </a:solidFill>
                <a:latin typeface="Noto Sans" panose="020B0502040504020204" pitchFamily="34" charset="0"/>
                <a:ea typeface="Noto Sans" panose="020B0502040504020204" pitchFamily="34" charset="0"/>
                <a:cs typeface="Noto Sans" panose="020B0502040504020204" pitchFamily="34" charset="0"/>
              </a:rPr>
              <a:t>T</a:t>
            </a:r>
            <a:r>
              <a:rPr lang="en-US" sz="2000" dirty="0" err="1">
                <a:solidFill>
                  <a:schemeClr val="accent1"/>
                </a:solidFill>
                <a:latin typeface="Noto Sans" panose="020B0502040504020204" pitchFamily="34" charset="0"/>
                <a:ea typeface="Noto Sans" panose="020B0502040504020204" pitchFamily="34" charset="0"/>
                <a:cs typeface="Noto Sans" panose="020B0502040504020204" pitchFamily="34" charset="0"/>
              </a:rPr>
              <a:t>ái</a:t>
            </a:r>
            <a:r>
              <a:rPr lang="en-US" sz="2000" dirty="0">
                <a:solidFill>
                  <a:schemeClr val="accent1"/>
                </a:solidFill>
                <a:latin typeface="Noto Sans" panose="020B0502040504020204" pitchFamily="34" charset="0"/>
                <a:ea typeface="Noto Sans" panose="020B0502040504020204" pitchFamily="34" charset="0"/>
                <a:cs typeface="Noto Sans" panose="020B0502040504020204" pitchFamily="34" charset="0"/>
              </a:rPr>
              <a:t> </a:t>
            </a:r>
            <a:r>
              <a:rPr lang="en-US" sz="2000" dirty="0" err="1">
                <a:solidFill>
                  <a:schemeClr val="accent1"/>
                </a:solidFill>
                <a:latin typeface="Noto Sans" panose="020B0502040504020204" pitchFamily="34" charset="0"/>
                <a:ea typeface="Noto Sans" panose="020B0502040504020204" pitchFamily="34" charset="0"/>
                <a:cs typeface="Noto Sans" panose="020B0502040504020204" pitchFamily="34" charset="0"/>
              </a:rPr>
              <a:t>tạo</a:t>
            </a:r>
            <a:r>
              <a:rPr lang="en-US" sz="2000" dirty="0">
                <a:solidFill>
                  <a:schemeClr val="accent1"/>
                </a:solidFill>
                <a:latin typeface="Noto Sans" panose="020B0502040504020204" pitchFamily="34" charset="0"/>
                <a:ea typeface="Noto Sans" panose="020B0502040504020204" pitchFamily="34" charset="0"/>
                <a:cs typeface="Noto Sans" panose="020B0502040504020204" pitchFamily="34" charset="0"/>
              </a:rPr>
              <a:t> </a:t>
            </a:r>
            <a:r>
              <a:rPr lang="en-US" sz="2000" dirty="0" err="1">
                <a:solidFill>
                  <a:schemeClr val="accent1"/>
                </a:solidFill>
                <a:latin typeface="Noto Sans" panose="020B0502040504020204" pitchFamily="34" charset="0"/>
                <a:ea typeface="Noto Sans" panose="020B0502040504020204" pitchFamily="34" charset="0"/>
                <a:cs typeface="Noto Sans" panose="020B0502040504020204" pitchFamily="34" charset="0"/>
              </a:rPr>
              <a:t>dữ</a:t>
            </a:r>
            <a:r>
              <a:rPr lang="en-US" sz="2000" dirty="0">
                <a:solidFill>
                  <a:schemeClr val="accent1"/>
                </a:solidFill>
                <a:latin typeface="Noto Sans" panose="020B0502040504020204" pitchFamily="34" charset="0"/>
                <a:ea typeface="Noto Sans" panose="020B0502040504020204" pitchFamily="34" charset="0"/>
                <a:cs typeface="Noto Sans" panose="020B0502040504020204" pitchFamily="34" charset="0"/>
              </a:rPr>
              <a:t> </a:t>
            </a:r>
            <a:r>
              <a:rPr lang="en-US" sz="2000" dirty="0" err="1">
                <a:solidFill>
                  <a:schemeClr val="accent1"/>
                </a:solidFill>
                <a:latin typeface="Noto Sans" panose="020B0502040504020204" pitchFamily="34" charset="0"/>
                <a:ea typeface="Noto Sans" panose="020B0502040504020204" pitchFamily="34" charset="0"/>
                <a:cs typeface="Noto Sans" panose="020B0502040504020204" pitchFamily="34" charset="0"/>
              </a:rPr>
              <a:t>liệu</a:t>
            </a:r>
            <a:r>
              <a:rPr lang="en-US" sz="2000" dirty="0">
                <a:solidFill>
                  <a:schemeClr val="accent1"/>
                </a:solidFill>
                <a:latin typeface="Noto Sans" panose="020B0502040504020204" pitchFamily="34" charset="0"/>
                <a:ea typeface="Noto Sans" panose="020B0502040504020204" pitchFamily="34" charset="0"/>
                <a:cs typeface="Noto Sans" panose="020B0502040504020204" pitchFamily="34" charset="0"/>
              </a:rPr>
              <a:t> </a:t>
            </a:r>
            <a:r>
              <a:rPr lang="en-US" sz="2000" dirty="0" err="1">
                <a:solidFill>
                  <a:schemeClr val="accent1"/>
                </a:solidFill>
                <a:latin typeface="Noto Sans" panose="020B0502040504020204" pitchFamily="34" charset="0"/>
                <a:ea typeface="Noto Sans" panose="020B0502040504020204" pitchFamily="34" charset="0"/>
                <a:cs typeface="Noto Sans" panose="020B0502040504020204" pitchFamily="34" charset="0"/>
              </a:rPr>
              <a:t>gốc</a:t>
            </a:r>
            <a:endParaRPr lang="vi-VN" altLang="vi-VN" sz="2000" dirty="0">
              <a:solidFill>
                <a:schemeClr val="accent1"/>
              </a:solidFill>
              <a:latin typeface="Noto Sans" panose="020B0502040504020204" pitchFamily="34" charset="0"/>
              <a:ea typeface="Noto Sans" panose="020B0502040504020204" pitchFamily="34" charset="0"/>
              <a:cs typeface="Noto Sans" panose="020B0502040504020204" pitchFamily="34" charset="0"/>
              <a:sym typeface="+mn-lt"/>
            </a:endParaRPr>
          </a:p>
        </p:txBody>
      </p:sp>
      <p:pic>
        <p:nvPicPr>
          <p:cNvPr id="3" name="Picture 2">
            <a:extLst>
              <a:ext uri="{FF2B5EF4-FFF2-40B4-BE49-F238E27FC236}">
                <a16:creationId xmlns:a16="http://schemas.microsoft.com/office/drawing/2014/main" id="{C6B2AC92-64AF-F5FD-C847-C7525A77075E}"/>
              </a:ext>
            </a:extLst>
          </p:cNvPr>
          <p:cNvPicPr>
            <a:picLocks noChangeAspect="1"/>
          </p:cNvPicPr>
          <p:nvPr/>
        </p:nvPicPr>
        <p:blipFill>
          <a:blip r:embed="rId2"/>
          <a:stretch>
            <a:fillRect/>
          </a:stretch>
        </p:blipFill>
        <p:spPr>
          <a:xfrm rot="5400000">
            <a:off x="-1788875" y="2564040"/>
            <a:ext cx="4175400" cy="552527"/>
          </a:xfrm>
          <a:prstGeom prst="rect">
            <a:avLst/>
          </a:prstGeom>
        </p:spPr>
      </p:pic>
    </p:spTree>
    <p:extLst>
      <p:ext uri="{BB962C8B-B14F-4D97-AF65-F5344CB8AC3E}">
        <p14:creationId xmlns:p14="http://schemas.microsoft.com/office/powerpoint/2010/main" val="111765450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7F6E658-07BE-D0AA-598B-09FCC400295C}"/>
              </a:ext>
            </a:extLst>
          </p:cNvPr>
          <p:cNvPicPr>
            <a:picLocks noChangeAspect="1"/>
          </p:cNvPicPr>
          <p:nvPr/>
        </p:nvPicPr>
        <p:blipFill>
          <a:blip r:embed="rId2"/>
          <a:stretch>
            <a:fillRect/>
          </a:stretch>
        </p:blipFill>
        <p:spPr>
          <a:xfrm>
            <a:off x="2517929" y="592570"/>
            <a:ext cx="7156141" cy="2394816"/>
          </a:xfrm>
          <a:prstGeom prst="rect">
            <a:avLst/>
          </a:prstGeom>
        </p:spPr>
      </p:pic>
      <p:sp>
        <p:nvSpPr>
          <p:cNvPr id="5" name="TextBox 4">
            <a:extLst>
              <a:ext uri="{FF2B5EF4-FFF2-40B4-BE49-F238E27FC236}">
                <a16:creationId xmlns:a16="http://schemas.microsoft.com/office/drawing/2014/main" id="{9B6B8CE2-6C48-B9EE-7CF4-57445E42E7F4}"/>
              </a:ext>
            </a:extLst>
          </p:cNvPr>
          <p:cNvSpPr txBox="1"/>
          <p:nvPr/>
        </p:nvSpPr>
        <p:spPr>
          <a:xfrm>
            <a:off x="973282" y="2749725"/>
            <a:ext cx="10668000" cy="3280898"/>
          </a:xfrm>
          <a:prstGeom prst="rect">
            <a:avLst/>
          </a:prstGeom>
          <a:noFill/>
        </p:spPr>
        <p:txBody>
          <a:bodyPr wrap="square">
            <a:spAutoFit/>
          </a:bodyPr>
          <a:lstStyle/>
          <a:p>
            <a:pPr>
              <a:lnSpc>
                <a:spcPct val="120000"/>
              </a:lnSpc>
            </a:pPr>
            <a:r>
              <a:rPr lang="vi-VN" altLang="vi-VN" sz="2800" b="1" dirty="0">
                <a:solidFill>
                  <a:schemeClr val="accent2">
                    <a:lumMod val="50000"/>
                  </a:schemeClr>
                </a:solidFill>
                <a:latin typeface="Times New Roman" panose="02020603050405020304" pitchFamily="18" charset="0"/>
                <a:ea typeface="Noto Sans"/>
                <a:cs typeface="Times New Roman" panose="02020603050405020304" pitchFamily="18" charset="0"/>
                <a:sym typeface="+mn-lt"/>
              </a:rPr>
              <a:t>1, Đọc dữ liệu nén: </a:t>
            </a:r>
            <a:r>
              <a:rPr lang="vi-VN" altLang="vi-VN" sz="2800" dirty="0">
                <a:solidFill>
                  <a:schemeClr val="accent2">
                    <a:lumMod val="50000"/>
                  </a:schemeClr>
                </a:solidFill>
                <a:latin typeface="Times New Roman" panose="02020603050405020304" pitchFamily="18" charset="0"/>
                <a:ea typeface="Noto Sans"/>
                <a:cs typeface="Times New Roman" panose="02020603050405020304" pitchFamily="18" charset="0"/>
                <a:sym typeface="+mn-lt"/>
              </a:rPr>
              <a:t>Dữ liệu nén thường ở dạng mã hóa nhị phân hoặc biểu diễn đặc biệt</a:t>
            </a:r>
          </a:p>
          <a:p>
            <a:r>
              <a:rPr lang="vi-VN" altLang="vi-VN" sz="2800" b="1" dirty="0">
                <a:solidFill>
                  <a:schemeClr val="accent2">
                    <a:lumMod val="50000"/>
                  </a:schemeClr>
                </a:solidFill>
                <a:latin typeface="Times New Roman" panose="02020603050405020304" pitchFamily="18" charset="0"/>
                <a:ea typeface="Noto Sans"/>
                <a:cs typeface="Times New Roman" panose="02020603050405020304" pitchFamily="18" charset="0"/>
                <a:sym typeface="+mn-lt"/>
              </a:rPr>
              <a:t>2, Áp dụng thuật toán giải nén: </a:t>
            </a:r>
            <a:r>
              <a:rPr lang="vi-VN" altLang="vi-VN" sz="2800" dirty="0">
                <a:solidFill>
                  <a:schemeClr val="accent2">
                    <a:lumMod val="50000"/>
                  </a:schemeClr>
                </a:solidFill>
                <a:latin typeface="Times New Roman" panose="02020603050405020304" pitchFamily="18" charset="0"/>
                <a:ea typeface="Noto Sans"/>
                <a:cs typeface="Times New Roman" panose="02020603050405020304" pitchFamily="18" charset="0"/>
                <a:sym typeface="+mn-lt"/>
              </a:rPr>
              <a:t>Dựa trên phương pháp nén (Ví dụ:</a:t>
            </a:r>
            <a:r>
              <a:rPr lang="en-US" sz="2800" dirty="0">
                <a:solidFill>
                  <a:schemeClr val="accent2">
                    <a:lumMod val="50000"/>
                  </a:schemeClr>
                </a:solidFill>
                <a:latin typeface="Times New Roman" panose="02020603050405020304" pitchFamily="18" charset="0"/>
                <a:cs typeface="Times New Roman" panose="02020603050405020304" pitchFamily="18" charset="0"/>
              </a:rPr>
              <a:t>Huffman, LZW, Run-Length Encoding), </a:t>
            </a:r>
            <a:r>
              <a:rPr lang="en-US" sz="2800" dirty="0" err="1">
                <a:solidFill>
                  <a:schemeClr val="accent2">
                    <a:lumMod val="50000"/>
                  </a:schemeClr>
                </a:solidFill>
                <a:latin typeface="Times New Roman" panose="02020603050405020304" pitchFamily="18" charset="0"/>
                <a:cs typeface="Times New Roman" panose="02020603050405020304" pitchFamily="18" charset="0"/>
              </a:rPr>
              <a:t>thuật</a:t>
            </a:r>
            <a:r>
              <a:rPr lang="en-US" sz="2800" dirty="0">
                <a:solidFill>
                  <a:schemeClr val="accent2">
                    <a:lumMod val="50000"/>
                  </a:schemeClr>
                </a:solidFill>
                <a:latin typeface="Times New Roman" panose="02020603050405020304" pitchFamily="18" charset="0"/>
                <a:cs typeface="Times New Roman" panose="02020603050405020304" pitchFamily="18" charset="0"/>
              </a:rPr>
              <a:t> </a:t>
            </a:r>
            <a:r>
              <a:rPr lang="en-US" sz="2800" dirty="0" err="1">
                <a:solidFill>
                  <a:schemeClr val="accent2">
                    <a:lumMod val="50000"/>
                  </a:schemeClr>
                </a:solidFill>
                <a:latin typeface="Times New Roman" panose="02020603050405020304" pitchFamily="18" charset="0"/>
                <a:cs typeface="Times New Roman" panose="02020603050405020304" pitchFamily="18" charset="0"/>
              </a:rPr>
              <a:t>toán</a:t>
            </a:r>
            <a:r>
              <a:rPr lang="en-US" sz="2800" dirty="0">
                <a:solidFill>
                  <a:schemeClr val="accent2">
                    <a:lumMod val="50000"/>
                  </a:schemeClr>
                </a:solidFill>
                <a:latin typeface="Times New Roman" panose="02020603050405020304" pitchFamily="18" charset="0"/>
                <a:cs typeface="Times New Roman" panose="02020603050405020304" pitchFamily="18" charset="0"/>
              </a:rPr>
              <a:t> </a:t>
            </a:r>
            <a:r>
              <a:rPr lang="en-US" sz="2800" dirty="0" err="1">
                <a:solidFill>
                  <a:schemeClr val="accent2">
                    <a:lumMod val="50000"/>
                  </a:schemeClr>
                </a:solidFill>
                <a:latin typeface="Times New Roman" panose="02020603050405020304" pitchFamily="18" charset="0"/>
                <a:cs typeface="Times New Roman" panose="02020603050405020304" pitchFamily="18" charset="0"/>
              </a:rPr>
              <a:t>giải</a:t>
            </a:r>
            <a:r>
              <a:rPr lang="en-US" sz="2800" dirty="0">
                <a:solidFill>
                  <a:schemeClr val="accent2">
                    <a:lumMod val="50000"/>
                  </a:schemeClr>
                </a:solidFill>
                <a:latin typeface="Times New Roman" panose="02020603050405020304" pitchFamily="18" charset="0"/>
                <a:cs typeface="Times New Roman" panose="02020603050405020304" pitchFamily="18" charset="0"/>
              </a:rPr>
              <a:t> </a:t>
            </a:r>
            <a:r>
              <a:rPr lang="en-US" sz="2800" dirty="0" err="1">
                <a:solidFill>
                  <a:schemeClr val="accent2">
                    <a:lumMod val="50000"/>
                  </a:schemeClr>
                </a:solidFill>
                <a:latin typeface="Times New Roman" panose="02020603050405020304" pitchFamily="18" charset="0"/>
                <a:cs typeface="Times New Roman" panose="02020603050405020304" pitchFamily="18" charset="0"/>
              </a:rPr>
              <a:t>nén</a:t>
            </a:r>
            <a:r>
              <a:rPr lang="en-US" sz="2800" dirty="0">
                <a:solidFill>
                  <a:schemeClr val="accent2">
                    <a:lumMod val="50000"/>
                  </a:schemeClr>
                </a:solidFill>
                <a:latin typeface="Times New Roman" panose="02020603050405020304" pitchFamily="18" charset="0"/>
                <a:cs typeface="Times New Roman" panose="02020603050405020304" pitchFamily="18" charset="0"/>
              </a:rPr>
              <a:t> </a:t>
            </a:r>
            <a:r>
              <a:rPr lang="en-US" sz="2800" dirty="0" err="1">
                <a:solidFill>
                  <a:schemeClr val="accent2">
                    <a:lumMod val="50000"/>
                  </a:schemeClr>
                </a:solidFill>
                <a:latin typeface="Times New Roman" panose="02020603050405020304" pitchFamily="18" charset="0"/>
                <a:cs typeface="Times New Roman" panose="02020603050405020304" pitchFamily="18" charset="0"/>
              </a:rPr>
              <a:t>sẽ</a:t>
            </a:r>
            <a:r>
              <a:rPr lang="en-US" sz="2800" dirty="0">
                <a:solidFill>
                  <a:schemeClr val="accent2">
                    <a:lumMod val="50000"/>
                  </a:schemeClr>
                </a:solidFill>
                <a:latin typeface="Times New Roman" panose="02020603050405020304" pitchFamily="18" charset="0"/>
                <a:cs typeface="Times New Roman" panose="02020603050405020304" pitchFamily="18" charset="0"/>
              </a:rPr>
              <a:t> </a:t>
            </a:r>
            <a:r>
              <a:rPr lang="en-US" sz="2800" dirty="0" err="1">
                <a:solidFill>
                  <a:schemeClr val="accent2">
                    <a:lumMod val="50000"/>
                  </a:schemeClr>
                </a:solidFill>
                <a:latin typeface="Times New Roman" panose="02020603050405020304" pitchFamily="18" charset="0"/>
                <a:cs typeface="Times New Roman" panose="02020603050405020304" pitchFamily="18" charset="0"/>
              </a:rPr>
              <a:t>ánh</a:t>
            </a:r>
            <a:r>
              <a:rPr lang="en-US" sz="2800" dirty="0">
                <a:solidFill>
                  <a:schemeClr val="accent2">
                    <a:lumMod val="50000"/>
                  </a:schemeClr>
                </a:solidFill>
                <a:latin typeface="Times New Roman" panose="02020603050405020304" pitchFamily="18" charset="0"/>
                <a:cs typeface="Times New Roman" panose="02020603050405020304" pitchFamily="18" charset="0"/>
              </a:rPr>
              <a:t> </a:t>
            </a:r>
            <a:r>
              <a:rPr lang="en-US" sz="2800" dirty="0" err="1">
                <a:solidFill>
                  <a:schemeClr val="accent2">
                    <a:lumMod val="50000"/>
                  </a:schemeClr>
                </a:solidFill>
                <a:latin typeface="Times New Roman" panose="02020603050405020304" pitchFamily="18" charset="0"/>
                <a:cs typeface="Times New Roman" panose="02020603050405020304" pitchFamily="18" charset="0"/>
              </a:rPr>
              <a:t>xạ</a:t>
            </a:r>
            <a:r>
              <a:rPr lang="en-US" sz="2800" dirty="0">
                <a:solidFill>
                  <a:schemeClr val="accent2">
                    <a:lumMod val="50000"/>
                  </a:schemeClr>
                </a:solidFill>
                <a:latin typeface="Times New Roman" panose="02020603050405020304" pitchFamily="18" charset="0"/>
                <a:cs typeface="Times New Roman" panose="02020603050405020304" pitchFamily="18" charset="0"/>
              </a:rPr>
              <a:t> </a:t>
            </a:r>
            <a:r>
              <a:rPr lang="en-US" sz="2800" dirty="0" err="1">
                <a:solidFill>
                  <a:schemeClr val="accent2">
                    <a:lumMod val="50000"/>
                  </a:schemeClr>
                </a:solidFill>
                <a:latin typeface="Times New Roman" panose="02020603050405020304" pitchFamily="18" charset="0"/>
                <a:cs typeface="Times New Roman" panose="02020603050405020304" pitchFamily="18" charset="0"/>
              </a:rPr>
              <a:t>dữ</a:t>
            </a:r>
            <a:r>
              <a:rPr lang="en-US" sz="2800" dirty="0">
                <a:solidFill>
                  <a:schemeClr val="accent2">
                    <a:lumMod val="50000"/>
                  </a:schemeClr>
                </a:solidFill>
                <a:latin typeface="Times New Roman" panose="02020603050405020304" pitchFamily="18" charset="0"/>
                <a:cs typeface="Times New Roman" panose="02020603050405020304" pitchFamily="18" charset="0"/>
              </a:rPr>
              <a:t> </a:t>
            </a:r>
            <a:r>
              <a:rPr lang="en-US" sz="2800" dirty="0" err="1">
                <a:solidFill>
                  <a:schemeClr val="accent2">
                    <a:lumMod val="50000"/>
                  </a:schemeClr>
                </a:solidFill>
                <a:latin typeface="Times New Roman" panose="02020603050405020304" pitchFamily="18" charset="0"/>
                <a:cs typeface="Times New Roman" panose="02020603050405020304" pitchFamily="18" charset="0"/>
              </a:rPr>
              <a:t>liệu</a:t>
            </a:r>
            <a:r>
              <a:rPr lang="en-US" sz="2800" dirty="0">
                <a:solidFill>
                  <a:schemeClr val="accent2">
                    <a:lumMod val="50000"/>
                  </a:schemeClr>
                </a:solidFill>
                <a:latin typeface="Times New Roman" panose="02020603050405020304" pitchFamily="18" charset="0"/>
                <a:cs typeface="Times New Roman" panose="02020603050405020304" pitchFamily="18" charset="0"/>
              </a:rPr>
              <a:t> </a:t>
            </a:r>
            <a:r>
              <a:rPr lang="en-US" sz="2800" dirty="0" err="1">
                <a:solidFill>
                  <a:schemeClr val="accent2">
                    <a:lumMod val="50000"/>
                  </a:schemeClr>
                </a:solidFill>
                <a:latin typeface="Times New Roman" panose="02020603050405020304" pitchFamily="18" charset="0"/>
                <a:cs typeface="Times New Roman" panose="02020603050405020304" pitchFamily="18" charset="0"/>
              </a:rPr>
              <a:t>nén</a:t>
            </a:r>
            <a:r>
              <a:rPr lang="en-US" sz="2800" dirty="0">
                <a:solidFill>
                  <a:schemeClr val="accent2">
                    <a:lumMod val="50000"/>
                  </a:schemeClr>
                </a:solidFill>
                <a:latin typeface="Times New Roman" panose="02020603050405020304" pitchFamily="18" charset="0"/>
                <a:cs typeface="Times New Roman" panose="02020603050405020304" pitchFamily="18" charset="0"/>
              </a:rPr>
              <a:t> </a:t>
            </a:r>
            <a:r>
              <a:rPr lang="en-US" sz="2800" dirty="0" err="1">
                <a:solidFill>
                  <a:schemeClr val="accent2">
                    <a:lumMod val="50000"/>
                  </a:schemeClr>
                </a:solidFill>
                <a:latin typeface="Times New Roman" panose="02020603050405020304" pitchFamily="18" charset="0"/>
                <a:cs typeface="Times New Roman" panose="02020603050405020304" pitchFamily="18" charset="0"/>
              </a:rPr>
              <a:t>trở</a:t>
            </a:r>
            <a:r>
              <a:rPr lang="en-US" sz="2800" dirty="0">
                <a:solidFill>
                  <a:schemeClr val="accent2">
                    <a:lumMod val="50000"/>
                  </a:schemeClr>
                </a:solidFill>
                <a:latin typeface="Times New Roman" panose="02020603050405020304" pitchFamily="18" charset="0"/>
                <a:cs typeface="Times New Roman" panose="02020603050405020304" pitchFamily="18" charset="0"/>
              </a:rPr>
              <a:t> </a:t>
            </a:r>
            <a:r>
              <a:rPr lang="en-US" sz="2800" dirty="0" err="1">
                <a:solidFill>
                  <a:schemeClr val="accent2">
                    <a:lumMod val="50000"/>
                  </a:schemeClr>
                </a:solidFill>
                <a:latin typeface="Times New Roman" panose="02020603050405020304" pitchFamily="18" charset="0"/>
                <a:cs typeface="Times New Roman" panose="02020603050405020304" pitchFamily="18" charset="0"/>
              </a:rPr>
              <a:t>lại</a:t>
            </a:r>
            <a:r>
              <a:rPr lang="en-US" sz="2800" dirty="0">
                <a:solidFill>
                  <a:schemeClr val="accent2">
                    <a:lumMod val="50000"/>
                  </a:schemeClr>
                </a:solidFill>
                <a:latin typeface="Times New Roman" panose="02020603050405020304" pitchFamily="18" charset="0"/>
                <a:cs typeface="Times New Roman" panose="02020603050405020304" pitchFamily="18" charset="0"/>
              </a:rPr>
              <a:t> </a:t>
            </a:r>
            <a:r>
              <a:rPr lang="en-US" sz="2800" dirty="0" err="1">
                <a:solidFill>
                  <a:schemeClr val="accent2">
                    <a:lumMod val="50000"/>
                  </a:schemeClr>
                </a:solidFill>
                <a:latin typeface="Times New Roman" panose="02020603050405020304" pitchFamily="18" charset="0"/>
                <a:cs typeface="Times New Roman" panose="02020603050405020304" pitchFamily="18" charset="0"/>
              </a:rPr>
              <a:t>dạng</a:t>
            </a:r>
            <a:r>
              <a:rPr lang="en-US" sz="2800" dirty="0">
                <a:solidFill>
                  <a:schemeClr val="accent2">
                    <a:lumMod val="50000"/>
                  </a:schemeClr>
                </a:solidFill>
                <a:latin typeface="Times New Roman" panose="02020603050405020304" pitchFamily="18" charset="0"/>
                <a:cs typeface="Times New Roman" panose="02020603050405020304" pitchFamily="18" charset="0"/>
              </a:rPr>
              <a:t> </a:t>
            </a:r>
            <a:r>
              <a:rPr lang="en-US" sz="2800" dirty="0" err="1">
                <a:solidFill>
                  <a:schemeClr val="accent2">
                    <a:lumMod val="50000"/>
                  </a:schemeClr>
                </a:solidFill>
                <a:latin typeface="Times New Roman" panose="02020603050405020304" pitchFamily="18" charset="0"/>
                <a:cs typeface="Times New Roman" panose="02020603050405020304" pitchFamily="18" charset="0"/>
              </a:rPr>
              <a:t>gốc</a:t>
            </a:r>
            <a:r>
              <a:rPr lang="en-US" sz="2800" dirty="0">
                <a:solidFill>
                  <a:schemeClr val="accent2">
                    <a:lumMod val="50000"/>
                  </a:schemeClr>
                </a:solidFill>
                <a:latin typeface="Times New Roman" panose="02020603050405020304" pitchFamily="18" charset="0"/>
                <a:cs typeface="Times New Roman" panose="02020603050405020304" pitchFamily="18" charset="0"/>
              </a:rPr>
              <a:t>.</a:t>
            </a:r>
            <a:endParaRPr lang="vi-VN" sz="2800" dirty="0">
              <a:solidFill>
                <a:schemeClr val="accent2">
                  <a:lumMod val="50000"/>
                </a:schemeClr>
              </a:solidFill>
              <a:latin typeface="Times New Roman" panose="02020603050405020304" pitchFamily="18" charset="0"/>
              <a:cs typeface="Times New Roman" panose="02020603050405020304" pitchFamily="18" charset="0"/>
            </a:endParaRPr>
          </a:p>
          <a:p>
            <a:r>
              <a:rPr lang="vi-VN" sz="2800" b="1" dirty="0">
                <a:solidFill>
                  <a:schemeClr val="accent2">
                    <a:lumMod val="50000"/>
                  </a:schemeClr>
                </a:solidFill>
                <a:latin typeface="Times New Roman" panose="02020603050405020304" pitchFamily="18" charset="0"/>
                <a:cs typeface="Times New Roman" panose="02020603050405020304" pitchFamily="18" charset="0"/>
              </a:rPr>
              <a:t>3, Kiểm tra tính toàn vẹn</a:t>
            </a:r>
            <a:r>
              <a:rPr lang="vi-VN" sz="2800" dirty="0">
                <a:solidFill>
                  <a:schemeClr val="accent2">
                    <a:lumMod val="50000"/>
                  </a:schemeClr>
                </a:solidFill>
                <a:latin typeface="Times New Roman" panose="02020603050405020304" pitchFamily="18" charset="0"/>
                <a:cs typeface="Times New Roman" panose="02020603050405020304" pitchFamily="18" charset="0"/>
              </a:rPr>
              <a:t>: Với nén không mất dữ liệu, dữ liệu gốc được khôi phục chính xác. Với nén mất dữ liệu, dữ liệu được tái tạo gần đúng.</a:t>
            </a:r>
            <a:endParaRPr lang="vi-VN" altLang="vi-VN" sz="2800" dirty="0">
              <a:solidFill>
                <a:schemeClr val="accent2">
                  <a:lumMod val="50000"/>
                </a:schemeClr>
              </a:solidFill>
              <a:latin typeface="Times New Roman" panose="02020603050405020304" pitchFamily="18" charset="0"/>
              <a:ea typeface="Noto Sans"/>
              <a:cs typeface="Times New Roman" panose="02020603050405020304" pitchFamily="18" charset="0"/>
              <a:sym typeface="+mn-lt"/>
            </a:endParaRPr>
          </a:p>
        </p:txBody>
      </p:sp>
      <p:pic>
        <p:nvPicPr>
          <p:cNvPr id="3" name="Picture 2">
            <a:extLst>
              <a:ext uri="{FF2B5EF4-FFF2-40B4-BE49-F238E27FC236}">
                <a16:creationId xmlns:a16="http://schemas.microsoft.com/office/drawing/2014/main" id="{159F1BA0-D690-BB0F-48BA-AF2ACDAF1329}"/>
              </a:ext>
            </a:extLst>
          </p:cNvPr>
          <p:cNvPicPr>
            <a:picLocks noChangeAspect="1"/>
          </p:cNvPicPr>
          <p:nvPr/>
        </p:nvPicPr>
        <p:blipFill>
          <a:blip r:embed="rId3"/>
          <a:stretch>
            <a:fillRect/>
          </a:stretch>
        </p:blipFill>
        <p:spPr>
          <a:xfrm rot="5400000">
            <a:off x="-1783783" y="2616690"/>
            <a:ext cx="4120092" cy="552527"/>
          </a:xfrm>
          <a:prstGeom prst="rect">
            <a:avLst/>
          </a:prstGeom>
        </p:spPr>
      </p:pic>
    </p:spTree>
    <p:extLst>
      <p:ext uri="{BB962C8B-B14F-4D97-AF65-F5344CB8AC3E}">
        <p14:creationId xmlns:p14="http://schemas.microsoft.com/office/powerpoint/2010/main" val="41290965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D4799-AAD2-BD8D-6DE7-DD9912D76E1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1DD458F-D764-DFB8-9B1F-66F24F6A1BC6}"/>
              </a:ext>
            </a:extLst>
          </p:cNvPr>
          <p:cNvSpPr txBox="1"/>
          <p:nvPr/>
        </p:nvSpPr>
        <p:spPr>
          <a:xfrm>
            <a:off x="950149" y="653470"/>
            <a:ext cx="10487138" cy="817544"/>
          </a:xfrm>
          <a:prstGeom prst="rect">
            <a:avLst/>
          </a:prstGeom>
          <a:noFill/>
        </p:spPr>
        <p:txBody>
          <a:bodyPr wrap="square" rtlCol="0">
            <a:normAutofit fontScale="92500" lnSpcReduction="10000"/>
          </a:bodyPr>
          <a:lstStyle/>
          <a:p>
            <a:r>
              <a:rPr lang="vi-VN" sz="5400" b="1" dirty="0">
                <a:solidFill>
                  <a:schemeClr val="tx1">
                    <a:lumMod val="85000"/>
                    <a:lumOff val="1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lt"/>
              </a:rPr>
              <a:t>3, Giải nén dữ liệu       </a:t>
            </a:r>
            <a:endParaRPr lang="ru-RU" sz="5400" b="1" dirty="0">
              <a:solidFill>
                <a:schemeClr val="tx1">
                  <a:lumMod val="85000"/>
                  <a:lumOff val="1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lt"/>
            </a:endParaRPr>
          </a:p>
        </p:txBody>
      </p:sp>
      <p:sp>
        <p:nvSpPr>
          <p:cNvPr id="5" name="TextBox 4">
            <a:extLst>
              <a:ext uri="{FF2B5EF4-FFF2-40B4-BE49-F238E27FC236}">
                <a16:creationId xmlns:a16="http://schemas.microsoft.com/office/drawing/2014/main" id="{5F632746-4AEE-EF4B-AF97-2A9A5103CA53}"/>
              </a:ext>
            </a:extLst>
          </p:cNvPr>
          <p:cNvSpPr txBox="1"/>
          <p:nvPr/>
        </p:nvSpPr>
        <p:spPr>
          <a:xfrm>
            <a:off x="754713" y="1471014"/>
            <a:ext cx="11125943" cy="4747749"/>
          </a:xfrm>
          <a:prstGeom prst="rect">
            <a:avLst/>
          </a:prstGeom>
          <a:noFill/>
        </p:spPr>
        <p:txBody>
          <a:bodyPr wrap="square" rtlCol="0" anchor="t">
            <a:noAutofit/>
          </a:bodyPr>
          <a:lstStyle/>
          <a:p>
            <a:pPr marL="0" lvl="2"/>
            <a:r>
              <a:rPr lang="vi-VN" sz="4000" b="1" dirty="0">
                <a:latin typeface="Times New Roman" panose="02020603050405020304" pitchFamily="18" charset="0"/>
                <a:cs typeface="Times New Roman" panose="02020603050405020304" pitchFamily="18" charset="0"/>
              </a:rPr>
              <a:t>* Các thuật toán giải nén phổ biến:</a:t>
            </a:r>
          </a:p>
          <a:p>
            <a:pPr marL="179388" indent="820738" fontAlgn="base">
              <a:buFont typeface="Wingdings" panose="05000000000000000000" pitchFamily="2" charset="2"/>
              <a:buChar char="Ø"/>
            </a:pPr>
            <a:r>
              <a:rPr lang="vi-VN" sz="2800" b="1" dirty="0">
                <a:solidFill>
                  <a:schemeClr val="accent2">
                    <a:lumMod val="50000"/>
                  </a:schemeClr>
                </a:solidFill>
                <a:latin typeface="Times New Roman" panose="02020603050405020304" pitchFamily="18" charset="0"/>
                <a:cs typeface="Times New Roman" panose="02020603050405020304" pitchFamily="18" charset="0"/>
              </a:rPr>
              <a:t>Huffman Coding</a:t>
            </a:r>
            <a:r>
              <a:rPr lang="vi-VN" sz="2800" dirty="0">
                <a:solidFill>
                  <a:schemeClr val="accent2">
                    <a:lumMod val="50000"/>
                  </a:schemeClr>
                </a:solidFill>
                <a:latin typeface="Times New Roman" panose="02020603050405020304" pitchFamily="18" charset="0"/>
                <a:cs typeface="Times New Roman" panose="02020603050405020304" pitchFamily="18" charset="0"/>
              </a:rPr>
              <a:t>: Dựa trên cây Huffman hoặc bảng mã (được lưu trong tệp nén), giải mã từng bit để tái tạo chuỗi gốc.</a:t>
            </a:r>
          </a:p>
          <a:p>
            <a:pPr marL="179388" indent="820738" fontAlgn="base">
              <a:buFont typeface="Wingdings" panose="05000000000000000000" pitchFamily="2" charset="2"/>
              <a:buChar char="Ø"/>
            </a:pPr>
            <a:r>
              <a:rPr lang="vi-VN" sz="2800" b="1" dirty="0">
                <a:solidFill>
                  <a:schemeClr val="accent2">
                    <a:lumMod val="50000"/>
                  </a:schemeClr>
                </a:solidFill>
                <a:latin typeface="Times New Roman" panose="02020603050405020304" pitchFamily="18" charset="0"/>
                <a:cs typeface="Times New Roman" panose="02020603050405020304" pitchFamily="18" charset="0"/>
              </a:rPr>
              <a:t>Lempel-Ziv-Welch (LZW)</a:t>
            </a:r>
            <a:r>
              <a:rPr lang="vi-VN" sz="2800" dirty="0">
                <a:solidFill>
                  <a:schemeClr val="accent2">
                    <a:lumMod val="50000"/>
                  </a:schemeClr>
                </a:solidFill>
                <a:latin typeface="Times New Roman" panose="02020603050405020304" pitchFamily="18" charset="0"/>
                <a:cs typeface="Times New Roman" panose="02020603050405020304" pitchFamily="18" charset="0"/>
              </a:rPr>
              <a:t>: Sử dụng từ điển (hoặc tái tạo từ điển từ dữ liệu nén) để ánh xạ mã về chuỗi ký tự gốc.</a:t>
            </a:r>
          </a:p>
          <a:p>
            <a:pPr marL="179388" indent="820738" fontAlgn="base">
              <a:buFont typeface="Wingdings" panose="05000000000000000000" pitchFamily="2" charset="2"/>
              <a:buChar char="Ø"/>
            </a:pPr>
            <a:r>
              <a:rPr lang="vi-VN" sz="2800" b="1" dirty="0">
                <a:solidFill>
                  <a:schemeClr val="accent2">
                    <a:lumMod val="50000"/>
                  </a:schemeClr>
                </a:solidFill>
                <a:latin typeface="Times New Roman" panose="02020603050405020304" pitchFamily="18" charset="0"/>
                <a:cs typeface="Times New Roman" panose="02020603050405020304" pitchFamily="18" charset="0"/>
              </a:rPr>
              <a:t>Run-Length Encoding (RLE)</a:t>
            </a:r>
            <a:r>
              <a:rPr lang="vi-VN" sz="2800" dirty="0">
                <a:solidFill>
                  <a:schemeClr val="accent2">
                    <a:lumMod val="50000"/>
                  </a:schemeClr>
                </a:solidFill>
                <a:latin typeface="Times New Roman" panose="02020603050405020304" pitchFamily="18" charset="0"/>
                <a:cs typeface="Times New Roman" panose="02020603050405020304" pitchFamily="18" charset="0"/>
              </a:rPr>
              <a:t>: Đọc số lần lặp và ký tự, sau đó lặp lại ký tự đó đúng số lần để khôi phục dữ liệu.</a:t>
            </a:r>
          </a:p>
          <a:p>
            <a:pPr marL="179388" indent="820738" fontAlgn="base">
              <a:buFont typeface="Wingdings" panose="05000000000000000000" pitchFamily="2" charset="2"/>
              <a:buChar char="Ø"/>
            </a:pPr>
            <a:r>
              <a:rPr lang="vi-VN" sz="2800" b="1" dirty="0">
                <a:solidFill>
                  <a:schemeClr val="accent2">
                    <a:lumMod val="50000"/>
                  </a:schemeClr>
                </a:solidFill>
                <a:latin typeface="Times New Roman" panose="02020603050405020304" pitchFamily="18" charset="0"/>
                <a:cs typeface="Times New Roman" panose="02020603050405020304" pitchFamily="18" charset="0"/>
              </a:rPr>
              <a:t>Nén mất dữ liệu (ví dụ: JPEG, MP3)</a:t>
            </a:r>
            <a:r>
              <a:rPr lang="vi-VN" sz="2800" dirty="0">
                <a:solidFill>
                  <a:schemeClr val="accent2">
                    <a:lumMod val="50000"/>
                  </a:schemeClr>
                </a:solidFill>
                <a:latin typeface="Times New Roman" panose="02020603050405020304" pitchFamily="18" charset="0"/>
                <a:cs typeface="Times New Roman" panose="02020603050405020304" pitchFamily="18" charset="0"/>
              </a:rPr>
              <a:t>:Sử dụng các kỹ thuật như biến đổi cosine rời rạc (DCT) trong JPEG hoặc giải mã tần số trong MP3 để tái tạo gần đúng hình ảnh hoặc âm thanh.</a:t>
            </a:r>
          </a:p>
          <a:p>
            <a:pPr marL="0" lvl="2"/>
            <a:endParaRPr lang="vi-VN" sz="2800" dirty="0">
              <a:latin typeface="Times New Roman" panose="02020603050405020304" pitchFamily="18" charset="0"/>
              <a:cs typeface="Times New Roman" panose="02020603050405020304" pitchFamily="18" charset="0"/>
            </a:endParaRPr>
          </a:p>
        </p:txBody>
      </p:sp>
      <p:sp>
        <p:nvSpPr>
          <p:cNvPr id="37" name="矩形 24">
            <a:extLst>
              <a:ext uri="{FF2B5EF4-FFF2-40B4-BE49-F238E27FC236}">
                <a16:creationId xmlns:a16="http://schemas.microsoft.com/office/drawing/2014/main" id="{7FBE420C-C698-070B-DBFD-0947C6AFB259}"/>
              </a:ext>
            </a:extLst>
          </p:cNvPr>
          <p:cNvSpPr/>
          <p:nvPr/>
        </p:nvSpPr>
        <p:spPr>
          <a:xfrm>
            <a:off x="13419630" y="1840579"/>
            <a:ext cx="2523800" cy="4671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nSpc>
                <a:spcPct val="120000"/>
              </a:lnSpc>
            </a:pPr>
            <a:endParaRPr lang="vi-VN" altLang="vi-VN" dirty="0">
              <a:solidFill>
                <a:schemeClr val="accent1">
                  <a:lumMod val="100000"/>
                </a:schemeClr>
              </a:solidFill>
              <a:latin typeface="Noto Sans"/>
              <a:ea typeface="Noto Sans"/>
              <a:cs typeface="+mn-ea"/>
              <a:sym typeface="+mn-lt"/>
            </a:endParaRPr>
          </a:p>
        </p:txBody>
      </p:sp>
      <p:sp>
        <p:nvSpPr>
          <p:cNvPr id="45" name="矩形 42">
            <a:extLst>
              <a:ext uri="{FF2B5EF4-FFF2-40B4-BE49-F238E27FC236}">
                <a16:creationId xmlns:a16="http://schemas.microsoft.com/office/drawing/2014/main" id="{3B2C59FC-7984-27CC-9B34-C988878FA9A3}"/>
              </a:ext>
            </a:extLst>
          </p:cNvPr>
          <p:cNvSpPr/>
          <p:nvPr/>
        </p:nvSpPr>
        <p:spPr>
          <a:xfrm>
            <a:off x="6697785" y="4111966"/>
            <a:ext cx="1225495" cy="19415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nSpc>
                <a:spcPct val="120000"/>
              </a:lnSpc>
            </a:pPr>
            <a:endParaRPr lang="vi-VN" altLang="vi-VN" sz="2000" dirty="0">
              <a:solidFill>
                <a:schemeClr val="accent1">
                  <a:lumMod val="100000"/>
                </a:schemeClr>
              </a:solidFill>
              <a:latin typeface="Noto Sans"/>
              <a:ea typeface="Noto Sans"/>
              <a:cs typeface="+mn-ea"/>
              <a:sym typeface="+mn-lt"/>
            </a:endParaRPr>
          </a:p>
        </p:txBody>
      </p:sp>
      <p:sp>
        <p:nvSpPr>
          <p:cNvPr id="2" name="矩形 24">
            <a:extLst>
              <a:ext uri="{FF2B5EF4-FFF2-40B4-BE49-F238E27FC236}">
                <a16:creationId xmlns:a16="http://schemas.microsoft.com/office/drawing/2014/main" id="{4A142031-90EA-5A2D-175D-8E518159A26A}"/>
              </a:ext>
            </a:extLst>
          </p:cNvPr>
          <p:cNvSpPr/>
          <p:nvPr/>
        </p:nvSpPr>
        <p:spPr>
          <a:xfrm>
            <a:off x="13572030" y="1992979"/>
            <a:ext cx="2523800" cy="4671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nSpc>
                <a:spcPct val="120000"/>
              </a:lnSpc>
            </a:pPr>
            <a:endParaRPr lang="vi-VN" altLang="vi-VN" dirty="0">
              <a:solidFill>
                <a:schemeClr val="accent1">
                  <a:lumMod val="100000"/>
                </a:schemeClr>
              </a:solidFill>
              <a:latin typeface="Noto Sans"/>
              <a:ea typeface="Noto Sans"/>
              <a:cs typeface="+mn-ea"/>
              <a:sym typeface="+mn-lt"/>
            </a:endParaRPr>
          </a:p>
        </p:txBody>
      </p:sp>
      <p:pic>
        <p:nvPicPr>
          <p:cNvPr id="6" name="Picture 5">
            <a:extLst>
              <a:ext uri="{FF2B5EF4-FFF2-40B4-BE49-F238E27FC236}">
                <a16:creationId xmlns:a16="http://schemas.microsoft.com/office/drawing/2014/main" id="{DEDD89D8-09AA-3C4D-A723-E974FD35CA74}"/>
              </a:ext>
            </a:extLst>
          </p:cNvPr>
          <p:cNvPicPr>
            <a:picLocks noChangeAspect="1"/>
          </p:cNvPicPr>
          <p:nvPr/>
        </p:nvPicPr>
        <p:blipFill>
          <a:blip r:embed="rId2"/>
          <a:stretch>
            <a:fillRect/>
          </a:stretch>
        </p:blipFill>
        <p:spPr>
          <a:xfrm rot="5400000">
            <a:off x="-1762284" y="2607709"/>
            <a:ext cx="4077094" cy="552527"/>
          </a:xfrm>
          <a:prstGeom prst="rect">
            <a:avLst/>
          </a:prstGeom>
        </p:spPr>
      </p:pic>
    </p:spTree>
    <p:extLst>
      <p:ext uri="{BB962C8B-B14F-4D97-AF65-F5344CB8AC3E}">
        <p14:creationId xmlns:p14="http://schemas.microsoft.com/office/powerpoint/2010/main" val="240518269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409F2-D1E5-E53D-3CD9-B05DDF6606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59C2D61-39E6-8AB6-84FA-7718876FC41A}"/>
              </a:ext>
            </a:extLst>
          </p:cNvPr>
          <p:cNvSpPr txBox="1"/>
          <p:nvPr/>
        </p:nvSpPr>
        <p:spPr>
          <a:xfrm>
            <a:off x="950149" y="653470"/>
            <a:ext cx="10487138" cy="817544"/>
          </a:xfrm>
          <a:prstGeom prst="rect">
            <a:avLst/>
          </a:prstGeom>
          <a:noFill/>
        </p:spPr>
        <p:txBody>
          <a:bodyPr wrap="square" rtlCol="0">
            <a:normAutofit fontScale="92500" lnSpcReduction="10000"/>
          </a:bodyPr>
          <a:lstStyle/>
          <a:p>
            <a:r>
              <a:rPr lang="vi-VN" sz="5400" b="1" dirty="0">
                <a:solidFill>
                  <a:schemeClr val="tx1">
                    <a:lumMod val="85000"/>
                    <a:lumOff val="1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lt"/>
              </a:rPr>
              <a:t>3, Giải nén dữ liệu       </a:t>
            </a:r>
            <a:endParaRPr lang="ru-RU" sz="5400" b="1" dirty="0">
              <a:solidFill>
                <a:schemeClr val="tx1">
                  <a:lumMod val="85000"/>
                  <a:lumOff val="1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lt"/>
            </a:endParaRPr>
          </a:p>
        </p:txBody>
      </p:sp>
      <p:sp>
        <p:nvSpPr>
          <p:cNvPr id="5" name="TextBox 4">
            <a:extLst>
              <a:ext uri="{FF2B5EF4-FFF2-40B4-BE49-F238E27FC236}">
                <a16:creationId xmlns:a16="http://schemas.microsoft.com/office/drawing/2014/main" id="{BCFDDB99-FC1A-0181-BCEA-E09D48121BE7}"/>
              </a:ext>
            </a:extLst>
          </p:cNvPr>
          <p:cNvSpPr txBox="1"/>
          <p:nvPr/>
        </p:nvSpPr>
        <p:spPr>
          <a:xfrm>
            <a:off x="754713" y="1471014"/>
            <a:ext cx="11125943" cy="817545"/>
          </a:xfrm>
          <a:prstGeom prst="rect">
            <a:avLst/>
          </a:prstGeom>
          <a:noFill/>
        </p:spPr>
        <p:txBody>
          <a:bodyPr wrap="square" rtlCol="0" anchor="t">
            <a:noAutofit/>
          </a:bodyPr>
          <a:lstStyle/>
          <a:p>
            <a:pPr marL="571500" lvl="2" indent="-571500">
              <a:buFont typeface="Arial" panose="020B0604020202020204" pitchFamily="34" charset="0"/>
              <a:buChar char="•"/>
            </a:pPr>
            <a:r>
              <a:rPr lang="vi-VN" sz="4000" b="1" dirty="0">
                <a:latin typeface="Times New Roman" panose="02020603050405020304" pitchFamily="18" charset="0"/>
                <a:cs typeface="Times New Roman" panose="02020603050405020304" pitchFamily="18" charset="0"/>
              </a:rPr>
              <a:t>Các yếu tố ảnh hưởng đến giải nén:</a:t>
            </a:r>
          </a:p>
          <a:p>
            <a:pPr marL="0" lvl="2"/>
            <a:endParaRPr lang="vi-VN" sz="2800" dirty="0">
              <a:latin typeface="Times New Roman" panose="02020603050405020304" pitchFamily="18" charset="0"/>
              <a:cs typeface="Times New Roman" panose="02020603050405020304" pitchFamily="18" charset="0"/>
            </a:endParaRPr>
          </a:p>
        </p:txBody>
      </p:sp>
      <p:sp>
        <p:nvSpPr>
          <p:cNvPr id="37" name="矩形 24">
            <a:extLst>
              <a:ext uri="{FF2B5EF4-FFF2-40B4-BE49-F238E27FC236}">
                <a16:creationId xmlns:a16="http://schemas.microsoft.com/office/drawing/2014/main" id="{4F29BC2B-A21F-D6E6-53DB-7F8F2ADF67D1}"/>
              </a:ext>
            </a:extLst>
          </p:cNvPr>
          <p:cNvSpPr/>
          <p:nvPr/>
        </p:nvSpPr>
        <p:spPr>
          <a:xfrm>
            <a:off x="13419630" y="1840579"/>
            <a:ext cx="2523800" cy="4671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nSpc>
                <a:spcPct val="120000"/>
              </a:lnSpc>
            </a:pPr>
            <a:endParaRPr lang="vi-VN" altLang="vi-VN" dirty="0">
              <a:solidFill>
                <a:schemeClr val="accent1">
                  <a:lumMod val="100000"/>
                </a:schemeClr>
              </a:solidFill>
              <a:latin typeface="Noto Sans"/>
              <a:ea typeface="Noto Sans"/>
              <a:cs typeface="+mn-ea"/>
              <a:sym typeface="+mn-lt"/>
            </a:endParaRPr>
          </a:p>
        </p:txBody>
      </p:sp>
      <p:sp>
        <p:nvSpPr>
          <p:cNvPr id="10" name="矩形 19">
            <a:extLst>
              <a:ext uri="{FF2B5EF4-FFF2-40B4-BE49-F238E27FC236}">
                <a16:creationId xmlns:a16="http://schemas.microsoft.com/office/drawing/2014/main" id="{CE368915-EA8C-DA6F-AC4D-29E5FBF5C5E5}"/>
              </a:ext>
            </a:extLst>
          </p:cNvPr>
          <p:cNvSpPr/>
          <p:nvPr/>
        </p:nvSpPr>
        <p:spPr>
          <a:xfrm>
            <a:off x="1157967" y="2076707"/>
            <a:ext cx="9411954" cy="21515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179388" indent="820738" fontAlgn="base">
              <a:buFont typeface="Wingdings" panose="05000000000000000000" pitchFamily="2" charset="2"/>
              <a:buChar char="Ø"/>
            </a:pPr>
            <a:r>
              <a:rPr lang="vi-VN" sz="2700" b="1" dirty="0">
                <a:solidFill>
                  <a:schemeClr val="accent2">
                    <a:lumMod val="50000"/>
                  </a:schemeClr>
                </a:solidFill>
                <a:latin typeface="Times New Roman" panose="02020603050405020304" pitchFamily="18" charset="0"/>
                <a:cs typeface="Times New Roman" panose="02020603050405020304" pitchFamily="18" charset="0"/>
              </a:rPr>
              <a:t>Tỷ lệ nén</a:t>
            </a:r>
            <a:r>
              <a:rPr lang="vi-VN" sz="2700" dirty="0">
                <a:solidFill>
                  <a:schemeClr val="accent2">
                    <a:lumMod val="50000"/>
                  </a:schemeClr>
                </a:solidFill>
                <a:latin typeface="Times New Roman" panose="02020603050405020304" pitchFamily="18" charset="0"/>
                <a:cs typeface="Times New Roman" panose="02020603050405020304" pitchFamily="18" charset="0"/>
              </a:rPr>
              <a:t>: Tỷ lệ nén càng cao, dữ liệu càng nhỏ nhưng giải nén có thể phức tạp hơn hoặc mất dữ liệu..</a:t>
            </a:r>
          </a:p>
          <a:p>
            <a:pPr marL="179388" indent="820738" fontAlgn="base">
              <a:buFont typeface="Wingdings" panose="05000000000000000000" pitchFamily="2" charset="2"/>
              <a:buChar char="Ø"/>
            </a:pPr>
            <a:r>
              <a:rPr lang="vi-VN" sz="2700" b="1" dirty="0">
                <a:solidFill>
                  <a:schemeClr val="accent2">
                    <a:lumMod val="50000"/>
                  </a:schemeClr>
                </a:solidFill>
                <a:latin typeface="Times New Roman" panose="02020603050405020304" pitchFamily="18" charset="0"/>
                <a:cs typeface="Times New Roman" panose="02020603050405020304" pitchFamily="18" charset="0"/>
              </a:rPr>
              <a:t>Tốc độ giải nén</a:t>
            </a:r>
            <a:r>
              <a:rPr lang="vi-VN" sz="2700" dirty="0">
                <a:solidFill>
                  <a:schemeClr val="accent2">
                    <a:lumMod val="50000"/>
                  </a:schemeClr>
                </a:solidFill>
                <a:latin typeface="Times New Roman" panose="02020603050405020304" pitchFamily="18" charset="0"/>
                <a:cs typeface="Times New Roman" panose="02020603050405020304" pitchFamily="18" charset="0"/>
              </a:rPr>
              <a:t>: Phụ thuộc vào thuật toán và phần cứng. </a:t>
            </a:r>
            <a:r>
              <a:rPr lang="vi-VN" sz="2700" b="1" dirty="0">
                <a:solidFill>
                  <a:schemeClr val="accent2">
                    <a:lumMod val="50000"/>
                  </a:schemeClr>
                </a:solidFill>
                <a:latin typeface="Times New Roman" panose="02020603050405020304" pitchFamily="18" charset="0"/>
                <a:cs typeface="Times New Roman" panose="02020603050405020304" pitchFamily="18" charset="0"/>
              </a:rPr>
              <a:t>VD: </a:t>
            </a:r>
            <a:r>
              <a:rPr lang="vi-VN" sz="2700" dirty="0">
                <a:solidFill>
                  <a:schemeClr val="accent2">
                    <a:lumMod val="50000"/>
                  </a:schemeClr>
                </a:solidFill>
                <a:latin typeface="Times New Roman" panose="02020603050405020304" pitchFamily="18" charset="0"/>
                <a:cs typeface="Times New Roman" panose="02020603050405020304" pitchFamily="18" charset="0"/>
              </a:rPr>
              <a:t>Các thuật toán như RLE nhanh nhưng kém hiệu quả với dữ liệu phức tạp, Huffman hoặc LZW chậm hơn nhưng hiệu quả hơn.</a:t>
            </a:r>
          </a:p>
          <a:p>
            <a:pPr marL="179388" indent="820738" fontAlgn="base">
              <a:buFont typeface="Wingdings" panose="05000000000000000000" pitchFamily="2" charset="2"/>
              <a:buChar char="Ø"/>
            </a:pPr>
            <a:r>
              <a:rPr lang="vi-VN" sz="2700" b="1" dirty="0">
                <a:solidFill>
                  <a:schemeClr val="accent2">
                    <a:lumMod val="50000"/>
                  </a:schemeClr>
                </a:solidFill>
                <a:latin typeface="Times New Roman" panose="02020603050405020304" pitchFamily="18" charset="0"/>
                <a:cs typeface="Times New Roman" panose="02020603050405020304" pitchFamily="18" charset="0"/>
              </a:rPr>
              <a:t>Tính toàn vẹn</a:t>
            </a:r>
            <a:r>
              <a:rPr lang="vi-VN" sz="2700" dirty="0">
                <a:solidFill>
                  <a:schemeClr val="accent2">
                    <a:lumMod val="50000"/>
                  </a:schemeClr>
                </a:solidFill>
                <a:latin typeface="Times New Roman" panose="02020603050405020304" pitchFamily="18" charset="0"/>
                <a:cs typeface="Times New Roman" panose="02020603050405020304" pitchFamily="18" charset="0"/>
              </a:rPr>
              <a:t>: Với nén không mất dữ liệu, cần đảm bảo không có lỗi trong quá trình giải nén để dữ liệu gốc được khôi phục chính xác.</a:t>
            </a:r>
          </a:p>
          <a:p>
            <a:pPr marL="179388" fontAlgn="base"/>
            <a:endParaRPr lang="vi-VN" altLang="vi-VN" sz="2700" dirty="0">
              <a:solidFill>
                <a:schemeClr val="accent2">
                  <a:lumMod val="50000"/>
                </a:schemeClr>
              </a:solidFill>
              <a:latin typeface="Noto Sans"/>
              <a:ea typeface="Noto Sans"/>
              <a:cs typeface="+mn-ea"/>
              <a:sym typeface="+mn-lt"/>
            </a:endParaRPr>
          </a:p>
        </p:txBody>
      </p:sp>
      <p:pic>
        <p:nvPicPr>
          <p:cNvPr id="3" name="Picture 2">
            <a:extLst>
              <a:ext uri="{FF2B5EF4-FFF2-40B4-BE49-F238E27FC236}">
                <a16:creationId xmlns:a16="http://schemas.microsoft.com/office/drawing/2014/main" id="{D83B67DC-0402-3732-2546-5923A6857757}"/>
              </a:ext>
            </a:extLst>
          </p:cNvPr>
          <p:cNvPicPr>
            <a:picLocks noChangeAspect="1"/>
          </p:cNvPicPr>
          <p:nvPr/>
        </p:nvPicPr>
        <p:blipFill>
          <a:blip r:embed="rId2"/>
          <a:stretch>
            <a:fillRect/>
          </a:stretch>
        </p:blipFill>
        <p:spPr>
          <a:xfrm rot="5400000">
            <a:off x="-1671404" y="2567650"/>
            <a:ext cx="4035293" cy="552527"/>
          </a:xfrm>
          <a:prstGeom prst="rect">
            <a:avLst/>
          </a:prstGeom>
        </p:spPr>
      </p:pic>
    </p:spTree>
    <p:extLst>
      <p:ext uri="{BB962C8B-B14F-4D97-AF65-F5344CB8AC3E}">
        <p14:creationId xmlns:p14="http://schemas.microsoft.com/office/powerpoint/2010/main" val="151303035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47E68-F1BD-1E78-70D1-EDB315AA1C3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5326484-351F-7E7C-512B-21C377FD5649}"/>
              </a:ext>
            </a:extLst>
          </p:cNvPr>
          <p:cNvSpPr txBox="1"/>
          <p:nvPr/>
        </p:nvSpPr>
        <p:spPr>
          <a:xfrm>
            <a:off x="950149" y="653470"/>
            <a:ext cx="10487138" cy="817544"/>
          </a:xfrm>
          <a:prstGeom prst="rect">
            <a:avLst/>
          </a:prstGeom>
          <a:noFill/>
        </p:spPr>
        <p:txBody>
          <a:bodyPr wrap="square" rtlCol="0">
            <a:normAutofit fontScale="92500" lnSpcReduction="10000"/>
          </a:bodyPr>
          <a:lstStyle/>
          <a:p>
            <a:r>
              <a:rPr lang="vi-VN" sz="5400" b="1" dirty="0">
                <a:solidFill>
                  <a:schemeClr val="tx1">
                    <a:lumMod val="85000"/>
                    <a:lumOff val="1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lt"/>
              </a:rPr>
              <a:t>3, Giải nén dữ liệu       </a:t>
            </a:r>
            <a:endParaRPr lang="ru-RU" sz="5400" b="1" dirty="0">
              <a:solidFill>
                <a:schemeClr val="tx1">
                  <a:lumMod val="85000"/>
                  <a:lumOff val="1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lt"/>
            </a:endParaRPr>
          </a:p>
        </p:txBody>
      </p:sp>
      <p:sp>
        <p:nvSpPr>
          <p:cNvPr id="5" name="TextBox 4">
            <a:extLst>
              <a:ext uri="{FF2B5EF4-FFF2-40B4-BE49-F238E27FC236}">
                <a16:creationId xmlns:a16="http://schemas.microsoft.com/office/drawing/2014/main" id="{48E086B0-424E-1C33-44B3-363B97CF8EC1}"/>
              </a:ext>
            </a:extLst>
          </p:cNvPr>
          <p:cNvSpPr txBox="1"/>
          <p:nvPr/>
        </p:nvSpPr>
        <p:spPr>
          <a:xfrm>
            <a:off x="754713" y="1471014"/>
            <a:ext cx="11125943" cy="817545"/>
          </a:xfrm>
          <a:prstGeom prst="rect">
            <a:avLst/>
          </a:prstGeom>
          <a:noFill/>
        </p:spPr>
        <p:txBody>
          <a:bodyPr wrap="square" rtlCol="0" anchor="t">
            <a:noAutofit/>
          </a:bodyPr>
          <a:lstStyle/>
          <a:p>
            <a:pPr marL="571500" lvl="2" indent="-571500">
              <a:buFont typeface="Arial" panose="020B0604020202020204" pitchFamily="34" charset="0"/>
              <a:buChar char="•"/>
            </a:pPr>
            <a:r>
              <a:rPr lang="vi-VN" sz="4000" b="1" dirty="0">
                <a:latin typeface="Times New Roman" panose="02020603050405020304" pitchFamily="18" charset="0"/>
                <a:cs typeface="Times New Roman" panose="02020603050405020304" pitchFamily="18" charset="0"/>
              </a:rPr>
              <a:t>Ứng dụng thực tế: </a:t>
            </a:r>
            <a:endParaRPr lang="vi-VN" sz="2800" dirty="0">
              <a:latin typeface="Times New Roman" panose="02020603050405020304" pitchFamily="18" charset="0"/>
              <a:cs typeface="Times New Roman" panose="02020603050405020304" pitchFamily="18" charset="0"/>
            </a:endParaRPr>
          </a:p>
        </p:txBody>
      </p:sp>
      <p:sp>
        <p:nvSpPr>
          <p:cNvPr id="37" name="矩形 24">
            <a:extLst>
              <a:ext uri="{FF2B5EF4-FFF2-40B4-BE49-F238E27FC236}">
                <a16:creationId xmlns:a16="http://schemas.microsoft.com/office/drawing/2014/main" id="{CBAC7BAC-4B62-5883-A31A-4530B76BE539}"/>
              </a:ext>
            </a:extLst>
          </p:cNvPr>
          <p:cNvSpPr/>
          <p:nvPr/>
        </p:nvSpPr>
        <p:spPr>
          <a:xfrm>
            <a:off x="13419630" y="1840579"/>
            <a:ext cx="2523800" cy="4671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nSpc>
                <a:spcPct val="120000"/>
              </a:lnSpc>
            </a:pPr>
            <a:endParaRPr lang="vi-VN" altLang="vi-VN" dirty="0">
              <a:solidFill>
                <a:schemeClr val="accent1">
                  <a:lumMod val="100000"/>
                </a:schemeClr>
              </a:solidFill>
              <a:latin typeface="Noto Sans"/>
              <a:ea typeface="Noto Sans"/>
              <a:cs typeface="+mn-ea"/>
              <a:sym typeface="+mn-lt"/>
            </a:endParaRPr>
          </a:p>
        </p:txBody>
      </p:sp>
      <p:sp>
        <p:nvSpPr>
          <p:cNvPr id="10" name="矩形 19">
            <a:extLst>
              <a:ext uri="{FF2B5EF4-FFF2-40B4-BE49-F238E27FC236}">
                <a16:creationId xmlns:a16="http://schemas.microsoft.com/office/drawing/2014/main" id="{B5AA5D10-6723-6863-00FF-11109FF545D2}"/>
              </a:ext>
            </a:extLst>
          </p:cNvPr>
          <p:cNvSpPr/>
          <p:nvPr/>
        </p:nvSpPr>
        <p:spPr>
          <a:xfrm>
            <a:off x="1157966" y="2288558"/>
            <a:ext cx="10722689" cy="37617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636588" indent="-457200" fontAlgn="base">
              <a:buFont typeface="Wingdings" panose="05000000000000000000" pitchFamily="2" charset="2"/>
              <a:buChar char="Ø"/>
            </a:pPr>
            <a:r>
              <a:rPr lang="vi-VN" sz="2800" dirty="0">
                <a:solidFill>
                  <a:schemeClr val="accent2">
                    <a:lumMod val="50000"/>
                  </a:schemeClr>
                </a:solidFill>
                <a:latin typeface="Times New Roman" panose="02020603050405020304" pitchFamily="18" charset="0"/>
                <a:cs typeface="Times New Roman" panose="02020603050405020304" pitchFamily="18" charset="0"/>
              </a:rPr>
              <a:t>Lưu trữ và truyền tải : ZIP (kết hợp Deflate = LZ77 + Huffman) cho file văn bản; GZIP cho web</a:t>
            </a:r>
          </a:p>
          <a:p>
            <a:pPr marL="639763" indent="-457200" fontAlgn="base">
              <a:buFont typeface="Wingdings" panose="05000000000000000000" pitchFamily="2" charset="2"/>
              <a:buChar char="Ø"/>
            </a:pPr>
            <a:r>
              <a:rPr lang="vi-VN" sz="2800" dirty="0">
                <a:solidFill>
                  <a:schemeClr val="accent2">
                    <a:lumMod val="50000"/>
                  </a:schemeClr>
                </a:solidFill>
                <a:latin typeface="Times New Roman" panose="02020603050405020304" pitchFamily="18" charset="0"/>
                <a:cs typeface="Times New Roman" panose="02020603050405020304" pitchFamily="18" charset="0"/>
              </a:rPr>
              <a:t>Đa phương tiện : MP3/MP4 cho âm thanh/video; JPEG/PNG cho hình ảnh</a:t>
            </a:r>
          </a:p>
          <a:p>
            <a:pPr marL="636588" indent="-457200" fontAlgn="base">
              <a:buFont typeface="Wingdings" panose="05000000000000000000" pitchFamily="2" charset="2"/>
              <a:buChar char="Ø"/>
            </a:pPr>
            <a:r>
              <a:rPr lang="vi-VN" sz="2800" dirty="0">
                <a:solidFill>
                  <a:schemeClr val="accent2">
                    <a:lumMod val="50000"/>
                  </a:schemeClr>
                </a:solidFill>
                <a:latin typeface="Times New Roman" panose="02020603050405020304" pitchFamily="18" charset="0"/>
                <a:cs typeface="Times New Roman" panose="02020603050405020304" pitchFamily="18" charset="0"/>
              </a:rPr>
              <a:t>Big data và IoT : Nén chuỗi thời gian để giảm dung lượng dữ liệu cảm biến</a:t>
            </a:r>
          </a:p>
          <a:p>
            <a:pPr marL="636588" indent="-457200" fontAlgn="base">
              <a:buFont typeface="Wingdings" panose="05000000000000000000" pitchFamily="2" charset="2"/>
              <a:buChar char="Ø"/>
            </a:pPr>
            <a:r>
              <a:rPr lang="vi-VN" sz="2800" dirty="0">
                <a:solidFill>
                  <a:schemeClr val="accent2">
                    <a:lumMod val="50000"/>
                  </a:schemeClr>
                </a:solidFill>
                <a:latin typeface="Times New Roman" panose="02020603050405020304" pitchFamily="18" charset="0"/>
                <a:cs typeface="Times New Roman" panose="02020603050405020304" pitchFamily="18" charset="0"/>
              </a:rPr>
              <a:t>Mạng và đám mây : Brotli (Google) cho web, hiệu quả hơn GZIP.</a:t>
            </a:r>
          </a:p>
          <a:p>
            <a:pPr marL="636588" indent="-457200" fontAlgn="base">
              <a:buFont typeface="Wingdings" panose="05000000000000000000" pitchFamily="2" charset="2"/>
              <a:buChar char="Ø"/>
            </a:pPr>
            <a:endParaRPr lang="vi-VN" altLang="vi-VN" sz="2800" dirty="0">
              <a:solidFill>
                <a:schemeClr val="accent2">
                  <a:lumMod val="50000"/>
                </a:schemeClr>
              </a:solidFill>
              <a:latin typeface="Noto Sans"/>
              <a:ea typeface="Noto Sans"/>
              <a:cs typeface="+mn-ea"/>
              <a:sym typeface="+mn-lt"/>
            </a:endParaRPr>
          </a:p>
        </p:txBody>
      </p:sp>
      <p:pic>
        <p:nvPicPr>
          <p:cNvPr id="3" name="Picture 2">
            <a:extLst>
              <a:ext uri="{FF2B5EF4-FFF2-40B4-BE49-F238E27FC236}">
                <a16:creationId xmlns:a16="http://schemas.microsoft.com/office/drawing/2014/main" id="{FC1FAE04-9977-759C-B8FF-24B131883299}"/>
              </a:ext>
            </a:extLst>
          </p:cNvPr>
          <p:cNvPicPr>
            <a:picLocks noChangeAspect="1"/>
          </p:cNvPicPr>
          <p:nvPr/>
        </p:nvPicPr>
        <p:blipFill>
          <a:blip r:embed="rId2"/>
          <a:stretch>
            <a:fillRect/>
          </a:stretch>
        </p:blipFill>
        <p:spPr>
          <a:xfrm rot="5400000">
            <a:off x="-1878288" y="2513784"/>
            <a:ext cx="4356384" cy="552527"/>
          </a:xfrm>
          <a:prstGeom prst="rect">
            <a:avLst/>
          </a:prstGeom>
        </p:spPr>
      </p:pic>
    </p:spTree>
    <p:extLst>
      <p:ext uri="{BB962C8B-B14F-4D97-AF65-F5344CB8AC3E}">
        <p14:creationId xmlns:p14="http://schemas.microsoft.com/office/powerpoint/2010/main" val="82883874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C12AE-1E30-B6CE-06DF-943516E5061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47D5636-C381-A9E2-EA09-69B7A44997C1}"/>
              </a:ext>
            </a:extLst>
          </p:cNvPr>
          <p:cNvSpPr txBox="1"/>
          <p:nvPr/>
        </p:nvSpPr>
        <p:spPr>
          <a:xfrm>
            <a:off x="950149" y="653470"/>
            <a:ext cx="10487138" cy="817544"/>
          </a:xfrm>
          <a:prstGeom prst="rect">
            <a:avLst/>
          </a:prstGeom>
          <a:noFill/>
        </p:spPr>
        <p:txBody>
          <a:bodyPr wrap="square" rtlCol="0">
            <a:normAutofit fontScale="92500" lnSpcReduction="10000"/>
          </a:bodyPr>
          <a:lstStyle/>
          <a:p>
            <a:r>
              <a:rPr lang="vi-VN" sz="5400" b="1" dirty="0">
                <a:solidFill>
                  <a:schemeClr val="tx1">
                    <a:lumMod val="85000"/>
                    <a:lumOff val="1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lt"/>
              </a:rPr>
              <a:t>3, Giải nén dữ liệu       </a:t>
            </a:r>
            <a:endParaRPr lang="ru-RU" sz="5400" b="1" dirty="0">
              <a:solidFill>
                <a:schemeClr val="tx1">
                  <a:lumMod val="85000"/>
                  <a:lumOff val="1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lt"/>
            </a:endParaRPr>
          </a:p>
        </p:txBody>
      </p:sp>
      <p:sp>
        <p:nvSpPr>
          <p:cNvPr id="5" name="TextBox 4">
            <a:extLst>
              <a:ext uri="{FF2B5EF4-FFF2-40B4-BE49-F238E27FC236}">
                <a16:creationId xmlns:a16="http://schemas.microsoft.com/office/drawing/2014/main" id="{05B092F5-83AB-C2F7-C7E2-8DDBCA71D0A9}"/>
              </a:ext>
            </a:extLst>
          </p:cNvPr>
          <p:cNvSpPr txBox="1"/>
          <p:nvPr/>
        </p:nvSpPr>
        <p:spPr>
          <a:xfrm>
            <a:off x="754713" y="1471014"/>
            <a:ext cx="11125943" cy="817545"/>
          </a:xfrm>
          <a:prstGeom prst="rect">
            <a:avLst/>
          </a:prstGeom>
          <a:noFill/>
        </p:spPr>
        <p:txBody>
          <a:bodyPr wrap="square" rtlCol="0" anchor="t">
            <a:noAutofit/>
          </a:bodyPr>
          <a:lstStyle/>
          <a:p>
            <a:pPr marL="571500" lvl="2" indent="-571500">
              <a:buFont typeface="Arial" panose="020B0604020202020204" pitchFamily="34" charset="0"/>
              <a:buChar char="•"/>
            </a:pPr>
            <a:r>
              <a:rPr lang="vi-VN" sz="4000" b="1" dirty="0">
                <a:latin typeface="Times New Roman" panose="02020603050405020304" pitchFamily="18" charset="0"/>
                <a:cs typeface="Times New Roman" panose="02020603050405020304" pitchFamily="18" charset="0"/>
              </a:rPr>
              <a:t>Thách thức và giới hạn: </a:t>
            </a:r>
            <a:endParaRPr lang="vi-VN" sz="2800" dirty="0">
              <a:latin typeface="Times New Roman" panose="02020603050405020304" pitchFamily="18" charset="0"/>
              <a:cs typeface="Times New Roman" panose="02020603050405020304" pitchFamily="18" charset="0"/>
            </a:endParaRPr>
          </a:p>
        </p:txBody>
      </p:sp>
      <p:sp>
        <p:nvSpPr>
          <p:cNvPr id="37" name="矩形 24">
            <a:extLst>
              <a:ext uri="{FF2B5EF4-FFF2-40B4-BE49-F238E27FC236}">
                <a16:creationId xmlns:a16="http://schemas.microsoft.com/office/drawing/2014/main" id="{241EE270-7981-4D36-E794-579BBA90D19C}"/>
              </a:ext>
            </a:extLst>
          </p:cNvPr>
          <p:cNvSpPr/>
          <p:nvPr/>
        </p:nvSpPr>
        <p:spPr>
          <a:xfrm>
            <a:off x="13419630" y="1840579"/>
            <a:ext cx="2523800" cy="4671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nSpc>
                <a:spcPct val="120000"/>
              </a:lnSpc>
            </a:pPr>
            <a:endParaRPr lang="vi-VN" altLang="vi-VN" dirty="0">
              <a:solidFill>
                <a:schemeClr val="accent1">
                  <a:lumMod val="100000"/>
                </a:schemeClr>
              </a:solidFill>
              <a:latin typeface="Noto Sans"/>
              <a:ea typeface="Noto Sans"/>
              <a:cs typeface="+mn-ea"/>
              <a:sym typeface="+mn-lt"/>
            </a:endParaRPr>
          </a:p>
        </p:txBody>
      </p:sp>
      <p:sp>
        <p:nvSpPr>
          <p:cNvPr id="10" name="矩形 19">
            <a:extLst>
              <a:ext uri="{FF2B5EF4-FFF2-40B4-BE49-F238E27FC236}">
                <a16:creationId xmlns:a16="http://schemas.microsoft.com/office/drawing/2014/main" id="{316FD956-928D-71F7-52E1-4C07DA88AEE7}"/>
              </a:ext>
            </a:extLst>
          </p:cNvPr>
          <p:cNvSpPr/>
          <p:nvPr/>
        </p:nvSpPr>
        <p:spPr>
          <a:xfrm>
            <a:off x="1157967" y="2074148"/>
            <a:ext cx="10722689" cy="37617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457200" indent="-457200" fontAlgn="base">
              <a:buFont typeface="Wingdings" panose="05000000000000000000" pitchFamily="2" charset="2"/>
              <a:buChar char="Ø"/>
            </a:pPr>
            <a:r>
              <a:rPr lang="vi-VN" sz="2800" dirty="0">
                <a:solidFill>
                  <a:schemeClr val="accent2">
                    <a:lumMod val="50000"/>
                  </a:schemeClr>
                </a:solidFill>
                <a:latin typeface="Times New Roman" panose="02020603050405020304" pitchFamily="18" charset="0"/>
                <a:cs typeface="Times New Roman" panose="02020603050405020304" pitchFamily="18" charset="0"/>
              </a:rPr>
              <a:t>Tài nguyên : Thuật toán phức tạp (như LZW) tốn CPU và bộ nhớ; cần cân bằng tốc độ giải nén (decompression speed) với tỷ lệ nén</a:t>
            </a:r>
          </a:p>
          <a:p>
            <a:pPr marL="457200" indent="-457200" fontAlgn="base">
              <a:buFont typeface="Wingdings" panose="05000000000000000000" pitchFamily="2" charset="2"/>
              <a:buChar char="Ø"/>
            </a:pPr>
            <a:r>
              <a:rPr lang="vi-VN" sz="2800" dirty="0">
                <a:solidFill>
                  <a:schemeClr val="accent2">
                    <a:lumMod val="50000"/>
                  </a:schemeClr>
                </a:solidFill>
                <a:latin typeface="Times New Roman" panose="02020603050405020304" pitchFamily="18" charset="0"/>
                <a:cs typeface="Times New Roman" panose="02020603050405020304" pitchFamily="18" charset="0"/>
              </a:rPr>
              <a:t>Giới hạn lý thuyết : Không thể nén tất cả dữ liệu (Pigeonhole Principle: một số file sẽ lớn hơn sau nén)</a:t>
            </a:r>
          </a:p>
          <a:p>
            <a:pPr marL="457200" indent="-457200" fontAlgn="base">
              <a:buFont typeface="Wingdings" panose="05000000000000000000" pitchFamily="2" charset="2"/>
              <a:buChar char="Ø"/>
            </a:pPr>
            <a:r>
              <a:rPr lang="vi-VN" sz="2800" dirty="0">
                <a:solidFill>
                  <a:schemeClr val="accent2">
                    <a:lumMod val="50000"/>
                  </a:schemeClr>
                </a:solidFill>
                <a:latin typeface="Times New Roman" panose="02020603050405020304" pitchFamily="18" charset="0"/>
                <a:cs typeface="Times New Roman" panose="02020603050405020304" pitchFamily="18" charset="0"/>
              </a:rPr>
              <a:t>Bảo mật : Dữ liệu nén dễ bị lỗi truyền tải; cần mã hóa thêm (như AES).</a:t>
            </a:r>
          </a:p>
          <a:p>
            <a:pPr marL="457200" indent="-457200" fontAlgn="base">
              <a:buFont typeface="Wingdings" panose="05000000000000000000" pitchFamily="2" charset="2"/>
              <a:buChar char="Ø"/>
            </a:pPr>
            <a:r>
              <a:rPr lang="vi-VN" sz="2800" dirty="0">
                <a:solidFill>
                  <a:schemeClr val="accent2">
                    <a:lumMod val="50000"/>
                  </a:schemeClr>
                </a:solidFill>
                <a:latin typeface="Times New Roman" panose="02020603050405020304" pitchFamily="18" charset="0"/>
                <a:cs typeface="Times New Roman" panose="02020603050405020304" pitchFamily="18" charset="0"/>
              </a:rPr>
              <a:t>Mất dữ liệu trong lossy : Không thể khôi phục, phù hợp chỉ khi chất lượng chấp nhận được.</a:t>
            </a:r>
          </a:p>
          <a:p>
            <a:pPr marL="457200" indent="-457200" fontAlgn="base">
              <a:buFont typeface="Wingdings" panose="05000000000000000000" pitchFamily="2" charset="2"/>
              <a:buChar char="Ø"/>
            </a:pPr>
            <a:r>
              <a:rPr lang="vi-VN" sz="2800" dirty="0">
                <a:solidFill>
                  <a:schemeClr val="accent2">
                    <a:lumMod val="50000"/>
                  </a:schemeClr>
                </a:solidFill>
                <a:latin typeface="Times New Roman" panose="02020603050405020304" pitchFamily="18" charset="0"/>
                <a:cs typeface="Times New Roman" panose="02020603050405020304" pitchFamily="18" charset="0"/>
              </a:rPr>
              <a:t>Phát triển : Thuật toán đệ quy mới (2024) thử thách giới hạn truyền thống, nhưng vẫn tuân thủ định lý Shannon</a:t>
            </a:r>
          </a:p>
        </p:txBody>
      </p:sp>
      <p:pic>
        <p:nvPicPr>
          <p:cNvPr id="3" name="Picture 2">
            <a:extLst>
              <a:ext uri="{FF2B5EF4-FFF2-40B4-BE49-F238E27FC236}">
                <a16:creationId xmlns:a16="http://schemas.microsoft.com/office/drawing/2014/main" id="{BE351449-0108-FF5A-C0A5-BC0981094C93}"/>
              </a:ext>
            </a:extLst>
          </p:cNvPr>
          <p:cNvPicPr>
            <a:picLocks noChangeAspect="1"/>
          </p:cNvPicPr>
          <p:nvPr/>
        </p:nvPicPr>
        <p:blipFill>
          <a:blip r:embed="rId2"/>
          <a:stretch>
            <a:fillRect/>
          </a:stretch>
        </p:blipFill>
        <p:spPr>
          <a:xfrm rot="5400000">
            <a:off x="-1764245" y="2590510"/>
            <a:ext cx="4081013" cy="552527"/>
          </a:xfrm>
          <a:prstGeom prst="rect">
            <a:avLst/>
          </a:prstGeom>
        </p:spPr>
      </p:pic>
    </p:spTree>
    <p:extLst>
      <p:ext uri="{BB962C8B-B14F-4D97-AF65-F5344CB8AC3E}">
        <p14:creationId xmlns:p14="http://schemas.microsoft.com/office/powerpoint/2010/main" val="108862909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图片 27">
            <a:extLst>
              <a:ext uri="{FF2B5EF4-FFF2-40B4-BE49-F238E27FC236}">
                <a16:creationId xmlns:a16="http://schemas.microsoft.com/office/drawing/2014/main" id="{1773A699-469E-49C4-9D44-BF5CDC6E638A}"/>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40000"/>
                    </a14:imgEffect>
                  </a14:imgLayer>
                </a14:imgProps>
              </a:ext>
              <a:ext uri="{28A0092B-C50C-407E-A947-70E740481C1C}">
                <a14:useLocalDpi xmlns:a14="http://schemas.microsoft.com/office/drawing/2010/main" val="0"/>
              </a:ext>
            </a:extLst>
          </a:blip>
          <a:stretch>
            <a:fillRect/>
          </a:stretch>
        </p:blipFill>
        <p:spPr>
          <a:xfrm>
            <a:off x="9552400" y="-2272909"/>
            <a:ext cx="8360584" cy="8183432"/>
          </a:xfrm>
          <a:prstGeom prst="rect">
            <a:avLst/>
          </a:prstGeom>
        </p:spPr>
      </p:pic>
      <p:pic>
        <p:nvPicPr>
          <p:cNvPr id="29" name="图片 28">
            <a:extLst>
              <a:ext uri="{FF2B5EF4-FFF2-40B4-BE49-F238E27FC236}">
                <a16:creationId xmlns:a16="http://schemas.microsoft.com/office/drawing/2014/main" id="{8DC74B1F-1AE4-4759-84CA-21ED6F06A6E3}"/>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40000"/>
                    </a14:imgEffect>
                  </a14:imgLayer>
                </a14:imgProps>
              </a:ext>
              <a:ext uri="{28A0092B-C50C-407E-A947-70E740481C1C}">
                <a14:useLocalDpi xmlns:a14="http://schemas.microsoft.com/office/drawing/2010/main" val="0"/>
              </a:ext>
            </a:extLst>
          </a:blip>
          <a:stretch>
            <a:fillRect/>
          </a:stretch>
        </p:blipFill>
        <p:spPr>
          <a:xfrm>
            <a:off x="-4688698" y="3269526"/>
            <a:ext cx="8360584" cy="8183432"/>
          </a:xfrm>
          <a:prstGeom prst="rect">
            <a:avLst/>
          </a:prstGeom>
        </p:spPr>
      </p:pic>
      <p:sp>
        <p:nvSpPr>
          <p:cNvPr id="2" name="椭圆 1">
            <a:extLst>
              <a:ext uri="{FF2B5EF4-FFF2-40B4-BE49-F238E27FC236}">
                <a16:creationId xmlns:a16="http://schemas.microsoft.com/office/drawing/2014/main" id="{64F04584-0C41-4CCA-86BB-01C298C32ED5}"/>
              </a:ext>
            </a:extLst>
          </p:cNvPr>
          <p:cNvSpPr/>
          <p:nvPr/>
        </p:nvSpPr>
        <p:spPr>
          <a:xfrm>
            <a:off x="1597153" y="536134"/>
            <a:ext cx="8591238" cy="6002342"/>
          </a:xfrm>
          <a:prstGeom prst="ellipse">
            <a:avLst/>
          </a:prstGeom>
          <a:solidFill>
            <a:srgbClr val="164394">
              <a:alpha val="19000"/>
            </a:srgbClr>
          </a:solidFill>
          <a:ln>
            <a:noFill/>
          </a:ln>
          <a:effectLst>
            <a:softEdge rad="100330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17" name="组合 16">
            <a:extLst>
              <a:ext uri="{FF2B5EF4-FFF2-40B4-BE49-F238E27FC236}">
                <a16:creationId xmlns:a16="http://schemas.microsoft.com/office/drawing/2014/main" id="{BD05A5DC-84A1-4B14-86C5-0AC6CD8A3910}"/>
              </a:ext>
            </a:extLst>
          </p:cNvPr>
          <p:cNvGrpSpPr/>
          <p:nvPr/>
        </p:nvGrpSpPr>
        <p:grpSpPr>
          <a:xfrm>
            <a:off x="2487613" y="1358900"/>
            <a:ext cx="7221538" cy="4148138"/>
            <a:chOff x="2487613" y="1358900"/>
            <a:chExt cx="7221538" cy="4148138"/>
          </a:xfrm>
        </p:grpSpPr>
        <p:sp>
          <p:nvSpPr>
            <p:cNvPr id="9" name="Freeform 7">
              <a:extLst>
                <a:ext uri="{FF2B5EF4-FFF2-40B4-BE49-F238E27FC236}">
                  <a16:creationId xmlns:a16="http://schemas.microsoft.com/office/drawing/2014/main" id="{72D288D6-34D9-4B6F-9B03-C9DF5535A5A7}"/>
                </a:ext>
              </a:extLst>
            </p:cNvPr>
            <p:cNvSpPr/>
            <p:nvPr/>
          </p:nvSpPr>
          <p:spPr bwMode="auto">
            <a:xfrm>
              <a:off x="4198938" y="2222500"/>
              <a:ext cx="5510213" cy="3284538"/>
            </a:xfrm>
            <a:custGeom>
              <a:avLst/>
              <a:gdLst>
                <a:gd name="T0" fmla="*/ 0 w 3471"/>
                <a:gd name="T1" fmla="*/ 2025 h 2069"/>
                <a:gd name="T2" fmla="*/ 3426 w 3471"/>
                <a:gd name="T3" fmla="*/ 2025 h 2069"/>
                <a:gd name="T4" fmla="*/ 3426 w 3471"/>
                <a:gd name="T5" fmla="*/ 0 h 2069"/>
                <a:gd name="T6" fmla="*/ 3471 w 3471"/>
                <a:gd name="T7" fmla="*/ 0 h 2069"/>
                <a:gd name="T8" fmla="*/ 3471 w 3471"/>
                <a:gd name="T9" fmla="*/ 2069 h 2069"/>
                <a:gd name="T10" fmla="*/ 0 w 3471"/>
                <a:gd name="T11" fmla="*/ 2069 h 2069"/>
                <a:gd name="T12" fmla="*/ 0 w 3471"/>
                <a:gd name="T13" fmla="*/ 2025 h 2069"/>
              </a:gdLst>
              <a:ahLst/>
              <a:cxnLst>
                <a:cxn ang="0">
                  <a:pos x="T0" y="T1"/>
                </a:cxn>
                <a:cxn ang="0">
                  <a:pos x="T2" y="T3"/>
                </a:cxn>
                <a:cxn ang="0">
                  <a:pos x="T4" y="T5"/>
                </a:cxn>
                <a:cxn ang="0">
                  <a:pos x="T6" y="T7"/>
                </a:cxn>
                <a:cxn ang="0">
                  <a:pos x="T8" y="T9"/>
                </a:cxn>
                <a:cxn ang="0">
                  <a:pos x="T10" y="T11"/>
                </a:cxn>
                <a:cxn ang="0">
                  <a:pos x="T12" y="T13"/>
                </a:cxn>
              </a:cxnLst>
              <a:rect l="0" t="0" r="r" b="b"/>
              <a:pathLst>
                <a:path w="3471" h="2069">
                  <a:moveTo>
                    <a:pt x="0" y="2025"/>
                  </a:moveTo>
                  <a:lnTo>
                    <a:pt x="3426" y="2025"/>
                  </a:lnTo>
                  <a:lnTo>
                    <a:pt x="3426" y="0"/>
                  </a:lnTo>
                  <a:lnTo>
                    <a:pt x="3471" y="0"/>
                  </a:lnTo>
                  <a:lnTo>
                    <a:pt x="3471" y="2069"/>
                  </a:lnTo>
                  <a:lnTo>
                    <a:pt x="0" y="2069"/>
                  </a:lnTo>
                  <a:lnTo>
                    <a:pt x="0" y="2025"/>
                  </a:lnTo>
                  <a:close/>
                </a:path>
              </a:pathLst>
            </a:custGeom>
            <a:gradFill flip="none" rotWithShape="1">
              <a:gsLst>
                <a:gs pos="0">
                  <a:schemeClr val="lt1">
                    <a:lumMod val="67000"/>
                  </a:schemeClr>
                </a:gs>
                <a:gs pos="48000">
                  <a:schemeClr val="accent4"/>
                </a:gs>
                <a:gs pos="100000">
                  <a:schemeClr val="accent3"/>
                </a:gs>
              </a:gsLst>
              <a:lin ang="13800000" scaled="0"/>
            </a:gradFill>
            <a:ln>
              <a:noFill/>
            </a:ln>
          </p:spPr>
          <p:txBody>
            <a:bodyPr vert="horz" wrap="square" lIns="91440" tIns="45720" rIns="91440" bIns="45720" numCol="1" anchor="t" anchorCtr="0" compatLnSpc="1">
              <a:prstTxWarp prst="textNoShape">
                <a:avLst/>
              </a:prstTxWarp>
            </a:bodyPr>
            <a:lstStyle/>
            <a:p>
              <a:endParaRPr lang="zh-CN" altLang="en-US">
                <a:solidFill>
                  <a:schemeClr val="tx1"/>
                </a:solidFill>
              </a:endParaRPr>
            </a:p>
          </p:txBody>
        </p:sp>
        <p:sp>
          <p:nvSpPr>
            <p:cNvPr id="8" name="Freeform 6">
              <a:extLst>
                <a:ext uri="{FF2B5EF4-FFF2-40B4-BE49-F238E27FC236}">
                  <a16:creationId xmlns:a16="http://schemas.microsoft.com/office/drawing/2014/main" id="{8249EDA8-EF6C-44F0-BDE4-C1126DB5C61D}"/>
                </a:ext>
              </a:extLst>
            </p:cNvPr>
            <p:cNvSpPr/>
            <p:nvPr/>
          </p:nvSpPr>
          <p:spPr bwMode="auto">
            <a:xfrm>
              <a:off x="2487613" y="1358900"/>
              <a:ext cx="5478463" cy="3343275"/>
            </a:xfrm>
            <a:custGeom>
              <a:avLst/>
              <a:gdLst>
                <a:gd name="T0" fmla="*/ 3451 w 3451"/>
                <a:gd name="T1" fmla="*/ 45 h 2106"/>
                <a:gd name="T2" fmla="*/ 45 w 3451"/>
                <a:gd name="T3" fmla="*/ 45 h 2106"/>
                <a:gd name="T4" fmla="*/ 45 w 3451"/>
                <a:gd name="T5" fmla="*/ 2106 h 2106"/>
                <a:gd name="T6" fmla="*/ 0 w 3451"/>
                <a:gd name="T7" fmla="*/ 2106 h 2106"/>
                <a:gd name="T8" fmla="*/ 0 w 3451"/>
                <a:gd name="T9" fmla="*/ 0 h 2106"/>
                <a:gd name="T10" fmla="*/ 3451 w 3451"/>
                <a:gd name="T11" fmla="*/ 0 h 2106"/>
                <a:gd name="T12" fmla="*/ 3451 w 3451"/>
                <a:gd name="T13" fmla="*/ 45 h 2106"/>
              </a:gdLst>
              <a:ahLst/>
              <a:cxnLst>
                <a:cxn ang="0">
                  <a:pos x="T0" y="T1"/>
                </a:cxn>
                <a:cxn ang="0">
                  <a:pos x="T2" y="T3"/>
                </a:cxn>
                <a:cxn ang="0">
                  <a:pos x="T4" y="T5"/>
                </a:cxn>
                <a:cxn ang="0">
                  <a:pos x="T6" y="T7"/>
                </a:cxn>
                <a:cxn ang="0">
                  <a:pos x="T8" y="T9"/>
                </a:cxn>
                <a:cxn ang="0">
                  <a:pos x="T10" y="T11"/>
                </a:cxn>
                <a:cxn ang="0">
                  <a:pos x="T12" y="T13"/>
                </a:cxn>
              </a:cxnLst>
              <a:rect l="0" t="0" r="r" b="b"/>
              <a:pathLst>
                <a:path w="3450" h="2106">
                  <a:moveTo>
                    <a:pt x="3451" y="45"/>
                  </a:moveTo>
                  <a:lnTo>
                    <a:pt x="45" y="45"/>
                  </a:lnTo>
                  <a:lnTo>
                    <a:pt x="45" y="2106"/>
                  </a:lnTo>
                  <a:lnTo>
                    <a:pt x="0" y="2106"/>
                  </a:lnTo>
                  <a:lnTo>
                    <a:pt x="0" y="0"/>
                  </a:lnTo>
                  <a:lnTo>
                    <a:pt x="3451" y="0"/>
                  </a:lnTo>
                  <a:lnTo>
                    <a:pt x="3451" y="45"/>
                  </a:lnTo>
                  <a:close/>
                </a:path>
              </a:pathLst>
            </a:custGeom>
            <a:gradFill flip="none" rotWithShape="1">
              <a:gsLst>
                <a:gs pos="0">
                  <a:schemeClr val="lt1">
                    <a:lumMod val="67000"/>
                  </a:schemeClr>
                </a:gs>
                <a:gs pos="48000">
                  <a:schemeClr val="lt1">
                    <a:lumMod val="97000"/>
                    <a:lumOff val="3000"/>
                  </a:schemeClr>
                </a:gs>
                <a:gs pos="100000">
                  <a:schemeClr val="lt1">
                    <a:lumMod val="60000"/>
                    <a:lumOff val="40000"/>
                  </a:schemeClr>
                </a:gs>
              </a:gsLst>
              <a:lin ang="1620000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50" name="组合 49">
            <a:extLst>
              <a:ext uri="{FF2B5EF4-FFF2-40B4-BE49-F238E27FC236}">
                <a16:creationId xmlns:a16="http://schemas.microsoft.com/office/drawing/2014/main" id="{3E00EA64-B241-4870-A25B-12B89B524F56}"/>
              </a:ext>
            </a:extLst>
          </p:cNvPr>
          <p:cNvGrpSpPr/>
          <p:nvPr/>
        </p:nvGrpSpPr>
        <p:grpSpPr>
          <a:xfrm>
            <a:off x="-1553864" y="-830019"/>
            <a:ext cx="12473817" cy="7798446"/>
            <a:chOff x="-1553864" y="-857742"/>
            <a:chExt cx="12525261" cy="7830608"/>
          </a:xfrm>
        </p:grpSpPr>
        <p:pic>
          <p:nvPicPr>
            <p:cNvPr id="34" name="图片 33">
              <a:extLst>
                <a:ext uri="{FF2B5EF4-FFF2-40B4-BE49-F238E27FC236}">
                  <a16:creationId xmlns:a16="http://schemas.microsoft.com/office/drawing/2014/main" id="{88E3D2F0-93AB-4128-9772-BE737AB9B3D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34668" y="3245513"/>
              <a:ext cx="1744452" cy="1741104"/>
            </a:xfrm>
            <a:prstGeom prst="rect">
              <a:avLst/>
            </a:prstGeom>
          </p:spPr>
        </p:pic>
        <p:pic>
          <p:nvPicPr>
            <p:cNvPr id="36" name="图片 35">
              <a:extLst>
                <a:ext uri="{FF2B5EF4-FFF2-40B4-BE49-F238E27FC236}">
                  <a16:creationId xmlns:a16="http://schemas.microsoft.com/office/drawing/2014/main" id="{6031DB95-B889-4EFF-88F4-676DB97CA14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1036" y="569226"/>
              <a:ext cx="1837125" cy="1819114"/>
            </a:xfrm>
            <a:prstGeom prst="rect">
              <a:avLst/>
            </a:prstGeom>
          </p:spPr>
        </p:pic>
        <p:pic>
          <p:nvPicPr>
            <p:cNvPr id="38" name="图片 37">
              <a:extLst>
                <a:ext uri="{FF2B5EF4-FFF2-40B4-BE49-F238E27FC236}">
                  <a16:creationId xmlns:a16="http://schemas.microsoft.com/office/drawing/2014/main" id="{793C2B43-D848-40BA-986F-8420271F064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9476" y="5015142"/>
              <a:ext cx="896198" cy="877210"/>
            </a:xfrm>
            <a:prstGeom prst="rect">
              <a:avLst/>
            </a:prstGeom>
          </p:spPr>
        </p:pic>
        <p:pic>
          <p:nvPicPr>
            <p:cNvPr id="40" name="图片 39">
              <a:extLst>
                <a:ext uri="{FF2B5EF4-FFF2-40B4-BE49-F238E27FC236}">
                  <a16:creationId xmlns:a16="http://schemas.microsoft.com/office/drawing/2014/main" id="{054C5671-701C-462B-A42C-3432A2FBBEE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49890" y="3992531"/>
              <a:ext cx="1448692" cy="1421529"/>
            </a:xfrm>
            <a:prstGeom prst="rect">
              <a:avLst/>
            </a:prstGeom>
          </p:spPr>
        </p:pic>
        <p:pic>
          <p:nvPicPr>
            <p:cNvPr id="42" name="图片 41">
              <a:extLst>
                <a:ext uri="{FF2B5EF4-FFF2-40B4-BE49-F238E27FC236}">
                  <a16:creationId xmlns:a16="http://schemas.microsoft.com/office/drawing/2014/main" id="{B74C2C45-D92F-4851-9439-80DA71BFC6E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553864" y="2628742"/>
              <a:ext cx="2260317" cy="2260317"/>
            </a:xfrm>
            <a:prstGeom prst="rect">
              <a:avLst/>
            </a:prstGeom>
          </p:spPr>
        </p:pic>
        <p:pic>
          <p:nvPicPr>
            <p:cNvPr id="44" name="图片 43">
              <a:extLst>
                <a:ext uri="{FF2B5EF4-FFF2-40B4-BE49-F238E27FC236}">
                  <a16:creationId xmlns:a16="http://schemas.microsoft.com/office/drawing/2014/main" id="{03B66ADB-152E-4063-9A2A-041A94D4DDB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81252" y="2628742"/>
              <a:ext cx="1402835" cy="1385152"/>
            </a:xfrm>
            <a:prstGeom prst="rect">
              <a:avLst/>
            </a:prstGeom>
          </p:spPr>
        </p:pic>
        <p:pic>
          <p:nvPicPr>
            <p:cNvPr id="47" name="图片 46">
              <a:extLst>
                <a:ext uri="{FF2B5EF4-FFF2-40B4-BE49-F238E27FC236}">
                  <a16:creationId xmlns:a16="http://schemas.microsoft.com/office/drawing/2014/main" id="{C5FBAE8D-F31B-4A27-B619-1F4009CA646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8410" y="1748109"/>
              <a:ext cx="951316" cy="951316"/>
            </a:xfrm>
            <a:prstGeom prst="rect">
              <a:avLst/>
            </a:prstGeom>
          </p:spPr>
        </p:pic>
        <p:pic>
          <p:nvPicPr>
            <p:cNvPr id="30" name="图片 29">
              <a:extLst>
                <a:ext uri="{FF2B5EF4-FFF2-40B4-BE49-F238E27FC236}">
                  <a16:creationId xmlns:a16="http://schemas.microsoft.com/office/drawing/2014/main" id="{B19500A8-CDCB-482A-80AF-45DE312BFC2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07558" y="5168236"/>
              <a:ext cx="1843692" cy="1804630"/>
            </a:xfrm>
            <a:prstGeom prst="rect">
              <a:avLst/>
            </a:prstGeom>
          </p:spPr>
        </p:pic>
        <p:pic>
          <p:nvPicPr>
            <p:cNvPr id="31" name="图片 30">
              <a:extLst>
                <a:ext uri="{FF2B5EF4-FFF2-40B4-BE49-F238E27FC236}">
                  <a16:creationId xmlns:a16="http://schemas.microsoft.com/office/drawing/2014/main" id="{0B612D44-E9C8-45A4-9E34-13EE72775CF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27705" y="-857742"/>
              <a:ext cx="1843692" cy="1804630"/>
            </a:xfrm>
            <a:prstGeom prst="rect">
              <a:avLst/>
            </a:prstGeom>
          </p:spPr>
        </p:pic>
      </p:grpSp>
      <p:grpSp>
        <p:nvGrpSpPr>
          <p:cNvPr id="49" name="组合 48">
            <a:extLst>
              <a:ext uri="{FF2B5EF4-FFF2-40B4-BE49-F238E27FC236}">
                <a16:creationId xmlns:a16="http://schemas.microsoft.com/office/drawing/2014/main" id="{594999DF-6378-4B57-BE43-03F5B0B3899E}"/>
              </a:ext>
            </a:extLst>
          </p:cNvPr>
          <p:cNvGrpSpPr/>
          <p:nvPr/>
        </p:nvGrpSpPr>
        <p:grpSpPr>
          <a:xfrm>
            <a:off x="8703005" y="160027"/>
            <a:ext cx="4401578" cy="6770123"/>
            <a:chOff x="8316295" y="-1020327"/>
            <a:chExt cx="5132984" cy="7895109"/>
          </a:xfrm>
        </p:grpSpPr>
        <p:pic>
          <p:nvPicPr>
            <p:cNvPr id="62" name="图片 61">
              <a:extLst>
                <a:ext uri="{FF2B5EF4-FFF2-40B4-BE49-F238E27FC236}">
                  <a16:creationId xmlns:a16="http://schemas.microsoft.com/office/drawing/2014/main" id="{66F89DE5-2D1C-49EC-ADD7-EFE85CE4514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04827" y="4227943"/>
              <a:ext cx="1744452" cy="1741104"/>
            </a:xfrm>
            <a:prstGeom prst="rect">
              <a:avLst/>
            </a:prstGeom>
          </p:spPr>
        </p:pic>
        <p:pic>
          <p:nvPicPr>
            <p:cNvPr id="63" name="图片 62">
              <a:extLst>
                <a:ext uri="{FF2B5EF4-FFF2-40B4-BE49-F238E27FC236}">
                  <a16:creationId xmlns:a16="http://schemas.microsoft.com/office/drawing/2014/main" id="{4BB14892-00C3-4369-B5A3-AE69E72CA11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841195" y="1551656"/>
              <a:ext cx="1837125" cy="1819114"/>
            </a:xfrm>
            <a:prstGeom prst="rect">
              <a:avLst/>
            </a:prstGeom>
          </p:spPr>
        </p:pic>
        <p:pic>
          <p:nvPicPr>
            <p:cNvPr id="64" name="图片 63">
              <a:extLst>
                <a:ext uri="{FF2B5EF4-FFF2-40B4-BE49-F238E27FC236}">
                  <a16:creationId xmlns:a16="http://schemas.microsoft.com/office/drawing/2014/main" id="{C4DFF11B-B0DC-40A8-82FD-4F0B3029038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710683" y="5997572"/>
              <a:ext cx="896198" cy="877210"/>
            </a:xfrm>
            <a:prstGeom prst="rect">
              <a:avLst/>
            </a:prstGeom>
          </p:spPr>
        </p:pic>
        <p:pic>
          <p:nvPicPr>
            <p:cNvPr id="65" name="图片 64">
              <a:extLst>
                <a:ext uri="{FF2B5EF4-FFF2-40B4-BE49-F238E27FC236}">
                  <a16:creationId xmlns:a16="http://schemas.microsoft.com/office/drawing/2014/main" id="{0CBEC219-FC7F-4E0C-B693-BD252AB3268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420049" y="4974961"/>
              <a:ext cx="1448692" cy="1421529"/>
            </a:xfrm>
            <a:prstGeom prst="rect">
              <a:avLst/>
            </a:prstGeom>
          </p:spPr>
        </p:pic>
        <p:pic>
          <p:nvPicPr>
            <p:cNvPr id="66" name="图片 65">
              <a:extLst>
                <a:ext uri="{FF2B5EF4-FFF2-40B4-BE49-F238E27FC236}">
                  <a16:creationId xmlns:a16="http://schemas.microsoft.com/office/drawing/2014/main" id="{C6A7EE06-AA87-49B2-ABE9-3E46A116C7E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316295" y="3611172"/>
              <a:ext cx="2260317" cy="2260317"/>
            </a:xfrm>
            <a:prstGeom prst="rect">
              <a:avLst/>
            </a:prstGeom>
          </p:spPr>
        </p:pic>
        <p:pic>
          <p:nvPicPr>
            <p:cNvPr id="67" name="图片 66">
              <a:extLst>
                <a:ext uri="{FF2B5EF4-FFF2-40B4-BE49-F238E27FC236}">
                  <a16:creationId xmlns:a16="http://schemas.microsoft.com/office/drawing/2014/main" id="{8923BAE4-3882-475C-8A44-4C132B899A6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651411" y="3611172"/>
              <a:ext cx="1402835" cy="1385152"/>
            </a:xfrm>
            <a:prstGeom prst="rect">
              <a:avLst/>
            </a:prstGeom>
          </p:spPr>
        </p:pic>
        <p:pic>
          <p:nvPicPr>
            <p:cNvPr id="68" name="图片 67">
              <a:extLst>
                <a:ext uri="{FF2B5EF4-FFF2-40B4-BE49-F238E27FC236}">
                  <a16:creationId xmlns:a16="http://schemas.microsoft.com/office/drawing/2014/main" id="{BACC5309-9A3E-4781-A505-854F5C4B30E7}"/>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898569" y="2730539"/>
              <a:ext cx="951316" cy="951316"/>
            </a:xfrm>
            <a:prstGeom prst="rect">
              <a:avLst/>
            </a:prstGeom>
          </p:spPr>
        </p:pic>
        <p:pic>
          <p:nvPicPr>
            <p:cNvPr id="80" name="图片 79">
              <a:extLst>
                <a:ext uri="{FF2B5EF4-FFF2-40B4-BE49-F238E27FC236}">
                  <a16:creationId xmlns:a16="http://schemas.microsoft.com/office/drawing/2014/main" id="{35D93DC0-CBC6-40C5-9122-18080F4703F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396900" y="-1020327"/>
              <a:ext cx="896199" cy="877210"/>
            </a:xfrm>
            <a:prstGeom prst="rect">
              <a:avLst/>
            </a:prstGeom>
          </p:spPr>
        </p:pic>
      </p:grpSp>
      <p:pic>
        <p:nvPicPr>
          <p:cNvPr id="69" name="图片 68">
            <a:extLst>
              <a:ext uri="{FF2B5EF4-FFF2-40B4-BE49-F238E27FC236}">
                <a16:creationId xmlns:a16="http://schemas.microsoft.com/office/drawing/2014/main" id="{B5558C21-9AC9-4901-89EF-B1929B3CA3F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2065985">
            <a:off x="8399291" y="807491"/>
            <a:ext cx="1389549" cy="1386882"/>
          </a:xfrm>
          <a:prstGeom prst="rect">
            <a:avLst/>
          </a:prstGeom>
        </p:spPr>
      </p:pic>
      <p:sp>
        <p:nvSpPr>
          <p:cNvPr id="75" name="矩形 74">
            <a:extLst>
              <a:ext uri="{FF2B5EF4-FFF2-40B4-BE49-F238E27FC236}">
                <a16:creationId xmlns:a16="http://schemas.microsoft.com/office/drawing/2014/main" id="{435A0A44-59DA-465D-BDF0-A84AC1C3F677}"/>
              </a:ext>
            </a:extLst>
          </p:cNvPr>
          <p:cNvSpPr/>
          <p:nvPr/>
        </p:nvSpPr>
        <p:spPr>
          <a:xfrm>
            <a:off x="5854700" y="5393351"/>
            <a:ext cx="1103353" cy="144000"/>
          </a:xfrm>
          <a:prstGeom prst="rect">
            <a:avLst/>
          </a:prstGeom>
          <a:solidFill>
            <a:schemeClr val="l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76" name="矩形 75">
            <a:extLst>
              <a:ext uri="{FF2B5EF4-FFF2-40B4-BE49-F238E27FC236}">
                <a16:creationId xmlns:a16="http://schemas.microsoft.com/office/drawing/2014/main" id="{1E8F927A-9E90-4624-AFAF-97D8898342E1}"/>
              </a:ext>
            </a:extLst>
          </p:cNvPr>
          <p:cNvSpPr/>
          <p:nvPr/>
        </p:nvSpPr>
        <p:spPr>
          <a:xfrm>
            <a:off x="2951651" y="1327646"/>
            <a:ext cx="1103353" cy="144000"/>
          </a:xfrm>
          <a:prstGeom prst="rect">
            <a:avLst/>
          </a:prstGeom>
          <a:solidFill>
            <a:schemeClr val="l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77" name="矩形61536760">
            <a:extLst>
              <a:ext uri="{FF2B5EF4-FFF2-40B4-BE49-F238E27FC236}">
                <a16:creationId xmlns:a16="http://schemas.microsoft.com/office/drawing/2014/main" id="{B95F3630-C803-4837-A533-7B649D1CC25D}"/>
              </a:ext>
            </a:extLst>
          </p:cNvPr>
          <p:cNvSpPr/>
          <p:nvPr/>
        </p:nvSpPr>
        <p:spPr>
          <a:xfrm>
            <a:off x="4135906" y="3891424"/>
            <a:ext cx="3643189" cy="338633"/>
          </a:xfrm>
          <a:prstGeom prst="rect">
            <a:avLst/>
          </a:prstGeom>
        </p:spPr>
        <p:txBody>
          <a:bodyPr wrap="none">
            <a:normAutofit/>
          </a:bodyPr>
          <a:lstStyle/>
          <a:p>
            <a:pPr algn="ctr"/>
            <a:endParaRPr lang="vi-VN" altLang="vi-VN" sz="1600" dirty="0">
              <a:solidFill>
                <a:schemeClr val="bg1"/>
              </a:solidFill>
              <a:latin typeface="Noto Sans"/>
              <a:ea typeface="Noto Sans"/>
              <a:sym typeface="思源黑体" panose="020B0400000000000000" pitchFamily="34" charset="-122"/>
            </a:endParaRPr>
          </a:p>
        </p:txBody>
      </p:sp>
      <p:sp>
        <p:nvSpPr>
          <p:cNvPr id="78" name="文本框 77">
            <a:extLst>
              <a:ext uri="{FF2B5EF4-FFF2-40B4-BE49-F238E27FC236}">
                <a16:creationId xmlns:a16="http://schemas.microsoft.com/office/drawing/2014/main" id="{A8A06C82-F7CD-4D40-BA22-1EE2408F5189}"/>
              </a:ext>
            </a:extLst>
          </p:cNvPr>
          <p:cNvSpPr txBox="1"/>
          <p:nvPr/>
        </p:nvSpPr>
        <p:spPr>
          <a:xfrm>
            <a:off x="3059194" y="1580993"/>
            <a:ext cx="5938917" cy="2793792"/>
          </a:xfrm>
          <a:prstGeom prst="rect">
            <a:avLst/>
          </a:prstGeom>
          <a:noFill/>
        </p:spPr>
        <p:txBody>
          <a:bodyPr wrap="square" rtlCol="0">
            <a:noAutofit/>
          </a:bodyPr>
          <a:lstStyle/>
          <a:p>
            <a:pPr algn="ctr"/>
            <a:r>
              <a:rPr lang="vi-VN" altLang="vi-VN" sz="7200" b="1" i="0" u="none" strike="noStrike" dirty="0">
                <a:solidFill>
                  <a:schemeClr val="bg1"/>
                </a:solidFill>
                <a:effectLst/>
                <a:latin typeface="Times New Roman" panose="02020603050405020304" pitchFamily="18" charset="0"/>
                <a:ea typeface="Noto Sans"/>
                <a:cs typeface="Times New Roman" panose="02020603050405020304" pitchFamily="18" charset="0"/>
              </a:rPr>
              <a:t>Cám ơn thầy và các bạn đã lắng nghe!!!</a:t>
            </a:r>
            <a:endParaRPr lang="zh-CN" altLang="en-US" sz="72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7241505"/>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barn(inVertical)">
                                      <p:cBhvr>
                                        <p:cTn id="7" dur="500"/>
                                        <p:tgtEl>
                                          <p:spTgt spid="76"/>
                                        </p:tgtEl>
                                      </p:cBhvr>
                                    </p:animEffect>
                                  </p:childTnLst>
                                </p:cTn>
                              </p:par>
                            </p:childTnLst>
                          </p:cTn>
                        </p:par>
                        <p:par>
                          <p:cTn id="8" fill="hold" nodeType="afterGroup">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75"/>
                                        </p:tgtEl>
                                        <p:attrNameLst>
                                          <p:attrName>style.visibility</p:attrName>
                                        </p:attrNameLst>
                                      </p:cBhvr>
                                      <p:to>
                                        <p:strVal val="visible"/>
                                      </p:to>
                                    </p:set>
                                    <p:animEffect transition="in" filter="barn(inVertical)">
                                      <p:cBhvr>
                                        <p:cTn id="11" dur="500"/>
                                        <p:tgtEl>
                                          <p:spTgt spid="75"/>
                                        </p:tgtEl>
                                      </p:cBhvr>
                                    </p:animEffect>
                                  </p:childTnLst>
                                </p:cTn>
                              </p:par>
                            </p:childTnLst>
                          </p:cTn>
                        </p:par>
                        <p:par>
                          <p:cTn id="12" fill="hold" nodeType="afterGroup">
                            <p:stCondLst>
                              <p:cond delay="1000"/>
                            </p:stCondLst>
                            <p:childTnLst>
                              <p:par>
                                <p:cTn id="13" presetID="16" presetClass="entr" presetSubtype="21" fill="hold" grpId="0"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arn(inVertical)">
                                      <p:cBhvr>
                                        <p:cTn id="15" dur="500"/>
                                        <p:tgtEl>
                                          <p:spTgt spid="2"/>
                                        </p:tgtEl>
                                      </p:cBhvr>
                                    </p:animEffect>
                                  </p:childTnLst>
                                </p:cTn>
                              </p:par>
                            </p:childTnLst>
                          </p:cTn>
                        </p:par>
                        <p:par>
                          <p:cTn id="16" fill="hold" nodeType="afterGroup">
                            <p:stCondLst>
                              <p:cond delay="1500"/>
                            </p:stCondLst>
                            <p:childTnLst>
                              <p:par>
                                <p:cTn id="17" presetID="22" presetClass="entr" presetSubtype="4" fill="hold" nodeType="afterEffect">
                                  <p:stCondLst>
                                    <p:cond delay="0"/>
                                  </p:stCondLst>
                                  <p:childTnLst>
                                    <p:set>
                                      <p:cBhvr>
                                        <p:cTn id="18" dur="1" fill="hold">
                                          <p:stCondLst>
                                            <p:cond delay="0"/>
                                          </p:stCondLst>
                                        </p:cTn>
                                        <p:tgtEl>
                                          <p:spTgt spid="49"/>
                                        </p:tgtEl>
                                        <p:attrNameLst>
                                          <p:attrName>style.visibility</p:attrName>
                                        </p:attrNameLst>
                                      </p:cBhvr>
                                      <p:to>
                                        <p:strVal val="visible"/>
                                      </p:to>
                                    </p:set>
                                    <p:animEffect transition="in" filter="wipe(down)">
                                      <p:cBhvr>
                                        <p:cTn id="19" dur="500"/>
                                        <p:tgtEl>
                                          <p:spTgt spid="49"/>
                                        </p:tgtEl>
                                      </p:cBhvr>
                                    </p:animEffect>
                                  </p:childTnLst>
                                </p:cTn>
                              </p:par>
                            </p:childTnLst>
                          </p:cTn>
                        </p:par>
                        <p:par>
                          <p:cTn id="20" fill="hold" nodeType="afterGroup">
                            <p:stCondLst>
                              <p:cond delay="2000"/>
                            </p:stCondLst>
                            <p:childTnLst>
                              <p:par>
                                <p:cTn id="21" presetID="22" presetClass="entr" presetSubtype="4" fill="hold" nodeType="afterEffect">
                                  <p:stCondLst>
                                    <p:cond delay="0"/>
                                  </p:stCondLst>
                                  <p:childTnLst>
                                    <p:set>
                                      <p:cBhvr>
                                        <p:cTn id="22" dur="1" fill="hold">
                                          <p:stCondLst>
                                            <p:cond delay="0"/>
                                          </p:stCondLst>
                                        </p:cTn>
                                        <p:tgtEl>
                                          <p:spTgt spid="69"/>
                                        </p:tgtEl>
                                        <p:attrNameLst>
                                          <p:attrName>style.visibility</p:attrName>
                                        </p:attrNameLst>
                                      </p:cBhvr>
                                      <p:to>
                                        <p:strVal val="visible"/>
                                      </p:to>
                                    </p:set>
                                    <p:animEffect transition="in" filter="wipe(down)">
                                      <p:cBhvr>
                                        <p:cTn id="23" dur="500"/>
                                        <p:tgtEl>
                                          <p:spTgt spid="69"/>
                                        </p:tgtEl>
                                      </p:cBhvr>
                                    </p:animEffect>
                                  </p:childTnLst>
                                </p:cTn>
                              </p:par>
                            </p:childTnLst>
                          </p:cTn>
                        </p:par>
                        <p:par>
                          <p:cTn id="24" fill="hold" nodeType="afterGroup">
                            <p:stCondLst>
                              <p:cond delay="2500"/>
                            </p:stCondLst>
                            <p:childTnLst>
                              <p:par>
                                <p:cTn id="25" presetID="22" presetClass="entr" presetSubtype="4" fill="hold" nodeType="afterEffect">
                                  <p:stCondLst>
                                    <p:cond delay="0"/>
                                  </p:stCondLst>
                                  <p:childTnLst>
                                    <p:set>
                                      <p:cBhvr>
                                        <p:cTn id="26" dur="1" fill="hold">
                                          <p:stCondLst>
                                            <p:cond delay="0"/>
                                          </p:stCondLst>
                                        </p:cTn>
                                        <p:tgtEl>
                                          <p:spTgt spid="50"/>
                                        </p:tgtEl>
                                        <p:attrNameLst>
                                          <p:attrName>style.visibility</p:attrName>
                                        </p:attrNameLst>
                                      </p:cBhvr>
                                      <p:to>
                                        <p:strVal val="visible"/>
                                      </p:to>
                                    </p:set>
                                    <p:animEffect transition="in" filter="wipe(down)">
                                      <p:cBhvr>
                                        <p:cTn id="27" dur="500"/>
                                        <p:tgtEl>
                                          <p:spTgt spid="50"/>
                                        </p:tgtEl>
                                      </p:cBhvr>
                                    </p:animEffect>
                                  </p:childTnLst>
                                </p:cTn>
                              </p:par>
                            </p:childTnLst>
                          </p:cTn>
                        </p:par>
                        <p:par>
                          <p:cTn id="28" fill="hold" nodeType="afterGroup">
                            <p:stCondLst>
                              <p:cond delay="3000"/>
                            </p:stCondLst>
                            <p:childTnLst>
                              <p:par>
                                <p:cTn id="29" presetID="16" presetClass="entr" presetSubtype="21" fill="hold" nodeType="after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barn(inVertical)">
                                      <p:cBhvr>
                                        <p:cTn id="31" dur="500"/>
                                        <p:tgtEl>
                                          <p:spTgt spid="17"/>
                                        </p:tgtEl>
                                      </p:cBhvr>
                                    </p:animEffect>
                                  </p:childTnLst>
                                </p:cTn>
                              </p:par>
                            </p:childTnLst>
                          </p:cTn>
                        </p:par>
                        <p:par>
                          <p:cTn id="32" fill="hold" nodeType="afterGroup">
                            <p:stCondLst>
                              <p:cond delay="3500"/>
                            </p:stCondLst>
                            <p:childTnLst>
                              <p:par>
                                <p:cTn id="33" presetID="2" presetClass="entr" presetSubtype="2" fill="hold" grpId="0" nodeType="afterEffect" nodePh="1">
                                  <p:stCondLst>
                                    <p:cond delay="0"/>
                                  </p:stCondLst>
                                  <p:endCondLst>
                                    <p:cond evt="begin" delay="0">
                                      <p:tn val="33"/>
                                    </p:cond>
                                  </p:endCondLst>
                                  <p:childTnLst>
                                    <p:set>
                                      <p:cBhvr>
                                        <p:cTn id="34" dur="1" fill="hold">
                                          <p:stCondLst>
                                            <p:cond delay="0"/>
                                          </p:stCondLst>
                                        </p:cTn>
                                        <p:tgtEl>
                                          <p:spTgt spid="77"/>
                                        </p:tgtEl>
                                        <p:attrNameLst>
                                          <p:attrName>style.visibility</p:attrName>
                                        </p:attrNameLst>
                                      </p:cBhvr>
                                      <p:to>
                                        <p:strVal val="visible"/>
                                      </p:to>
                                    </p:set>
                                    <p:anim calcmode="lin" valueType="num">
                                      <p:cBhvr additive="base">
                                        <p:cTn id="35" dur="500" fill="hold"/>
                                        <p:tgtEl>
                                          <p:spTgt spid="77"/>
                                        </p:tgtEl>
                                        <p:attrNameLst>
                                          <p:attrName>ppt_x</p:attrName>
                                        </p:attrNameLst>
                                      </p:cBhvr>
                                      <p:tavLst>
                                        <p:tav tm="0">
                                          <p:val>
                                            <p:strVal val="1+#ppt_w/2"/>
                                          </p:val>
                                        </p:tav>
                                        <p:tav tm="100000">
                                          <p:val>
                                            <p:strVal val="#ppt_x"/>
                                          </p:val>
                                        </p:tav>
                                      </p:tavLst>
                                    </p:anim>
                                    <p:anim calcmode="lin" valueType="num">
                                      <p:cBhvr additive="base">
                                        <p:cTn id="36" dur="500" fill="hold"/>
                                        <p:tgtEl>
                                          <p:spTgt spid="77"/>
                                        </p:tgtEl>
                                        <p:attrNameLst>
                                          <p:attrName>ppt_y</p:attrName>
                                        </p:attrNameLst>
                                      </p:cBhvr>
                                      <p:tavLst>
                                        <p:tav tm="0">
                                          <p:val>
                                            <p:strVal val="#ppt_y"/>
                                          </p:val>
                                        </p:tav>
                                        <p:tav tm="100000">
                                          <p:val>
                                            <p:strVal val="#ppt_y"/>
                                          </p:val>
                                        </p:tav>
                                      </p:tavLst>
                                    </p:anim>
                                  </p:childTnLst>
                                </p:cTn>
                              </p:par>
                            </p:childTnLst>
                          </p:cTn>
                        </p:par>
                        <p:par>
                          <p:cTn id="37" fill="hold" nodeType="afterGroup">
                            <p:stCondLst>
                              <p:cond delay="4000"/>
                            </p:stCondLst>
                            <p:childTnLst>
                              <p:par>
                                <p:cTn id="38" presetID="16" presetClass="entr" presetSubtype="21" fill="hold" grpId="0" nodeType="afterEffect">
                                  <p:stCondLst>
                                    <p:cond delay="0"/>
                                  </p:stCondLst>
                                  <p:childTnLst>
                                    <p:set>
                                      <p:cBhvr>
                                        <p:cTn id="39" dur="1" fill="hold">
                                          <p:stCondLst>
                                            <p:cond delay="0"/>
                                          </p:stCondLst>
                                        </p:cTn>
                                        <p:tgtEl>
                                          <p:spTgt spid="78"/>
                                        </p:tgtEl>
                                        <p:attrNameLst>
                                          <p:attrName>style.visibility</p:attrName>
                                        </p:attrNameLst>
                                      </p:cBhvr>
                                      <p:to>
                                        <p:strVal val="visible"/>
                                      </p:to>
                                    </p:set>
                                    <p:animEffect transition="in" filter="barn(inVertical)">
                                      <p:cBhvr>
                                        <p:cTn id="40" dur="500"/>
                                        <p:tgtEl>
                                          <p:spTgt spid="78"/>
                                        </p:tgtEl>
                                      </p:cBhvr>
                                    </p:animEffect>
                                  </p:childTnLst>
                                </p:cTn>
                              </p:par>
                            </p:childTnLst>
                          </p:cTn>
                        </p:par>
                        <p:par>
                          <p:cTn id="41" fill="hold" nodeType="afterGroup">
                            <p:stCondLst>
                              <p:cond delay="4500"/>
                            </p:stCondLst>
                            <p:childTnLst>
                              <p:par>
                                <p:cTn id="42" presetID="22" presetClass="entr" presetSubtype="4" fill="hold" nodeType="afterEffect">
                                  <p:stCondLst>
                                    <p:cond delay="0"/>
                                  </p:stCondLst>
                                  <p:childTnLst>
                                    <p:set>
                                      <p:cBhvr>
                                        <p:cTn id="43" dur="1" fill="hold">
                                          <p:stCondLst>
                                            <p:cond delay="0"/>
                                          </p:stCondLst>
                                        </p:cTn>
                                        <p:tgtEl>
                                          <p:spTgt spid="29"/>
                                        </p:tgtEl>
                                        <p:attrNameLst>
                                          <p:attrName>style.visibility</p:attrName>
                                        </p:attrNameLst>
                                      </p:cBhvr>
                                      <p:to>
                                        <p:strVal val="visible"/>
                                      </p:to>
                                    </p:set>
                                    <p:animEffect transition="in" filter="wipe(down)">
                                      <p:cBhvr>
                                        <p:cTn id="44" dur="500"/>
                                        <p:tgtEl>
                                          <p:spTgt spid="29"/>
                                        </p:tgtEl>
                                      </p:cBhvr>
                                    </p:animEffect>
                                  </p:childTnLst>
                                </p:cTn>
                              </p:par>
                            </p:childTnLst>
                          </p:cTn>
                        </p:par>
                        <p:par>
                          <p:cTn id="45" fill="hold" nodeType="afterGroup">
                            <p:stCondLst>
                              <p:cond delay="5000"/>
                            </p:stCondLst>
                            <p:childTnLst>
                              <p:par>
                                <p:cTn id="46" presetID="22" presetClass="entr" presetSubtype="4" fill="hold" nodeType="after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wipe(down)">
                                      <p:cBhvr>
                                        <p:cTn id="48"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5" grpId="0" animBg="1"/>
      <p:bldP spid="76" grpId="0" animBg="1"/>
      <p:bldP spid="77" grpId="0"/>
      <p:bldP spid="78" grpId="0"/>
    </p:bldLst>
  </p:timing>
</p:sld>
</file>

<file path=ppt/tags/tag1.xml><?xml version="1.0" encoding="utf-8"?>
<p:tagLst xmlns:a="http://schemas.openxmlformats.org/drawingml/2006/main" xmlns:r="http://schemas.openxmlformats.org/officeDocument/2006/relationships" xmlns:p="http://schemas.openxmlformats.org/presentationml/2006/main">
  <p:tag name="AS_OS" val="Unix 2.6 unknown"/>
  <p:tag name="AS_RELEASE_DATE" val="2021.11.30"/>
  <p:tag name="AS_TITLE" val="Aspose.Slides for Java"/>
  <p:tag name="AS_VERSION" val="21.11"/>
  <p:tag name="ISPRING_PRESENTATION_TITLE" val="PowerPoint 演示文稿"/>
</p:tagLst>
</file>

<file path=ppt/tags/tag2.xml><?xml version="1.0" encoding="utf-8"?>
<p:tagLst xmlns:a="http://schemas.openxmlformats.org/drawingml/2006/main" xmlns:r="http://schemas.openxmlformats.org/officeDocument/2006/relationships" xmlns:p="http://schemas.openxmlformats.org/presentationml/2006/main">
  <p:tag name="ISLIDE.ICON" val="#406998;"/>
</p:tagLst>
</file>

<file path=ppt/theme/theme1.xml><?xml version="1.0" encoding="utf-8"?>
<a:theme xmlns:a="http://schemas.openxmlformats.org/drawingml/2006/main" name="Office Theme">
  <a:themeElements>
    <a:clrScheme name="自定义 2811">
      <a:dk1>
        <a:srgbClr val="000000"/>
      </a:dk1>
      <a:lt1>
        <a:srgbClr val="FFFFFF"/>
      </a:lt1>
      <a:dk2>
        <a:srgbClr val="44546A"/>
      </a:dk2>
      <a:lt2>
        <a:srgbClr val="E7E6E6"/>
      </a:lt2>
      <a:accent1>
        <a:srgbClr val="0F387A"/>
      </a:accent1>
      <a:accent2>
        <a:srgbClr val="5B9BD5"/>
      </a:accent2>
      <a:accent3>
        <a:srgbClr val="3D9BDE"/>
      </a:accent3>
      <a:accent4>
        <a:srgbClr val="5084BB"/>
      </a:accent4>
      <a:accent5>
        <a:srgbClr val="5B9BD5"/>
      </a:accent5>
      <a:accent6>
        <a:srgbClr val="00A0FF"/>
      </a:accent6>
      <a:hlink>
        <a:srgbClr val="0563C1"/>
      </a:hlink>
      <a:folHlink>
        <a:srgbClr val="954F72"/>
      </a:folHlink>
    </a:clrScheme>
    <a:fontScheme name="思源黑体">
      <a:majorFont>
        <a:latin typeface="思源黑体 CN Heavy"/>
        <a:ea typeface="思源黑体 CN Normal"/>
        <a:cs typeface="Arial"/>
      </a:majorFont>
      <a:minorFont>
        <a:latin typeface="思源黑体 CN Light"/>
        <a:ea typeface="思源黑体 CN Regular"/>
        <a:cs typeface="Arial"/>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等线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等线"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2694</TotalTime>
  <Words>1720</Words>
  <Application>Microsoft Office PowerPoint</Application>
  <PresentationFormat>Màn hình rộng</PresentationFormat>
  <Paragraphs>138</Paragraphs>
  <Slides>24</Slides>
  <Notes>4</Notes>
  <HiddenSlides>0</HiddenSlides>
  <MMClips>0</MMClips>
  <ScaleCrop>false</ScaleCrop>
  <HeadingPairs>
    <vt:vector size="6" baseType="variant">
      <vt:variant>
        <vt:lpstr>Phông được Dùng</vt:lpstr>
      </vt:variant>
      <vt:variant>
        <vt:i4>10</vt:i4>
      </vt:variant>
      <vt:variant>
        <vt:lpstr>Chủ đề</vt:lpstr>
      </vt:variant>
      <vt:variant>
        <vt:i4>1</vt:i4>
      </vt:variant>
      <vt:variant>
        <vt:lpstr>Tiêu đề Bản chiếu</vt:lpstr>
      </vt:variant>
      <vt:variant>
        <vt:i4>24</vt:i4>
      </vt:variant>
    </vt:vector>
  </HeadingPairs>
  <TitlesOfParts>
    <vt:vector size="35" baseType="lpstr">
      <vt:lpstr>等线</vt:lpstr>
      <vt:lpstr>Arial</vt:lpstr>
      <vt:lpstr>Circe</vt:lpstr>
      <vt:lpstr>Circe Bold</vt:lpstr>
      <vt:lpstr>Noto Sans</vt:lpstr>
      <vt:lpstr>PT Sans</vt:lpstr>
      <vt:lpstr>Times New Roman</vt:lpstr>
      <vt:lpstr>Wingdings</vt:lpstr>
      <vt:lpstr>思源黑体</vt:lpstr>
      <vt:lpstr>思源黑体 CN Light</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Bong Dat</cp:lastModifiedBy>
  <cp:revision>304</cp:revision>
  <dcterms:created xsi:type="dcterms:W3CDTF">2019-07-11T04:52:53Z</dcterms:created>
  <dcterms:modified xsi:type="dcterms:W3CDTF">2025-09-08T14:23:26Z</dcterms:modified>
</cp:coreProperties>
</file>