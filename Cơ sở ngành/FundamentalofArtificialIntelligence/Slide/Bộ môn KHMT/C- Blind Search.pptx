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31"/>
  </p:notesMasterIdLst>
  <p:handoutMasterIdLst>
    <p:handoutMasterId r:id="rId32"/>
  </p:handoutMasterIdLst>
  <p:sldIdLst>
    <p:sldId id="324" r:id="rId2"/>
    <p:sldId id="325" r:id="rId3"/>
    <p:sldId id="328" r:id="rId4"/>
    <p:sldId id="329" r:id="rId5"/>
    <p:sldId id="303" r:id="rId6"/>
    <p:sldId id="364" r:id="rId7"/>
    <p:sldId id="365" r:id="rId8"/>
    <p:sldId id="326" r:id="rId9"/>
    <p:sldId id="327" r:id="rId10"/>
    <p:sldId id="366" r:id="rId11"/>
    <p:sldId id="367" r:id="rId12"/>
    <p:sldId id="368" r:id="rId13"/>
    <p:sldId id="369" r:id="rId14"/>
    <p:sldId id="370" r:id="rId15"/>
    <p:sldId id="371" r:id="rId16"/>
    <p:sldId id="372" r:id="rId17"/>
    <p:sldId id="373" r:id="rId18"/>
    <p:sldId id="374" r:id="rId19"/>
    <p:sldId id="375" r:id="rId20"/>
    <p:sldId id="376" r:id="rId21"/>
    <p:sldId id="377" r:id="rId22"/>
    <p:sldId id="378" r:id="rId23"/>
    <p:sldId id="379" r:id="rId24"/>
    <p:sldId id="381" r:id="rId25"/>
    <p:sldId id="382" r:id="rId26"/>
    <p:sldId id="383" r:id="rId27"/>
    <p:sldId id="384" r:id="rId28"/>
    <p:sldId id="385" r:id="rId29"/>
    <p:sldId id="386" r:id="rId30"/>
  </p:sldIdLst>
  <p:sldSz cx="10287000" cy="6858000" type="35mm"/>
  <p:notesSz cx="9601200" cy="7315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902B"/>
    <a:srgbClr val="BA2212"/>
    <a:srgbClr val="EE1A4C"/>
    <a:srgbClr val="FFFFFF"/>
    <a:srgbClr val="000099"/>
    <a:srgbClr val="FFBDDE"/>
    <a:srgbClr val="FFCCCC"/>
    <a:srgbClr val="FFCCFF"/>
    <a:srgbClr val="0809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78" autoAdjust="0"/>
    <p:restoredTop sz="81720" autoAdjust="0"/>
  </p:normalViewPr>
  <p:slideViewPr>
    <p:cSldViewPr>
      <p:cViewPr varScale="1">
        <p:scale>
          <a:sx n="77" d="100"/>
          <a:sy n="77" d="100"/>
        </p:scale>
        <p:origin x="2112" y="176"/>
      </p:cViewPr>
      <p:guideLst>
        <p:guide orient="horz" pos="2160"/>
        <p:guide pos="32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3930"/>
    </p:cViewPr>
  </p:sorterViewPr>
  <p:notesViewPr>
    <p:cSldViewPr>
      <p:cViewPr varScale="1">
        <p:scale>
          <a:sx n="38" d="100"/>
          <a:sy n="38" d="100"/>
        </p:scale>
        <p:origin x="-1590" y="-90"/>
      </p:cViewPr>
      <p:guideLst>
        <p:guide orient="horz" pos="2304"/>
        <p:guide pos="30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1" name="Rectangle 3"/>
          <p:cNvSpPr>
            <a:spLocks noGrp="1" noChangeArrowheads="1"/>
          </p:cNvSpPr>
          <p:nvPr>
            <p:ph type="dt" sz="quarter"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2" name="Rectangle 4"/>
          <p:cNvSpPr>
            <a:spLocks noGrp="1" noChangeArrowheads="1"/>
          </p:cNvSpPr>
          <p:nvPr>
            <p:ph type="ftr" sz="quarter" idx="2"/>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3" name="Rectangle 5"/>
          <p:cNvSpPr>
            <a:spLocks noGrp="1" noChangeArrowheads="1"/>
          </p:cNvSpPr>
          <p:nvPr>
            <p:ph type="sldNum" sz="quarter" idx="3"/>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defRPr>
            </a:lvl1pPr>
          </a:lstStyle>
          <a:p>
            <a:fld id="{9FB05F6A-398C-455D-BE8A-CDE75FC5BBFC}"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2-21T06:09:29.330"/>
    </inkml:context>
    <inkml:brush xml:id="br0">
      <inkml:brushProperty name="width" value="0.05292" units="cm"/>
      <inkml:brushProperty name="height" value="0.05292" units="cm"/>
      <inkml:brushProperty name="color" value="#FF0000"/>
    </inkml:brush>
  </inkml:definitions>
  <inkml:trace contextRef="#ctx0" brushRef="#br0">22374 12499 24575,'3'0'0,"0"0"0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1" name="Rectangle 3"/>
          <p:cNvSpPr>
            <a:spLocks noGrp="1" noChangeArrowheads="1"/>
          </p:cNvSpPr>
          <p:nvPr>
            <p:ph type="dt"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defRPr sz="1200">
                <a:latin typeface="Tahoma" pitchFamily="34" charset="0"/>
                <a:cs typeface="Arial" pitchFamily="34" charset="0"/>
              </a:defRPr>
            </a:lvl1pPr>
          </a:lstStyle>
          <a:p>
            <a:endParaRPr lang="en-US"/>
          </a:p>
        </p:txBody>
      </p:sp>
      <p:sp>
        <p:nvSpPr>
          <p:cNvPr id="13316" name="Rectangle 4"/>
          <p:cNvSpPr>
            <a:spLocks noGrp="1" noRot="1" noChangeAspect="1" noChangeArrowheads="1" noTextEdit="1"/>
          </p:cNvSpPr>
          <p:nvPr>
            <p:ph type="sldImg" idx="2"/>
          </p:nvPr>
        </p:nvSpPr>
        <p:spPr bwMode="auto">
          <a:xfrm>
            <a:off x="2743200" y="547688"/>
            <a:ext cx="4114800" cy="27432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1281113" y="3475038"/>
            <a:ext cx="7038975" cy="3292475"/>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5" name="Rectangle 7"/>
          <p:cNvSpPr>
            <a:spLocks noGrp="1" noChangeArrowheads="1"/>
          </p:cNvSpPr>
          <p:nvPr>
            <p:ph type="sldNum" sz="quarter" idx="5"/>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defRPr sz="1200">
                <a:latin typeface="Tahoma" pitchFamily="34" charset="0"/>
              </a:defRPr>
            </a:lvl1pPr>
          </a:lstStyle>
          <a:p>
            <a:fld id="{077C5485-9747-4CF4-B9B9-77ADA2DD224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ＭＳ Ｐゴシック" charset="0"/>
      </a:defRPr>
    </a:lvl1pPr>
    <a:lvl2pPr marL="4556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2pPr>
    <a:lvl3pPr marL="9128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3pPr>
    <a:lvl4pPr marL="13700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4pPr>
    <a:lvl5pPr marL="18272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62DEE450-F3B1-C749-A027-ED21FAFD3E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F5B325-C65A-4043-BEC6-919367DED709}" type="slidenum">
              <a:rPr lang="en-US" altLang="en-US">
                <a:latin typeface="Tahoma" panose="020B0604030504040204" pitchFamily="34" charset="0"/>
              </a:rPr>
              <a:pPr eaLnBrk="1" hangingPunct="1"/>
              <a:t>5</a:t>
            </a:fld>
            <a:endParaRPr lang="en-US" altLang="en-US">
              <a:latin typeface="Tahoma" panose="020B0604030504040204" pitchFamily="34" charset="0"/>
            </a:endParaRPr>
          </a:p>
        </p:txBody>
      </p:sp>
      <p:sp>
        <p:nvSpPr>
          <p:cNvPr id="70659" name="Rectangle 2">
            <a:extLst>
              <a:ext uri="{FF2B5EF4-FFF2-40B4-BE49-F238E27FC236}">
                <a16:creationId xmlns:a16="http://schemas.microsoft.com/office/drawing/2014/main" id="{CD9D836D-B144-BE4B-ABA5-39F0D17012E0}"/>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CE0DAE88-F6C1-4441-BDA5-A1E9823CCF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18390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4F364638-69C3-9743-B455-D93ECB6BBB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70AFA66-056B-644D-AD81-93A1BAFF8644}" type="slidenum">
              <a:rPr lang="en-US" altLang="en-US">
                <a:latin typeface="Tahoma" panose="020B0604030504040204" pitchFamily="34" charset="0"/>
              </a:rPr>
              <a:pPr eaLnBrk="1" hangingPunct="1"/>
              <a:t>6</a:t>
            </a:fld>
            <a:endParaRPr lang="en-US" altLang="en-US">
              <a:latin typeface="Tahoma" panose="020B0604030504040204" pitchFamily="34" charset="0"/>
            </a:endParaRPr>
          </a:p>
        </p:txBody>
      </p:sp>
      <p:sp>
        <p:nvSpPr>
          <p:cNvPr id="71683" name="Rectangle 2">
            <a:extLst>
              <a:ext uri="{FF2B5EF4-FFF2-40B4-BE49-F238E27FC236}">
                <a16:creationId xmlns:a16="http://schemas.microsoft.com/office/drawing/2014/main" id="{B1507C42-1D2B-E343-9A16-6EA300351A1C}"/>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738DFF84-77D2-A64B-95D6-2B05662344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89132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1B32871-3F4B-CF48-A924-636CE473A8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5E89B61-EC57-1C46-9159-95E20F5B950C}" type="slidenum">
              <a:rPr lang="en-US" altLang="en-US">
                <a:latin typeface="Tahoma" panose="020B0604030504040204" pitchFamily="34" charset="0"/>
              </a:rPr>
              <a:pPr eaLnBrk="1" hangingPunct="1"/>
              <a:t>7</a:t>
            </a:fld>
            <a:endParaRPr lang="en-US" altLang="en-US">
              <a:latin typeface="Tahoma" panose="020B0604030504040204" pitchFamily="34" charset="0"/>
            </a:endParaRPr>
          </a:p>
        </p:txBody>
      </p:sp>
      <p:sp>
        <p:nvSpPr>
          <p:cNvPr id="72707" name="Rectangle 2">
            <a:extLst>
              <a:ext uri="{FF2B5EF4-FFF2-40B4-BE49-F238E27FC236}">
                <a16:creationId xmlns:a16="http://schemas.microsoft.com/office/drawing/2014/main" id="{CCC644E5-A6CD-8346-BB09-C292AA3AA000}"/>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5BBE062C-CE94-784A-B027-688823508B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190229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i="1" kern="1200">
                <a:solidFill>
                  <a:schemeClr val="tx1"/>
                </a:solidFill>
                <a:effectLst/>
                <a:latin typeface=".VnTime" pitchFamily="34" charset="0"/>
                <a:ea typeface="MS PGothic" pitchFamily="34" charset="-128"/>
                <a:cs typeface="ＭＳ Ｐゴシック" charset="0"/>
              </a:rPr>
              <a:t>Q</a:t>
            </a:r>
            <a:r>
              <a:rPr kumimoji="1" lang="en-US" sz="1200" kern="1200">
                <a:solidFill>
                  <a:schemeClr val="tx1"/>
                </a:solidFill>
                <a:effectLst/>
                <a:latin typeface=".VnTime" pitchFamily="34" charset="0"/>
                <a:ea typeface="MS PGothic" pitchFamily="34" charset="-128"/>
                <a:cs typeface="ＭＳ Ｐゴシック" charset="0"/>
              </a:rPr>
              <a:t>: tập trạng thái, </a:t>
            </a:r>
            <a:r>
              <a:rPr kumimoji="1" lang="en-US" sz="1200" i="1" kern="1200">
                <a:solidFill>
                  <a:schemeClr val="tx1"/>
                </a:solidFill>
                <a:effectLst/>
                <a:latin typeface=".VnTime" pitchFamily="34" charset="0"/>
                <a:ea typeface="MS PGothic" pitchFamily="34" charset="-128"/>
                <a:cs typeface="ＭＳ Ｐゴシック" charset="0"/>
              </a:rPr>
              <a:t>S</a:t>
            </a:r>
            <a:r>
              <a:rPr kumimoji="1" lang="en-US" sz="1200" kern="1200">
                <a:solidFill>
                  <a:schemeClr val="tx1"/>
                </a:solidFill>
                <a:effectLst/>
                <a:latin typeface=".VnTime" pitchFamily="34" charset="0"/>
                <a:ea typeface="MS PGothic" pitchFamily="34" charset="-128"/>
                <a:cs typeface="ＭＳ Ｐゴシック" charset="0"/>
              </a:rPr>
              <a:t>: trạng thái bắt đầu, </a:t>
            </a:r>
            <a:r>
              <a:rPr kumimoji="1" lang="en-US" sz="1200" i="1" kern="1200">
                <a:solidFill>
                  <a:schemeClr val="tx1"/>
                </a:solidFill>
                <a:effectLst/>
                <a:latin typeface=".VnTime" pitchFamily="34" charset="0"/>
                <a:ea typeface="MS PGothic" pitchFamily="34" charset="-128"/>
                <a:cs typeface="ＭＳ Ｐゴシック" charset="0"/>
              </a:rPr>
              <a:t>G</a:t>
            </a:r>
            <a:r>
              <a:rPr kumimoji="1" lang="en-US" sz="1200" kern="1200">
                <a:solidFill>
                  <a:schemeClr val="tx1"/>
                </a:solidFill>
                <a:effectLst/>
                <a:latin typeface=".VnTime" pitchFamily="34" charset="0"/>
                <a:ea typeface="MS PGothic" pitchFamily="34" charset="-128"/>
                <a:cs typeface="ＭＳ Ｐゴシック" charset="0"/>
              </a:rPr>
              <a:t>: đích, </a:t>
            </a:r>
            <a:r>
              <a:rPr kumimoji="1" lang="en-US" sz="1200" i="1" kern="1200">
                <a:solidFill>
                  <a:schemeClr val="tx1"/>
                </a:solidFill>
                <a:effectLst/>
                <a:latin typeface=".VnTime" pitchFamily="34" charset="0"/>
                <a:ea typeface="MS PGothic" pitchFamily="34" charset="-128"/>
                <a:cs typeface="ＭＳ Ｐゴシック" charset="0"/>
              </a:rPr>
              <a:t>P</a:t>
            </a:r>
            <a:r>
              <a:rPr kumimoji="1" lang="en-US" sz="1200" kern="1200">
                <a:solidFill>
                  <a:schemeClr val="tx1"/>
                </a:solidFill>
                <a:effectLst/>
                <a:latin typeface=".VnTime" pitchFamily="34" charset="0"/>
                <a:ea typeface="MS PGothic" pitchFamily="34" charset="-128"/>
                <a:cs typeface="ＭＳ Ｐゴシック" charset="0"/>
              </a:rPr>
              <a:t>: hành động </a:t>
            </a:r>
            <a:endParaRPr lang="en-US"/>
          </a:p>
          <a:p>
            <a:endParaRPr lang="en-US"/>
          </a:p>
        </p:txBody>
      </p:sp>
      <p:sp>
        <p:nvSpPr>
          <p:cNvPr id="4" name="Slide Number Placeholder 3"/>
          <p:cNvSpPr>
            <a:spLocks noGrp="1"/>
          </p:cNvSpPr>
          <p:nvPr>
            <p:ph type="sldNum" sz="quarter" idx="5"/>
          </p:nvPr>
        </p:nvSpPr>
        <p:spPr/>
        <p:txBody>
          <a:bodyPr/>
          <a:lstStyle/>
          <a:p>
            <a:fld id="{077C5485-9747-4CF4-B9B9-77ADA2DD2249}" type="slidenum">
              <a:rPr lang="en-US"/>
              <a:pPr/>
              <a:t>10</a:t>
            </a:fld>
            <a:endParaRPr lang="en-US"/>
          </a:p>
        </p:txBody>
      </p:sp>
    </p:spTree>
    <p:extLst>
      <p:ext uri="{BB962C8B-B14F-4D97-AF65-F5344CB8AC3E}">
        <p14:creationId xmlns:p14="http://schemas.microsoft.com/office/powerpoint/2010/main" val="1821606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i="1" kern="1200">
                <a:solidFill>
                  <a:schemeClr val="tx1"/>
                </a:solidFill>
                <a:effectLst/>
                <a:latin typeface=".VnTime" pitchFamily="34" charset="0"/>
                <a:ea typeface="MS PGothic" pitchFamily="34" charset="-128"/>
                <a:cs typeface="ＭＳ Ｐゴシック" charset="0"/>
              </a:rPr>
              <a:t>Q</a:t>
            </a:r>
            <a:r>
              <a:rPr kumimoji="1" lang="en-US" sz="1200" kern="1200">
                <a:solidFill>
                  <a:schemeClr val="tx1"/>
                </a:solidFill>
                <a:effectLst/>
                <a:latin typeface=".VnTime" pitchFamily="34" charset="0"/>
                <a:ea typeface="MS PGothic" pitchFamily="34" charset="-128"/>
                <a:cs typeface="ＭＳ Ｐゴシック" charset="0"/>
              </a:rPr>
              <a:t>: tập trạng thái, </a:t>
            </a:r>
            <a:r>
              <a:rPr kumimoji="1" lang="en-US" sz="1200" i="1" kern="1200">
                <a:solidFill>
                  <a:schemeClr val="tx1"/>
                </a:solidFill>
                <a:effectLst/>
                <a:latin typeface=".VnTime" pitchFamily="34" charset="0"/>
                <a:ea typeface="MS PGothic" pitchFamily="34" charset="-128"/>
                <a:cs typeface="ＭＳ Ｐゴシック" charset="0"/>
              </a:rPr>
              <a:t>S</a:t>
            </a:r>
            <a:r>
              <a:rPr kumimoji="1" lang="en-US" sz="1200" kern="1200">
                <a:solidFill>
                  <a:schemeClr val="tx1"/>
                </a:solidFill>
                <a:effectLst/>
                <a:latin typeface=".VnTime" pitchFamily="34" charset="0"/>
                <a:ea typeface="MS PGothic" pitchFamily="34" charset="-128"/>
                <a:cs typeface="ＭＳ Ｐゴシック" charset="0"/>
              </a:rPr>
              <a:t>: trạng thái bắt đầu, </a:t>
            </a:r>
            <a:r>
              <a:rPr kumimoji="1" lang="en-US" sz="1200" i="1" kern="1200">
                <a:solidFill>
                  <a:schemeClr val="tx1"/>
                </a:solidFill>
                <a:effectLst/>
                <a:latin typeface=".VnTime" pitchFamily="34" charset="0"/>
                <a:ea typeface="MS PGothic" pitchFamily="34" charset="-128"/>
                <a:cs typeface="ＭＳ Ｐゴシック" charset="0"/>
              </a:rPr>
              <a:t>G</a:t>
            </a:r>
            <a:r>
              <a:rPr kumimoji="1" lang="en-US" sz="1200" kern="1200">
                <a:solidFill>
                  <a:schemeClr val="tx1"/>
                </a:solidFill>
                <a:effectLst/>
                <a:latin typeface=".VnTime" pitchFamily="34" charset="0"/>
                <a:ea typeface="MS PGothic" pitchFamily="34" charset="-128"/>
                <a:cs typeface="ＭＳ Ｐゴシック" charset="0"/>
              </a:rPr>
              <a:t>: đích, </a:t>
            </a:r>
            <a:r>
              <a:rPr kumimoji="1" lang="en-US" sz="1200" i="1" kern="1200">
                <a:solidFill>
                  <a:schemeClr val="tx1"/>
                </a:solidFill>
                <a:effectLst/>
                <a:latin typeface=".VnTime" pitchFamily="34" charset="0"/>
                <a:ea typeface="MS PGothic" pitchFamily="34" charset="-128"/>
                <a:cs typeface="ＭＳ Ｐゴシック" charset="0"/>
              </a:rPr>
              <a:t>P</a:t>
            </a:r>
            <a:r>
              <a:rPr kumimoji="1" lang="en-US" sz="1200" kern="1200">
                <a:solidFill>
                  <a:schemeClr val="tx1"/>
                </a:solidFill>
                <a:effectLst/>
                <a:latin typeface=".VnTime" pitchFamily="34" charset="0"/>
                <a:ea typeface="MS PGothic" pitchFamily="34" charset="-128"/>
                <a:cs typeface="ＭＳ Ｐゴシック" charset="0"/>
              </a:rPr>
              <a:t>: hành động </a:t>
            </a:r>
            <a:endParaRPr lang="en-US"/>
          </a:p>
          <a:p>
            <a:endParaRPr lang="en-US"/>
          </a:p>
        </p:txBody>
      </p:sp>
      <p:sp>
        <p:nvSpPr>
          <p:cNvPr id="4" name="Slide Number Placeholder 3"/>
          <p:cNvSpPr>
            <a:spLocks noGrp="1"/>
          </p:cNvSpPr>
          <p:nvPr>
            <p:ph type="sldNum" sz="quarter" idx="5"/>
          </p:nvPr>
        </p:nvSpPr>
        <p:spPr/>
        <p:txBody>
          <a:bodyPr/>
          <a:lstStyle/>
          <a:p>
            <a:fld id="{077C5485-9747-4CF4-B9B9-77ADA2DD2249}" type="slidenum">
              <a:rPr lang="en-US"/>
              <a:pPr/>
              <a:t>11</a:t>
            </a:fld>
            <a:endParaRPr lang="en-US"/>
          </a:p>
        </p:txBody>
      </p:sp>
    </p:spTree>
    <p:extLst>
      <p:ext uri="{BB962C8B-B14F-4D97-AF65-F5344CB8AC3E}">
        <p14:creationId xmlns:p14="http://schemas.microsoft.com/office/powerpoint/2010/main" val="3888654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sz="1200" i="1" kern="1200">
                <a:solidFill>
                  <a:schemeClr val="tx1"/>
                </a:solidFill>
                <a:effectLst/>
                <a:latin typeface=".VnTime" pitchFamily="34" charset="0"/>
                <a:ea typeface="MS PGothic" pitchFamily="34" charset="-128"/>
                <a:cs typeface="ＭＳ Ｐゴシック" charset="0"/>
              </a:rPr>
              <a:t>Q</a:t>
            </a:r>
            <a:r>
              <a:rPr kumimoji="1" lang="en-US" sz="1200" kern="1200">
                <a:solidFill>
                  <a:schemeClr val="tx1"/>
                </a:solidFill>
                <a:effectLst/>
                <a:latin typeface=".VnTime" pitchFamily="34" charset="0"/>
                <a:ea typeface="MS PGothic" pitchFamily="34" charset="-128"/>
                <a:cs typeface="ＭＳ Ｐゴシック" charset="0"/>
              </a:rPr>
              <a:t>: tập trạng thái, </a:t>
            </a:r>
            <a:r>
              <a:rPr kumimoji="1" lang="en-US" sz="1200" i="1" kern="1200">
                <a:solidFill>
                  <a:schemeClr val="tx1"/>
                </a:solidFill>
                <a:effectLst/>
                <a:latin typeface=".VnTime" pitchFamily="34" charset="0"/>
                <a:ea typeface="MS PGothic" pitchFamily="34" charset="-128"/>
                <a:cs typeface="ＭＳ Ｐゴシック" charset="0"/>
              </a:rPr>
              <a:t>S</a:t>
            </a:r>
            <a:r>
              <a:rPr kumimoji="1" lang="en-US" sz="1200" kern="1200">
                <a:solidFill>
                  <a:schemeClr val="tx1"/>
                </a:solidFill>
                <a:effectLst/>
                <a:latin typeface=".VnTime" pitchFamily="34" charset="0"/>
                <a:ea typeface="MS PGothic" pitchFamily="34" charset="-128"/>
                <a:cs typeface="ＭＳ Ｐゴシック" charset="0"/>
              </a:rPr>
              <a:t>: trạng thái bắt đầu, </a:t>
            </a:r>
            <a:r>
              <a:rPr kumimoji="1" lang="en-US" sz="1200" i="1" kern="1200">
                <a:solidFill>
                  <a:schemeClr val="tx1"/>
                </a:solidFill>
                <a:effectLst/>
                <a:latin typeface=".VnTime" pitchFamily="34" charset="0"/>
                <a:ea typeface="MS PGothic" pitchFamily="34" charset="-128"/>
                <a:cs typeface="ＭＳ Ｐゴシック" charset="0"/>
              </a:rPr>
              <a:t>G</a:t>
            </a:r>
            <a:r>
              <a:rPr kumimoji="1" lang="en-US" sz="1200" kern="1200">
                <a:solidFill>
                  <a:schemeClr val="tx1"/>
                </a:solidFill>
                <a:effectLst/>
                <a:latin typeface=".VnTime" pitchFamily="34" charset="0"/>
                <a:ea typeface="MS PGothic" pitchFamily="34" charset="-128"/>
                <a:cs typeface="ＭＳ Ｐゴシック" charset="0"/>
              </a:rPr>
              <a:t>: đích, </a:t>
            </a:r>
            <a:r>
              <a:rPr kumimoji="1" lang="en-US" sz="1200" i="1" kern="1200">
                <a:solidFill>
                  <a:schemeClr val="tx1"/>
                </a:solidFill>
                <a:effectLst/>
                <a:latin typeface=".VnTime" pitchFamily="34" charset="0"/>
                <a:ea typeface="MS PGothic" pitchFamily="34" charset="-128"/>
                <a:cs typeface="ＭＳ Ｐゴシック" charset="0"/>
              </a:rPr>
              <a:t>P</a:t>
            </a:r>
            <a:r>
              <a:rPr kumimoji="1" lang="en-US" sz="1200" kern="1200">
                <a:solidFill>
                  <a:schemeClr val="tx1"/>
                </a:solidFill>
                <a:effectLst/>
                <a:latin typeface=".VnTime" pitchFamily="34" charset="0"/>
                <a:ea typeface="MS PGothic" pitchFamily="34" charset="-128"/>
                <a:cs typeface="ＭＳ Ｐゴシック" charset="0"/>
              </a:rPr>
              <a:t>: hành động </a:t>
            </a:r>
            <a:endParaRPr lang="en-US"/>
          </a:p>
          <a:p>
            <a:endParaRPr lang="en-US"/>
          </a:p>
        </p:txBody>
      </p:sp>
      <p:sp>
        <p:nvSpPr>
          <p:cNvPr id="4" name="Slide Number Placeholder 3"/>
          <p:cNvSpPr>
            <a:spLocks noGrp="1"/>
          </p:cNvSpPr>
          <p:nvPr>
            <p:ph type="sldNum" sz="quarter" idx="5"/>
          </p:nvPr>
        </p:nvSpPr>
        <p:spPr/>
        <p:txBody>
          <a:bodyPr/>
          <a:lstStyle/>
          <a:p>
            <a:fld id="{077C5485-9747-4CF4-B9B9-77ADA2DD2249}" type="slidenum">
              <a:rPr lang="en-US"/>
              <a:pPr/>
              <a:t>12</a:t>
            </a:fld>
            <a:endParaRPr lang="en-US"/>
          </a:p>
        </p:txBody>
      </p:sp>
    </p:spTree>
    <p:extLst>
      <p:ext uri="{BB962C8B-B14F-4D97-AF65-F5344CB8AC3E}">
        <p14:creationId xmlns:p14="http://schemas.microsoft.com/office/powerpoint/2010/main" val="1802653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7C5485-9747-4CF4-B9B9-77ADA2DD2249}" type="slidenum">
              <a:rPr lang="en-US"/>
              <a:pPr/>
              <a:t>29</a:t>
            </a:fld>
            <a:endParaRPr lang="en-US"/>
          </a:p>
        </p:txBody>
      </p:sp>
    </p:spTree>
    <p:extLst>
      <p:ext uri="{BB962C8B-B14F-4D97-AF65-F5344CB8AC3E}">
        <p14:creationId xmlns:p14="http://schemas.microsoft.com/office/powerpoint/2010/main" val="20128732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85875" y="1122363"/>
            <a:ext cx="7715250" cy="2387600"/>
          </a:xfrm>
        </p:spPr>
        <p:txBody>
          <a:bodyPr anchor="b"/>
          <a:lstStyle>
            <a:lvl1pPr algn="ctr">
              <a:defRPr sz="5063"/>
            </a:lvl1pPr>
          </a:lstStyle>
          <a:p>
            <a:r>
              <a:rPr lang="en-US"/>
              <a:t>Click to edit Master title style</a:t>
            </a:r>
          </a:p>
        </p:txBody>
      </p:sp>
      <p:sp>
        <p:nvSpPr>
          <p:cNvPr id="3" name="Subtitle 2"/>
          <p:cNvSpPr>
            <a:spLocks noGrp="1"/>
          </p:cNvSpPr>
          <p:nvPr>
            <p:ph type="subTitle" idx="1"/>
          </p:nvPr>
        </p:nvSpPr>
        <p:spPr>
          <a:xfrm>
            <a:off x="1285875" y="3602038"/>
            <a:ext cx="7715250" cy="1655762"/>
          </a:xfrm>
        </p:spPr>
        <p:txBody>
          <a:bodyPr/>
          <a:lstStyle>
            <a:lvl1pPr marL="0" indent="0" algn="ctr">
              <a:buNone/>
              <a:defRPr sz="2025"/>
            </a:lvl1pPr>
            <a:lvl2pPr marL="385785" indent="0" algn="ctr">
              <a:buNone/>
              <a:defRPr sz="1688"/>
            </a:lvl2pPr>
            <a:lvl3pPr marL="771571" indent="0" algn="ctr">
              <a:buNone/>
              <a:defRPr sz="1519"/>
            </a:lvl3pPr>
            <a:lvl4pPr marL="1157356" indent="0" algn="ctr">
              <a:buNone/>
              <a:defRPr sz="1350"/>
            </a:lvl4pPr>
            <a:lvl5pPr marL="1543141" indent="0" algn="ctr">
              <a:buNone/>
              <a:defRPr sz="1350"/>
            </a:lvl5pPr>
            <a:lvl6pPr marL="1928927" indent="0" algn="ctr">
              <a:buNone/>
              <a:defRPr sz="1350"/>
            </a:lvl6pPr>
            <a:lvl7pPr marL="2314712" indent="0" algn="ctr">
              <a:buNone/>
              <a:defRPr sz="1350"/>
            </a:lvl7pPr>
            <a:lvl8pPr marL="2700498" indent="0" algn="ctr">
              <a:buNone/>
              <a:defRPr sz="1350"/>
            </a:lvl8pPr>
            <a:lvl9pPr marL="3086283" indent="0" algn="ctr">
              <a:buNone/>
              <a:defRPr sz="135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BB53E1D-A0B1-4171-ABED-667787C30A3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1012" y="188640"/>
            <a:ext cx="8874125" cy="1325563"/>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5EEBBBD-F88C-4D0A-B00C-08302391C972}" type="datetimeFigureOut">
              <a:rPr lang="en-US"/>
              <a:pPr/>
              <a:t>2/21/22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8C51A7-BEEA-471D-933F-7E35BC04A30F}"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3" y="1709739"/>
            <a:ext cx="8872538" cy="2852737"/>
          </a:xfrm>
        </p:spPr>
        <p:txBody>
          <a:bodyPr anchor="b"/>
          <a:lstStyle>
            <a:lvl1pPr>
              <a:defRPr sz="5063"/>
            </a:lvl1pPr>
          </a:lstStyle>
          <a:p>
            <a:r>
              <a:rPr lang="en-US"/>
              <a:t>Click to edit Master title style</a:t>
            </a:r>
          </a:p>
        </p:txBody>
      </p:sp>
      <p:sp>
        <p:nvSpPr>
          <p:cNvPr id="3" name="Text Placeholder 2"/>
          <p:cNvSpPr>
            <a:spLocks noGrp="1"/>
          </p:cNvSpPr>
          <p:nvPr>
            <p:ph type="body" idx="1"/>
          </p:nvPr>
        </p:nvSpPr>
        <p:spPr>
          <a:xfrm>
            <a:off x="701873" y="4589464"/>
            <a:ext cx="8872538" cy="1500187"/>
          </a:xfrm>
        </p:spPr>
        <p:txBody>
          <a:bodyPr/>
          <a:lstStyle>
            <a:lvl1pPr marL="0" indent="0">
              <a:buNone/>
              <a:defRPr sz="2025">
                <a:solidFill>
                  <a:schemeClr val="tx1">
                    <a:tint val="75000"/>
                  </a:schemeClr>
                </a:solidFill>
              </a:defRPr>
            </a:lvl1pPr>
            <a:lvl2pPr marL="385785" indent="0">
              <a:buNone/>
              <a:defRPr sz="1688">
                <a:solidFill>
                  <a:schemeClr val="tx1">
                    <a:tint val="75000"/>
                  </a:schemeClr>
                </a:solidFill>
              </a:defRPr>
            </a:lvl2pPr>
            <a:lvl3pPr marL="771571" indent="0">
              <a:buNone/>
              <a:defRPr sz="1519">
                <a:solidFill>
                  <a:schemeClr val="tx1">
                    <a:tint val="75000"/>
                  </a:schemeClr>
                </a:solidFill>
              </a:defRPr>
            </a:lvl3pPr>
            <a:lvl4pPr marL="1157356" indent="0">
              <a:buNone/>
              <a:defRPr sz="1350">
                <a:solidFill>
                  <a:schemeClr val="tx1">
                    <a:tint val="75000"/>
                  </a:schemeClr>
                </a:solidFill>
              </a:defRPr>
            </a:lvl4pPr>
            <a:lvl5pPr marL="1543141" indent="0">
              <a:buNone/>
              <a:defRPr sz="1350">
                <a:solidFill>
                  <a:schemeClr val="tx1">
                    <a:tint val="75000"/>
                  </a:schemeClr>
                </a:solidFill>
              </a:defRPr>
            </a:lvl5pPr>
            <a:lvl6pPr marL="1928927" indent="0">
              <a:buNone/>
              <a:defRPr sz="1350">
                <a:solidFill>
                  <a:schemeClr val="tx1">
                    <a:tint val="75000"/>
                  </a:schemeClr>
                </a:solidFill>
              </a:defRPr>
            </a:lvl6pPr>
            <a:lvl7pPr marL="2314712" indent="0">
              <a:buNone/>
              <a:defRPr sz="1350">
                <a:solidFill>
                  <a:schemeClr val="tx1">
                    <a:tint val="75000"/>
                  </a:schemeClr>
                </a:solidFill>
              </a:defRPr>
            </a:lvl7pPr>
            <a:lvl8pPr marL="2700498" indent="0">
              <a:buNone/>
              <a:defRPr sz="1350">
                <a:solidFill>
                  <a:schemeClr val="tx1">
                    <a:tint val="75000"/>
                  </a:schemeClr>
                </a:solidFill>
              </a:defRPr>
            </a:lvl8pPr>
            <a:lvl9pPr marL="3086283" indent="0">
              <a:buNone/>
              <a:defRPr sz="13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9D9EDF6-B61E-473A-9275-BAC1BDA0029B}" type="datetimeFigureOut">
              <a:rPr lang="en-US"/>
              <a:pPr/>
              <a:t>2/21/22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88B2AA1-AEA7-40B9-AD8E-776A8F68979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36FBD08F-42E1-467C-8482-6F32381C3348}" type="datetimeFigureOut">
              <a:rPr lang="en-US"/>
              <a:pPr/>
              <a:t>2/21/22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E4EFCDD-D768-4613-87BA-5A10354114E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365126"/>
            <a:ext cx="8872538" cy="1325563"/>
          </a:xfrm>
        </p:spPr>
        <p:txBody>
          <a:bodyPr/>
          <a:lstStyle/>
          <a:p>
            <a:r>
              <a:rPr lang="en-US"/>
              <a:t>Click to edit Master title style</a:t>
            </a:r>
          </a:p>
        </p:txBody>
      </p:sp>
      <p:sp>
        <p:nvSpPr>
          <p:cNvPr id="3" name="Text Placeholder 2"/>
          <p:cNvSpPr>
            <a:spLocks noGrp="1"/>
          </p:cNvSpPr>
          <p:nvPr>
            <p:ph type="body" idx="1"/>
          </p:nvPr>
        </p:nvSpPr>
        <p:spPr>
          <a:xfrm>
            <a:off x="708571" y="1681163"/>
            <a:ext cx="4351883"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4" name="Content Placeholder 3"/>
          <p:cNvSpPr>
            <a:spLocks noGrp="1"/>
          </p:cNvSpPr>
          <p:nvPr>
            <p:ph sz="half" idx="2"/>
          </p:nvPr>
        </p:nvSpPr>
        <p:spPr>
          <a:xfrm>
            <a:off x="708571" y="2505075"/>
            <a:ext cx="435188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1681163"/>
            <a:ext cx="4373315"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6" name="Content Placeholder 5"/>
          <p:cNvSpPr>
            <a:spLocks noGrp="1"/>
          </p:cNvSpPr>
          <p:nvPr>
            <p:ph sz="quarter" idx="4"/>
          </p:nvPr>
        </p:nvSpPr>
        <p:spPr>
          <a:xfrm>
            <a:off x="5207794" y="2505075"/>
            <a:ext cx="437331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E3E18D6-E874-45EF-BDE1-3F1C6A343A99}" type="datetimeFigureOut">
              <a:rPr lang="en-US"/>
              <a:pPr/>
              <a:t>2/21/22</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8EB50A5-30BD-43BB-AD4F-B4E94F8C7DA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B5F168BB-F8B5-4B60-A2D9-15D6AAE85ECB}" type="datetimeFigureOut">
              <a:rPr lang="en-US"/>
              <a:pPr/>
              <a:t>2/21/22</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789E71C2-40FC-46B0-9F54-054079C07FA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BDEA76D-4E6C-45C2-96AE-CD5B5C8A3520}" type="datetimeFigureOut">
              <a:rPr lang="en-US"/>
              <a:pPr/>
              <a:t>2/21/22</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95EBE714-6393-4BF3-9D63-6DB1C693A11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Content Placeholder 2"/>
          <p:cNvSpPr>
            <a:spLocks noGrp="1"/>
          </p:cNvSpPr>
          <p:nvPr>
            <p:ph idx="1"/>
          </p:nvPr>
        </p:nvSpPr>
        <p:spPr>
          <a:xfrm>
            <a:off x="4373315" y="987426"/>
            <a:ext cx="5207794" cy="4873625"/>
          </a:xfrm>
        </p:spPr>
        <p:txBody>
          <a:bodyPr/>
          <a:lstStyle>
            <a:lvl1pPr>
              <a:defRPr sz="2700"/>
            </a:lvl1pPr>
            <a:lvl2pPr>
              <a:defRPr sz="2363"/>
            </a:lvl2pPr>
            <a:lvl3pPr>
              <a:defRPr sz="2025"/>
            </a:lvl3pPr>
            <a:lvl4pPr>
              <a:defRPr sz="1688"/>
            </a:lvl4pPr>
            <a:lvl5pPr>
              <a:defRPr sz="1688"/>
            </a:lvl5pPr>
            <a:lvl6pPr>
              <a:defRPr sz="1688"/>
            </a:lvl6pPr>
            <a:lvl7pPr>
              <a:defRPr sz="1688"/>
            </a:lvl7pPr>
            <a:lvl8pPr>
              <a:defRPr sz="1688"/>
            </a:lvl8pPr>
            <a:lvl9pPr>
              <a:defRPr sz="16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41F56404-7C0A-4A70-80C7-58B4E18C2E79}" type="datetimeFigureOut">
              <a:rPr lang="en-US"/>
              <a:pPr/>
              <a:t>2/21/22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7571977B-8A15-43E3-BB9A-6FACCCB6FD7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Picture Placeholder 2"/>
          <p:cNvSpPr>
            <a:spLocks noGrp="1"/>
          </p:cNvSpPr>
          <p:nvPr>
            <p:ph type="pic" idx="1"/>
          </p:nvPr>
        </p:nvSpPr>
        <p:spPr>
          <a:xfrm>
            <a:off x="4373315" y="987426"/>
            <a:ext cx="5207794" cy="4873625"/>
          </a:xfrm>
        </p:spPr>
        <p:txBody>
          <a:bodyPr rtlCol="0">
            <a:normAutofit/>
          </a:bodyPr>
          <a:lstStyle>
            <a:lvl1pPr marL="0" indent="0">
              <a:buNone/>
              <a:defRPr sz="2700"/>
            </a:lvl1pPr>
            <a:lvl2pPr marL="385785" indent="0">
              <a:buNone/>
              <a:defRPr sz="2363"/>
            </a:lvl2pPr>
            <a:lvl3pPr marL="771571" indent="0">
              <a:buNone/>
              <a:defRPr sz="2025"/>
            </a:lvl3pPr>
            <a:lvl4pPr marL="1157356" indent="0">
              <a:buNone/>
              <a:defRPr sz="1688"/>
            </a:lvl4pPr>
            <a:lvl5pPr marL="1543141" indent="0">
              <a:buNone/>
              <a:defRPr sz="1688"/>
            </a:lvl5pPr>
            <a:lvl6pPr marL="1928927" indent="0">
              <a:buNone/>
              <a:defRPr sz="1688"/>
            </a:lvl6pPr>
            <a:lvl7pPr marL="2314712" indent="0">
              <a:buNone/>
              <a:defRPr sz="1688"/>
            </a:lvl7pPr>
            <a:lvl8pPr marL="2700498" indent="0">
              <a:buNone/>
              <a:defRPr sz="1688"/>
            </a:lvl8pPr>
            <a:lvl9pPr marL="3086283" indent="0">
              <a:buNone/>
              <a:defRPr sz="1688"/>
            </a:lvl9pPr>
          </a:lstStyle>
          <a:p>
            <a:pPr lvl="0"/>
            <a:endParaRPr lang="en-US" noProof="0"/>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7215D99E-F75E-417A-B6DD-B1DB5382627C}" type="datetimeFigureOut">
              <a:rPr lang="en-US"/>
              <a:pPr/>
              <a:t>2/21/22</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88D9EC-88E8-42BE-9803-E404DECFA4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419DB2C-0737-4180-B000-8EBA7417F610}" type="datetimeFigureOut">
              <a:rPr lang="en-US"/>
              <a:pPr/>
              <a:t>2/21/22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00F31E5-861C-45F9-89E8-388DE9690F6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365125"/>
            <a:ext cx="2218134"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1" y="365125"/>
            <a:ext cx="652581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34FEE0-FC62-4A35-BD96-9CA27BB140EB}" type="datetimeFigureOut">
              <a:rPr lang="en-US"/>
              <a:pPr/>
              <a:t>2/21/22</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F44D42D-A0F9-49AA-A49A-5E2A0AE1E14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06438" y="365125"/>
            <a:ext cx="8874125"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06438" y="1825625"/>
            <a:ext cx="8874125"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6438" y="6356350"/>
            <a:ext cx="2314575"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898989"/>
                </a:solidFill>
              </a:defRPr>
            </a:lvl1pPr>
          </a:lstStyle>
          <a:p>
            <a:fld id="{B21F9BC8-E4BD-4D0E-B6BB-10632FDE541F}" type="datetimeFigureOut">
              <a:rPr lang="en-US"/>
              <a:pPr/>
              <a:t>2/21/22</a:t>
            </a:fld>
            <a:endParaRPr lang="en-US"/>
          </a:p>
        </p:txBody>
      </p:sp>
      <p:sp>
        <p:nvSpPr>
          <p:cNvPr id="5" name="Footer Placeholder 4"/>
          <p:cNvSpPr>
            <a:spLocks noGrp="1"/>
          </p:cNvSpPr>
          <p:nvPr>
            <p:ph type="ftr" sz="quarter" idx="3"/>
          </p:nvPr>
        </p:nvSpPr>
        <p:spPr>
          <a:xfrm>
            <a:off x="3408363" y="6356350"/>
            <a:ext cx="3471862"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898989"/>
                </a:solidFill>
              </a:defRPr>
            </a:lvl1pPr>
          </a:lstStyle>
          <a:p>
            <a:endParaRPr lang="en-US"/>
          </a:p>
        </p:txBody>
      </p:sp>
      <p:sp>
        <p:nvSpPr>
          <p:cNvPr id="6" name="Slide Number Placeholder 5"/>
          <p:cNvSpPr>
            <a:spLocks noGrp="1"/>
          </p:cNvSpPr>
          <p:nvPr>
            <p:ph type="sldNum" sz="quarter" idx="4"/>
          </p:nvPr>
        </p:nvSpPr>
        <p:spPr>
          <a:xfrm>
            <a:off x="7265988" y="6356350"/>
            <a:ext cx="23145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898989"/>
                </a:solidFill>
              </a:defRPr>
            </a:lvl1pPr>
          </a:lstStyle>
          <a:p>
            <a:fld id="{96B54179-4137-4CBB-A5F3-054D60058EF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824"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hf hdr="0" ftr="0" dt="0"/>
  <p:txStyles>
    <p:title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p:titleStyle>
    <p:body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p:bodyStyle>
    <p:otherStyle>
      <a:defPPr>
        <a:defRPr lang="en-US"/>
      </a:defPPr>
      <a:lvl1pPr marL="0" algn="l" defTabSz="771571" rtl="0" eaLnBrk="1" latinLnBrk="0" hangingPunct="1">
        <a:defRPr sz="1519" kern="1200">
          <a:solidFill>
            <a:schemeClr val="tx1"/>
          </a:solidFill>
          <a:latin typeface="+mn-lt"/>
          <a:ea typeface="+mn-ea"/>
          <a:cs typeface="+mn-cs"/>
        </a:defRPr>
      </a:lvl1pPr>
      <a:lvl2pPr marL="385785" algn="l" defTabSz="771571" rtl="0" eaLnBrk="1" latinLnBrk="0" hangingPunct="1">
        <a:defRPr sz="1519" kern="1200">
          <a:solidFill>
            <a:schemeClr val="tx1"/>
          </a:solidFill>
          <a:latin typeface="+mn-lt"/>
          <a:ea typeface="+mn-ea"/>
          <a:cs typeface="+mn-cs"/>
        </a:defRPr>
      </a:lvl2pPr>
      <a:lvl3pPr marL="771571" algn="l" defTabSz="771571" rtl="0" eaLnBrk="1" latinLnBrk="0" hangingPunct="1">
        <a:defRPr sz="1519" kern="1200">
          <a:solidFill>
            <a:schemeClr val="tx1"/>
          </a:solidFill>
          <a:latin typeface="+mn-lt"/>
          <a:ea typeface="+mn-ea"/>
          <a:cs typeface="+mn-cs"/>
        </a:defRPr>
      </a:lvl3pPr>
      <a:lvl4pPr marL="1157356" algn="l" defTabSz="771571" rtl="0" eaLnBrk="1" latinLnBrk="0" hangingPunct="1">
        <a:defRPr sz="1519" kern="1200">
          <a:solidFill>
            <a:schemeClr val="tx1"/>
          </a:solidFill>
          <a:latin typeface="+mn-lt"/>
          <a:ea typeface="+mn-ea"/>
          <a:cs typeface="+mn-cs"/>
        </a:defRPr>
      </a:lvl4pPr>
      <a:lvl5pPr marL="1543141" algn="l" defTabSz="771571" rtl="0" eaLnBrk="1" latinLnBrk="0" hangingPunct="1">
        <a:defRPr sz="1519" kern="1200">
          <a:solidFill>
            <a:schemeClr val="tx1"/>
          </a:solidFill>
          <a:latin typeface="+mn-lt"/>
          <a:ea typeface="+mn-ea"/>
          <a:cs typeface="+mn-cs"/>
        </a:defRPr>
      </a:lvl5pPr>
      <a:lvl6pPr marL="1928927" algn="l" defTabSz="771571" rtl="0" eaLnBrk="1" latinLnBrk="0" hangingPunct="1">
        <a:defRPr sz="1519" kern="1200">
          <a:solidFill>
            <a:schemeClr val="tx1"/>
          </a:solidFill>
          <a:latin typeface="+mn-lt"/>
          <a:ea typeface="+mn-ea"/>
          <a:cs typeface="+mn-cs"/>
        </a:defRPr>
      </a:lvl6pPr>
      <a:lvl7pPr marL="2314712" algn="l" defTabSz="771571" rtl="0" eaLnBrk="1" latinLnBrk="0" hangingPunct="1">
        <a:defRPr sz="1519" kern="1200">
          <a:solidFill>
            <a:schemeClr val="tx1"/>
          </a:solidFill>
          <a:latin typeface="+mn-lt"/>
          <a:ea typeface="+mn-ea"/>
          <a:cs typeface="+mn-cs"/>
        </a:defRPr>
      </a:lvl7pPr>
      <a:lvl8pPr marL="2700498" algn="l" defTabSz="771571" rtl="0" eaLnBrk="1" latinLnBrk="0" hangingPunct="1">
        <a:defRPr sz="1519" kern="1200">
          <a:solidFill>
            <a:schemeClr val="tx1"/>
          </a:solidFill>
          <a:latin typeface="+mn-lt"/>
          <a:ea typeface="+mn-ea"/>
          <a:cs typeface="+mn-cs"/>
        </a:defRPr>
      </a:lvl8pPr>
      <a:lvl9pPr marL="3086283" algn="l" defTabSz="771571"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5"/>
          <p:cNvSpPr>
            <a:spLocks noGrp="1" noChangeArrowheads="1"/>
          </p:cNvSpPr>
          <p:nvPr>
            <p:ph type="ctrTitle"/>
          </p:nvPr>
        </p:nvSpPr>
        <p:spPr>
          <a:xfrm>
            <a:off x="527050" y="3500438"/>
            <a:ext cx="9477375" cy="2232818"/>
          </a:xfrm>
        </p:spPr>
        <p:txBody>
          <a:bodyPr/>
          <a:lstStyle/>
          <a:p>
            <a:pPr eaLnBrk="1" hangingPunct="1">
              <a:lnSpc>
                <a:spcPct val="110000"/>
              </a:lnSpc>
            </a:pPr>
            <a:r>
              <a:rPr lang="en-US" sz="4000" b="1" dirty="0">
                <a:solidFill>
                  <a:schemeClr val="bg1"/>
                </a:solidFill>
                <a:ea typeface="MS PGothic" pitchFamily="34" charset="-128"/>
              </a:rPr>
              <a:t>NHẬP MÔN TRÍ TUỆ NHÂN TẠO</a:t>
            </a:r>
            <a:br>
              <a:rPr lang="en-US" sz="4000" dirty="0">
                <a:ea typeface="MS PGothic" pitchFamily="34" charset="-128"/>
              </a:rPr>
            </a:br>
            <a:r>
              <a:rPr lang="en-US" altLang="en-US" sz="4000" b="1">
                <a:solidFill>
                  <a:schemeClr val="bg1"/>
                </a:solidFill>
                <a:ea typeface="ＭＳ Ｐゴシック" panose="020B0600070205080204" pitchFamily="34" charset="-128"/>
              </a:rPr>
              <a:t>Chương 2. Giải quyết vấn đề bằng tìm kiếm</a:t>
            </a:r>
            <a:endParaRPr lang="en-US" sz="4000" dirty="0">
              <a:ea typeface="MS PGothic" pitchFamily="34" charset="-128"/>
            </a:endParaRPr>
          </a:p>
        </p:txBody>
      </p:sp>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1</a:t>
            </a:fld>
            <a:endParaRPr lang="en-US" sz="1200">
              <a:solidFill>
                <a:schemeClr val="tx1"/>
              </a:solidFill>
            </a:endParaRPr>
          </a:p>
        </p:txBody>
      </p:sp>
      <p:sp>
        <p:nvSpPr>
          <p:cNvPr id="15363" name="Rectangle 10"/>
          <p:cNvSpPr>
            <a:spLocks noChangeArrowheads="1"/>
          </p:cNvSpPr>
          <p:nvPr/>
        </p:nvSpPr>
        <p:spPr bwMode="auto">
          <a:xfrm>
            <a:off x="771525" y="3200400"/>
            <a:ext cx="9086850" cy="76200"/>
          </a:xfrm>
          <a:prstGeom prst="rect">
            <a:avLst/>
          </a:prstGeom>
          <a:solidFill>
            <a:schemeClr val="accent1"/>
          </a:solidFill>
          <a:ln w="9525">
            <a:solidFill>
              <a:schemeClr val="tx1"/>
            </a:solidFill>
            <a:miter lim="800000"/>
            <a:headEnd/>
            <a:tailEnd/>
          </a:ln>
        </p:spPr>
        <p:txBody>
          <a:bodyPr wrap="none" lIns="89990" tIns="46795" rIns="89990" bIns="46795" anchor="ctr"/>
          <a:lstStyle/>
          <a:p>
            <a:pPr eaLnBrk="1" hangingPunct="1"/>
            <a:endParaRPr lang="vi-VN"/>
          </a:p>
        </p:txBody>
      </p:sp>
      <p:sp>
        <p:nvSpPr>
          <p:cNvPr id="242702" name="Rectangle 14"/>
          <p:cNvSpPr>
            <a:spLocks noChangeArrowheads="1"/>
          </p:cNvSpPr>
          <p:nvPr/>
        </p:nvSpPr>
        <p:spPr bwMode="auto">
          <a:xfrm>
            <a:off x="4414838" y="2357438"/>
            <a:ext cx="5589587" cy="685800"/>
          </a:xfrm>
          <a:prstGeom prst="rect">
            <a:avLst/>
          </a:prstGeom>
          <a:noFill/>
          <a:ln w="9525">
            <a:noFill/>
            <a:miter lim="800000"/>
            <a:headEnd/>
            <a:tailEnd/>
          </a:ln>
          <a:effectLst/>
        </p:spPr>
        <p:txBody>
          <a:bodyPr lIns="91429" tIns="45715" rIns="91429" bIns="45715" anchor="b" anchorCtr="1"/>
          <a:lstStyle/>
          <a:p>
            <a:pPr algn="ctr" eaLnBrk="1" hangingPunct="1"/>
            <a:r>
              <a:rPr lang="en-US" sz="2400" b="1" dirty="0">
                <a:solidFill>
                  <a:schemeClr val="bg1"/>
                </a:solidFill>
                <a:effectLst>
                  <a:outerShdw blurRad="38100" dist="38100" dir="2700000" algn="tl">
                    <a:srgbClr val="C0C0C0"/>
                  </a:outerShdw>
                </a:effectLst>
                <a:latin typeface="+mj-lt"/>
              </a:rPr>
              <a:t>BỘ MÔN KHOA HỌC MÁY TÍNH</a:t>
            </a:r>
          </a:p>
          <a:p>
            <a:pPr algn="ctr" eaLnBrk="1" hangingPunct="1"/>
            <a:r>
              <a:rPr lang="en-US" sz="2000" b="1" dirty="0">
                <a:solidFill>
                  <a:schemeClr val="bg1"/>
                </a:solidFill>
                <a:effectLst>
                  <a:outerShdw blurRad="38100" dist="38100" dir="2700000" algn="tl">
                    <a:srgbClr val="C0C0C0"/>
                  </a:outerShdw>
                </a:effectLst>
                <a:latin typeface="+mj-lt"/>
              </a:rPr>
              <a:t>www.fit.nuce.edu.vn</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a:t>Tìm kiếm không có thông tin (tìm kiếm mù)</a:t>
            </a:r>
          </a:p>
        </p:txBody>
      </p:sp>
      <p:sp>
        <p:nvSpPr>
          <p:cNvPr id="3" name="Content Placeholder 2">
            <a:extLst>
              <a:ext uri="{FF2B5EF4-FFF2-40B4-BE49-F238E27FC236}">
                <a16:creationId xmlns:a16="http://schemas.microsoft.com/office/drawing/2014/main" id="{1734C621-A288-B941-A3F5-6AD18FB626AC}"/>
              </a:ext>
            </a:extLst>
          </p:cNvPr>
          <p:cNvSpPr>
            <a:spLocks noGrp="1"/>
          </p:cNvSpPr>
          <p:nvPr>
            <p:ph idx="1"/>
          </p:nvPr>
        </p:nvSpPr>
        <p:spPr/>
        <p:txBody>
          <a:bodyPr/>
          <a:lstStyle/>
          <a:p>
            <a:pPr marL="0" indent="0">
              <a:buNone/>
            </a:pPr>
            <a:r>
              <a:rPr lang="en-US" sz="2800"/>
              <a:t>2.6. Tìm kiếm không có thông tin (blind search)</a:t>
            </a:r>
            <a:endParaRPr lang="en-US" sz="2500"/>
          </a:p>
          <a:p>
            <a:pPr marL="0" indent="0">
              <a:buNone/>
            </a:pPr>
            <a:r>
              <a:rPr lang="en-US" sz="2800"/>
              <a:t>2.6.1. Tìm kiếm theo chiều rộng</a:t>
            </a:r>
          </a:p>
          <a:p>
            <a:pPr marL="0" indent="0">
              <a:buNone/>
            </a:pPr>
            <a:r>
              <a:rPr lang="en-US" sz="2800"/>
              <a:t>2.6.2. Tìm kiếm theo giá thành thống nhất.</a:t>
            </a:r>
          </a:p>
          <a:p>
            <a:pPr marL="0" indent="0">
              <a:buNone/>
            </a:pPr>
            <a:r>
              <a:rPr lang="en-US" sz="2800"/>
              <a:t>2.6.2. Tìm kiếm theo chiều sâu</a:t>
            </a:r>
          </a:p>
          <a:p>
            <a:pPr marL="0" indent="0">
              <a:buNone/>
            </a:pPr>
            <a:r>
              <a:rPr lang="en-US" sz="2800"/>
              <a:t>2.6.3. Tìm kiếm sâu dần</a:t>
            </a:r>
          </a:p>
          <a:p>
            <a:endParaRPr lang="en-US" sz="2800"/>
          </a:p>
          <a:p>
            <a:endParaRPr lang="en-US" sz="2800"/>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2</a:t>
            </a:fld>
            <a:endParaRPr lang="en-US"/>
          </a:p>
        </p:txBody>
      </p:sp>
    </p:spTree>
    <p:extLst>
      <p:ext uri="{BB962C8B-B14F-4D97-AF65-F5344CB8AC3E}">
        <p14:creationId xmlns:p14="http://schemas.microsoft.com/office/powerpoint/2010/main" val="1184018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2C4A-E0D8-0741-928D-27F14D5E51FE}"/>
              </a:ext>
            </a:extLst>
          </p:cNvPr>
          <p:cNvSpPr>
            <a:spLocks noGrp="1"/>
          </p:cNvSpPr>
          <p:nvPr>
            <p:ph type="title"/>
          </p:nvPr>
        </p:nvSpPr>
        <p:spPr/>
        <p:txBody>
          <a:bodyPr/>
          <a:lstStyle/>
          <a:p>
            <a:r>
              <a:rPr lang="en-US"/>
              <a:t>Thuật toán tìm kiếm</a:t>
            </a:r>
          </a:p>
        </p:txBody>
      </p:sp>
      <p:sp>
        <p:nvSpPr>
          <p:cNvPr id="4" name="Slide Number Placeholder 3">
            <a:extLst>
              <a:ext uri="{FF2B5EF4-FFF2-40B4-BE49-F238E27FC236}">
                <a16:creationId xmlns:a16="http://schemas.microsoft.com/office/drawing/2014/main" id="{9CD22622-56FB-FA4B-94AC-8A634B818C9D}"/>
              </a:ext>
            </a:extLst>
          </p:cNvPr>
          <p:cNvSpPr>
            <a:spLocks noGrp="1"/>
          </p:cNvSpPr>
          <p:nvPr>
            <p:ph type="sldNum" sz="quarter" idx="12"/>
          </p:nvPr>
        </p:nvSpPr>
        <p:spPr/>
        <p:txBody>
          <a:bodyPr/>
          <a:lstStyle/>
          <a:p>
            <a:fld id="{DA8C51A7-BEEA-471D-933F-7E35BC04A30F}" type="slidenum">
              <a:rPr lang="en-US"/>
              <a:pPr/>
              <a:t>3</a:t>
            </a:fld>
            <a:endParaRPr lang="en-US"/>
          </a:p>
        </p:txBody>
      </p:sp>
      <p:sp>
        <p:nvSpPr>
          <p:cNvPr id="5" name="Rectangle 3">
            <a:extLst>
              <a:ext uri="{FF2B5EF4-FFF2-40B4-BE49-F238E27FC236}">
                <a16:creationId xmlns:a16="http://schemas.microsoft.com/office/drawing/2014/main" id="{BE6CFAF1-2E43-CF47-A71A-2A7A18FFBE82}"/>
              </a:ext>
            </a:extLst>
          </p:cNvPr>
          <p:cNvSpPr>
            <a:spLocks noGrp="1" noChangeArrowheads="1"/>
          </p:cNvSpPr>
          <p:nvPr>
            <p:ph idx="1"/>
          </p:nvPr>
        </p:nvSpPr>
        <p:spPr>
          <a:xfrm>
            <a:off x="706438" y="1514203"/>
            <a:ext cx="8874125" cy="4351338"/>
          </a:xfrm>
        </p:spPr>
        <p:txBody>
          <a:bodyPr/>
          <a:lstStyle/>
          <a:p>
            <a:pPr marL="609600" indent="-609600" eaLnBrk="1" hangingPunct="1">
              <a:lnSpc>
                <a:spcPct val="90000"/>
              </a:lnSpc>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rPr>
              <a:t>I </a:t>
            </a:r>
            <a:r>
              <a:rPr lang="en-US" altLang="en-US" sz="2800">
                <a:latin typeface="Calibri" panose="020F0502020204030204" pitchFamily="34" charset="0"/>
                <a:cs typeface="Calibri" panose="020F0502020204030204" pitchFamily="34" charset="0"/>
                <a:sym typeface="Wingdings" pitchFamily="2" charset="2"/>
              </a:rPr>
              <a:t> trạng thái ban đầu</a:t>
            </a:r>
          </a:p>
          <a:p>
            <a:pPr marL="609600" indent="-609600" eaLnBrk="1" hangingPunct="1">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GOAL?  Lựa chọn đích/mục tiêu kiểm tra</a:t>
            </a:r>
          </a:p>
          <a:p>
            <a:pPr marL="609600" indent="-609600" eaLnBrk="1" hangingPunct="1">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Succ  chọn ra từ kết quả hàm </a:t>
            </a:r>
            <a:r>
              <a:rPr lang="en-US" sz="2800">
                <a:latin typeface="Calibri" panose="020F0502020204030204" pitchFamily="34" charset="0"/>
                <a:cs typeface="Calibri" panose="020F0502020204030204" pitchFamily="34" charset="0"/>
              </a:rPr>
              <a:t>tiến triển (successor function) </a:t>
            </a:r>
            <a:endParaRPr lang="en-US" altLang="en-US" sz="2800">
              <a:latin typeface="Calibri" panose="020F0502020204030204" pitchFamily="34" charset="0"/>
              <a:cs typeface="Calibri" panose="020F0502020204030204" pitchFamily="34" charset="0"/>
              <a:sym typeface="Wingdings" pitchFamily="2" charset="2"/>
            </a:endParaRPr>
          </a:p>
          <a:p>
            <a:pPr marL="609600" indent="-609600" eaLnBrk="1" hangingPunct="1">
              <a:lnSpc>
                <a:spcPct val="90000"/>
              </a:lnSpc>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solution  </a:t>
            </a:r>
            <a:r>
              <a:rPr lang="en-US" altLang="en-US" sz="2800" b="1">
                <a:solidFill>
                  <a:srgbClr val="990033"/>
                </a:solidFill>
                <a:latin typeface="Calibri" panose="020F0502020204030204" pitchFamily="34" charset="0"/>
                <a:cs typeface="Calibri" panose="020F0502020204030204" pitchFamily="34" charset="0"/>
                <a:sym typeface="Wingdings" pitchFamily="2" charset="2"/>
              </a:rPr>
              <a:t>search</a:t>
            </a:r>
            <a:r>
              <a:rPr lang="en-US" altLang="en-US" sz="2800">
                <a:latin typeface="Calibri" panose="020F0502020204030204" pitchFamily="34" charset="0"/>
                <a:cs typeface="Calibri" panose="020F0502020204030204" pitchFamily="34" charset="0"/>
                <a:sym typeface="Wingdings" pitchFamily="2" charset="2"/>
              </a:rPr>
              <a:t>(I, GOAL?, Succ) </a:t>
            </a:r>
          </a:p>
          <a:p>
            <a:pPr marL="609600" indent="-609600" eaLnBrk="1" hangingPunct="1">
              <a:buClr>
                <a:srgbClr val="0033CC"/>
              </a:buClr>
              <a:buFont typeface="Wingdings" pitchFamily="2" charset="2"/>
              <a:buAutoNum type="arabicPeriod"/>
            </a:pPr>
            <a:r>
              <a:rPr lang="en-US" altLang="en-US" sz="2800">
                <a:latin typeface="Calibri" panose="020F0502020204030204" pitchFamily="34" charset="0"/>
                <a:cs typeface="Calibri" panose="020F0502020204030204" pitchFamily="34" charset="0"/>
                <a:sym typeface="Wingdings" pitchFamily="2" charset="2"/>
              </a:rPr>
              <a:t>perform(solution): Thực hiện lời giải</a:t>
            </a:r>
          </a:p>
        </p:txBody>
      </p:sp>
    </p:spTree>
    <p:extLst>
      <p:ext uri="{BB962C8B-B14F-4D97-AF65-F5344CB8AC3E}">
        <p14:creationId xmlns:p14="http://schemas.microsoft.com/office/powerpoint/2010/main" val="3189263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487F-6449-E547-8A12-85DBCB8BC740}"/>
              </a:ext>
            </a:extLst>
          </p:cNvPr>
          <p:cNvSpPr>
            <a:spLocks noGrp="1"/>
          </p:cNvSpPr>
          <p:nvPr>
            <p:ph type="title"/>
          </p:nvPr>
        </p:nvSpPr>
        <p:spPr/>
        <p:txBody>
          <a:bodyPr/>
          <a:lstStyle/>
          <a:p>
            <a:r>
              <a:rPr lang="en-US"/>
              <a:t>Cây tìm kiếm</a:t>
            </a:r>
          </a:p>
        </p:txBody>
      </p:sp>
      <p:sp>
        <p:nvSpPr>
          <p:cNvPr id="4" name="Slide Number Placeholder 3">
            <a:extLst>
              <a:ext uri="{FF2B5EF4-FFF2-40B4-BE49-F238E27FC236}">
                <a16:creationId xmlns:a16="http://schemas.microsoft.com/office/drawing/2014/main" id="{06E3E701-5031-204F-9244-A49098A4304B}"/>
              </a:ext>
            </a:extLst>
          </p:cNvPr>
          <p:cNvSpPr>
            <a:spLocks noGrp="1"/>
          </p:cNvSpPr>
          <p:nvPr>
            <p:ph type="sldNum" sz="quarter" idx="12"/>
          </p:nvPr>
        </p:nvSpPr>
        <p:spPr/>
        <p:txBody>
          <a:bodyPr/>
          <a:lstStyle/>
          <a:p>
            <a:fld id="{DA8C51A7-BEEA-471D-933F-7E35BC04A30F}" type="slidenum">
              <a:rPr lang="en-US"/>
              <a:pPr/>
              <a:t>4</a:t>
            </a:fld>
            <a:endParaRPr lang="en-US"/>
          </a:p>
        </p:txBody>
      </p:sp>
      <p:sp>
        <p:nvSpPr>
          <p:cNvPr id="5" name="Rectangle 105">
            <a:extLst>
              <a:ext uri="{FF2B5EF4-FFF2-40B4-BE49-F238E27FC236}">
                <a16:creationId xmlns:a16="http://schemas.microsoft.com/office/drawing/2014/main" id="{2A7DCC6F-C10A-994E-8592-09C7A69D5C3B}"/>
              </a:ext>
            </a:extLst>
          </p:cNvPr>
          <p:cNvSpPr>
            <a:spLocks noChangeArrowheads="1"/>
          </p:cNvSpPr>
          <p:nvPr/>
        </p:nvSpPr>
        <p:spPr bwMode="auto">
          <a:xfrm>
            <a:off x="1071070" y="1592409"/>
            <a:ext cx="5486400" cy="3810000"/>
          </a:xfrm>
          <a:prstGeom prst="rect">
            <a:avLst/>
          </a:prstGeom>
          <a:solidFill>
            <a:srgbClr val="E7FFE7"/>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 name="Rectangle 2">
            <a:extLst>
              <a:ext uri="{FF2B5EF4-FFF2-40B4-BE49-F238E27FC236}">
                <a16:creationId xmlns:a16="http://schemas.microsoft.com/office/drawing/2014/main" id="{E62FB5B3-2087-7B4B-95C1-53AA34E93B53}"/>
              </a:ext>
            </a:extLst>
          </p:cNvPr>
          <p:cNvSpPr>
            <a:spLocks noChangeArrowheads="1"/>
          </p:cNvSpPr>
          <p:nvPr/>
        </p:nvSpPr>
        <p:spPr bwMode="auto">
          <a:xfrm>
            <a:off x="6862270" y="1592409"/>
            <a:ext cx="2362200" cy="3810000"/>
          </a:xfrm>
          <a:prstGeom prst="rect">
            <a:avLst/>
          </a:prstGeom>
          <a:solidFill>
            <a:srgbClr val="FFFFD3"/>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a:p>
        </p:txBody>
      </p:sp>
      <p:grpSp>
        <p:nvGrpSpPr>
          <p:cNvPr id="7" name="Group 4">
            <a:extLst>
              <a:ext uri="{FF2B5EF4-FFF2-40B4-BE49-F238E27FC236}">
                <a16:creationId xmlns:a16="http://schemas.microsoft.com/office/drawing/2014/main" id="{AC8E508A-C1C8-BA4E-AE59-98E792F16809}"/>
              </a:ext>
            </a:extLst>
          </p:cNvPr>
          <p:cNvGrpSpPr>
            <a:grpSpLocks/>
          </p:cNvGrpSpPr>
          <p:nvPr/>
        </p:nvGrpSpPr>
        <p:grpSpPr bwMode="auto">
          <a:xfrm>
            <a:off x="1299670" y="1973409"/>
            <a:ext cx="5029200" cy="3200400"/>
            <a:chOff x="288" y="1392"/>
            <a:chExt cx="3532" cy="2496"/>
          </a:xfrm>
        </p:grpSpPr>
        <p:sp>
          <p:nvSpPr>
            <p:cNvPr id="8" name="Oval 5">
              <a:extLst>
                <a:ext uri="{FF2B5EF4-FFF2-40B4-BE49-F238E27FC236}">
                  <a16:creationId xmlns:a16="http://schemas.microsoft.com/office/drawing/2014/main" id="{B11CFB5C-08D0-0A41-86EF-D87F1899CD86}"/>
                </a:ext>
              </a:extLst>
            </p:cNvPr>
            <p:cNvSpPr>
              <a:spLocks noChangeArrowheads="1"/>
            </p:cNvSpPr>
            <p:nvPr/>
          </p:nvSpPr>
          <p:spPr bwMode="auto">
            <a:xfrm>
              <a:off x="288" y="2124"/>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 name="Oval 6">
              <a:extLst>
                <a:ext uri="{FF2B5EF4-FFF2-40B4-BE49-F238E27FC236}">
                  <a16:creationId xmlns:a16="http://schemas.microsoft.com/office/drawing/2014/main" id="{FC7015F3-AADD-3642-8121-653710BAAE21}"/>
                </a:ext>
              </a:extLst>
            </p:cNvPr>
            <p:cNvSpPr>
              <a:spLocks noChangeArrowheads="1"/>
            </p:cNvSpPr>
            <p:nvPr/>
          </p:nvSpPr>
          <p:spPr bwMode="auto">
            <a:xfrm>
              <a:off x="508" y="3168"/>
              <a:ext cx="96" cy="96"/>
            </a:xfrm>
            <a:prstGeom prst="ellipse">
              <a:avLst/>
            </a:prstGeom>
            <a:solidFill>
              <a:srgbClr val="CC9900"/>
            </a:solidFill>
            <a:ln w="9525">
              <a:solidFill>
                <a:srgbClr val="CC9900"/>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Oval 7">
              <a:extLst>
                <a:ext uri="{FF2B5EF4-FFF2-40B4-BE49-F238E27FC236}">
                  <a16:creationId xmlns:a16="http://schemas.microsoft.com/office/drawing/2014/main" id="{37D1782F-B2A1-D443-AB5A-83B7C2C62617}"/>
                </a:ext>
              </a:extLst>
            </p:cNvPr>
            <p:cNvSpPr>
              <a:spLocks noChangeArrowheads="1"/>
            </p:cNvSpPr>
            <p:nvPr/>
          </p:nvSpPr>
          <p:spPr bwMode="auto">
            <a:xfrm>
              <a:off x="844" y="1776"/>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 name="Oval 8">
              <a:extLst>
                <a:ext uri="{FF2B5EF4-FFF2-40B4-BE49-F238E27FC236}">
                  <a16:creationId xmlns:a16="http://schemas.microsoft.com/office/drawing/2014/main" id="{55A768E6-C048-F946-B22E-64890E6A7B91}"/>
                </a:ext>
              </a:extLst>
            </p:cNvPr>
            <p:cNvSpPr>
              <a:spLocks noChangeArrowheads="1"/>
            </p:cNvSpPr>
            <p:nvPr/>
          </p:nvSpPr>
          <p:spPr bwMode="auto">
            <a:xfrm>
              <a:off x="1900" y="2784"/>
              <a:ext cx="96" cy="96"/>
            </a:xfrm>
            <a:prstGeom prst="ellipse">
              <a:avLst/>
            </a:prstGeom>
            <a:solidFill>
              <a:srgbClr val="0033CC"/>
            </a:solidFill>
            <a:ln w="9525">
              <a:solidFill>
                <a:srgbClr val="0033CC"/>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Oval 9">
              <a:extLst>
                <a:ext uri="{FF2B5EF4-FFF2-40B4-BE49-F238E27FC236}">
                  <a16:creationId xmlns:a16="http://schemas.microsoft.com/office/drawing/2014/main" id="{1C53BE20-154C-094E-802E-BDD19835B089}"/>
                </a:ext>
              </a:extLst>
            </p:cNvPr>
            <p:cNvSpPr>
              <a:spLocks noChangeArrowheads="1"/>
            </p:cNvSpPr>
            <p:nvPr/>
          </p:nvSpPr>
          <p:spPr bwMode="auto">
            <a:xfrm>
              <a:off x="1276" y="3696"/>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 name="Oval 10">
              <a:extLst>
                <a:ext uri="{FF2B5EF4-FFF2-40B4-BE49-F238E27FC236}">
                  <a16:creationId xmlns:a16="http://schemas.microsoft.com/office/drawing/2014/main" id="{6D3FEC66-8422-434D-93D2-34091E778E8C}"/>
                </a:ext>
              </a:extLst>
            </p:cNvPr>
            <p:cNvSpPr>
              <a:spLocks noChangeArrowheads="1"/>
            </p:cNvSpPr>
            <p:nvPr/>
          </p:nvSpPr>
          <p:spPr bwMode="auto">
            <a:xfrm>
              <a:off x="2380" y="2784"/>
              <a:ext cx="96" cy="96"/>
            </a:xfrm>
            <a:prstGeom prst="ellipse">
              <a:avLst/>
            </a:prstGeom>
            <a:solidFill>
              <a:schemeClr val="folHlink"/>
            </a:solidFill>
            <a:ln w="9525">
              <a:solidFill>
                <a:schemeClr val="folHlink"/>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4" name="Oval 11">
              <a:extLst>
                <a:ext uri="{FF2B5EF4-FFF2-40B4-BE49-F238E27FC236}">
                  <a16:creationId xmlns:a16="http://schemas.microsoft.com/office/drawing/2014/main" id="{0481A547-3693-EE4B-988A-531666AF9E63}"/>
                </a:ext>
              </a:extLst>
            </p:cNvPr>
            <p:cNvSpPr>
              <a:spLocks noChangeArrowheads="1"/>
            </p:cNvSpPr>
            <p:nvPr/>
          </p:nvSpPr>
          <p:spPr bwMode="auto">
            <a:xfrm>
              <a:off x="892" y="2496"/>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 name="Oval 12">
              <a:extLst>
                <a:ext uri="{FF2B5EF4-FFF2-40B4-BE49-F238E27FC236}">
                  <a16:creationId xmlns:a16="http://schemas.microsoft.com/office/drawing/2014/main" id="{0AAE2DF7-16BC-7142-878D-2B83D4531F54}"/>
                </a:ext>
              </a:extLst>
            </p:cNvPr>
            <p:cNvSpPr>
              <a:spLocks noChangeArrowheads="1"/>
            </p:cNvSpPr>
            <p:nvPr/>
          </p:nvSpPr>
          <p:spPr bwMode="auto">
            <a:xfrm>
              <a:off x="2428" y="2352"/>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6" name="Oval 13">
              <a:extLst>
                <a:ext uri="{FF2B5EF4-FFF2-40B4-BE49-F238E27FC236}">
                  <a16:creationId xmlns:a16="http://schemas.microsoft.com/office/drawing/2014/main" id="{312950D1-B78D-A44D-8D6D-6B6958D8FE95}"/>
                </a:ext>
              </a:extLst>
            </p:cNvPr>
            <p:cNvSpPr>
              <a:spLocks noChangeArrowheads="1"/>
            </p:cNvSpPr>
            <p:nvPr/>
          </p:nvSpPr>
          <p:spPr bwMode="auto">
            <a:xfrm>
              <a:off x="412" y="3792"/>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 name="Oval 14">
              <a:extLst>
                <a:ext uri="{FF2B5EF4-FFF2-40B4-BE49-F238E27FC236}">
                  <a16:creationId xmlns:a16="http://schemas.microsoft.com/office/drawing/2014/main" id="{CB518A62-887B-F047-AF2A-677C2B865C49}"/>
                </a:ext>
              </a:extLst>
            </p:cNvPr>
            <p:cNvSpPr>
              <a:spLocks noChangeArrowheads="1"/>
            </p:cNvSpPr>
            <p:nvPr/>
          </p:nvSpPr>
          <p:spPr bwMode="auto">
            <a:xfrm>
              <a:off x="940" y="3264"/>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8" name="Oval 15">
              <a:extLst>
                <a:ext uri="{FF2B5EF4-FFF2-40B4-BE49-F238E27FC236}">
                  <a16:creationId xmlns:a16="http://schemas.microsoft.com/office/drawing/2014/main" id="{3E60E63E-CBBF-3F47-83DC-8080D3E59970}"/>
                </a:ext>
              </a:extLst>
            </p:cNvPr>
            <p:cNvSpPr>
              <a:spLocks noChangeArrowheads="1"/>
            </p:cNvSpPr>
            <p:nvPr/>
          </p:nvSpPr>
          <p:spPr bwMode="auto">
            <a:xfrm>
              <a:off x="2524" y="1824"/>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 name="Oval 16">
              <a:extLst>
                <a:ext uri="{FF2B5EF4-FFF2-40B4-BE49-F238E27FC236}">
                  <a16:creationId xmlns:a16="http://schemas.microsoft.com/office/drawing/2014/main" id="{08E337B5-0698-F642-A21F-DD5AB20083C6}"/>
                </a:ext>
              </a:extLst>
            </p:cNvPr>
            <p:cNvSpPr>
              <a:spLocks noChangeArrowheads="1"/>
            </p:cNvSpPr>
            <p:nvPr/>
          </p:nvSpPr>
          <p:spPr bwMode="auto">
            <a:xfrm>
              <a:off x="2956" y="3264"/>
              <a:ext cx="96" cy="96"/>
            </a:xfrm>
            <a:prstGeom prst="ellipse">
              <a:avLst/>
            </a:prstGeom>
            <a:solidFill>
              <a:srgbClr val="FF33CC"/>
            </a:solidFill>
            <a:ln w="9525">
              <a:solidFill>
                <a:srgbClr val="FF33CC"/>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0" name="Oval 17">
              <a:extLst>
                <a:ext uri="{FF2B5EF4-FFF2-40B4-BE49-F238E27FC236}">
                  <a16:creationId xmlns:a16="http://schemas.microsoft.com/office/drawing/2014/main" id="{24D80DD9-F9D7-524A-B111-6CC0ED61E370}"/>
                </a:ext>
              </a:extLst>
            </p:cNvPr>
            <p:cNvSpPr>
              <a:spLocks noChangeArrowheads="1"/>
            </p:cNvSpPr>
            <p:nvPr/>
          </p:nvSpPr>
          <p:spPr bwMode="auto">
            <a:xfrm>
              <a:off x="1708" y="3648"/>
              <a:ext cx="96" cy="96"/>
            </a:xfrm>
            <a:prstGeom prst="ellipse">
              <a:avLst/>
            </a:prstGeom>
            <a:solidFill>
              <a:srgbClr val="FF0000"/>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1" name="Oval 18">
              <a:extLst>
                <a:ext uri="{FF2B5EF4-FFF2-40B4-BE49-F238E27FC236}">
                  <a16:creationId xmlns:a16="http://schemas.microsoft.com/office/drawing/2014/main" id="{26EB89A9-35E9-E14A-9B77-D2D799287AF7}"/>
                </a:ext>
              </a:extLst>
            </p:cNvPr>
            <p:cNvSpPr>
              <a:spLocks noChangeArrowheads="1"/>
            </p:cNvSpPr>
            <p:nvPr/>
          </p:nvSpPr>
          <p:spPr bwMode="auto">
            <a:xfrm>
              <a:off x="2428" y="3504"/>
              <a:ext cx="96" cy="96"/>
            </a:xfrm>
            <a:prstGeom prst="ellipse">
              <a:avLst/>
            </a:prstGeom>
            <a:solidFill>
              <a:srgbClr val="990033"/>
            </a:solidFill>
            <a:ln w="9525">
              <a:solidFill>
                <a:srgbClr val="990033"/>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 name="Oval 19">
              <a:extLst>
                <a:ext uri="{FF2B5EF4-FFF2-40B4-BE49-F238E27FC236}">
                  <a16:creationId xmlns:a16="http://schemas.microsoft.com/office/drawing/2014/main" id="{46CF417F-E962-5F4F-A927-A5E124447D02}"/>
                </a:ext>
              </a:extLst>
            </p:cNvPr>
            <p:cNvSpPr>
              <a:spLocks noChangeArrowheads="1"/>
            </p:cNvSpPr>
            <p:nvPr/>
          </p:nvSpPr>
          <p:spPr bwMode="auto">
            <a:xfrm>
              <a:off x="1324" y="2832"/>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3" name="Oval 20">
              <a:extLst>
                <a:ext uri="{FF2B5EF4-FFF2-40B4-BE49-F238E27FC236}">
                  <a16:creationId xmlns:a16="http://schemas.microsoft.com/office/drawing/2014/main" id="{024D12A5-E87F-2B4E-AADB-44994A009558}"/>
                </a:ext>
              </a:extLst>
            </p:cNvPr>
            <p:cNvSpPr>
              <a:spLocks noChangeArrowheads="1"/>
            </p:cNvSpPr>
            <p:nvPr/>
          </p:nvSpPr>
          <p:spPr bwMode="auto">
            <a:xfrm>
              <a:off x="1468" y="2016"/>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4" name="Oval 21">
              <a:extLst>
                <a:ext uri="{FF2B5EF4-FFF2-40B4-BE49-F238E27FC236}">
                  <a16:creationId xmlns:a16="http://schemas.microsoft.com/office/drawing/2014/main" id="{9215CF3D-8C85-8241-B0DD-67EC5DEAAE8E}"/>
                </a:ext>
              </a:extLst>
            </p:cNvPr>
            <p:cNvSpPr>
              <a:spLocks noChangeArrowheads="1"/>
            </p:cNvSpPr>
            <p:nvPr/>
          </p:nvSpPr>
          <p:spPr bwMode="auto">
            <a:xfrm>
              <a:off x="1900" y="2304"/>
              <a:ext cx="96" cy="96"/>
            </a:xfrm>
            <a:prstGeom prst="ellipse">
              <a:avLst/>
            </a:prstGeom>
            <a:solidFill>
              <a:schemeClr val="hlink"/>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5" name="Oval 22">
              <a:extLst>
                <a:ext uri="{FF2B5EF4-FFF2-40B4-BE49-F238E27FC236}">
                  <a16:creationId xmlns:a16="http://schemas.microsoft.com/office/drawing/2014/main" id="{043CEDAE-B5D3-9F45-B99A-E17840A2B838}"/>
                </a:ext>
              </a:extLst>
            </p:cNvPr>
            <p:cNvSpPr>
              <a:spLocks noChangeArrowheads="1"/>
            </p:cNvSpPr>
            <p:nvPr/>
          </p:nvSpPr>
          <p:spPr bwMode="auto">
            <a:xfrm>
              <a:off x="2092" y="1968"/>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6" name="Oval 23">
              <a:extLst>
                <a:ext uri="{FF2B5EF4-FFF2-40B4-BE49-F238E27FC236}">
                  <a16:creationId xmlns:a16="http://schemas.microsoft.com/office/drawing/2014/main" id="{571EDE13-0CA1-8042-BE63-9C9BADE8A9D8}"/>
                </a:ext>
              </a:extLst>
            </p:cNvPr>
            <p:cNvSpPr>
              <a:spLocks noChangeArrowheads="1"/>
            </p:cNvSpPr>
            <p:nvPr/>
          </p:nvSpPr>
          <p:spPr bwMode="auto">
            <a:xfrm>
              <a:off x="2092" y="1392"/>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7" name="Oval 24">
              <a:extLst>
                <a:ext uri="{FF2B5EF4-FFF2-40B4-BE49-F238E27FC236}">
                  <a16:creationId xmlns:a16="http://schemas.microsoft.com/office/drawing/2014/main" id="{EFC5AE4D-5D5D-8D49-8003-E90A7A8C2072}"/>
                </a:ext>
              </a:extLst>
            </p:cNvPr>
            <p:cNvSpPr>
              <a:spLocks noChangeArrowheads="1"/>
            </p:cNvSpPr>
            <p:nvPr/>
          </p:nvSpPr>
          <p:spPr bwMode="auto">
            <a:xfrm>
              <a:off x="1516" y="3408"/>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8" name="Oval 25">
              <a:extLst>
                <a:ext uri="{FF2B5EF4-FFF2-40B4-BE49-F238E27FC236}">
                  <a16:creationId xmlns:a16="http://schemas.microsoft.com/office/drawing/2014/main" id="{0453DAAA-E07F-EA46-86C8-046799F7ED7A}"/>
                </a:ext>
              </a:extLst>
            </p:cNvPr>
            <p:cNvSpPr>
              <a:spLocks noChangeArrowheads="1"/>
            </p:cNvSpPr>
            <p:nvPr/>
          </p:nvSpPr>
          <p:spPr bwMode="auto">
            <a:xfrm>
              <a:off x="3724" y="1728"/>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 name="Oval 26">
              <a:extLst>
                <a:ext uri="{FF2B5EF4-FFF2-40B4-BE49-F238E27FC236}">
                  <a16:creationId xmlns:a16="http://schemas.microsoft.com/office/drawing/2014/main" id="{85658242-06BB-0741-88CE-1CC2E285FA97}"/>
                </a:ext>
              </a:extLst>
            </p:cNvPr>
            <p:cNvSpPr>
              <a:spLocks noChangeArrowheads="1"/>
            </p:cNvSpPr>
            <p:nvPr/>
          </p:nvSpPr>
          <p:spPr bwMode="auto">
            <a:xfrm>
              <a:off x="2860" y="1968"/>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0" name="Oval 27">
              <a:extLst>
                <a:ext uri="{FF2B5EF4-FFF2-40B4-BE49-F238E27FC236}">
                  <a16:creationId xmlns:a16="http://schemas.microsoft.com/office/drawing/2014/main" id="{C034AF09-7F89-B04E-8C78-E4FE5C796C12}"/>
                </a:ext>
              </a:extLst>
            </p:cNvPr>
            <p:cNvSpPr>
              <a:spLocks noChangeArrowheads="1"/>
            </p:cNvSpPr>
            <p:nvPr/>
          </p:nvSpPr>
          <p:spPr bwMode="auto">
            <a:xfrm>
              <a:off x="3196" y="1872"/>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1" name="Oval 28">
              <a:extLst>
                <a:ext uri="{FF2B5EF4-FFF2-40B4-BE49-F238E27FC236}">
                  <a16:creationId xmlns:a16="http://schemas.microsoft.com/office/drawing/2014/main" id="{1A31BC96-8883-6045-985E-2A88CA2380DF}"/>
                </a:ext>
              </a:extLst>
            </p:cNvPr>
            <p:cNvSpPr>
              <a:spLocks noChangeArrowheads="1"/>
            </p:cNvSpPr>
            <p:nvPr/>
          </p:nvSpPr>
          <p:spPr bwMode="auto">
            <a:xfrm>
              <a:off x="3436" y="2208"/>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2" name="Oval 29">
              <a:extLst>
                <a:ext uri="{FF2B5EF4-FFF2-40B4-BE49-F238E27FC236}">
                  <a16:creationId xmlns:a16="http://schemas.microsoft.com/office/drawing/2014/main" id="{77382D2F-ACC9-F84B-B7CF-FD0BC5FAA3F7}"/>
                </a:ext>
              </a:extLst>
            </p:cNvPr>
            <p:cNvSpPr>
              <a:spLocks noChangeArrowheads="1"/>
            </p:cNvSpPr>
            <p:nvPr/>
          </p:nvSpPr>
          <p:spPr bwMode="auto">
            <a:xfrm>
              <a:off x="3472" y="3268"/>
              <a:ext cx="96" cy="96"/>
            </a:xfrm>
            <a:prstGeom prst="ellipse">
              <a:avLst/>
            </a:prstGeom>
            <a:solidFill>
              <a:schemeClr val="bg2"/>
            </a:soli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3" name="Oval 30">
              <a:extLst>
                <a:ext uri="{FF2B5EF4-FFF2-40B4-BE49-F238E27FC236}">
                  <a16:creationId xmlns:a16="http://schemas.microsoft.com/office/drawing/2014/main" id="{10528196-2465-E743-8366-E8723DD9CA63}"/>
                </a:ext>
              </a:extLst>
            </p:cNvPr>
            <p:cNvSpPr>
              <a:spLocks noChangeArrowheads="1"/>
            </p:cNvSpPr>
            <p:nvPr/>
          </p:nvSpPr>
          <p:spPr bwMode="auto">
            <a:xfrm>
              <a:off x="3052" y="2592"/>
              <a:ext cx="96" cy="96"/>
            </a:xfrm>
            <a:prstGeom prst="ellipse">
              <a:avLst/>
            </a:prstGeom>
            <a:solidFill>
              <a:srgbClr val="009900"/>
            </a:solidFill>
            <a:ln w="9525">
              <a:solidFill>
                <a:srgbClr val="009900"/>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4" name="Oval 31">
              <a:extLst>
                <a:ext uri="{FF2B5EF4-FFF2-40B4-BE49-F238E27FC236}">
                  <a16:creationId xmlns:a16="http://schemas.microsoft.com/office/drawing/2014/main" id="{255AB86E-C662-984D-AB67-981E5AB8EC8E}"/>
                </a:ext>
              </a:extLst>
            </p:cNvPr>
            <p:cNvSpPr>
              <a:spLocks noChangeArrowheads="1"/>
            </p:cNvSpPr>
            <p:nvPr/>
          </p:nvSpPr>
          <p:spPr bwMode="auto">
            <a:xfrm>
              <a:off x="3340" y="2640"/>
              <a:ext cx="96" cy="96"/>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5" name="Line 32">
              <a:extLst>
                <a:ext uri="{FF2B5EF4-FFF2-40B4-BE49-F238E27FC236}">
                  <a16:creationId xmlns:a16="http://schemas.microsoft.com/office/drawing/2014/main" id="{920EE95F-A2EB-9B43-A646-4A6DE0673A66}"/>
                </a:ext>
              </a:extLst>
            </p:cNvPr>
            <p:cNvSpPr>
              <a:spLocks noChangeShapeType="1"/>
            </p:cNvSpPr>
            <p:nvPr/>
          </p:nvSpPr>
          <p:spPr bwMode="auto">
            <a:xfrm flipV="1">
              <a:off x="456" y="3260"/>
              <a:ext cx="92" cy="5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6" name="Line 33">
              <a:extLst>
                <a:ext uri="{FF2B5EF4-FFF2-40B4-BE49-F238E27FC236}">
                  <a16:creationId xmlns:a16="http://schemas.microsoft.com/office/drawing/2014/main" id="{597A365F-F5B3-464F-AC41-3E2E51B5F9C5}"/>
                </a:ext>
              </a:extLst>
            </p:cNvPr>
            <p:cNvSpPr>
              <a:spLocks noChangeShapeType="1"/>
            </p:cNvSpPr>
            <p:nvPr/>
          </p:nvSpPr>
          <p:spPr bwMode="auto">
            <a:xfrm flipV="1">
              <a:off x="492" y="3352"/>
              <a:ext cx="468" cy="4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7" name="Line 34">
              <a:extLst>
                <a:ext uri="{FF2B5EF4-FFF2-40B4-BE49-F238E27FC236}">
                  <a16:creationId xmlns:a16="http://schemas.microsoft.com/office/drawing/2014/main" id="{28D0C257-6FFE-0B4E-B2C3-AA68B08A29C4}"/>
                </a:ext>
              </a:extLst>
            </p:cNvPr>
            <p:cNvSpPr>
              <a:spLocks noChangeShapeType="1"/>
            </p:cNvSpPr>
            <p:nvPr/>
          </p:nvSpPr>
          <p:spPr bwMode="auto">
            <a:xfrm flipV="1">
              <a:off x="504" y="3476"/>
              <a:ext cx="1012" cy="3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8" name="Line 35">
              <a:extLst>
                <a:ext uri="{FF2B5EF4-FFF2-40B4-BE49-F238E27FC236}">
                  <a16:creationId xmlns:a16="http://schemas.microsoft.com/office/drawing/2014/main" id="{67D2B2FA-8855-924E-96E6-0EE4E096E7CC}"/>
                </a:ext>
              </a:extLst>
            </p:cNvPr>
            <p:cNvSpPr>
              <a:spLocks noChangeShapeType="1"/>
            </p:cNvSpPr>
            <p:nvPr/>
          </p:nvSpPr>
          <p:spPr bwMode="auto">
            <a:xfrm flipH="1">
              <a:off x="1352" y="3496"/>
              <a:ext cx="180" cy="2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39" name="Line 36">
              <a:extLst>
                <a:ext uri="{FF2B5EF4-FFF2-40B4-BE49-F238E27FC236}">
                  <a16:creationId xmlns:a16="http://schemas.microsoft.com/office/drawing/2014/main" id="{468AFFE7-8766-2D46-B26A-5DCA9A1CF414}"/>
                </a:ext>
              </a:extLst>
            </p:cNvPr>
            <p:cNvSpPr>
              <a:spLocks noChangeShapeType="1"/>
            </p:cNvSpPr>
            <p:nvPr/>
          </p:nvSpPr>
          <p:spPr bwMode="auto">
            <a:xfrm>
              <a:off x="1596" y="3488"/>
              <a:ext cx="136" cy="1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0" name="Line 37">
              <a:extLst>
                <a:ext uri="{FF2B5EF4-FFF2-40B4-BE49-F238E27FC236}">
                  <a16:creationId xmlns:a16="http://schemas.microsoft.com/office/drawing/2014/main" id="{8B4A58D9-C058-1C4E-B14F-E60603B8B31F}"/>
                </a:ext>
              </a:extLst>
            </p:cNvPr>
            <p:cNvSpPr>
              <a:spLocks noChangeShapeType="1"/>
            </p:cNvSpPr>
            <p:nvPr/>
          </p:nvSpPr>
          <p:spPr bwMode="auto">
            <a:xfrm flipV="1">
              <a:off x="1796" y="3564"/>
              <a:ext cx="636" cy="1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1" name="Line 38">
              <a:extLst>
                <a:ext uri="{FF2B5EF4-FFF2-40B4-BE49-F238E27FC236}">
                  <a16:creationId xmlns:a16="http://schemas.microsoft.com/office/drawing/2014/main" id="{1918900C-35E2-CD49-9E56-45448846ED91}"/>
                </a:ext>
              </a:extLst>
            </p:cNvPr>
            <p:cNvSpPr>
              <a:spLocks noChangeShapeType="1"/>
            </p:cNvSpPr>
            <p:nvPr/>
          </p:nvSpPr>
          <p:spPr bwMode="auto">
            <a:xfrm flipV="1">
              <a:off x="1764" y="2876"/>
              <a:ext cx="176" cy="7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 name="Line 39">
              <a:extLst>
                <a:ext uri="{FF2B5EF4-FFF2-40B4-BE49-F238E27FC236}">
                  <a16:creationId xmlns:a16="http://schemas.microsoft.com/office/drawing/2014/main" id="{FF38A9E4-AF0D-8E4E-BD0F-F416490F0ED8}"/>
                </a:ext>
              </a:extLst>
            </p:cNvPr>
            <p:cNvSpPr>
              <a:spLocks noChangeShapeType="1"/>
            </p:cNvSpPr>
            <p:nvPr/>
          </p:nvSpPr>
          <p:spPr bwMode="auto">
            <a:xfrm flipH="1" flipV="1">
              <a:off x="2428" y="2880"/>
              <a:ext cx="48"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3" name="Line 40">
              <a:extLst>
                <a:ext uri="{FF2B5EF4-FFF2-40B4-BE49-F238E27FC236}">
                  <a16:creationId xmlns:a16="http://schemas.microsoft.com/office/drawing/2014/main" id="{D7895553-27BD-A14D-847E-2E7C3B7218EE}"/>
                </a:ext>
              </a:extLst>
            </p:cNvPr>
            <p:cNvSpPr>
              <a:spLocks noChangeShapeType="1"/>
            </p:cNvSpPr>
            <p:nvPr/>
          </p:nvSpPr>
          <p:spPr bwMode="auto">
            <a:xfrm flipV="1">
              <a:off x="2524" y="3336"/>
              <a:ext cx="440" cy="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4" name="Line 41">
              <a:extLst>
                <a:ext uri="{FF2B5EF4-FFF2-40B4-BE49-F238E27FC236}">
                  <a16:creationId xmlns:a16="http://schemas.microsoft.com/office/drawing/2014/main" id="{BA239BB8-BFD5-8948-BC3C-7AE1872BD868}"/>
                </a:ext>
              </a:extLst>
            </p:cNvPr>
            <p:cNvSpPr>
              <a:spLocks noChangeShapeType="1"/>
            </p:cNvSpPr>
            <p:nvPr/>
          </p:nvSpPr>
          <p:spPr bwMode="auto">
            <a:xfrm flipH="1" flipV="1">
              <a:off x="944" y="2592"/>
              <a:ext cx="40" cy="6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5" name="Line 42">
              <a:extLst>
                <a:ext uri="{FF2B5EF4-FFF2-40B4-BE49-F238E27FC236}">
                  <a16:creationId xmlns:a16="http://schemas.microsoft.com/office/drawing/2014/main" id="{64FD52D3-0839-4247-864F-145D5BA24A95}"/>
                </a:ext>
              </a:extLst>
            </p:cNvPr>
            <p:cNvSpPr>
              <a:spLocks noChangeShapeType="1"/>
            </p:cNvSpPr>
            <p:nvPr/>
          </p:nvSpPr>
          <p:spPr bwMode="auto">
            <a:xfrm flipH="1">
              <a:off x="1024" y="2920"/>
              <a:ext cx="32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6" name="Line 43">
              <a:extLst>
                <a:ext uri="{FF2B5EF4-FFF2-40B4-BE49-F238E27FC236}">
                  <a16:creationId xmlns:a16="http://schemas.microsoft.com/office/drawing/2014/main" id="{F5AA955F-392A-1940-B941-85BB304CC168}"/>
                </a:ext>
              </a:extLst>
            </p:cNvPr>
            <p:cNvSpPr>
              <a:spLocks noChangeShapeType="1"/>
            </p:cNvSpPr>
            <p:nvPr/>
          </p:nvSpPr>
          <p:spPr bwMode="auto">
            <a:xfrm>
              <a:off x="1388" y="2924"/>
              <a:ext cx="164" cy="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7" name="Line 44">
              <a:extLst>
                <a:ext uri="{FF2B5EF4-FFF2-40B4-BE49-F238E27FC236}">
                  <a16:creationId xmlns:a16="http://schemas.microsoft.com/office/drawing/2014/main" id="{3F113B1B-5102-1B4D-BF39-12BA2DE03D09}"/>
                </a:ext>
              </a:extLst>
            </p:cNvPr>
            <p:cNvSpPr>
              <a:spLocks noChangeShapeType="1"/>
            </p:cNvSpPr>
            <p:nvPr/>
          </p:nvSpPr>
          <p:spPr bwMode="auto">
            <a:xfrm flipV="1">
              <a:off x="1416" y="2836"/>
              <a:ext cx="480"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8" name="Line 45">
              <a:extLst>
                <a:ext uri="{FF2B5EF4-FFF2-40B4-BE49-F238E27FC236}">
                  <a16:creationId xmlns:a16="http://schemas.microsoft.com/office/drawing/2014/main" id="{ADB09721-5F42-114E-AB5A-E40B90666C27}"/>
                </a:ext>
              </a:extLst>
            </p:cNvPr>
            <p:cNvSpPr>
              <a:spLocks noChangeShapeType="1"/>
            </p:cNvSpPr>
            <p:nvPr/>
          </p:nvSpPr>
          <p:spPr bwMode="auto">
            <a:xfrm flipV="1">
              <a:off x="3500" y="1816"/>
              <a:ext cx="244" cy="3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9" name="Line 46">
              <a:extLst>
                <a:ext uri="{FF2B5EF4-FFF2-40B4-BE49-F238E27FC236}">
                  <a16:creationId xmlns:a16="http://schemas.microsoft.com/office/drawing/2014/main" id="{71951681-A5ED-C341-B640-F63FDF85173A}"/>
                </a:ext>
              </a:extLst>
            </p:cNvPr>
            <p:cNvSpPr>
              <a:spLocks noChangeShapeType="1"/>
            </p:cNvSpPr>
            <p:nvPr/>
          </p:nvSpPr>
          <p:spPr bwMode="auto">
            <a:xfrm flipH="1">
              <a:off x="3292" y="1780"/>
              <a:ext cx="432" cy="1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0" name="Line 47">
              <a:extLst>
                <a:ext uri="{FF2B5EF4-FFF2-40B4-BE49-F238E27FC236}">
                  <a16:creationId xmlns:a16="http://schemas.microsoft.com/office/drawing/2014/main" id="{3BE15873-BE7E-C04C-A9C6-B40BCF7D421D}"/>
                </a:ext>
              </a:extLst>
            </p:cNvPr>
            <p:cNvSpPr>
              <a:spLocks noChangeShapeType="1"/>
            </p:cNvSpPr>
            <p:nvPr/>
          </p:nvSpPr>
          <p:spPr bwMode="auto">
            <a:xfrm flipH="1" flipV="1">
              <a:off x="2180" y="1456"/>
              <a:ext cx="1548" cy="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 name="Line 48">
              <a:extLst>
                <a:ext uri="{FF2B5EF4-FFF2-40B4-BE49-F238E27FC236}">
                  <a16:creationId xmlns:a16="http://schemas.microsoft.com/office/drawing/2014/main" id="{643B7341-EE15-5C41-8B6A-B75EF4115507}"/>
                </a:ext>
              </a:extLst>
            </p:cNvPr>
            <p:cNvSpPr>
              <a:spLocks noChangeShapeType="1"/>
            </p:cNvSpPr>
            <p:nvPr/>
          </p:nvSpPr>
          <p:spPr bwMode="auto">
            <a:xfrm flipV="1">
              <a:off x="1944" y="2392"/>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2" name="Line 49">
              <a:extLst>
                <a:ext uri="{FF2B5EF4-FFF2-40B4-BE49-F238E27FC236}">
                  <a16:creationId xmlns:a16="http://schemas.microsoft.com/office/drawing/2014/main" id="{A5EA0ABD-6E46-AA40-A25A-E052ACB124F4}"/>
                </a:ext>
              </a:extLst>
            </p:cNvPr>
            <p:cNvSpPr>
              <a:spLocks noChangeShapeType="1"/>
            </p:cNvSpPr>
            <p:nvPr/>
          </p:nvSpPr>
          <p:spPr bwMode="auto">
            <a:xfrm>
              <a:off x="1996" y="2356"/>
              <a:ext cx="432" cy="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3" name="Line 50">
              <a:extLst>
                <a:ext uri="{FF2B5EF4-FFF2-40B4-BE49-F238E27FC236}">
                  <a16:creationId xmlns:a16="http://schemas.microsoft.com/office/drawing/2014/main" id="{4A1F70DF-8542-1747-8132-15B5363A39CE}"/>
                </a:ext>
              </a:extLst>
            </p:cNvPr>
            <p:cNvSpPr>
              <a:spLocks noChangeShapeType="1"/>
            </p:cNvSpPr>
            <p:nvPr/>
          </p:nvSpPr>
          <p:spPr bwMode="auto">
            <a:xfrm flipV="1">
              <a:off x="1960" y="2052"/>
              <a:ext cx="148" cy="2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4" name="Line 51">
              <a:extLst>
                <a:ext uri="{FF2B5EF4-FFF2-40B4-BE49-F238E27FC236}">
                  <a16:creationId xmlns:a16="http://schemas.microsoft.com/office/drawing/2014/main" id="{E9C181AD-7CC0-4441-8540-81797852913D}"/>
                </a:ext>
              </a:extLst>
            </p:cNvPr>
            <p:cNvSpPr>
              <a:spLocks noChangeShapeType="1"/>
            </p:cNvSpPr>
            <p:nvPr/>
          </p:nvSpPr>
          <p:spPr bwMode="auto">
            <a:xfrm flipV="1">
              <a:off x="2128" y="1488"/>
              <a:ext cx="12"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5" name="Line 52">
              <a:extLst>
                <a:ext uri="{FF2B5EF4-FFF2-40B4-BE49-F238E27FC236}">
                  <a16:creationId xmlns:a16="http://schemas.microsoft.com/office/drawing/2014/main" id="{90FB8088-1275-034B-A357-97E6BE592236}"/>
                </a:ext>
              </a:extLst>
            </p:cNvPr>
            <p:cNvSpPr>
              <a:spLocks noChangeShapeType="1"/>
            </p:cNvSpPr>
            <p:nvPr/>
          </p:nvSpPr>
          <p:spPr bwMode="auto">
            <a:xfrm>
              <a:off x="2164" y="1480"/>
              <a:ext cx="38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6" name="Line 53">
              <a:extLst>
                <a:ext uri="{FF2B5EF4-FFF2-40B4-BE49-F238E27FC236}">
                  <a16:creationId xmlns:a16="http://schemas.microsoft.com/office/drawing/2014/main" id="{06B9C7E4-D7A0-7F4E-8DCA-CA9C4E683D20}"/>
                </a:ext>
              </a:extLst>
            </p:cNvPr>
            <p:cNvSpPr>
              <a:spLocks noChangeShapeType="1"/>
            </p:cNvSpPr>
            <p:nvPr/>
          </p:nvSpPr>
          <p:spPr bwMode="auto">
            <a:xfrm>
              <a:off x="2156" y="1488"/>
              <a:ext cx="308" cy="86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7" name="Line 54">
              <a:extLst>
                <a:ext uri="{FF2B5EF4-FFF2-40B4-BE49-F238E27FC236}">
                  <a16:creationId xmlns:a16="http://schemas.microsoft.com/office/drawing/2014/main" id="{CA5D49D9-A124-A441-BF38-960290DE7D18}"/>
                </a:ext>
              </a:extLst>
            </p:cNvPr>
            <p:cNvSpPr>
              <a:spLocks noChangeShapeType="1"/>
            </p:cNvSpPr>
            <p:nvPr/>
          </p:nvSpPr>
          <p:spPr bwMode="auto">
            <a:xfrm flipV="1">
              <a:off x="2512" y="2056"/>
              <a:ext cx="364"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8" name="Line 55">
              <a:extLst>
                <a:ext uri="{FF2B5EF4-FFF2-40B4-BE49-F238E27FC236}">
                  <a16:creationId xmlns:a16="http://schemas.microsoft.com/office/drawing/2014/main" id="{796D8F48-9934-9B40-8C0D-9CE3014E53F9}"/>
                </a:ext>
              </a:extLst>
            </p:cNvPr>
            <p:cNvSpPr>
              <a:spLocks noChangeShapeType="1"/>
            </p:cNvSpPr>
            <p:nvPr/>
          </p:nvSpPr>
          <p:spPr bwMode="auto">
            <a:xfrm flipH="1" flipV="1">
              <a:off x="2188" y="2016"/>
              <a:ext cx="672" cy="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9" name="Line 56">
              <a:extLst>
                <a:ext uri="{FF2B5EF4-FFF2-40B4-BE49-F238E27FC236}">
                  <a16:creationId xmlns:a16="http://schemas.microsoft.com/office/drawing/2014/main" id="{8F53F0D7-E8E9-7147-A3F9-DBE17DD0F3FA}"/>
                </a:ext>
              </a:extLst>
            </p:cNvPr>
            <p:cNvSpPr>
              <a:spLocks noChangeShapeType="1"/>
            </p:cNvSpPr>
            <p:nvPr/>
          </p:nvSpPr>
          <p:spPr bwMode="auto">
            <a:xfrm>
              <a:off x="2616" y="1888"/>
              <a:ext cx="252" cy="1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0" name="Line 57">
              <a:extLst>
                <a:ext uri="{FF2B5EF4-FFF2-40B4-BE49-F238E27FC236}">
                  <a16:creationId xmlns:a16="http://schemas.microsoft.com/office/drawing/2014/main" id="{66FE4C86-BF9C-8F46-B9DF-FC47A60733DC}"/>
                </a:ext>
              </a:extLst>
            </p:cNvPr>
            <p:cNvSpPr>
              <a:spLocks noChangeShapeType="1"/>
            </p:cNvSpPr>
            <p:nvPr/>
          </p:nvSpPr>
          <p:spPr bwMode="auto">
            <a:xfrm>
              <a:off x="2612" y="1856"/>
              <a:ext cx="584" cy="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 name="Line 58">
              <a:extLst>
                <a:ext uri="{FF2B5EF4-FFF2-40B4-BE49-F238E27FC236}">
                  <a16:creationId xmlns:a16="http://schemas.microsoft.com/office/drawing/2014/main" id="{BB7F2722-D941-D94B-BC76-EC695A5B736F}"/>
                </a:ext>
              </a:extLst>
            </p:cNvPr>
            <p:cNvSpPr>
              <a:spLocks noChangeShapeType="1"/>
            </p:cNvSpPr>
            <p:nvPr/>
          </p:nvSpPr>
          <p:spPr bwMode="auto">
            <a:xfrm flipV="1">
              <a:off x="3136" y="2288"/>
              <a:ext cx="308"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 name="Line 59">
              <a:extLst>
                <a:ext uri="{FF2B5EF4-FFF2-40B4-BE49-F238E27FC236}">
                  <a16:creationId xmlns:a16="http://schemas.microsoft.com/office/drawing/2014/main" id="{6466FC80-DF6C-8D48-90EF-26CBC5F2E313}"/>
                </a:ext>
              </a:extLst>
            </p:cNvPr>
            <p:cNvSpPr>
              <a:spLocks noChangeShapeType="1"/>
            </p:cNvSpPr>
            <p:nvPr/>
          </p:nvSpPr>
          <p:spPr bwMode="auto">
            <a:xfrm flipH="1">
              <a:off x="2456" y="1968"/>
              <a:ext cx="780"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3" name="Line 60">
              <a:extLst>
                <a:ext uri="{FF2B5EF4-FFF2-40B4-BE49-F238E27FC236}">
                  <a16:creationId xmlns:a16="http://schemas.microsoft.com/office/drawing/2014/main" id="{13B45BBD-449A-E843-B2DC-681BC485942A}"/>
                </a:ext>
              </a:extLst>
            </p:cNvPr>
            <p:cNvSpPr>
              <a:spLocks noChangeShapeType="1"/>
            </p:cNvSpPr>
            <p:nvPr/>
          </p:nvSpPr>
          <p:spPr bwMode="auto">
            <a:xfrm flipH="1">
              <a:off x="3104" y="1964"/>
              <a:ext cx="144" cy="6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4" name="Line 61">
              <a:extLst>
                <a:ext uri="{FF2B5EF4-FFF2-40B4-BE49-F238E27FC236}">
                  <a16:creationId xmlns:a16="http://schemas.microsoft.com/office/drawing/2014/main" id="{DB056B18-735F-9C46-9171-5E5BF55316C3}"/>
                </a:ext>
              </a:extLst>
            </p:cNvPr>
            <p:cNvSpPr>
              <a:spLocks noChangeShapeType="1"/>
            </p:cNvSpPr>
            <p:nvPr/>
          </p:nvSpPr>
          <p:spPr bwMode="auto">
            <a:xfrm flipH="1">
              <a:off x="3012" y="2688"/>
              <a:ext cx="72" cy="5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5" name="Line 62">
              <a:extLst>
                <a:ext uri="{FF2B5EF4-FFF2-40B4-BE49-F238E27FC236}">
                  <a16:creationId xmlns:a16="http://schemas.microsoft.com/office/drawing/2014/main" id="{A1C641DE-8D4D-3048-A572-5AAB0DE6DC7A}"/>
                </a:ext>
              </a:extLst>
            </p:cNvPr>
            <p:cNvSpPr>
              <a:spLocks noChangeShapeType="1"/>
            </p:cNvSpPr>
            <p:nvPr/>
          </p:nvSpPr>
          <p:spPr bwMode="auto">
            <a:xfrm>
              <a:off x="3136" y="2672"/>
              <a:ext cx="360" cy="5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6" name="Line 63">
              <a:extLst>
                <a:ext uri="{FF2B5EF4-FFF2-40B4-BE49-F238E27FC236}">
                  <a16:creationId xmlns:a16="http://schemas.microsoft.com/office/drawing/2014/main" id="{9DEA3036-B6B1-D340-8270-24AFEE4ED018}"/>
                </a:ext>
              </a:extLst>
            </p:cNvPr>
            <p:cNvSpPr>
              <a:spLocks noChangeShapeType="1"/>
            </p:cNvSpPr>
            <p:nvPr/>
          </p:nvSpPr>
          <p:spPr bwMode="auto">
            <a:xfrm>
              <a:off x="3148" y="2640"/>
              <a:ext cx="196" cy="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7" name="Line 64">
              <a:extLst>
                <a:ext uri="{FF2B5EF4-FFF2-40B4-BE49-F238E27FC236}">
                  <a16:creationId xmlns:a16="http://schemas.microsoft.com/office/drawing/2014/main" id="{FFCEECEE-248F-C14B-907F-65D5DB4C8312}"/>
                </a:ext>
              </a:extLst>
            </p:cNvPr>
            <p:cNvSpPr>
              <a:spLocks noChangeShapeType="1"/>
            </p:cNvSpPr>
            <p:nvPr/>
          </p:nvSpPr>
          <p:spPr bwMode="auto">
            <a:xfrm>
              <a:off x="888" y="1872"/>
              <a:ext cx="48" cy="6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8" name="Line 65">
              <a:extLst>
                <a:ext uri="{FF2B5EF4-FFF2-40B4-BE49-F238E27FC236}">
                  <a16:creationId xmlns:a16="http://schemas.microsoft.com/office/drawing/2014/main" id="{9D336035-7C4E-864D-A7B6-0B76DB9CAED8}"/>
                </a:ext>
              </a:extLst>
            </p:cNvPr>
            <p:cNvSpPr>
              <a:spLocks noChangeShapeType="1"/>
            </p:cNvSpPr>
            <p:nvPr/>
          </p:nvSpPr>
          <p:spPr bwMode="auto">
            <a:xfrm>
              <a:off x="368" y="2200"/>
              <a:ext cx="524"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9" name="Line 66">
              <a:extLst>
                <a:ext uri="{FF2B5EF4-FFF2-40B4-BE49-F238E27FC236}">
                  <a16:creationId xmlns:a16="http://schemas.microsoft.com/office/drawing/2014/main" id="{E9FDB49C-E4C4-DC4E-BFAA-6D5B94152F0E}"/>
                </a:ext>
              </a:extLst>
            </p:cNvPr>
            <p:cNvSpPr>
              <a:spLocks noChangeShapeType="1"/>
            </p:cNvSpPr>
            <p:nvPr/>
          </p:nvSpPr>
          <p:spPr bwMode="auto">
            <a:xfrm flipH="1">
              <a:off x="976" y="2096"/>
              <a:ext cx="500" cy="4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0" name="Line 67">
              <a:extLst>
                <a:ext uri="{FF2B5EF4-FFF2-40B4-BE49-F238E27FC236}">
                  <a16:creationId xmlns:a16="http://schemas.microsoft.com/office/drawing/2014/main" id="{D9BE76CC-1E8E-1340-A9F7-4F34B911D8C2}"/>
                </a:ext>
              </a:extLst>
            </p:cNvPr>
            <p:cNvSpPr>
              <a:spLocks noChangeShapeType="1"/>
            </p:cNvSpPr>
            <p:nvPr/>
          </p:nvSpPr>
          <p:spPr bwMode="auto">
            <a:xfrm flipH="1">
              <a:off x="932" y="1444"/>
              <a:ext cx="1160" cy="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1" name="Line 68">
              <a:extLst>
                <a:ext uri="{FF2B5EF4-FFF2-40B4-BE49-F238E27FC236}">
                  <a16:creationId xmlns:a16="http://schemas.microsoft.com/office/drawing/2014/main" id="{A18A3E89-FDAB-B941-9402-9B98B3A51F90}"/>
                </a:ext>
              </a:extLst>
            </p:cNvPr>
            <p:cNvSpPr>
              <a:spLocks noChangeShapeType="1"/>
            </p:cNvSpPr>
            <p:nvPr/>
          </p:nvSpPr>
          <p:spPr bwMode="auto">
            <a:xfrm flipH="1">
              <a:off x="368" y="1848"/>
              <a:ext cx="480" cy="2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2" name="Line 69">
              <a:extLst>
                <a:ext uri="{FF2B5EF4-FFF2-40B4-BE49-F238E27FC236}">
                  <a16:creationId xmlns:a16="http://schemas.microsoft.com/office/drawing/2014/main" id="{A338696D-EC26-DE46-A7F3-1F5449FA3B3D}"/>
                </a:ext>
              </a:extLst>
            </p:cNvPr>
            <p:cNvSpPr>
              <a:spLocks noChangeShapeType="1"/>
            </p:cNvSpPr>
            <p:nvPr/>
          </p:nvSpPr>
          <p:spPr bwMode="auto">
            <a:xfrm flipV="1">
              <a:off x="384" y="2064"/>
              <a:ext cx="1080" cy="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3" name="Line 70">
              <a:extLst>
                <a:ext uri="{FF2B5EF4-FFF2-40B4-BE49-F238E27FC236}">
                  <a16:creationId xmlns:a16="http://schemas.microsoft.com/office/drawing/2014/main" id="{42F791B9-76BD-E74B-BB98-3D2A7AFB3E2D}"/>
                </a:ext>
              </a:extLst>
            </p:cNvPr>
            <p:cNvSpPr>
              <a:spLocks noChangeShapeType="1"/>
            </p:cNvSpPr>
            <p:nvPr/>
          </p:nvSpPr>
          <p:spPr bwMode="auto">
            <a:xfrm>
              <a:off x="340" y="2216"/>
              <a:ext cx="200" cy="95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4" name="Line 71">
              <a:extLst>
                <a:ext uri="{FF2B5EF4-FFF2-40B4-BE49-F238E27FC236}">
                  <a16:creationId xmlns:a16="http://schemas.microsoft.com/office/drawing/2014/main" id="{07C02E33-AAB7-8345-9662-44A5319E233C}"/>
                </a:ext>
              </a:extLst>
            </p:cNvPr>
            <p:cNvSpPr>
              <a:spLocks noChangeShapeType="1"/>
            </p:cNvSpPr>
            <p:nvPr/>
          </p:nvSpPr>
          <p:spPr bwMode="auto">
            <a:xfrm>
              <a:off x="1548" y="2096"/>
              <a:ext cx="360" cy="2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5" name="Line 72">
              <a:extLst>
                <a:ext uri="{FF2B5EF4-FFF2-40B4-BE49-F238E27FC236}">
                  <a16:creationId xmlns:a16="http://schemas.microsoft.com/office/drawing/2014/main" id="{8B655073-61D9-7548-BE3B-A04994E39359}"/>
                </a:ext>
              </a:extLst>
            </p:cNvPr>
            <p:cNvSpPr>
              <a:spLocks noChangeShapeType="1"/>
            </p:cNvSpPr>
            <p:nvPr/>
          </p:nvSpPr>
          <p:spPr bwMode="auto">
            <a:xfrm>
              <a:off x="984" y="2560"/>
              <a:ext cx="928" cy="2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6" name="Line 73">
              <a:extLst>
                <a:ext uri="{FF2B5EF4-FFF2-40B4-BE49-F238E27FC236}">
                  <a16:creationId xmlns:a16="http://schemas.microsoft.com/office/drawing/2014/main" id="{BD4519E9-33F0-5448-83A9-1CE1B0B4862B}"/>
                </a:ext>
              </a:extLst>
            </p:cNvPr>
            <p:cNvSpPr>
              <a:spLocks noChangeShapeType="1"/>
            </p:cNvSpPr>
            <p:nvPr/>
          </p:nvSpPr>
          <p:spPr bwMode="auto">
            <a:xfrm flipV="1">
              <a:off x="1992" y="2824"/>
              <a:ext cx="388" cy="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7" name="Line 74">
              <a:extLst>
                <a:ext uri="{FF2B5EF4-FFF2-40B4-BE49-F238E27FC236}">
                  <a16:creationId xmlns:a16="http://schemas.microsoft.com/office/drawing/2014/main" id="{96ECD5E5-F1FD-A744-910A-9C07EF9FA025}"/>
                </a:ext>
              </a:extLst>
            </p:cNvPr>
            <p:cNvSpPr>
              <a:spLocks noChangeShapeType="1"/>
            </p:cNvSpPr>
            <p:nvPr/>
          </p:nvSpPr>
          <p:spPr bwMode="auto">
            <a:xfrm flipH="1">
              <a:off x="1788" y="2872"/>
              <a:ext cx="612" cy="7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8" name="Line 75">
              <a:extLst>
                <a:ext uri="{FF2B5EF4-FFF2-40B4-BE49-F238E27FC236}">
                  <a16:creationId xmlns:a16="http://schemas.microsoft.com/office/drawing/2014/main" id="{1E659AEE-3BC6-8D41-B83E-6870AE40DD53}"/>
                </a:ext>
              </a:extLst>
            </p:cNvPr>
            <p:cNvSpPr>
              <a:spLocks noChangeShapeType="1"/>
            </p:cNvSpPr>
            <p:nvPr/>
          </p:nvSpPr>
          <p:spPr bwMode="auto">
            <a:xfrm flipH="1">
              <a:off x="600" y="2848"/>
              <a:ext cx="1788" cy="35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9" name="Line 76">
              <a:extLst>
                <a:ext uri="{FF2B5EF4-FFF2-40B4-BE49-F238E27FC236}">
                  <a16:creationId xmlns:a16="http://schemas.microsoft.com/office/drawing/2014/main" id="{175C968C-7C32-2C42-A262-BA43EED1F3AB}"/>
                </a:ext>
              </a:extLst>
            </p:cNvPr>
            <p:cNvSpPr>
              <a:spLocks noChangeShapeType="1"/>
            </p:cNvSpPr>
            <p:nvPr/>
          </p:nvSpPr>
          <p:spPr bwMode="auto">
            <a:xfrm>
              <a:off x="2504" y="2440"/>
              <a:ext cx="468" cy="8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0" name="Line 77">
              <a:extLst>
                <a:ext uri="{FF2B5EF4-FFF2-40B4-BE49-F238E27FC236}">
                  <a16:creationId xmlns:a16="http://schemas.microsoft.com/office/drawing/2014/main" id="{97FC5F9C-4C6A-4C4D-A29C-43081DA5B002}"/>
                </a:ext>
              </a:extLst>
            </p:cNvPr>
            <p:cNvSpPr>
              <a:spLocks noChangeShapeType="1"/>
            </p:cNvSpPr>
            <p:nvPr/>
          </p:nvSpPr>
          <p:spPr bwMode="auto">
            <a:xfrm>
              <a:off x="3044" y="3288"/>
              <a:ext cx="424" cy="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81" name="Oval 78">
            <a:extLst>
              <a:ext uri="{FF2B5EF4-FFF2-40B4-BE49-F238E27FC236}">
                <a16:creationId xmlns:a16="http://schemas.microsoft.com/office/drawing/2014/main" id="{446BA7BE-6FF7-794C-8FBF-42BA00602E34}"/>
              </a:ext>
            </a:extLst>
          </p:cNvPr>
          <p:cNvSpPr>
            <a:spLocks noChangeArrowheads="1"/>
          </p:cNvSpPr>
          <p:nvPr/>
        </p:nvSpPr>
        <p:spPr bwMode="auto">
          <a:xfrm>
            <a:off x="7929070" y="1897209"/>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2" name="Line 79">
            <a:extLst>
              <a:ext uri="{FF2B5EF4-FFF2-40B4-BE49-F238E27FC236}">
                <a16:creationId xmlns:a16="http://schemas.microsoft.com/office/drawing/2014/main" id="{438B4AD7-F2F7-D74C-9C19-BF4B5386F6B0}"/>
              </a:ext>
            </a:extLst>
          </p:cNvPr>
          <p:cNvSpPr>
            <a:spLocks noChangeShapeType="1"/>
          </p:cNvSpPr>
          <p:nvPr/>
        </p:nvSpPr>
        <p:spPr bwMode="auto">
          <a:xfrm>
            <a:off x="8005270" y="1897209"/>
            <a:ext cx="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3" name="Line 80">
            <a:extLst>
              <a:ext uri="{FF2B5EF4-FFF2-40B4-BE49-F238E27FC236}">
                <a16:creationId xmlns:a16="http://schemas.microsoft.com/office/drawing/2014/main" id="{384A79E9-9709-D545-823F-F1F4D5AADC73}"/>
              </a:ext>
            </a:extLst>
          </p:cNvPr>
          <p:cNvSpPr>
            <a:spLocks noChangeShapeType="1"/>
          </p:cNvSpPr>
          <p:nvPr/>
        </p:nvSpPr>
        <p:spPr bwMode="auto">
          <a:xfrm flipH="1">
            <a:off x="7548070" y="2049609"/>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4" name="Line 81">
            <a:extLst>
              <a:ext uri="{FF2B5EF4-FFF2-40B4-BE49-F238E27FC236}">
                <a16:creationId xmlns:a16="http://schemas.microsoft.com/office/drawing/2014/main" id="{4721894C-4445-8B4C-BEE7-CF3F7B113920}"/>
              </a:ext>
            </a:extLst>
          </p:cNvPr>
          <p:cNvSpPr>
            <a:spLocks noChangeShapeType="1"/>
          </p:cNvSpPr>
          <p:nvPr/>
        </p:nvSpPr>
        <p:spPr bwMode="auto">
          <a:xfrm>
            <a:off x="8005270" y="2049609"/>
            <a:ext cx="4572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5" name="Oval 82">
            <a:extLst>
              <a:ext uri="{FF2B5EF4-FFF2-40B4-BE49-F238E27FC236}">
                <a16:creationId xmlns:a16="http://schemas.microsoft.com/office/drawing/2014/main" id="{66F6CE6D-DAA1-D746-BD4B-CD9BEF3A6E8B}"/>
              </a:ext>
            </a:extLst>
          </p:cNvPr>
          <p:cNvSpPr>
            <a:spLocks noChangeArrowheads="1"/>
          </p:cNvSpPr>
          <p:nvPr/>
        </p:nvSpPr>
        <p:spPr bwMode="auto">
          <a:xfrm>
            <a:off x="7471870" y="2659209"/>
            <a:ext cx="152400" cy="152400"/>
          </a:xfrm>
          <a:prstGeom prst="ellipse">
            <a:avLst/>
          </a:prstGeom>
          <a:solidFill>
            <a:srgbClr val="0033CC"/>
          </a:solidFill>
          <a:ln w="9525">
            <a:solidFill>
              <a:srgbClr val="0033CC"/>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6" name="Oval 83">
            <a:extLst>
              <a:ext uri="{FF2B5EF4-FFF2-40B4-BE49-F238E27FC236}">
                <a16:creationId xmlns:a16="http://schemas.microsoft.com/office/drawing/2014/main" id="{689571FB-1FB6-E94F-A02E-9B0B02BEB313}"/>
              </a:ext>
            </a:extLst>
          </p:cNvPr>
          <p:cNvSpPr>
            <a:spLocks noChangeArrowheads="1"/>
          </p:cNvSpPr>
          <p:nvPr/>
        </p:nvSpPr>
        <p:spPr bwMode="auto">
          <a:xfrm>
            <a:off x="8386270" y="2659209"/>
            <a:ext cx="152400" cy="152400"/>
          </a:xfrm>
          <a:prstGeom prst="ellipse">
            <a:avLst/>
          </a:prstGeom>
          <a:solidFill>
            <a:srgbClr val="990033"/>
          </a:solidFill>
          <a:ln w="9525">
            <a:solidFill>
              <a:srgbClr val="990033"/>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87" name="Group 84">
            <a:extLst>
              <a:ext uri="{FF2B5EF4-FFF2-40B4-BE49-F238E27FC236}">
                <a16:creationId xmlns:a16="http://schemas.microsoft.com/office/drawing/2014/main" id="{630DD71B-0C72-B445-93FD-C0F5ADAD9F3C}"/>
              </a:ext>
            </a:extLst>
          </p:cNvPr>
          <p:cNvGrpSpPr>
            <a:grpSpLocks/>
          </p:cNvGrpSpPr>
          <p:nvPr/>
        </p:nvGrpSpPr>
        <p:grpSpPr bwMode="auto">
          <a:xfrm>
            <a:off x="7319470" y="2811609"/>
            <a:ext cx="457200" cy="609600"/>
            <a:chOff x="4176" y="1728"/>
            <a:chExt cx="288" cy="384"/>
          </a:xfrm>
        </p:grpSpPr>
        <p:sp>
          <p:nvSpPr>
            <p:cNvPr id="88" name="Line 85">
              <a:extLst>
                <a:ext uri="{FF2B5EF4-FFF2-40B4-BE49-F238E27FC236}">
                  <a16:creationId xmlns:a16="http://schemas.microsoft.com/office/drawing/2014/main" id="{30C098D3-C52F-8149-98B9-B9872BF3F70F}"/>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9" name="Line 86">
              <a:extLst>
                <a:ext uri="{FF2B5EF4-FFF2-40B4-BE49-F238E27FC236}">
                  <a16:creationId xmlns:a16="http://schemas.microsoft.com/office/drawing/2014/main" id="{4109D9CA-9728-9B40-8226-1A319E2A55BB}"/>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90" name="Line 87">
            <a:extLst>
              <a:ext uri="{FF2B5EF4-FFF2-40B4-BE49-F238E27FC236}">
                <a16:creationId xmlns:a16="http://schemas.microsoft.com/office/drawing/2014/main" id="{5957A4D5-E550-FB41-A3D3-E716D0355385}"/>
              </a:ext>
            </a:extLst>
          </p:cNvPr>
          <p:cNvSpPr>
            <a:spLocks noChangeShapeType="1"/>
          </p:cNvSpPr>
          <p:nvPr/>
        </p:nvSpPr>
        <p:spPr bwMode="auto">
          <a:xfrm flipH="1">
            <a:off x="8233870" y="2811609"/>
            <a:ext cx="2286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1" name="Line 88">
            <a:extLst>
              <a:ext uri="{FF2B5EF4-FFF2-40B4-BE49-F238E27FC236}">
                <a16:creationId xmlns:a16="http://schemas.microsoft.com/office/drawing/2014/main" id="{FC406BC5-A545-6145-9E05-C4B98C73F95A}"/>
              </a:ext>
            </a:extLst>
          </p:cNvPr>
          <p:cNvSpPr>
            <a:spLocks noChangeShapeType="1"/>
          </p:cNvSpPr>
          <p:nvPr/>
        </p:nvSpPr>
        <p:spPr bwMode="auto">
          <a:xfrm>
            <a:off x="8462470" y="2811609"/>
            <a:ext cx="3048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2" name="Oval 89">
            <a:extLst>
              <a:ext uri="{FF2B5EF4-FFF2-40B4-BE49-F238E27FC236}">
                <a16:creationId xmlns:a16="http://schemas.microsoft.com/office/drawing/2014/main" id="{83C7BF2F-6A54-0F4F-AA31-2B63759D46DB}"/>
              </a:ext>
            </a:extLst>
          </p:cNvPr>
          <p:cNvSpPr>
            <a:spLocks noChangeArrowheads="1"/>
          </p:cNvSpPr>
          <p:nvPr/>
        </p:nvSpPr>
        <p:spPr bwMode="auto">
          <a:xfrm>
            <a:off x="7243270" y="3421209"/>
            <a:ext cx="152400" cy="152400"/>
          </a:xfrm>
          <a:prstGeom prst="ellipse">
            <a:avLst/>
          </a:prstGeom>
          <a:solidFill>
            <a:schemeClr val="hlink"/>
          </a:solidFill>
          <a:ln w="9525">
            <a:solidFill>
              <a:schemeClr val="hlink"/>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3" name="Oval 90">
            <a:extLst>
              <a:ext uri="{FF2B5EF4-FFF2-40B4-BE49-F238E27FC236}">
                <a16:creationId xmlns:a16="http://schemas.microsoft.com/office/drawing/2014/main" id="{96E37304-E3A6-B94A-A035-370CCE67E43B}"/>
              </a:ext>
            </a:extLst>
          </p:cNvPr>
          <p:cNvSpPr>
            <a:spLocks noChangeArrowheads="1"/>
          </p:cNvSpPr>
          <p:nvPr/>
        </p:nvSpPr>
        <p:spPr bwMode="auto">
          <a:xfrm>
            <a:off x="7700470" y="3421209"/>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4" name="Oval 91">
            <a:extLst>
              <a:ext uri="{FF2B5EF4-FFF2-40B4-BE49-F238E27FC236}">
                <a16:creationId xmlns:a16="http://schemas.microsoft.com/office/drawing/2014/main" id="{579D47B8-830F-E54B-B071-A2CE249DDCD6}"/>
              </a:ext>
            </a:extLst>
          </p:cNvPr>
          <p:cNvSpPr>
            <a:spLocks noChangeArrowheads="1"/>
          </p:cNvSpPr>
          <p:nvPr/>
        </p:nvSpPr>
        <p:spPr bwMode="auto">
          <a:xfrm>
            <a:off x="8691070" y="3421209"/>
            <a:ext cx="152400" cy="152400"/>
          </a:xfrm>
          <a:prstGeom prst="ellipse">
            <a:avLst/>
          </a:prstGeom>
          <a:solidFill>
            <a:srgbClr val="FF33CC"/>
          </a:solidFill>
          <a:ln w="9525">
            <a:solidFill>
              <a:srgbClr val="FF33CC"/>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95" name="Oval 92">
            <a:extLst>
              <a:ext uri="{FF2B5EF4-FFF2-40B4-BE49-F238E27FC236}">
                <a16:creationId xmlns:a16="http://schemas.microsoft.com/office/drawing/2014/main" id="{92E63245-5738-2F4E-976A-0FA1C13BAE52}"/>
              </a:ext>
            </a:extLst>
          </p:cNvPr>
          <p:cNvSpPr>
            <a:spLocks noChangeArrowheads="1"/>
          </p:cNvSpPr>
          <p:nvPr/>
        </p:nvSpPr>
        <p:spPr bwMode="auto">
          <a:xfrm>
            <a:off x="8157670" y="3421209"/>
            <a:ext cx="152400" cy="152400"/>
          </a:xfrm>
          <a:prstGeom prst="ellipse">
            <a:avLst/>
          </a:prstGeom>
          <a:solidFill>
            <a:schemeClr val="folHlink"/>
          </a:solidFill>
          <a:ln w="9525">
            <a:solidFill>
              <a:schemeClr val="folHlink"/>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96" name="Group 93">
            <a:extLst>
              <a:ext uri="{FF2B5EF4-FFF2-40B4-BE49-F238E27FC236}">
                <a16:creationId xmlns:a16="http://schemas.microsoft.com/office/drawing/2014/main" id="{75F624E7-595F-1448-96FB-DEE29E476842}"/>
              </a:ext>
            </a:extLst>
          </p:cNvPr>
          <p:cNvGrpSpPr>
            <a:grpSpLocks/>
          </p:cNvGrpSpPr>
          <p:nvPr/>
        </p:nvGrpSpPr>
        <p:grpSpPr bwMode="auto">
          <a:xfrm>
            <a:off x="7548070" y="3573609"/>
            <a:ext cx="457200" cy="609600"/>
            <a:chOff x="4176" y="1728"/>
            <a:chExt cx="288" cy="384"/>
          </a:xfrm>
        </p:grpSpPr>
        <p:sp>
          <p:nvSpPr>
            <p:cNvPr id="97" name="Line 94">
              <a:extLst>
                <a:ext uri="{FF2B5EF4-FFF2-40B4-BE49-F238E27FC236}">
                  <a16:creationId xmlns:a16="http://schemas.microsoft.com/office/drawing/2014/main" id="{C7762D1F-2DB8-7C4C-A9C5-4EE429E45AC8}"/>
                </a:ext>
              </a:extLst>
            </p:cNvPr>
            <p:cNvSpPr>
              <a:spLocks noChangeShapeType="1"/>
            </p:cNvSpPr>
            <p:nvPr/>
          </p:nvSpPr>
          <p:spPr bwMode="auto">
            <a:xfrm flipH="1">
              <a:off x="4176"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98" name="Line 95">
              <a:extLst>
                <a:ext uri="{FF2B5EF4-FFF2-40B4-BE49-F238E27FC236}">
                  <a16:creationId xmlns:a16="http://schemas.microsoft.com/office/drawing/2014/main" id="{C0343832-70BA-2C4D-8EEC-FD798E85E657}"/>
                </a:ext>
              </a:extLst>
            </p:cNvPr>
            <p:cNvSpPr>
              <a:spLocks noChangeShapeType="1"/>
            </p:cNvSpPr>
            <p:nvPr/>
          </p:nvSpPr>
          <p:spPr bwMode="auto">
            <a:xfrm>
              <a:off x="4320" y="172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sp>
        <p:nvSpPr>
          <p:cNvPr id="99" name="Line 96">
            <a:extLst>
              <a:ext uri="{FF2B5EF4-FFF2-40B4-BE49-F238E27FC236}">
                <a16:creationId xmlns:a16="http://schemas.microsoft.com/office/drawing/2014/main" id="{00B2141C-5D97-3440-B9C7-83D2B760445A}"/>
              </a:ext>
            </a:extLst>
          </p:cNvPr>
          <p:cNvSpPr>
            <a:spLocks noChangeShapeType="1"/>
          </p:cNvSpPr>
          <p:nvPr/>
        </p:nvSpPr>
        <p:spPr bwMode="auto">
          <a:xfrm>
            <a:off x="8767270" y="3573609"/>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0" name="Oval 97">
            <a:extLst>
              <a:ext uri="{FF2B5EF4-FFF2-40B4-BE49-F238E27FC236}">
                <a16:creationId xmlns:a16="http://schemas.microsoft.com/office/drawing/2014/main" id="{ADD280A4-52DF-584D-B3A2-AA4CCDD180AE}"/>
              </a:ext>
            </a:extLst>
          </p:cNvPr>
          <p:cNvSpPr>
            <a:spLocks noChangeArrowheads="1"/>
          </p:cNvSpPr>
          <p:nvPr/>
        </p:nvSpPr>
        <p:spPr bwMode="auto">
          <a:xfrm>
            <a:off x="7929070" y="4183209"/>
            <a:ext cx="152400" cy="152400"/>
          </a:xfrm>
          <a:prstGeom prst="ellipse">
            <a:avLst/>
          </a:prstGeom>
          <a:solidFill>
            <a:srgbClr val="FF0000"/>
          </a:solidFill>
          <a:ln w="9525">
            <a:solidFill>
              <a:srgbClr val="FF0000"/>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1" name="Oval 98">
            <a:extLst>
              <a:ext uri="{FF2B5EF4-FFF2-40B4-BE49-F238E27FC236}">
                <a16:creationId xmlns:a16="http://schemas.microsoft.com/office/drawing/2014/main" id="{7EBA336D-05A7-3B4B-832D-7952FBB1F088}"/>
              </a:ext>
            </a:extLst>
          </p:cNvPr>
          <p:cNvSpPr>
            <a:spLocks noChangeArrowheads="1"/>
          </p:cNvSpPr>
          <p:nvPr/>
        </p:nvSpPr>
        <p:spPr bwMode="auto">
          <a:xfrm>
            <a:off x="7471870" y="4183209"/>
            <a:ext cx="152400" cy="152400"/>
          </a:xfrm>
          <a:prstGeom prst="ellipse">
            <a:avLst/>
          </a:prstGeom>
          <a:solidFill>
            <a:srgbClr val="CC9900"/>
          </a:solidFill>
          <a:ln w="9525">
            <a:solidFill>
              <a:srgbClr val="CC9900"/>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2" name="Oval 99">
            <a:extLst>
              <a:ext uri="{FF2B5EF4-FFF2-40B4-BE49-F238E27FC236}">
                <a16:creationId xmlns:a16="http://schemas.microsoft.com/office/drawing/2014/main" id="{AF8769F4-6121-5A4E-96C8-F594B4CECA24}"/>
              </a:ext>
            </a:extLst>
          </p:cNvPr>
          <p:cNvSpPr>
            <a:spLocks noChangeArrowheads="1"/>
          </p:cNvSpPr>
          <p:nvPr/>
        </p:nvSpPr>
        <p:spPr bwMode="auto">
          <a:xfrm>
            <a:off x="8691070" y="4183209"/>
            <a:ext cx="152400" cy="152400"/>
          </a:xfrm>
          <a:prstGeom prst="ellipse">
            <a:avLst/>
          </a:prstGeom>
          <a:solidFill>
            <a:schemeClr val="bg2"/>
          </a:solidFill>
          <a:ln w="9525">
            <a:solidFill>
              <a:schemeClr val="bg2"/>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3" name="Line 100">
            <a:extLst>
              <a:ext uri="{FF2B5EF4-FFF2-40B4-BE49-F238E27FC236}">
                <a16:creationId xmlns:a16="http://schemas.microsoft.com/office/drawing/2014/main" id="{AC42E7B0-FF55-7940-8B8A-6C921A5D49F6}"/>
              </a:ext>
            </a:extLst>
          </p:cNvPr>
          <p:cNvSpPr>
            <a:spLocks noChangeShapeType="1"/>
          </p:cNvSpPr>
          <p:nvPr/>
        </p:nvSpPr>
        <p:spPr bwMode="auto">
          <a:xfrm>
            <a:off x="8767270" y="4335609"/>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4" name="Oval 101">
            <a:extLst>
              <a:ext uri="{FF2B5EF4-FFF2-40B4-BE49-F238E27FC236}">
                <a16:creationId xmlns:a16="http://schemas.microsoft.com/office/drawing/2014/main" id="{3B615386-E196-A041-A152-17FCA684011B}"/>
              </a:ext>
            </a:extLst>
          </p:cNvPr>
          <p:cNvSpPr>
            <a:spLocks noChangeArrowheads="1"/>
          </p:cNvSpPr>
          <p:nvPr/>
        </p:nvSpPr>
        <p:spPr bwMode="auto">
          <a:xfrm>
            <a:off x="8691070" y="4945209"/>
            <a:ext cx="152400" cy="152400"/>
          </a:xfrm>
          <a:prstGeom prst="ellipse">
            <a:avLst/>
          </a:prstGeom>
          <a:solidFill>
            <a:srgbClr val="009900"/>
          </a:solidFill>
          <a:ln w="9525">
            <a:solidFill>
              <a:srgbClr val="009900"/>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5" name="Text Box 102">
            <a:extLst>
              <a:ext uri="{FF2B5EF4-FFF2-40B4-BE49-F238E27FC236}">
                <a16:creationId xmlns:a16="http://schemas.microsoft.com/office/drawing/2014/main" id="{B9D2CB8A-FAC9-1F4C-A529-53BECE234878}"/>
              </a:ext>
            </a:extLst>
          </p:cNvPr>
          <p:cNvSpPr txBox="1">
            <a:spLocks noChangeArrowheads="1"/>
          </p:cNvSpPr>
          <p:nvPr/>
        </p:nvSpPr>
        <p:spPr bwMode="auto">
          <a:xfrm>
            <a:off x="6862270" y="5021409"/>
            <a:ext cx="1534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rPr>
              <a:t>Cây tìm kiếm</a:t>
            </a:r>
          </a:p>
        </p:txBody>
      </p:sp>
      <p:sp>
        <p:nvSpPr>
          <p:cNvPr id="106" name="Text Box 103">
            <a:extLst>
              <a:ext uri="{FF2B5EF4-FFF2-40B4-BE49-F238E27FC236}">
                <a16:creationId xmlns:a16="http://schemas.microsoft.com/office/drawing/2014/main" id="{4AAC3BAD-61DA-5D41-80DE-5E438379DD77}"/>
              </a:ext>
            </a:extLst>
          </p:cNvPr>
          <p:cNvSpPr txBox="1">
            <a:spLocks noChangeArrowheads="1"/>
          </p:cNvSpPr>
          <p:nvPr/>
        </p:nvSpPr>
        <p:spPr bwMode="auto">
          <a:xfrm>
            <a:off x="6100270" y="5478609"/>
            <a:ext cx="3505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uClr>
                <a:srgbClr val="0033CC"/>
              </a:buClr>
              <a:buFont typeface="Wingdings" pitchFamily="2" charset="2"/>
              <a:buNone/>
            </a:pPr>
            <a:r>
              <a:rPr lang="en-US" altLang="en-US" sz="2000">
                <a:latin typeface="Comic Sans MS" panose="030F0902030302020204" pitchFamily="66" charset="0"/>
              </a:rPr>
              <a:t>Một vài trạng thái có thể được thăm nhiều lần</a:t>
            </a:r>
          </a:p>
        </p:txBody>
      </p:sp>
      <p:sp>
        <p:nvSpPr>
          <p:cNvPr id="107" name="Text Box 104">
            <a:extLst>
              <a:ext uri="{FF2B5EF4-FFF2-40B4-BE49-F238E27FC236}">
                <a16:creationId xmlns:a16="http://schemas.microsoft.com/office/drawing/2014/main" id="{F2C52EAC-0CD5-5C46-B504-FECC68A3E2AA}"/>
              </a:ext>
            </a:extLst>
          </p:cNvPr>
          <p:cNvSpPr txBox="1">
            <a:spLocks noChangeArrowheads="1"/>
          </p:cNvSpPr>
          <p:nvPr/>
        </p:nvSpPr>
        <p:spPr bwMode="auto">
          <a:xfrm>
            <a:off x="4496431" y="4945209"/>
            <a:ext cx="198483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rPr>
              <a:t>Đồ thị trạng thái</a:t>
            </a:r>
          </a:p>
        </p:txBody>
      </p:sp>
    </p:spTree>
    <p:extLst>
      <p:ext uri="{BB962C8B-B14F-4D97-AF65-F5344CB8AC3E}">
        <p14:creationId xmlns:p14="http://schemas.microsoft.com/office/powerpoint/2010/main" val="13952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E65DE87D-52EE-9044-8FF7-52B971F86C8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0922301-0297-B247-AACF-E3F48277CE8F}" type="slidenum">
              <a:rPr lang="en-US" altLang="en-US"/>
              <a:pPr eaLnBrk="1" hangingPunct="1"/>
              <a:t>5</a:t>
            </a:fld>
            <a:endParaRPr lang="en-US" altLang="en-US"/>
          </a:p>
        </p:txBody>
      </p:sp>
      <p:sp>
        <p:nvSpPr>
          <p:cNvPr id="5123" name="Rectangle 2">
            <a:extLst>
              <a:ext uri="{FF2B5EF4-FFF2-40B4-BE49-F238E27FC236}">
                <a16:creationId xmlns:a16="http://schemas.microsoft.com/office/drawing/2014/main" id="{60EC6FB2-F0D8-EA4A-8130-58B0B8D358B0}"/>
              </a:ext>
            </a:extLst>
          </p:cNvPr>
          <p:cNvSpPr>
            <a:spLocks noGrp="1" noChangeArrowheads="1"/>
          </p:cNvSpPr>
          <p:nvPr>
            <p:ph type="title"/>
          </p:nvPr>
        </p:nvSpPr>
        <p:spPr>
          <a:xfrm>
            <a:off x="706438" y="287360"/>
            <a:ext cx="8874125" cy="981400"/>
          </a:xfrm>
        </p:spPr>
        <p:txBody>
          <a:bodyPr/>
          <a:lstStyle/>
          <a:p>
            <a:pPr eaLnBrk="1" hangingPunct="1"/>
            <a:r>
              <a:rPr lang="en-US" altLang="en-US">
                <a:solidFill>
                  <a:schemeClr val="bg1"/>
                </a:solidFill>
              </a:rPr>
              <a:t>Tìm kiếm các nút và trạng thái</a:t>
            </a:r>
          </a:p>
        </p:txBody>
      </p:sp>
      <p:grpSp>
        <p:nvGrpSpPr>
          <p:cNvPr id="5124" name="Group 149">
            <a:extLst>
              <a:ext uri="{FF2B5EF4-FFF2-40B4-BE49-F238E27FC236}">
                <a16:creationId xmlns:a16="http://schemas.microsoft.com/office/drawing/2014/main" id="{D5817BD8-E809-A943-AF7A-1536D2EC24F4}"/>
              </a:ext>
            </a:extLst>
          </p:cNvPr>
          <p:cNvGrpSpPr>
            <a:grpSpLocks/>
          </p:cNvGrpSpPr>
          <p:nvPr/>
        </p:nvGrpSpPr>
        <p:grpSpPr bwMode="auto">
          <a:xfrm>
            <a:off x="1562100" y="1676400"/>
            <a:ext cx="5486400" cy="1473200"/>
            <a:chOff x="624" y="1056"/>
            <a:chExt cx="3456" cy="928"/>
          </a:xfrm>
        </p:grpSpPr>
        <p:grpSp>
          <p:nvGrpSpPr>
            <p:cNvPr id="5233" name="Group 5">
              <a:extLst>
                <a:ext uri="{FF2B5EF4-FFF2-40B4-BE49-F238E27FC236}">
                  <a16:creationId xmlns:a16="http://schemas.microsoft.com/office/drawing/2014/main" id="{A7AC975D-453A-7D46-9CF4-00C26445DB7F}"/>
                </a:ext>
              </a:extLst>
            </p:cNvPr>
            <p:cNvGrpSpPr>
              <a:grpSpLocks/>
            </p:cNvGrpSpPr>
            <p:nvPr/>
          </p:nvGrpSpPr>
          <p:grpSpPr bwMode="auto">
            <a:xfrm>
              <a:off x="624" y="1152"/>
              <a:ext cx="790" cy="832"/>
              <a:chOff x="768" y="1152"/>
              <a:chExt cx="1186" cy="1249"/>
            </a:xfrm>
          </p:grpSpPr>
          <p:sp>
            <p:nvSpPr>
              <p:cNvPr id="5237" name="Rectangle 6">
                <a:extLst>
                  <a:ext uri="{FF2B5EF4-FFF2-40B4-BE49-F238E27FC236}">
                    <a16:creationId xmlns:a16="http://schemas.microsoft.com/office/drawing/2014/main" id="{E9CADB1B-E885-8C4F-A41C-0E629991F129}"/>
                  </a:ext>
                </a:extLst>
              </p:cNvPr>
              <p:cNvSpPr>
                <a:spLocks noChangeArrowheads="1"/>
              </p:cNvSpPr>
              <p:nvPr/>
            </p:nvSpPr>
            <p:spPr bwMode="auto">
              <a:xfrm>
                <a:off x="768" y="1152"/>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38" name="Rectangle 7">
                <a:extLst>
                  <a:ext uri="{FF2B5EF4-FFF2-40B4-BE49-F238E27FC236}">
                    <a16:creationId xmlns:a16="http://schemas.microsoft.com/office/drawing/2014/main" id="{9940A07E-721D-1749-B60A-34946E98901F}"/>
                  </a:ext>
                </a:extLst>
              </p:cNvPr>
              <p:cNvSpPr>
                <a:spLocks noChangeArrowheads="1"/>
              </p:cNvSpPr>
              <p:nvPr/>
            </p:nvSpPr>
            <p:spPr bwMode="auto">
              <a:xfrm>
                <a:off x="768"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39" name="Rectangle 8">
                <a:extLst>
                  <a:ext uri="{FF2B5EF4-FFF2-40B4-BE49-F238E27FC236}">
                    <a16:creationId xmlns:a16="http://schemas.microsoft.com/office/drawing/2014/main" id="{874030DF-6D22-DC44-B01A-4F468E4622DC}"/>
                  </a:ext>
                </a:extLst>
              </p:cNvPr>
              <p:cNvSpPr>
                <a:spLocks noChangeArrowheads="1"/>
              </p:cNvSpPr>
              <p:nvPr/>
            </p:nvSpPr>
            <p:spPr bwMode="auto">
              <a:xfrm>
                <a:off x="768"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40" name="Rectangle 9">
                <a:extLst>
                  <a:ext uri="{FF2B5EF4-FFF2-40B4-BE49-F238E27FC236}">
                    <a16:creationId xmlns:a16="http://schemas.microsoft.com/office/drawing/2014/main" id="{1253590F-C176-274D-9DA6-C33A8B100641}"/>
                  </a:ext>
                </a:extLst>
              </p:cNvPr>
              <p:cNvSpPr>
                <a:spLocks noChangeArrowheads="1"/>
              </p:cNvSpPr>
              <p:nvPr/>
            </p:nvSpPr>
            <p:spPr bwMode="auto">
              <a:xfrm>
                <a:off x="768"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41" name="Rectangle 10">
                <a:extLst>
                  <a:ext uri="{FF2B5EF4-FFF2-40B4-BE49-F238E27FC236}">
                    <a16:creationId xmlns:a16="http://schemas.microsoft.com/office/drawing/2014/main" id="{795601CB-F447-1E41-994C-D39545D67FFE}"/>
                  </a:ext>
                </a:extLst>
              </p:cNvPr>
              <p:cNvSpPr>
                <a:spLocks noChangeArrowheads="1"/>
              </p:cNvSpPr>
              <p:nvPr/>
            </p:nvSpPr>
            <p:spPr bwMode="auto">
              <a:xfrm>
                <a:off x="1152"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42" name="Rectangle 11">
                <a:extLst>
                  <a:ext uri="{FF2B5EF4-FFF2-40B4-BE49-F238E27FC236}">
                    <a16:creationId xmlns:a16="http://schemas.microsoft.com/office/drawing/2014/main" id="{2D0BEE1D-694E-8045-8B28-F05516BC963E}"/>
                  </a:ext>
                </a:extLst>
              </p:cNvPr>
              <p:cNvSpPr>
                <a:spLocks noChangeArrowheads="1"/>
              </p:cNvSpPr>
              <p:nvPr/>
            </p:nvSpPr>
            <p:spPr bwMode="auto">
              <a:xfrm>
                <a:off x="1152"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43" name="Rectangle 12">
                <a:extLst>
                  <a:ext uri="{FF2B5EF4-FFF2-40B4-BE49-F238E27FC236}">
                    <a16:creationId xmlns:a16="http://schemas.microsoft.com/office/drawing/2014/main" id="{BBE46A78-0151-B540-AA4C-91624E314B14}"/>
                  </a:ext>
                </a:extLst>
              </p:cNvPr>
              <p:cNvSpPr>
                <a:spLocks noChangeArrowheads="1"/>
              </p:cNvSpPr>
              <p:nvPr/>
            </p:nvSpPr>
            <p:spPr bwMode="auto">
              <a:xfrm>
                <a:off x="1536"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44" name="Rectangle 13">
                <a:extLst>
                  <a:ext uri="{FF2B5EF4-FFF2-40B4-BE49-F238E27FC236}">
                    <a16:creationId xmlns:a16="http://schemas.microsoft.com/office/drawing/2014/main" id="{E8DF327C-E9F5-6B45-934A-FD10B4B62B51}"/>
                  </a:ext>
                </a:extLst>
              </p:cNvPr>
              <p:cNvSpPr>
                <a:spLocks noChangeArrowheads="1"/>
              </p:cNvSpPr>
              <p:nvPr/>
            </p:nvSpPr>
            <p:spPr bwMode="auto">
              <a:xfrm>
                <a:off x="1152"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45" name="Rectangle 14">
                <a:extLst>
                  <a:ext uri="{FF2B5EF4-FFF2-40B4-BE49-F238E27FC236}">
                    <a16:creationId xmlns:a16="http://schemas.microsoft.com/office/drawing/2014/main" id="{B3FC375B-DAB0-ED4C-B388-11C90784759D}"/>
                  </a:ext>
                </a:extLst>
              </p:cNvPr>
              <p:cNvSpPr>
                <a:spLocks noChangeArrowheads="1"/>
              </p:cNvSpPr>
              <p:nvPr/>
            </p:nvSpPr>
            <p:spPr bwMode="auto">
              <a:xfrm>
                <a:off x="1536"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46" name="Text Box 15">
                <a:extLst>
                  <a:ext uri="{FF2B5EF4-FFF2-40B4-BE49-F238E27FC236}">
                    <a16:creationId xmlns:a16="http://schemas.microsoft.com/office/drawing/2014/main" id="{D88B573D-D64C-BE49-ABA8-B05EF6B9CD43}"/>
                  </a:ext>
                </a:extLst>
              </p:cNvPr>
              <p:cNvSpPr txBox="1">
                <a:spLocks noChangeArrowheads="1"/>
              </p:cNvSpPr>
              <p:nvPr/>
            </p:nvSpPr>
            <p:spPr bwMode="auto">
              <a:xfrm>
                <a:off x="1248" y="2025"/>
                <a:ext cx="282"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5247" name="Text Box 16">
                <a:extLst>
                  <a:ext uri="{FF2B5EF4-FFF2-40B4-BE49-F238E27FC236}">
                    <a16:creationId xmlns:a16="http://schemas.microsoft.com/office/drawing/2014/main" id="{E9F4BAC4-20E9-174B-9CFF-DC16220D1AAA}"/>
                  </a:ext>
                </a:extLst>
              </p:cNvPr>
              <p:cNvSpPr txBox="1">
                <a:spLocks noChangeArrowheads="1"/>
              </p:cNvSpPr>
              <p:nvPr/>
            </p:nvSpPr>
            <p:spPr bwMode="auto">
              <a:xfrm>
                <a:off x="1248"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5248" name="Text Box 17">
                <a:extLst>
                  <a:ext uri="{FF2B5EF4-FFF2-40B4-BE49-F238E27FC236}">
                    <a16:creationId xmlns:a16="http://schemas.microsoft.com/office/drawing/2014/main" id="{A957FA00-A6F6-0048-BB39-E757DD2082C1}"/>
                  </a:ext>
                </a:extLst>
              </p:cNvPr>
              <p:cNvSpPr txBox="1">
                <a:spLocks noChangeArrowheads="1"/>
              </p:cNvSpPr>
              <p:nvPr/>
            </p:nvSpPr>
            <p:spPr bwMode="auto">
              <a:xfrm>
                <a:off x="864"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5249" name="Text Box 18">
                <a:extLst>
                  <a:ext uri="{FF2B5EF4-FFF2-40B4-BE49-F238E27FC236}">
                    <a16:creationId xmlns:a16="http://schemas.microsoft.com/office/drawing/2014/main" id="{3DC1FE35-1E8B-4A46-A31F-B556BD17C4B3}"/>
                  </a:ext>
                </a:extLst>
              </p:cNvPr>
              <p:cNvSpPr txBox="1">
                <a:spLocks noChangeArrowheads="1"/>
              </p:cNvSpPr>
              <p:nvPr/>
            </p:nvSpPr>
            <p:spPr bwMode="auto">
              <a:xfrm>
                <a:off x="1248"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5250" name="Text Box 19">
                <a:extLst>
                  <a:ext uri="{FF2B5EF4-FFF2-40B4-BE49-F238E27FC236}">
                    <a16:creationId xmlns:a16="http://schemas.microsoft.com/office/drawing/2014/main" id="{B74C6D6C-A4AE-0F45-B0A6-0C0A19E1E4E9}"/>
                  </a:ext>
                </a:extLst>
              </p:cNvPr>
              <p:cNvSpPr txBox="1">
                <a:spLocks noChangeArrowheads="1"/>
              </p:cNvSpPr>
              <p:nvPr/>
            </p:nvSpPr>
            <p:spPr bwMode="auto">
              <a:xfrm>
                <a:off x="864" y="2026"/>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5251" name="Text Box 20">
                <a:extLst>
                  <a:ext uri="{FF2B5EF4-FFF2-40B4-BE49-F238E27FC236}">
                    <a16:creationId xmlns:a16="http://schemas.microsoft.com/office/drawing/2014/main" id="{DA6E5368-3785-0243-89ED-7B7597B68078}"/>
                  </a:ext>
                </a:extLst>
              </p:cNvPr>
              <p:cNvSpPr txBox="1">
                <a:spLocks noChangeArrowheads="1"/>
              </p:cNvSpPr>
              <p:nvPr/>
            </p:nvSpPr>
            <p:spPr bwMode="auto">
              <a:xfrm>
                <a:off x="1632" y="2026"/>
                <a:ext cx="32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5252" name="Text Box 21">
                <a:extLst>
                  <a:ext uri="{FF2B5EF4-FFF2-40B4-BE49-F238E27FC236}">
                    <a16:creationId xmlns:a16="http://schemas.microsoft.com/office/drawing/2014/main" id="{EED2D144-6DE2-544C-A00F-A5C5D62C1CF8}"/>
                  </a:ext>
                </a:extLst>
              </p:cNvPr>
              <p:cNvSpPr txBox="1">
                <a:spLocks noChangeArrowheads="1"/>
              </p:cNvSpPr>
              <p:nvPr/>
            </p:nvSpPr>
            <p:spPr bwMode="auto">
              <a:xfrm>
                <a:off x="1633"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5253" name="Text Box 22">
                <a:extLst>
                  <a:ext uri="{FF2B5EF4-FFF2-40B4-BE49-F238E27FC236}">
                    <a16:creationId xmlns:a16="http://schemas.microsoft.com/office/drawing/2014/main" id="{B0A38C89-4451-2342-AAFA-25ACD5D6B667}"/>
                  </a:ext>
                </a:extLst>
              </p:cNvPr>
              <p:cNvSpPr txBox="1">
                <a:spLocks noChangeArrowheads="1"/>
              </p:cNvSpPr>
              <p:nvPr/>
            </p:nvSpPr>
            <p:spPr bwMode="auto">
              <a:xfrm>
                <a:off x="864"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5234" name="Group 100">
              <a:extLst>
                <a:ext uri="{FF2B5EF4-FFF2-40B4-BE49-F238E27FC236}">
                  <a16:creationId xmlns:a16="http://schemas.microsoft.com/office/drawing/2014/main" id="{620BDEF2-44C0-CC4C-BD72-F8B3F27531C7}"/>
                </a:ext>
              </a:extLst>
            </p:cNvPr>
            <p:cNvGrpSpPr>
              <a:grpSpLocks/>
            </p:cNvGrpSpPr>
            <p:nvPr/>
          </p:nvGrpSpPr>
          <p:grpSpPr bwMode="auto">
            <a:xfrm>
              <a:off x="1392" y="1056"/>
              <a:ext cx="2688" cy="480"/>
              <a:chOff x="1392" y="1056"/>
              <a:chExt cx="2688" cy="480"/>
            </a:xfrm>
          </p:grpSpPr>
          <p:sp>
            <p:nvSpPr>
              <p:cNvPr id="5235" name="Oval 85">
                <a:extLst>
                  <a:ext uri="{FF2B5EF4-FFF2-40B4-BE49-F238E27FC236}">
                    <a16:creationId xmlns:a16="http://schemas.microsoft.com/office/drawing/2014/main" id="{A8DDE376-5198-144C-B604-CA03D764BFCB}"/>
                  </a:ext>
                </a:extLst>
              </p:cNvPr>
              <p:cNvSpPr>
                <a:spLocks noChangeArrowheads="1"/>
              </p:cNvSpPr>
              <p:nvPr/>
            </p:nvSpPr>
            <p:spPr bwMode="auto">
              <a:xfrm>
                <a:off x="3936" y="1056"/>
                <a:ext cx="144" cy="144"/>
              </a:xfrm>
              <a:prstGeom prst="ellipse">
                <a:avLst/>
              </a:prstGeom>
              <a:solidFill>
                <a:srgbClr val="3366FF"/>
              </a:solidFill>
              <a:ln w="28575">
                <a:solidFill>
                  <a:srgbClr val="3366FF"/>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36" name="Line 90">
                <a:extLst>
                  <a:ext uri="{FF2B5EF4-FFF2-40B4-BE49-F238E27FC236}">
                    <a16:creationId xmlns:a16="http://schemas.microsoft.com/office/drawing/2014/main" id="{E6730550-2515-DE47-8BC7-80C6AE2E5A65}"/>
                  </a:ext>
                </a:extLst>
              </p:cNvPr>
              <p:cNvSpPr>
                <a:spLocks noChangeShapeType="1"/>
              </p:cNvSpPr>
              <p:nvPr/>
            </p:nvSpPr>
            <p:spPr bwMode="auto">
              <a:xfrm flipH="1">
                <a:off x="1392" y="1152"/>
                <a:ext cx="2544" cy="384"/>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grpSp>
        <p:nvGrpSpPr>
          <p:cNvPr id="5" name="Group 127">
            <a:extLst>
              <a:ext uri="{FF2B5EF4-FFF2-40B4-BE49-F238E27FC236}">
                <a16:creationId xmlns:a16="http://schemas.microsoft.com/office/drawing/2014/main" id="{46F3490A-6BB0-E348-80C0-A143D2A089A8}"/>
              </a:ext>
            </a:extLst>
          </p:cNvPr>
          <p:cNvGrpSpPr>
            <a:grpSpLocks/>
          </p:cNvGrpSpPr>
          <p:nvPr/>
        </p:nvGrpSpPr>
        <p:grpSpPr bwMode="auto">
          <a:xfrm>
            <a:off x="1562100" y="1905000"/>
            <a:ext cx="7010400" cy="4368800"/>
            <a:chOff x="624" y="1200"/>
            <a:chExt cx="4416" cy="2752"/>
          </a:xfrm>
        </p:grpSpPr>
        <p:grpSp>
          <p:nvGrpSpPr>
            <p:cNvPr id="5190" name="Group 23">
              <a:extLst>
                <a:ext uri="{FF2B5EF4-FFF2-40B4-BE49-F238E27FC236}">
                  <a16:creationId xmlns:a16="http://schemas.microsoft.com/office/drawing/2014/main" id="{07991687-6BF3-0243-9D52-9BAAB565346A}"/>
                </a:ext>
              </a:extLst>
            </p:cNvPr>
            <p:cNvGrpSpPr>
              <a:grpSpLocks/>
            </p:cNvGrpSpPr>
            <p:nvPr/>
          </p:nvGrpSpPr>
          <p:grpSpPr bwMode="auto">
            <a:xfrm>
              <a:off x="1008" y="3120"/>
              <a:ext cx="802" cy="832"/>
              <a:chOff x="2112" y="2688"/>
              <a:chExt cx="1179" cy="1249"/>
            </a:xfrm>
          </p:grpSpPr>
          <p:sp>
            <p:nvSpPr>
              <p:cNvPr id="5216" name="Rectangle 24">
                <a:extLst>
                  <a:ext uri="{FF2B5EF4-FFF2-40B4-BE49-F238E27FC236}">
                    <a16:creationId xmlns:a16="http://schemas.microsoft.com/office/drawing/2014/main" id="{933F8CD7-3DFF-BC44-A33B-9FDB5BDCD5E0}"/>
                  </a:ext>
                </a:extLst>
              </p:cNvPr>
              <p:cNvSpPr>
                <a:spLocks noChangeArrowheads="1"/>
              </p:cNvSpPr>
              <p:nvPr/>
            </p:nvSpPr>
            <p:spPr bwMode="auto">
              <a:xfrm>
                <a:off x="2112" y="2688"/>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17" name="Rectangle 25">
                <a:extLst>
                  <a:ext uri="{FF2B5EF4-FFF2-40B4-BE49-F238E27FC236}">
                    <a16:creationId xmlns:a16="http://schemas.microsoft.com/office/drawing/2014/main" id="{8762267C-AF13-8C4D-972C-8275526C8236}"/>
                  </a:ext>
                </a:extLst>
              </p:cNvPr>
              <p:cNvSpPr>
                <a:spLocks noChangeArrowheads="1"/>
              </p:cNvSpPr>
              <p:nvPr/>
            </p:nvSpPr>
            <p:spPr bwMode="auto">
              <a:xfrm>
                <a:off x="2112" y="268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18" name="Rectangle 26">
                <a:extLst>
                  <a:ext uri="{FF2B5EF4-FFF2-40B4-BE49-F238E27FC236}">
                    <a16:creationId xmlns:a16="http://schemas.microsoft.com/office/drawing/2014/main" id="{2F5795A6-1722-FB46-953C-DFD6675C9846}"/>
                  </a:ext>
                </a:extLst>
              </p:cNvPr>
              <p:cNvSpPr>
                <a:spLocks noChangeArrowheads="1"/>
              </p:cNvSpPr>
              <p:nvPr/>
            </p:nvSpPr>
            <p:spPr bwMode="auto">
              <a:xfrm>
                <a:off x="2112" y="307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19" name="Rectangle 27">
                <a:extLst>
                  <a:ext uri="{FF2B5EF4-FFF2-40B4-BE49-F238E27FC236}">
                    <a16:creationId xmlns:a16="http://schemas.microsoft.com/office/drawing/2014/main" id="{82A19827-D02F-B444-BA08-496F391027D0}"/>
                  </a:ext>
                </a:extLst>
              </p:cNvPr>
              <p:cNvSpPr>
                <a:spLocks noChangeArrowheads="1"/>
              </p:cNvSpPr>
              <p:nvPr/>
            </p:nvSpPr>
            <p:spPr bwMode="auto">
              <a:xfrm>
                <a:off x="2112" y="345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20" name="Rectangle 28">
                <a:extLst>
                  <a:ext uri="{FF2B5EF4-FFF2-40B4-BE49-F238E27FC236}">
                    <a16:creationId xmlns:a16="http://schemas.microsoft.com/office/drawing/2014/main" id="{76965407-B6A6-F448-8E31-2DEE06EC42D0}"/>
                  </a:ext>
                </a:extLst>
              </p:cNvPr>
              <p:cNvSpPr>
                <a:spLocks noChangeArrowheads="1"/>
              </p:cNvSpPr>
              <p:nvPr/>
            </p:nvSpPr>
            <p:spPr bwMode="auto">
              <a:xfrm>
                <a:off x="2880" y="268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21" name="Rectangle 29">
                <a:extLst>
                  <a:ext uri="{FF2B5EF4-FFF2-40B4-BE49-F238E27FC236}">
                    <a16:creationId xmlns:a16="http://schemas.microsoft.com/office/drawing/2014/main" id="{E1CB5EA2-B181-AE42-9C21-50E71F68165A}"/>
                  </a:ext>
                </a:extLst>
              </p:cNvPr>
              <p:cNvSpPr>
                <a:spLocks noChangeArrowheads="1"/>
              </p:cNvSpPr>
              <p:nvPr/>
            </p:nvSpPr>
            <p:spPr bwMode="auto">
              <a:xfrm>
                <a:off x="2496" y="307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22" name="Rectangle 30">
                <a:extLst>
                  <a:ext uri="{FF2B5EF4-FFF2-40B4-BE49-F238E27FC236}">
                    <a16:creationId xmlns:a16="http://schemas.microsoft.com/office/drawing/2014/main" id="{F989F0D0-5891-2D4C-8D98-7D291FB26157}"/>
                  </a:ext>
                </a:extLst>
              </p:cNvPr>
              <p:cNvSpPr>
                <a:spLocks noChangeArrowheads="1"/>
              </p:cNvSpPr>
              <p:nvPr/>
            </p:nvSpPr>
            <p:spPr bwMode="auto">
              <a:xfrm>
                <a:off x="2880" y="307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23" name="Rectangle 31">
                <a:extLst>
                  <a:ext uri="{FF2B5EF4-FFF2-40B4-BE49-F238E27FC236}">
                    <a16:creationId xmlns:a16="http://schemas.microsoft.com/office/drawing/2014/main" id="{78CB9BBB-433B-DF40-A666-5D60FD024B08}"/>
                  </a:ext>
                </a:extLst>
              </p:cNvPr>
              <p:cNvSpPr>
                <a:spLocks noChangeArrowheads="1"/>
              </p:cNvSpPr>
              <p:nvPr/>
            </p:nvSpPr>
            <p:spPr bwMode="auto">
              <a:xfrm>
                <a:off x="2496" y="345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24" name="Rectangle 32">
                <a:extLst>
                  <a:ext uri="{FF2B5EF4-FFF2-40B4-BE49-F238E27FC236}">
                    <a16:creationId xmlns:a16="http://schemas.microsoft.com/office/drawing/2014/main" id="{7E03B458-9FC2-0043-93B3-A4F518C90451}"/>
                  </a:ext>
                </a:extLst>
              </p:cNvPr>
              <p:cNvSpPr>
                <a:spLocks noChangeArrowheads="1"/>
              </p:cNvSpPr>
              <p:nvPr/>
            </p:nvSpPr>
            <p:spPr bwMode="auto">
              <a:xfrm>
                <a:off x="2880" y="345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25" name="Text Box 33">
                <a:extLst>
                  <a:ext uri="{FF2B5EF4-FFF2-40B4-BE49-F238E27FC236}">
                    <a16:creationId xmlns:a16="http://schemas.microsoft.com/office/drawing/2014/main" id="{B706B9BF-2C32-394B-9BFE-74250868D4D9}"/>
                  </a:ext>
                </a:extLst>
              </p:cNvPr>
              <p:cNvSpPr txBox="1">
                <a:spLocks noChangeArrowheads="1"/>
              </p:cNvSpPr>
              <p:nvPr/>
            </p:nvSpPr>
            <p:spPr bwMode="auto">
              <a:xfrm>
                <a:off x="2593" y="3561"/>
                <a:ext cx="27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5226" name="Text Box 34">
                <a:extLst>
                  <a:ext uri="{FF2B5EF4-FFF2-40B4-BE49-F238E27FC236}">
                    <a16:creationId xmlns:a16="http://schemas.microsoft.com/office/drawing/2014/main" id="{A356B22D-DA7E-6742-96F9-4E3C1FAE5ACF}"/>
                  </a:ext>
                </a:extLst>
              </p:cNvPr>
              <p:cNvSpPr txBox="1">
                <a:spLocks noChangeArrowheads="1"/>
              </p:cNvSpPr>
              <p:nvPr/>
            </p:nvSpPr>
            <p:spPr bwMode="auto">
              <a:xfrm>
                <a:off x="2977" y="2793"/>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5227" name="Text Box 35">
                <a:extLst>
                  <a:ext uri="{FF2B5EF4-FFF2-40B4-BE49-F238E27FC236}">
                    <a16:creationId xmlns:a16="http://schemas.microsoft.com/office/drawing/2014/main" id="{515AAFC4-3112-E348-8166-B196E30A8AF9}"/>
                  </a:ext>
                </a:extLst>
              </p:cNvPr>
              <p:cNvSpPr txBox="1">
                <a:spLocks noChangeArrowheads="1"/>
              </p:cNvSpPr>
              <p:nvPr/>
            </p:nvSpPr>
            <p:spPr bwMode="auto">
              <a:xfrm>
                <a:off x="2208" y="3177"/>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5228" name="Text Box 36">
                <a:extLst>
                  <a:ext uri="{FF2B5EF4-FFF2-40B4-BE49-F238E27FC236}">
                    <a16:creationId xmlns:a16="http://schemas.microsoft.com/office/drawing/2014/main" id="{53C37CFF-96E4-C44F-B848-F7E0FE57F59D}"/>
                  </a:ext>
                </a:extLst>
              </p:cNvPr>
              <p:cNvSpPr txBox="1">
                <a:spLocks noChangeArrowheads="1"/>
              </p:cNvSpPr>
              <p:nvPr/>
            </p:nvSpPr>
            <p:spPr bwMode="auto">
              <a:xfrm>
                <a:off x="2593" y="3177"/>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5229" name="Text Box 37">
                <a:extLst>
                  <a:ext uri="{FF2B5EF4-FFF2-40B4-BE49-F238E27FC236}">
                    <a16:creationId xmlns:a16="http://schemas.microsoft.com/office/drawing/2014/main" id="{092076AB-F419-DB47-83FB-93BE82B9A159}"/>
                  </a:ext>
                </a:extLst>
              </p:cNvPr>
              <p:cNvSpPr txBox="1">
                <a:spLocks noChangeArrowheads="1"/>
              </p:cNvSpPr>
              <p:nvPr/>
            </p:nvSpPr>
            <p:spPr bwMode="auto">
              <a:xfrm>
                <a:off x="2208" y="3562"/>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5230" name="Text Box 38">
                <a:extLst>
                  <a:ext uri="{FF2B5EF4-FFF2-40B4-BE49-F238E27FC236}">
                    <a16:creationId xmlns:a16="http://schemas.microsoft.com/office/drawing/2014/main" id="{04392914-1D40-9F4C-9E19-C8DABF9D3601}"/>
                  </a:ext>
                </a:extLst>
              </p:cNvPr>
              <p:cNvSpPr txBox="1">
                <a:spLocks noChangeArrowheads="1"/>
              </p:cNvSpPr>
              <p:nvPr/>
            </p:nvSpPr>
            <p:spPr bwMode="auto">
              <a:xfrm>
                <a:off x="2976" y="3562"/>
                <a:ext cx="31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5231" name="Text Box 39">
                <a:extLst>
                  <a:ext uri="{FF2B5EF4-FFF2-40B4-BE49-F238E27FC236}">
                    <a16:creationId xmlns:a16="http://schemas.microsoft.com/office/drawing/2014/main" id="{F2CF216F-BD16-CD46-81E2-A230A2155850}"/>
                  </a:ext>
                </a:extLst>
              </p:cNvPr>
              <p:cNvSpPr txBox="1">
                <a:spLocks noChangeArrowheads="1"/>
              </p:cNvSpPr>
              <p:nvPr/>
            </p:nvSpPr>
            <p:spPr bwMode="auto">
              <a:xfrm>
                <a:off x="2976" y="3177"/>
                <a:ext cx="31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5232" name="Text Box 40">
                <a:extLst>
                  <a:ext uri="{FF2B5EF4-FFF2-40B4-BE49-F238E27FC236}">
                    <a16:creationId xmlns:a16="http://schemas.microsoft.com/office/drawing/2014/main" id="{30EEBC08-1DCB-5F46-B75A-BF28FB667383}"/>
                  </a:ext>
                </a:extLst>
              </p:cNvPr>
              <p:cNvSpPr txBox="1">
                <a:spLocks noChangeArrowheads="1"/>
              </p:cNvSpPr>
              <p:nvPr/>
            </p:nvSpPr>
            <p:spPr bwMode="auto">
              <a:xfrm>
                <a:off x="2208" y="2793"/>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5191" name="Group 41">
              <a:extLst>
                <a:ext uri="{FF2B5EF4-FFF2-40B4-BE49-F238E27FC236}">
                  <a16:creationId xmlns:a16="http://schemas.microsoft.com/office/drawing/2014/main" id="{BAC566CB-013D-5C4C-ABAF-EACF2068FAB2}"/>
                </a:ext>
              </a:extLst>
            </p:cNvPr>
            <p:cNvGrpSpPr>
              <a:grpSpLocks/>
            </p:cNvGrpSpPr>
            <p:nvPr/>
          </p:nvGrpSpPr>
          <p:grpSpPr bwMode="auto">
            <a:xfrm>
              <a:off x="624" y="2112"/>
              <a:ext cx="802" cy="832"/>
              <a:chOff x="2112" y="1152"/>
              <a:chExt cx="1179" cy="1249"/>
            </a:xfrm>
          </p:grpSpPr>
          <p:sp>
            <p:nvSpPr>
              <p:cNvPr id="5199" name="Rectangle 42">
                <a:extLst>
                  <a:ext uri="{FF2B5EF4-FFF2-40B4-BE49-F238E27FC236}">
                    <a16:creationId xmlns:a16="http://schemas.microsoft.com/office/drawing/2014/main" id="{B570927A-59BB-6C4E-9730-4AE40148F3A1}"/>
                  </a:ext>
                </a:extLst>
              </p:cNvPr>
              <p:cNvSpPr>
                <a:spLocks noChangeArrowheads="1"/>
              </p:cNvSpPr>
              <p:nvPr/>
            </p:nvSpPr>
            <p:spPr bwMode="auto">
              <a:xfrm>
                <a:off x="2112" y="1152"/>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0" name="Rectangle 43">
                <a:extLst>
                  <a:ext uri="{FF2B5EF4-FFF2-40B4-BE49-F238E27FC236}">
                    <a16:creationId xmlns:a16="http://schemas.microsoft.com/office/drawing/2014/main" id="{272AB140-AC7A-5943-8CC4-F5F331A12E12}"/>
                  </a:ext>
                </a:extLst>
              </p:cNvPr>
              <p:cNvSpPr>
                <a:spLocks noChangeArrowheads="1"/>
              </p:cNvSpPr>
              <p:nvPr/>
            </p:nvSpPr>
            <p:spPr bwMode="auto">
              <a:xfrm>
                <a:off x="2112"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1" name="Rectangle 44">
                <a:extLst>
                  <a:ext uri="{FF2B5EF4-FFF2-40B4-BE49-F238E27FC236}">
                    <a16:creationId xmlns:a16="http://schemas.microsoft.com/office/drawing/2014/main" id="{FF059B30-953D-7142-B9D3-D616A81C8625}"/>
                  </a:ext>
                </a:extLst>
              </p:cNvPr>
              <p:cNvSpPr>
                <a:spLocks noChangeArrowheads="1"/>
              </p:cNvSpPr>
              <p:nvPr/>
            </p:nvSpPr>
            <p:spPr bwMode="auto">
              <a:xfrm>
                <a:off x="2112"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2" name="Rectangle 45">
                <a:extLst>
                  <a:ext uri="{FF2B5EF4-FFF2-40B4-BE49-F238E27FC236}">
                    <a16:creationId xmlns:a16="http://schemas.microsoft.com/office/drawing/2014/main" id="{D5AD7B5D-B859-9B47-9319-5710EDAC9915}"/>
                  </a:ext>
                </a:extLst>
              </p:cNvPr>
              <p:cNvSpPr>
                <a:spLocks noChangeArrowheads="1"/>
              </p:cNvSpPr>
              <p:nvPr/>
            </p:nvSpPr>
            <p:spPr bwMode="auto">
              <a:xfrm>
                <a:off x="2112"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3" name="Rectangle 46">
                <a:extLst>
                  <a:ext uri="{FF2B5EF4-FFF2-40B4-BE49-F238E27FC236}">
                    <a16:creationId xmlns:a16="http://schemas.microsoft.com/office/drawing/2014/main" id="{15B6CCF2-C617-8442-A09C-C8A984756386}"/>
                  </a:ext>
                </a:extLst>
              </p:cNvPr>
              <p:cNvSpPr>
                <a:spLocks noChangeArrowheads="1"/>
              </p:cNvSpPr>
              <p:nvPr/>
            </p:nvSpPr>
            <p:spPr bwMode="auto">
              <a:xfrm>
                <a:off x="2496"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4" name="Rectangle 47">
                <a:extLst>
                  <a:ext uri="{FF2B5EF4-FFF2-40B4-BE49-F238E27FC236}">
                    <a16:creationId xmlns:a16="http://schemas.microsoft.com/office/drawing/2014/main" id="{179AE17A-1C6E-9A42-B708-FB1F3D2FA5F4}"/>
                  </a:ext>
                </a:extLst>
              </p:cNvPr>
              <p:cNvSpPr>
                <a:spLocks noChangeArrowheads="1"/>
              </p:cNvSpPr>
              <p:nvPr/>
            </p:nvSpPr>
            <p:spPr bwMode="auto">
              <a:xfrm>
                <a:off x="2496"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5" name="Rectangle 48">
                <a:extLst>
                  <a:ext uri="{FF2B5EF4-FFF2-40B4-BE49-F238E27FC236}">
                    <a16:creationId xmlns:a16="http://schemas.microsoft.com/office/drawing/2014/main" id="{22327CB3-7C28-504A-95CA-4C669470C40D}"/>
                  </a:ext>
                </a:extLst>
              </p:cNvPr>
              <p:cNvSpPr>
                <a:spLocks noChangeArrowheads="1"/>
              </p:cNvSpPr>
              <p:nvPr/>
            </p:nvSpPr>
            <p:spPr bwMode="auto">
              <a:xfrm>
                <a:off x="2880"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6" name="Rectangle 49">
                <a:extLst>
                  <a:ext uri="{FF2B5EF4-FFF2-40B4-BE49-F238E27FC236}">
                    <a16:creationId xmlns:a16="http://schemas.microsoft.com/office/drawing/2014/main" id="{327A0CC0-4967-8743-8821-FDD29757767F}"/>
                  </a:ext>
                </a:extLst>
              </p:cNvPr>
              <p:cNvSpPr>
                <a:spLocks noChangeArrowheads="1"/>
              </p:cNvSpPr>
              <p:nvPr/>
            </p:nvSpPr>
            <p:spPr bwMode="auto">
              <a:xfrm>
                <a:off x="2496"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7" name="Rectangle 50">
                <a:extLst>
                  <a:ext uri="{FF2B5EF4-FFF2-40B4-BE49-F238E27FC236}">
                    <a16:creationId xmlns:a16="http://schemas.microsoft.com/office/drawing/2014/main" id="{8A329B40-53F6-DA4A-84CD-D9D3C27B4AE7}"/>
                  </a:ext>
                </a:extLst>
              </p:cNvPr>
              <p:cNvSpPr>
                <a:spLocks noChangeArrowheads="1"/>
              </p:cNvSpPr>
              <p:nvPr/>
            </p:nvSpPr>
            <p:spPr bwMode="auto">
              <a:xfrm>
                <a:off x="2880"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208" name="Text Box 51">
                <a:extLst>
                  <a:ext uri="{FF2B5EF4-FFF2-40B4-BE49-F238E27FC236}">
                    <a16:creationId xmlns:a16="http://schemas.microsoft.com/office/drawing/2014/main" id="{62F3D481-DAE7-384F-91F9-A4A7FC1168B8}"/>
                  </a:ext>
                </a:extLst>
              </p:cNvPr>
              <p:cNvSpPr txBox="1">
                <a:spLocks noChangeArrowheads="1"/>
              </p:cNvSpPr>
              <p:nvPr/>
            </p:nvSpPr>
            <p:spPr bwMode="auto">
              <a:xfrm>
                <a:off x="2593" y="2025"/>
                <a:ext cx="27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5209" name="Text Box 52">
                <a:extLst>
                  <a:ext uri="{FF2B5EF4-FFF2-40B4-BE49-F238E27FC236}">
                    <a16:creationId xmlns:a16="http://schemas.microsoft.com/office/drawing/2014/main" id="{1C0BDE63-E093-6047-9A9A-5732D4DD6342}"/>
                  </a:ext>
                </a:extLst>
              </p:cNvPr>
              <p:cNvSpPr txBox="1">
                <a:spLocks noChangeArrowheads="1"/>
              </p:cNvSpPr>
              <p:nvPr/>
            </p:nvSpPr>
            <p:spPr bwMode="auto">
              <a:xfrm>
                <a:off x="2593" y="1257"/>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5210" name="Text Box 53">
                <a:extLst>
                  <a:ext uri="{FF2B5EF4-FFF2-40B4-BE49-F238E27FC236}">
                    <a16:creationId xmlns:a16="http://schemas.microsoft.com/office/drawing/2014/main" id="{B6C7239E-F73D-DB43-8A63-31A1948F93B1}"/>
                  </a:ext>
                </a:extLst>
              </p:cNvPr>
              <p:cNvSpPr txBox="1">
                <a:spLocks noChangeArrowheads="1"/>
              </p:cNvSpPr>
              <p:nvPr/>
            </p:nvSpPr>
            <p:spPr bwMode="auto">
              <a:xfrm>
                <a:off x="2208" y="1641"/>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5211" name="Text Box 54">
                <a:extLst>
                  <a:ext uri="{FF2B5EF4-FFF2-40B4-BE49-F238E27FC236}">
                    <a16:creationId xmlns:a16="http://schemas.microsoft.com/office/drawing/2014/main" id="{DB5D1AC1-830D-C74F-AB47-2C17B0F42E7C}"/>
                  </a:ext>
                </a:extLst>
              </p:cNvPr>
              <p:cNvSpPr txBox="1">
                <a:spLocks noChangeArrowheads="1"/>
              </p:cNvSpPr>
              <p:nvPr/>
            </p:nvSpPr>
            <p:spPr bwMode="auto">
              <a:xfrm>
                <a:off x="2593" y="1641"/>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5212" name="Text Box 55">
                <a:extLst>
                  <a:ext uri="{FF2B5EF4-FFF2-40B4-BE49-F238E27FC236}">
                    <a16:creationId xmlns:a16="http://schemas.microsoft.com/office/drawing/2014/main" id="{7F9B3B6C-6465-C843-90B1-5A362DB950CF}"/>
                  </a:ext>
                </a:extLst>
              </p:cNvPr>
              <p:cNvSpPr txBox="1">
                <a:spLocks noChangeArrowheads="1"/>
              </p:cNvSpPr>
              <p:nvPr/>
            </p:nvSpPr>
            <p:spPr bwMode="auto">
              <a:xfrm>
                <a:off x="2208" y="2026"/>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5213" name="Text Box 56">
                <a:extLst>
                  <a:ext uri="{FF2B5EF4-FFF2-40B4-BE49-F238E27FC236}">
                    <a16:creationId xmlns:a16="http://schemas.microsoft.com/office/drawing/2014/main" id="{9BAC285A-4F82-0549-A262-CB1D836F964D}"/>
                  </a:ext>
                </a:extLst>
              </p:cNvPr>
              <p:cNvSpPr txBox="1">
                <a:spLocks noChangeArrowheads="1"/>
              </p:cNvSpPr>
              <p:nvPr/>
            </p:nvSpPr>
            <p:spPr bwMode="auto">
              <a:xfrm>
                <a:off x="2977" y="2026"/>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5214" name="Text Box 57">
                <a:extLst>
                  <a:ext uri="{FF2B5EF4-FFF2-40B4-BE49-F238E27FC236}">
                    <a16:creationId xmlns:a16="http://schemas.microsoft.com/office/drawing/2014/main" id="{90DA199F-877D-C24C-A9D5-143BBDCD7F9B}"/>
                  </a:ext>
                </a:extLst>
              </p:cNvPr>
              <p:cNvSpPr txBox="1">
                <a:spLocks noChangeArrowheads="1"/>
              </p:cNvSpPr>
              <p:nvPr/>
            </p:nvSpPr>
            <p:spPr bwMode="auto">
              <a:xfrm>
                <a:off x="2976" y="1257"/>
                <a:ext cx="31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5215" name="Text Box 58">
                <a:extLst>
                  <a:ext uri="{FF2B5EF4-FFF2-40B4-BE49-F238E27FC236}">
                    <a16:creationId xmlns:a16="http://schemas.microsoft.com/office/drawing/2014/main" id="{0510E99E-C997-D048-A7AE-CBCB20246919}"/>
                  </a:ext>
                </a:extLst>
              </p:cNvPr>
              <p:cNvSpPr txBox="1">
                <a:spLocks noChangeArrowheads="1"/>
              </p:cNvSpPr>
              <p:nvPr/>
            </p:nvSpPr>
            <p:spPr bwMode="auto">
              <a:xfrm>
                <a:off x="2208" y="1257"/>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5192" name="Group 101">
              <a:extLst>
                <a:ext uri="{FF2B5EF4-FFF2-40B4-BE49-F238E27FC236}">
                  <a16:creationId xmlns:a16="http://schemas.microsoft.com/office/drawing/2014/main" id="{DDA8054A-B150-754C-8D3E-E121166FDF51}"/>
                </a:ext>
              </a:extLst>
            </p:cNvPr>
            <p:cNvGrpSpPr>
              <a:grpSpLocks/>
            </p:cNvGrpSpPr>
            <p:nvPr/>
          </p:nvGrpSpPr>
          <p:grpSpPr bwMode="auto">
            <a:xfrm>
              <a:off x="1440" y="1200"/>
              <a:ext cx="3600" cy="1920"/>
              <a:chOff x="1440" y="1200"/>
              <a:chExt cx="3600" cy="1920"/>
            </a:xfrm>
          </p:grpSpPr>
          <p:sp>
            <p:nvSpPr>
              <p:cNvPr id="5193" name="Oval 86">
                <a:extLst>
                  <a:ext uri="{FF2B5EF4-FFF2-40B4-BE49-F238E27FC236}">
                    <a16:creationId xmlns:a16="http://schemas.microsoft.com/office/drawing/2014/main" id="{FE403D61-C6CB-AA4B-8A64-BA6D73CAE71D}"/>
                  </a:ext>
                </a:extLst>
              </p:cNvPr>
              <p:cNvSpPr>
                <a:spLocks noChangeArrowheads="1"/>
              </p:cNvSpPr>
              <p:nvPr/>
            </p:nvSpPr>
            <p:spPr bwMode="auto">
              <a:xfrm>
                <a:off x="2976" y="1488"/>
                <a:ext cx="144" cy="144"/>
              </a:xfrm>
              <a:prstGeom prst="ellipse">
                <a:avLst/>
              </a:prstGeom>
              <a:solidFill>
                <a:srgbClr val="339933"/>
              </a:solidFill>
              <a:ln w="28575">
                <a:solidFill>
                  <a:srgbClr val="339933"/>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94" name="Oval 87">
                <a:extLst>
                  <a:ext uri="{FF2B5EF4-FFF2-40B4-BE49-F238E27FC236}">
                    <a16:creationId xmlns:a16="http://schemas.microsoft.com/office/drawing/2014/main" id="{1AB5A392-1CD9-B043-895E-B33945CB8EA9}"/>
                  </a:ext>
                </a:extLst>
              </p:cNvPr>
              <p:cNvSpPr>
                <a:spLocks noChangeArrowheads="1"/>
              </p:cNvSpPr>
              <p:nvPr/>
            </p:nvSpPr>
            <p:spPr bwMode="auto">
              <a:xfrm>
                <a:off x="4896" y="1488"/>
                <a:ext cx="144" cy="144"/>
              </a:xfrm>
              <a:prstGeom prst="ellipse">
                <a:avLst/>
              </a:prstGeom>
              <a:solidFill>
                <a:srgbClr val="339933"/>
              </a:solidFill>
              <a:ln w="28575">
                <a:solidFill>
                  <a:srgbClr val="339933"/>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95" name="Line 91">
                <a:extLst>
                  <a:ext uri="{FF2B5EF4-FFF2-40B4-BE49-F238E27FC236}">
                    <a16:creationId xmlns:a16="http://schemas.microsoft.com/office/drawing/2014/main" id="{A96BB3EB-D73A-2840-A008-E629E44299FF}"/>
                  </a:ext>
                </a:extLst>
              </p:cNvPr>
              <p:cNvSpPr>
                <a:spLocks noChangeShapeType="1"/>
              </p:cNvSpPr>
              <p:nvPr/>
            </p:nvSpPr>
            <p:spPr bwMode="auto">
              <a:xfrm flipH="1">
                <a:off x="1440" y="1584"/>
                <a:ext cx="1536" cy="912"/>
              </a:xfrm>
              <a:prstGeom prst="line">
                <a:avLst/>
              </a:prstGeom>
              <a:noFill/>
              <a:ln w="9525">
                <a:solidFill>
                  <a:srgbClr val="3399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96" name="Line 93">
                <a:extLst>
                  <a:ext uri="{FF2B5EF4-FFF2-40B4-BE49-F238E27FC236}">
                    <a16:creationId xmlns:a16="http://schemas.microsoft.com/office/drawing/2014/main" id="{4EC904CF-6826-8446-973B-B81AA0C43145}"/>
                  </a:ext>
                </a:extLst>
              </p:cNvPr>
              <p:cNvSpPr>
                <a:spLocks noChangeShapeType="1"/>
              </p:cNvSpPr>
              <p:nvPr/>
            </p:nvSpPr>
            <p:spPr bwMode="auto">
              <a:xfrm flipH="1">
                <a:off x="1776" y="1584"/>
                <a:ext cx="3120" cy="1536"/>
              </a:xfrm>
              <a:prstGeom prst="line">
                <a:avLst/>
              </a:prstGeom>
              <a:noFill/>
              <a:ln w="9525">
                <a:solidFill>
                  <a:srgbClr val="3399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97" name="Line 94">
                <a:extLst>
                  <a:ext uri="{FF2B5EF4-FFF2-40B4-BE49-F238E27FC236}">
                    <a16:creationId xmlns:a16="http://schemas.microsoft.com/office/drawing/2014/main" id="{1FB08455-28A4-E048-9E97-924FB5EEE26A}"/>
                  </a:ext>
                </a:extLst>
              </p:cNvPr>
              <p:cNvSpPr>
                <a:spLocks noChangeShapeType="1"/>
              </p:cNvSpPr>
              <p:nvPr/>
            </p:nvSpPr>
            <p:spPr bwMode="auto">
              <a:xfrm flipH="1">
                <a:off x="3120" y="1200"/>
                <a:ext cx="864" cy="3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98" name="Line 95">
                <a:extLst>
                  <a:ext uri="{FF2B5EF4-FFF2-40B4-BE49-F238E27FC236}">
                    <a16:creationId xmlns:a16="http://schemas.microsoft.com/office/drawing/2014/main" id="{0681C63C-1D67-F147-A1C6-9215928DE018}"/>
                  </a:ext>
                </a:extLst>
              </p:cNvPr>
              <p:cNvSpPr>
                <a:spLocks noChangeShapeType="1"/>
              </p:cNvSpPr>
              <p:nvPr/>
            </p:nvSpPr>
            <p:spPr bwMode="auto">
              <a:xfrm>
                <a:off x="3984" y="1200"/>
                <a:ext cx="945" cy="30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grpSp>
        <p:nvGrpSpPr>
          <p:cNvPr id="9" name="Group 152">
            <a:extLst>
              <a:ext uri="{FF2B5EF4-FFF2-40B4-BE49-F238E27FC236}">
                <a16:creationId xmlns:a16="http://schemas.microsoft.com/office/drawing/2014/main" id="{301FE86D-2F05-054A-B112-23DF64BF0B46}"/>
              </a:ext>
            </a:extLst>
          </p:cNvPr>
          <p:cNvGrpSpPr>
            <a:grpSpLocks/>
          </p:cNvGrpSpPr>
          <p:nvPr/>
        </p:nvGrpSpPr>
        <p:grpSpPr bwMode="auto">
          <a:xfrm>
            <a:off x="4229101" y="2586038"/>
            <a:ext cx="5216525" cy="3687762"/>
            <a:chOff x="2304" y="1629"/>
            <a:chExt cx="3286" cy="2323"/>
          </a:xfrm>
        </p:grpSpPr>
        <p:grpSp>
          <p:nvGrpSpPr>
            <p:cNvPr id="5127" name="Group 151">
              <a:extLst>
                <a:ext uri="{FF2B5EF4-FFF2-40B4-BE49-F238E27FC236}">
                  <a16:creationId xmlns:a16="http://schemas.microsoft.com/office/drawing/2014/main" id="{6DC1C82E-A840-1B4E-A15D-66883AED10A7}"/>
                </a:ext>
              </a:extLst>
            </p:cNvPr>
            <p:cNvGrpSpPr>
              <a:grpSpLocks/>
            </p:cNvGrpSpPr>
            <p:nvPr/>
          </p:nvGrpSpPr>
          <p:grpSpPr bwMode="auto">
            <a:xfrm>
              <a:off x="2304" y="3120"/>
              <a:ext cx="2146" cy="832"/>
              <a:chOff x="2304" y="3120"/>
              <a:chExt cx="2146" cy="832"/>
            </a:xfrm>
          </p:grpSpPr>
          <p:sp>
            <p:nvSpPr>
              <p:cNvPr id="5162" name="Rectangle 61">
                <a:extLst>
                  <a:ext uri="{FF2B5EF4-FFF2-40B4-BE49-F238E27FC236}">
                    <a16:creationId xmlns:a16="http://schemas.microsoft.com/office/drawing/2014/main" id="{9A227D06-3DE1-4742-A0D4-14E84A92C25D}"/>
                  </a:ext>
                </a:extLst>
              </p:cNvPr>
              <p:cNvSpPr>
                <a:spLocks noChangeArrowheads="1"/>
              </p:cNvSpPr>
              <p:nvPr/>
            </p:nvSpPr>
            <p:spPr bwMode="auto">
              <a:xfrm>
                <a:off x="2565" y="3120"/>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63" name="Rectangle 62">
                <a:extLst>
                  <a:ext uri="{FF2B5EF4-FFF2-40B4-BE49-F238E27FC236}">
                    <a16:creationId xmlns:a16="http://schemas.microsoft.com/office/drawing/2014/main" id="{9560F26C-0386-2743-82EE-08982C6EDC54}"/>
                  </a:ext>
                </a:extLst>
              </p:cNvPr>
              <p:cNvSpPr>
                <a:spLocks noChangeArrowheads="1"/>
              </p:cNvSpPr>
              <p:nvPr/>
            </p:nvSpPr>
            <p:spPr bwMode="auto">
              <a:xfrm>
                <a:off x="2304" y="3376"/>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64" name="Rectangle 63">
                <a:extLst>
                  <a:ext uri="{FF2B5EF4-FFF2-40B4-BE49-F238E27FC236}">
                    <a16:creationId xmlns:a16="http://schemas.microsoft.com/office/drawing/2014/main" id="{336E1FC3-5588-7E40-B744-D495BF4EBD2A}"/>
                  </a:ext>
                </a:extLst>
              </p:cNvPr>
              <p:cNvSpPr>
                <a:spLocks noChangeArrowheads="1"/>
              </p:cNvSpPr>
              <p:nvPr/>
            </p:nvSpPr>
            <p:spPr bwMode="auto">
              <a:xfrm>
                <a:off x="2304"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65" name="Rectangle 64">
                <a:extLst>
                  <a:ext uri="{FF2B5EF4-FFF2-40B4-BE49-F238E27FC236}">
                    <a16:creationId xmlns:a16="http://schemas.microsoft.com/office/drawing/2014/main" id="{062DAA74-35EA-044E-BC5A-D8022C2688E1}"/>
                  </a:ext>
                </a:extLst>
              </p:cNvPr>
              <p:cNvSpPr>
                <a:spLocks noChangeArrowheads="1"/>
              </p:cNvSpPr>
              <p:nvPr/>
            </p:nvSpPr>
            <p:spPr bwMode="auto">
              <a:xfrm>
                <a:off x="2826" y="3120"/>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66" name="Rectangle 65">
                <a:extLst>
                  <a:ext uri="{FF2B5EF4-FFF2-40B4-BE49-F238E27FC236}">
                    <a16:creationId xmlns:a16="http://schemas.microsoft.com/office/drawing/2014/main" id="{3FED4A47-876A-624E-9AE1-30E1A8D762F3}"/>
                  </a:ext>
                </a:extLst>
              </p:cNvPr>
              <p:cNvSpPr>
                <a:spLocks noChangeArrowheads="1"/>
              </p:cNvSpPr>
              <p:nvPr/>
            </p:nvSpPr>
            <p:spPr bwMode="auto">
              <a:xfrm>
                <a:off x="2565" y="3376"/>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67" name="Rectangle 66">
                <a:extLst>
                  <a:ext uri="{FF2B5EF4-FFF2-40B4-BE49-F238E27FC236}">
                    <a16:creationId xmlns:a16="http://schemas.microsoft.com/office/drawing/2014/main" id="{62BCD33C-D53E-554B-89EF-818213A91EB4}"/>
                  </a:ext>
                </a:extLst>
              </p:cNvPr>
              <p:cNvSpPr>
                <a:spLocks noChangeArrowheads="1"/>
              </p:cNvSpPr>
              <p:nvPr/>
            </p:nvSpPr>
            <p:spPr bwMode="auto">
              <a:xfrm>
                <a:off x="2826" y="3376"/>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68" name="Rectangle 67">
                <a:extLst>
                  <a:ext uri="{FF2B5EF4-FFF2-40B4-BE49-F238E27FC236}">
                    <a16:creationId xmlns:a16="http://schemas.microsoft.com/office/drawing/2014/main" id="{3186F9B2-1C99-B64C-B89F-117C64676221}"/>
                  </a:ext>
                </a:extLst>
              </p:cNvPr>
              <p:cNvSpPr>
                <a:spLocks noChangeArrowheads="1"/>
              </p:cNvSpPr>
              <p:nvPr/>
            </p:nvSpPr>
            <p:spPr bwMode="auto">
              <a:xfrm>
                <a:off x="2565"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69" name="Rectangle 68">
                <a:extLst>
                  <a:ext uri="{FF2B5EF4-FFF2-40B4-BE49-F238E27FC236}">
                    <a16:creationId xmlns:a16="http://schemas.microsoft.com/office/drawing/2014/main" id="{EB9DB6D5-3042-964A-B0C8-AFC5A4FC9E05}"/>
                  </a:ext>
                </a:extLst>
              </p:cNvPr>
              <p:cNvSpPr>
                <a:spLocks noChangeArrowheads="1"/>
              </p:cNvSpPr>
              <p:nvPr/>
            </p:nvSpPr>
            <p:spPr bwMode="auto">
              <a:xfrm>
                <a:off x="2826" y="3632"/>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0" name="Text Box 69">
                <a:extLst>
                  <a:ext uri="{FF2B5EF4-FFF2-40B4-BE49-F238E27FC236}">
                    <a16:creationId xmlns:a16="http://schemas.microsoft.com/office/drawing/2014/main" id="{6EA14F2B-CE48-CA48-BD82-78A7A762FF76}"/>
                  </a:ext>
                </a:extLst>
              </p:cNvPr>
              <p:cNvSpPr txBox="1">
                <a:spLocks noChangeArrowheads="1"/>
              </p:cNvSpPr>
              <p:nvPr/>
            </p:nvSpPr>
            <p:spPr bwMode="auto">
              <a:xfrm>
                <a:off x="2631" y="3702"/>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5171" name="Text Box 71">
                <a:extLst>
                  <a:ext uri="{FF2B5EF4-FFF2-40B4-BE49-F238E27FC236}">
                    <a16:creationId xmlns:a16="http://schemas.microsoft.com/office/drawing/2014/main" id="{E2D911D9-18AA-0B47-A0FC-4F786F15786B}"/>
                  </a:ext>
                </a:extLst>
              </p:cNvPr>
              <p:cNvSpPr txBox="1">
                <a:spLocks noChangeArrowheads="1"/>
              </p:cNvSpPr>
              <p:nvPr/>
            </p:nvSpPr>
            <p:spPr bwMode="auto">
              <a:xfrm>
                <a:off x="2369"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5172" name="Text Box 73">
                <a:extLst>
                  <a:ext uri="{FF2B5EF4-FFF2-40B4-BE49-F238E27FC236}">
                    <a16:creationId xmlns:a16="http://schemas.microsoft.com/office/drawing/2014/main" id="{70CD0A3D-B431-E343-928F-6092F4E2EFA2}"/>
                  </a:ext>
                </a:extLst>
              </p:cNvPr>
              <p:cNvSpPr txBox="1">
                <a:spLocks noChangeArrowheads="1"/>
              </p:cNvSpPr>
              <p:nvPr/>
            </p:nvSpPr>
            <p:spPr bwMode="auto">
              <a:xfrm>
                <a:off x="2369"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5173" name="Text Box 74">
                <a:extLst>
                  <a:ext uri="{FF2B5EF4-FFF2-40B4-BE49-F238E27FC236}">
                    <a16:creationId xmlns:a16="http://schemas.microsoft.com/office/drawing/2014/main" id="{E568D653-1F0E-2644-AE52-7C8B5C8B229B}"/>
                  </a:ext>
                </a:extLst>
              </p:cNvPr>
              <p:cNvSpPr txBox="1">
                <a:spLocks noChangeArrowheads="1"/>
              </p:cNvSpPr>
              <p:nvPr/>
            </p:nvSpPr>
            <p:spPr bwMode="auto">
              <a:xfrm>
                <a:off x="2892"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5174" name="Text Box 76">
                <a:extLst>
                  <a:ext uri="{FF2B5EF4-FFF2-40B4-BE49-F238E27FC236}">
                    <a16:creationId xmlns:a16="http://schemas.microsoft.com/office/drawing/2014/main" id="{18220E90-BC18-4847-AE8C-65648049157D}"/>
                  </a:ext>
                </a:extLst>
              </p:cNvPr>
              <p:cNvSpPr txBox="1">
                <a:spLocks noChangeArrowheads="1"/>
              </p:cNvSpPr>
              <p:nvPr/>
            </p:nvSpPr>
            <p:spPr bwMode="auto">
              <a:xfrm>
                <a:off x="2631" y="319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sp>
            <p:nvSpPr>
              <p:cNvPr id="5175" name="Rectangle 107">
                <a:extLst>
                  <a:ext uri="{FF2B5EF4-FFF2-40B4-BE49-F238E27FC236}">
                    <a16:creationId xmlns:a16="http://schemas.microsoft.com/office/drawing/2014/main" id="{182BE639-B7CE-6949-8316-9F049FEAA89B}"/>
                  </a:ext>
                </a:extLst>
              </p:cNvPr>
              <p:cNvSpPr>
                <a:spLocks noChangeArrowheads="1"/>
              </p:cNvSpPr>
              <p:nvPr/>
            </p:nvSpPr>
            <p:spPr bwMode="auto">
              <a:xfrm>
                <a:off x="3648" y="3120"/>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6" name="Rectangle 108">
                <a:extLst>
                  <a:ext uri="{FF2B5EF4-FFF2-40B4-BE49-F238E27FC236}">
                    <a16:creationId xmlns:a16="http://schemas.microsoft.com/office/drawing/2014/main" id="{F2F26F24-9A8D-6040-9336-3611AD3F3B01}"/>
                  </a:ext>
                </a:extLst>
              </p:cNvPr>
              <p:cNvSpPr>
                <a:spLocks noChangeArrowheads="1"/>
              </p:cNvSpPr>
              <p:nvPr/>
            </p:nvSpPr>
            <p:spPr bwMode="auto">
              <a:xfrm>
                <a:off x="3648" y="3376"/>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7" name="Rectangle 109">
                <a:extLst>
                  <a:ext uri="{FF2B5EF4-FFF2-40B4-BE49-F238E27FC236}">
                    <a16:creationId xmlns:a16="http://schemas.microsoft.com/office/drawing/2014/main" id="{2E8DF22F-B595-B141-AE49-584BB3E1DBCD}"/>
                  </a:ext>
                </a:extLst>
              </p:cNvPr>
              <p:cNvSpPr>
                <a:spLocks noChangeArrowheads="1"/>
              </p:cNvSpPr>
              <p:nvPr/>
            </p:nvSpPr>
            <p:spPr bwMode="auto">
              <a:xfrm>
                <a:off x="3648"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8" name="Rectangle 110">
                <a:extLst>
                  <a:ext uri="{FF2B5EF4-FFF2-40B4-BE49-F238E27FC236}">
                    <a16:creationId xmlns:a16="http://schemas.microsoft.com/office/drawing/2014/main" id="{A705B6DA-680A-A640-A2CA-0F6DFAF70C57}"/>
                  </a:ext>
                </a:extLst>
              </p:cNvPr>
              <p:cNvSpPr>
                <a:spLocks noChangeArrowheads="1"/>
              </p:cNvSpPr>
              <p:nvPr/>
            </p:nvSpPr>
            <p:spPr bwMode="auto">
              <a:xfrm>
                <a:off x="4170" y="3120"/>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79" name="Rectangle 111">
                <a:extLst>
                  <a:ext uri="{FF2B5EF4-FFF2-40B4-BE49-F238E27FC236}">
                    <a16:creationId xmlns:a16="http://schemas.microsoft.com/office/drawing/2014/main" id="{A781B8CB-2A14-874D-B2E1-391994EB6E0E}"/>
                  </a:ext>
                </a:extLst>
              </p:cNvPr>
              <p:cNvSpPr>
                <a:spLocks noChangeArrowheads="1"/>
              </p:cNvSpPr>
              <p:nvPr/>
            </p:nvSpPr>
            <p:spPr bwMode="auto">
              <a:xfrm>
                <a:off x="3912" y="3120"/>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0" name="Rectangle 112">
                <a:extLst>
                  <a:ext uri="{FF2B5EF4-FFF2-40B4-BE49-F238E27FC236}">
                    <a16:creationId xmlns:a16="http://schemas.microsoft.com/office/drawing/2014/main" id="{96B7F072-693C-BE44-937F-A1AFECD09ECD}"/>
                  </a:ext>
                </a:extLst>
              </p:cNvPr>
              <p:cNvSpPr>
                <a:spLocks noChangeArrowheads="1"/>
              </p:cNvSpPr>
              <p:nvPr/>
            </p:nvSpPr>
            <p:spPr bwMode="auto">
              <a:xfrm>
                <a:off x="4170" y="3376"/>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1" name="Rectangle 113">
                <a:extLst>
                  <a:ext uri="{FF2B5EF4-FFF2-40B4-BE49-F238E27FC236}">
                    <a16:creationId xmlns:a16="http://schemas.microsoft.com/office/drawing/2014/main" id="{AFFFB8E9-A623-7942-8D58-C90A438CB6C1}"/>
                  </a:ext>
                </a:extLst>
              </p:cNvPr>
              <p:cNvSpPr>
                <a:spLocks noChangeArrowheads="1"/>
              </p:cNvSpPr>
              <p:nvPr/>
            </p:nvSpPr>
            <p:spPr bwMode="auto">
              <a:xfrm>
                <a:off x="3909"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2" name="Rectangle 114">
                <a:extLst>
                  <a:ext uri="{FF2B5EF4-FFF2-40B4-BE49-F238E27FC236}">
                    <a16:creationId xmlns:a16="http://schemas.microsoft.com/office/drawing/2014/main" id="{A5C68F9D-ABDE-E14C-BF15-1FD377189B81}"/>
                  </a:ext>
                </a:extLst>
              </p:cNvPr>
              <p:cNvSpPr>
                <a:spLocks noChangeArrowheads="1"/>
              </p:cNvSpPr>
              <p:nvPr/>
            </p:nvSpPr>
            <p:spPr bwMode="auto">
              <a:xfrm>
                <a:off x="4170" y="3632"/>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83" name="Text Box 115">
                <a:extLst>
                  <a:ext uri="{FF2B5EF4-FFF2-40B4-BE49-F238E27FC236}">
                    <a16:creationId xmlns:a16="http://schemas.microsoft.com/office/drawing/2014/main" id="{E748BF73-24E2-7141-BAF8-8D9F4DB873BD}"/>
                  </a:ext>
                </a:extLst>
              </p:cNvPr>
              <p:cNvSpPr txBox="1">
                <a:spLocks noChangeArrowheads="1"/>
              </p:cNvSpPr>
              <p:nvPr/>
            </p:nvSpPr>
            <p:spPr bwMode="auto">
              <a:xfrm>
                <a:off x="3975" y="3702"/>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5184" name="Text Box 117">
                <a:extLst>
                  <a:ext uri="{FF2B5EF4-FFF2-40B4-BE49-F238E27FC236}">
                    <a16:creationId xmlns:a16="http://schemas.microsoft.com/office/drawing/2014/main" id="{F918F837-9817-8C45-A9BB-BB187CB2F01A}"/>
                  </a:ext>
                </a:extLst>
              </p:cNvPr>
              <p:cNvSpPr txBox="1">
                <a:spLocks noChangeArrowheads="1"/>
              </p:cNvSpPr>
              <p:nvPr/>
            </p:nvSpPr>
            <p:spPr bwMode="auto">
              <a:xfrm>
                <a:off x="3713"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5185" name="Text Box 118">
                <a:extLst>
                  <a:ext uri="{FF2B5EF4-FFF2-40B4-BE49-F238E27FC236}">
                    <a16:creationId xmlns:a16="http://schemas.microsoft.com/office/drawing/2014/main" id="{3C3238C2-D18E-474E-9EDC-F0C6AAC27449}"/>
                  </a:ext>
                </a:extLst>
              </p:cNvPr>
              <p:cNvSpPr txBox="1">
                <a:spLocks noChangeArrowheads="1"/>
              </p:cNvSpPr>
              <p:nvPr/>
            </p:nvSpPr>
            <p:spPr bwMode="auto">
              <a:xfrm>
                <a:off x="3936" y="3175"/>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5186" name="Text Box 119">
                <a:extLst>
                  <a:ext uri="{FF2B5EF4-FFF2-40B4-BE49-F238E27FC236}">
                    <a16:creationId xmlns:a16="http://schemas.microsoft.com/office/drawing/2014/main" id="{4CE0310A-3AEE-3046-B2BC-AC36944CE73F}"/>
                  </a:ext>
                </a:extLst>
              </p:cNvPr>
              <p:cNvSpPr txBox="1">
                <a:spLocks noChangeArrowheads="1"/>
              </p:cNvSpPr>
              <p:nvPr/>
            </p:nvSpPr>
            <p:spPr bwMode="auto">
              <a:xfrm>
                <a:off x="3713"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5187" name="Text Box 120">
                <a:extLst>
                  <a:ext uri="{FF2B5EF4-FFF2-40B4-BE49-F238E27FC236}">
                    <a16:creationId xmlns:a16="http://schemas.microsoft.com/office/drawing/2014/main" id="{C6D0E6EB-AED7-B842-886B-A61ABBB45E14}"/>
                  </a:ext>
                </a:extLst>
              </p:cNvPr>
              <p:cNvSpPr txBox="1">
                <a:spLocks noChangeArrowheads="1"/>
              </p:cNvSpPr>
              <p:nvPr/>
            </p:nvSpPr>
            <p:spPr bwMode="auto">
              <a:xfrm>
                <a:off x="4236"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5188" name="Text Box 121">
                <a:extLst>
                  <a:ext uri="{FF2B5EF4-FFF2-40B4-BE49-F238E27FC236}">
                    <a16:creationId xmlns:a16="http://schemas.microsoft.com/office/drawing/2014/main" id="{4A50785F-CB4F-8A45-9221-22FBC172CA7A}"/>
                  </a:ext>
                </a:extLst>
              </p:cNvPr>
              <p:cNvSpPr txBox="1">
                <a:spLocks noChangeArrowheads="1"/>
              </p:cNvSpPr>
              <p:nvPr/>
            </p:nvSpPr>
            <p:spPr bwMode="auto">
              <a:xfrm>
                <a:off x="4236"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5189" name="Text Box 122">
                <a:extLst>
                  <a:ext uri="{FF2B5EF4-FFF2-40B4-BE49-F238E27FC236}">
                    <a16:creationId xmlns:a16="http://schemas.microsoft.com/office/drawing/2014/main" id="{C51240C9-A56B-EE4D-8586-C0BD7F65D2F7}"/>
                  </a:ext>
                </a:extLst>
              </p:cNvPr>
              <p:cNvSpPr txBox="1">
                <a:spLocks noChangeArrowheads="1"/>
              </p:cNvSpPr>
              <p:nvPr/>
            </p:nvSpPr>
            <p:spPr bwMode="auto">
              <a:xfrm>
                <a:off x="3696" y="3175"/>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5128" name="Group 150">
              <a:extLst>
                <a:ext uri="{FF2B5EF4-FFF2-40B4-BE49-F238E27FC236}">
                  <a16:creationId xmlns:a16="http://schemas.microsoft.com/office/drawing/2014/main" id="{B3B67F03-B4CA-334E-A707-80FDD883513E}"/>
                </a:ext>
              </a:extLst>
            </p:cNvPr>
            <p:cNvGrpSpPr>
              <a:grpSpLocks/>
            </p:cNvGrpSpPr>
            <p:nvPr/>
          </p:nvGrpSpPr>
          <p:grpSpPr bwMode="auto">
            <a:xfrm>
              <a:off x="2304" y="1629"/>
              <a:ext cx="3286" cy="2275"/>
              <a:chOff x="2304" y="1629"/>
              <a:chExt cx="3286" cy="2275"/>
            </a:xfrm>
          </p:grpSpPr>
          <p:sp>
            <p:nvSpPr>
              <p:cNvPr id="5129" name="Rectangle 60">
                <a:extLst>
                  <a:ext uri="{FF2B5EF4-FFF2-40B4-BE49-F238E27FC236}">
                    <a16:creationId xmlns:a16="http://schemas.microsoft.com/office/drawing/2014/main" id="{7CE8E62E-B45D-7445-9002-C7E149D67E57}"/>
                  </a:ext>
                </a:extLst>
              </p:cNvPr>
              <p:cNvSpPr>
                <a:spLocks noChangeArrowheads="1"/>
              </p:cNvSpPr>
              <p:nvPr/>
            </p:nvSpPr>
            <p:spPr bwMode="auto">
              <a:xfrm>
                <a:off x="2304" y="3120"/>
                <a:ext cx="784" cy="76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0" name="Text Box 70">
                <a:extLst>
                  <a:ext uri="{FF2B5EF4-FFF2-40B4-BE49-F238E27FC236}">
                    <a16:creationId xmlns:a16="http://schemas.microsoft.com/office/drawing/2014/main" id="{9897E1EB-F622-3945-ACB7-21AD7B580DA0}"/>
                  </a:ext>
                </a:extLst>
              </p:cNvPr>
              <p:cNvSpPr txBox="1">
                <a:spLocks noChangeArrowheads="1"/>
              </p:cNvSpPr>
              <p:nvPr/>
            </p:nvSpPr>
            <p:spPr bwMode="auto">
              <a:xfrm>
                <a:off x="2892" y="319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5131" name="Text Box 72">
                <a:extLst>
                  <a:ext uri="{FF2B5EF4-FFF2-40B4-BE49-F238E27FC236}">
                    <a16:creationId xmlns:a16="http://schemas.microsoft.com/office/drawing/2014/main" id="{91FDF721-0336-7A45-9A06-8B73B99D1649}"/>
                  </a:ext>
                </a:extLst>
              </p:cNvPr>
              <p:cNvSpPr txBox="1">
                <a:spLocks noChangeArrowheads="1"/>
              </p:cNvSpPr>
              <p:nvPr/>
            </p:nvSpPr>
            <p:spPr bwMode="auto">
              <a:xfrm>
                <a:off x="2631"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5132" name="Text Box 75">
                <a:extLst>
                  <a:ext uri="{FF2B5EF4-FFF2-40B4-BE49-F238E27FC236}">
                    <a16:creationId xmlns:a16="http://schemas.microsoft.com/office/drawing/2014/main" id="{5181386F-659C-BA4D-8666-E42A7D3A2BD7}"/>
                  </a:ext>
                </a:extLst>
              </p:cNvPr>
              <p:cNvSpPr txBox="1">
                <a:spLocks noChangeArrowheads="1"/>
              </p:cNvSpPr>
              <p:nvPr/>
            </p:nvSpPr>
            <p:spPr bwMode="auto">
              <a:xfrm>
                <a:off x="2892"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5133" name="Rectangle 106">
                <a:extLst>
                  <a:ext uri="{FF2B5EF4-FFF2-40B4-BE49-F238E27FC236}">
                    <a16:creationId xmlns:a16="http://schemas.microsoft.com/office/drawing/2014/main" id="{B48D113D-5723-4B44-BEE9-75CFD861AFC0}"/>
                  </a:ext>
                </a:extLst>
              </p:cNvPr>
              <p:cNvSpPr>
                <a:spLocks noChangeArrowheads="1"/>
              </p:cNvSpPr>
              <p:nvPr/>
            </p:nvSpPr>
            <p:spPr bwMode="auto">
              <a:xfrm>
                <a:off x="3648" y="3120"/>
                <a:ext cx="784" cy="76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4" name="Text Box 116">
                <a:extLst>
                  <a:ext uri="{FF2B5EF4-FFF2-40B4-BE49-F238E27FC236}">
                    <a16:creationId xmlns:a16="http://schemas.microsoft.com/office/drawing/2014/main" id="{943CB6F9-DA46-7F4A-B52C-3A3379697F1E}"/>
                  </a:ext>
                </a:extLst>
              </p:cNvPr>
              <p:cNvSpPr txBox="1">
                <a:spLocks noChangeArrowheads="1"/>
              </p:cNvSpPr>
              <p:nvPr/>
            </p:nvSpPr>
            <p:spPr bwMode="auto">
              <a:xfrm>
                <a:off x="4236" y="319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5135" name="Oval 88">
                <a:extLst>
                  <a:ext uri="{FF2B5EF4-FFF2-40B4-BE49-F238E27FC236}">
                    <a16:creationId xmlns:a16="http://schemas.microsoft.com/office/drawing/2014/main" id="{C9A1EAAA-6CEF-8E40-8B4A-A36E8126041E}"/>
                  </a:ext>
                </a:extLst>
              </p:cNvPr>
              <p:cNvSpPr>
                <a:spLocks noChangeArrowheads="1"/>
              </p:cNvSpPr>
              <p:nvPr/>
            </p:nvSpPr>
            <p:spPr bwMode="auto">
              <a:xfrm>
                <a:off x="5328" y="2016"/>
                <a:ext cx="144" cy="144"/>
              </a:xfrm>
              <a:prstGeom prst="ellipse">
                <a:avLst/>
              </a:prstGeom>
              <a:solidFill>
                <a:srgbClr val="F81706"/>
              </a:solidFill>
              <a:ln w="28575">
                <a:solidFill>
                  <a:srgbClr val="F81706"/>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6" name="Oval 89">
                <a:extLst>
                  <a:ext uri="{FF2B5EF4-FFF2-40B4-BE49-F238E27FC236}">
                    <a16:creationId xmlns:a16="http://schemas.microsoft.com/office/drawing/2014/main" id="{5D41C102-44EE-6A41-B3D9-A7563CD5F92A}"/>
                  </a:ext>
                </a:extLst>
              </p:cNvPr>
              <p:cNvSpPr>
                <a:spLocks noChangeArrowheads="1"/>
              </p:cNvSpPr>
              <p:nvPr/>
            </p:nvSpPr>
            <p:spPr bwMode="auto">
              <a:xfrm>
                <a:off x="4512" y="2016"/>
                <a:ext cx="144" cy="144"/>
              </a:xfrm>
              <a:prstGeom prst="ellipse">
                <a:avLst/>
              </a:prstGeom>
              <a:solidFill>
                <a:srgbClr val="F81706"/>
              </a:solidFill>
              <a:ln w="28575">
                <a:solidFill>
                  <a:srgbClr val="F81706"/>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37" name="Line 96">
                <a:extLst>
                  <a:ext uri="{FF2B5EF4-FFF2-40B4-BE49-F238E27FC236}">
                    <a16:creationId xmlns:a16="http://schemas.microsoft.com/office/drawing/2014/main" id="{5A00317F-9191-B745-87FA-6D3BD55E2400}"/>
                  </a:ext>
                </a:extLst>
              </p:cNvPr>
              <p:cNvSpPr>
                <a:spLocks noChangeShapeType="1"/>
              </p:cNvSpPr>
              <p:nvPr/>
            </p:nvSpPr>
            <p:spPr bwMode="auto">
              <a:xfrm flipH="1">
                <a:off x="4633" y="1629"/>
                <a:ext cx="345" cy="40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38" name="Line 97">
                <a:extLst>
                  <a:ext uri="{FF2B5EF4-FFF2-40B4-BE49-F238E27FC236}">
                    <a16:creationId xmlns:a16="http://schemas.microsoft.com/office/drawing/2014/main" id="{CE74DA62-DC05-2D4C-B1DD-4953B708DC60}"/>
                  </a:ext>
                </a:extLst>
              </p:cNvPr>
              <p:cNvSpPr>
                <a:spLocks noChangeShapeType="1"/>
              </p:cNvSpPr>
              <p:nvPr/>
            </p:nvSpPr>
            <p:spPr bwMode="auto">
              <a:xfrm>
                <a:off x="4978" y="1629"/>
                <a:ext cx="379" cy="3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39" name="Line 98">
                <a:extLst>
                  <a:ext uri="{FF2B5EF4-FFF2-40B4-BE49-F238E27FC236}">
                    <a16:creationId xmlns:a16="http://schemas.microsoft.com/office/drawing/2014/main" id="{6F61EBE2-F69A-404B-A56A-B85B9E09A8D4}"/>
                  </a:ext>
                </a:extLst>
              </p:cNvPr>
              <p:cNvSpPr>
                <a:spLocks noChangeShapeType="1"/>
              </p:cNvSpPr>
              <p:nvPr/>
            </p:nvSpPr>
            <p:spPr bwMode="auto">
              <a:xfrm flipH="1">
                <a:off x="2688" y="2112"/>
                <a:ext cx="1824" cy="1008"/>
              </a:xfrm>
              <a:prstGeom prst="line">
                <a:avLst/>
              </a:prstGeom>
              <a:noFill/>
              <a:ln w="9525">
                <a:solidFill>
                  <a:srgbClr val="F81706"/>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40" name="Line 99">
                <a:extLst>
                  <a:ext uri="{FF2B5EF4-FFF2-40B4-BE49-F238E27FC236}">
                    <a16:creationId xmlns:a16="http://schemas.microsoft.com/office/drawing/2014/main" id="{9B191DC9-7FC8-6047-B442-C76B2C66C52B}"/>
                  </a:ext>
                </a:extLst>
              </p:cNvPr>
              <p:cNvSpPr>
                <a:spLocks noChangeShapeType="1"/>
              </p:cNvSpPr>
              <p:nvPr/>
            </p:nvSpPr>
            <p:spPr bwMode="auto">
              <a:xfrm flipH="1">
                <a:off x="4032" y="2160"/>
                <a:ext cx="960" cy="960"/>
              </a:xfrm>
              <a:prstGeom prst="line">
                <a:avLst/>
              </a:prstGeom>
              <a:noFill/>
              <a:ln w="9525">
                <a:solidFill>
                  <a:srgbClr val="F81706"/>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41" name="Oval 123">
                <a:extLst>
                  <a:ext uri="{FF2B5EF4-FFF2-40B4-BE49-F238E27FC236}">
                    <a16:creationId xmlns:a16="http://schemas.microsoft.com/office/drawing/2014/main" id="{56639E40-F5AE-4041-9FAD-2A825465570F}"/>
                  </a:ext>
                </a:extLst>
              </p:cNvPr>
              <p:cNvSpPr>
                <a:spLocks noChangeArrowheads="1"/>
              </p:cNvSpPr>
              <p:nvPr/>
            </p:nvSpPr>
            <p:spPr bwMode="auto">
              <a:xfrm>
                <a:off x="4944" y="2016"/>
                <a:ext cx="144" cy="144"/>
              </a:xfrm>
              <a:prstGeom prst="ellipse">
                <a:avLst/>
              </a:prstGeom>
              <a:solidFill>
                <a:srgbClr val="F81706"/>
              </a:solidFill>
              <a:ln w="28575">
                <a:solidFill>
                  <a:srgbClr val="F81706"/>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2" name="Line 124">
                <a:extLst>
                  <a:ext uri="{FF2B5EF4-FFF2-40B4-BE49-F238E27FC236}">
                    <a16:creationId xmlns:a16="http://schemas.microsoft.com/office/drawing/2014/main" id="{36237F1D-FF11-0A43-BEDC-6A025F32A823}"/>
                  </a:ext>
                </a:extLst>
              </p:cNvPr>
              <p:cNvSpPr>
                <a:spLocks noChangeShapeType="1"/>
              </p:cNvSpPr>
              <p:nvPr/>
            </p:nvSpPr>
            <p:spPr bwMode="auto">
              <a:xfrm flipH="1">
                <a:off x="5232" y="2135"/>
                <a:ext cx="129" cy="937"/>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5143" name="Line 125">
                <a:extLst>
                  <a:ext uri="{FF2B5EF4-FFF2-40B4-BE49-F238E27FC236}">
                    <a16:creationId xmlns:a16="http://schemas.microsoft.com/office/drawing/2014/main" id="{D220A84A-9C71-3249-9560-FFF83F1101C2}"/>
                  </a:ext>
                </a:extLst>
              </p:cNvPr>
              <p:cNvSpPr>
                <a:spLocks noChangeShapeType="1"/>
              </p:cNvSpPr>
              <p:nvPr/>
            </p:nvSpPr>
            <p:spPr bwMode="auto">
              <a:xfrm>
                <a:off x="4983" y="1632"/>
                <a:ext cx="28"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5144" name="Group 131">
                <a:extLst>
                  <a:ext uri="{FF2B5EF4-FFF2-40B4-BE49-F238E27FC236}">
                    <a16:creationId xmlns:a16="http://schemas.microsoft.com/office/drawing/2014/main" id="{54D388AD-9ADE-9F47-B88E-9F15C0977D17}"/>
                  </a:ext>
                </a:extLst>
              </p:cNvPr>
              <p:cNvGrpSpPr>
                <a:grpSpLocks/>
              </p:cNvGrpSpPr>
              <p:nvPr/>
            </p:nvGrpSpPr>
            <p:grpSpPr bwMode="auto">
              <a:xfrm>
                <a:off x="4800" y="3072"/>
                <a:ext cx="790" cy="832"/>
                <a:chOff x="768" y="1152"/>
                <a:chExt cx="1186" cy="1249"/>
              </a:xfrm>
            </p:grpSpPr>
            <p:sp>
              <p:nvSpPr>
                <p:cNvPr id="5145" name="Rectangle 132">
                  <a:extLst>
                    <a:ext uri="{FF2B5EF4-FFF2-40B4-BE49-F238E27FC236}">
                      <a16:creationId xmlns:a16="http://schemas.microsoft.com/office/drawing/2014/main" id="{1CF8E843-2788-A24F-AB9D-0F7DAF3942CC}"/>
                    </a:ext>
                  </a:extLst>
                </p:cNvPr>
                <p:cNvSpPr>
                  <a:spLocks noChangeArrowheads="1"/>
                </p:cNvSpPr>
                <p:nvPr/>
              </p:nvSpPr>
              <p:spPr bwMode="auto">
                <a:xfrm>
                  <a:off x="768" y="1152"/>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6" name="Rectangle 133">
                  <a:extLst>
                    <a:ext uri="{FF2B5EF4-FFF2-40B4-BE49-F238E27FC236}">
                      <a16:creationId xmlns:a16="http://schemas.microsoft.com/office/drawing/2014/main" id="{C44DBDB7-586F-7845-825F-3BE8DD17BADA}"/>
                    </a:ext>
                  </a:extLst>
                </p:cNvPr>
                <p:cNvSpPr>
                  <a:spLocks noChangeArrowheads="1"/>
                </p:cNvSpPr>
                <p:nvPr/>
              </p:nvSpPr>
              <p:spPr bwMode="auto">
                <a:xfrm>
                  <a:off x="768" y="1152"/>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7" name="Rectangle 134">
                  <a:extLst>
                    <a:ext uri="{FF2B5EF4-FFF2-40B4-BE49-F238E27FC236}">
                      <a16:creationId xmlns:a16="http://schemas.microsoft.com/office/drawing/2014/main" id="{04E2DB4F-C848-5D40-9B89-55F937DB480F}"/>
                    </a:ext>
                  </a:extLst>
                </p:cNvPr>
                <p:cNvSpPr>
                  <a:spLocks noChangeArrowheads="1"/>
                </p:cNvSpPr>
                <p:nvPr/>
              </p:nvSpPr>
              <p:spPr bwMode="auto">
                <a:xfrm>
                  <a:off x="768" y="1536"/>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8" name="Rectangle 135">
                  <a:extLst>
                    <a:ext uri="{FF2B5EF4-FFF2-40B4-BE49-F238E27FC236}">
                      <a16:creationId xmlns:a16="http://schemas.microsoft.com/office/drawing/2014/main" id="{672F449F-90ED-334C-80D0-371FF134EBEC}"/>
                    </a:ext>
                  </a:extLst>
                </p:cNvPr>
                <p:cNvSpPr>
                  <a:spLocks noChangeArrowheads="1"/>
                </p:cNvSpPr>
                <p:nvPr/>
              </p:nvSpPr>
              <p:spPr bwMode="auto">
                <a:xfrm>
                  <a:off x="768" y="1920"/>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49" name="Rectangle 136">
                  <a:extLst>
                    <a:ext uri="{FF2B5EF4-FFF2-40B4-BE49-F238E27FC236}">
                      <a16:creationId xmlns:a16="http://schemas.microsoft.com/office/drawing/2014/main" id="{D0E3AA4D-C8D4-0F45-B2EA-60C36A175721}"/>
                    </a:ext>
                  </a:extLst>
                </p:cNvPr>
                <p:cNvSpPr>
                  <a:spLocks noChangeArrowheads="1"/>
                </p:cNvSpPr>
                <p:nvPr/>
              </p:nvSpPr>
              <p:spPr bwMode="auto">
                <a:xfrm>
                  <a:off x="1152" y="1152"/>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0" name="Rectangle 137">
                  <a:extLst>
                    <a:ext uri="{FF2B5EF4-FFF2-40B4-BE49-F238E27FC236}">
                      <a16:creationId xmlns:a16="http://schemas.microsoft.com/office/drawing/2014/main" id="{8A8ACBAA-E7C3-194E-AD28-4BC642A25F2E}"/>
                    </a:ext>
                  </a:extLst>
                </p:cNvPr>
                <p:cNvSpPr>
                  <a:spLocks noChangeArrowheads="1"/>
                </p:cNvSpPr>
                <p:nvPr/>
              </p:nvSpPr>
              <p:spPr bwMode="auto">
                <a:xfrm>
                  <a:off x="1152" y="1536"/>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1" name="Rectangle 138">
                  <a:extLst>
                    <a:ext uri="{FF2B5EF4-FFF2-40B4-BE49-F238E27FC236}">
                      <a16:creationId xmlns:a16="http://schemas.microsoft.com/office/drawing/2014/main" id="{2B87D6C8-090F-764A-A65B-822A140D5CC1}"/>
                    </a:ext>
                  </a:extLst>
                </p:cNvPr>
                <p:cNvSpPr>
                  <a:spLocks noChangeArrowheads="1"/>
                </p:cNvSpPr>
                <p:nvPr/>
              </p:nvSpPr>
              <p:spPr bwMode="auto">
                <a:xfrm>
                  <a:off x="1536" y="1536"/>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2" name="Rectangle 139">
                  <a:extLst>
                    <a:ext uri="{FF2B5EF4-FFF2-40B4-BE49-F238E27FC236}">
                      <a16:creationId xmlns:a16="http://schemas.microsoft.com/office/drawing/2014/main" id="{C777569B-5C58-1044-B409-9A2049A31E77}"/>
                    </a:ext>
                  </a:extLst>
                </p:cNvPr>
                <p:cNvSpPr>
                  <a:spLocks noChangeArrowheads="1"/>
                </p:cNvSpPr>
                <p:nvPr/>
              </p:nvSpPr>
              <p:spPr bwMode="auto">
                <a:xfrm>
                  <a:off x="1152" y="1920"/>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3" name="Rectangle 140">
                  <a:extLst>
                    <a:ext uri="{FF2B5EF4-FFF2-40B4-BE49-F238E27FC236}">
                      <a16:creationId xmlns:a16="http://schemas.microsoft.com/office/drawing/2014/main" id="{52CE50B1-E5CD-5240-80A0-F54D328A13A6}"/>
                    </a:ext>
                  </a:extLst>
                </p:cNvPr>
                <p:cNvSpPr>
                  <a:spLocks noChangeArrowheads="1"/>
                </p:cNvSpPr>
                <p:nvPr/>
              </p:nvSpPr>
              <p:spPr bwMode="auto">
                <a:xfrm>
                  <a:off x="1536" y="1920"/>
                  <a:ext cx="384" cy="384"/>
                </a:xfrm>
                <a:prstGeom prst="rect">
                  <a:avLst/>
                </a:prstGeom>
                <a:solidFill>
                  <a:srgbClr val="FFCC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5154" name="Text Box 141">
                  <a:extLst>
                    <a:ext uri="{FF2B5EF4-FFF2-40B4-BE49-F238E27FC236}">
                      <a16:creationId xmlns:a16="http://schemas.microsoft.com/office/drawing/2014/main" id="{EF208CA8-B3D8-6642-AF0E-4B3ECC0CC96A}"/>
                    </a:ext>
                  </a:extLst>
                </p:cNvPr>
                <p:cNvSpPr txBox="1">
                  <a:spLocks noChangeArrowheads="1"/>
                </p:cNvSpPr>
                <p:nvPr/>
              </p:nvSpPr>
              <p:spPr bwMode="auto">
                <a:xfrm>
                  <a:off x="1248" y="2025"/>
                  <a:ext cx="282"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5155" name="Text Box 142">
                  <a:extLst>
                    <a:ext uri="{FF2B5EF4-FFF2-40B4-BE49-F238E27FC236}">
                      <a16:creationId xmlns:a16="http://schemas.microsoft.com/office/drawing/2014/main" id="{336FB47B-C915-EA47-9D98-E2F5FF5FC427}"/>
                    </a:ext>
                  </a:extLst>
                </p:cNvPr>
                <p:cNvSpPr txBox="1">
                  <a:spLocks noChangeArrowheads="1"/>
                </p:cNvSpPr>
                <p:nvPr/>
              </p:nvSpPr>
              <p:spPr bwMode="auto">
                <a:xfrm>
                  <a:off x="1248"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5156" name="Text Box 143">
                  <a:extLst>
                    <a:ext uri="{FF2B5EF4-FFF2-40B4-BE49-F238E27FC236}">
                      <a16:creationId xmlns:a16="http://schemas.microsoft.com/office/drawing/2014/main" id="{0F615803-E86D-0641-AD16-787364A2F157}"/>
                    </a:ext>
                  </a:extLst>
                </p:cNvPr>
                <p:cNvSpPr txBox="1">
                  <a:spLocks noChangeArrowheads="1"/>
                </p:cNvSpPr>
                <p:nvPr/>
              </p:nvSpPr>
              <p:spPr bwMode="auto">
                <a:xfrm>
                  <a:off x="864"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5157" name="Text Box 144">
                  <a:extLst>
                    <a:ext uri="{FF2B5EF4-FFF2-40B4-BE49-F238E27FC236}">
                      <a16:creationId xmlns:a16="http://schemas.microsoft.com/office/drawing/2014/main" id="{EF7339E5-9CE0-3D43-9B62-32AB0AB1DCDD}"/>
                    </a:ext>
                  </a:extLst>
                </p:cNvPr>
                <p:cNvSpPr txBox="1">
                  <a:spLocks noChangeArrowheads="1"/>
                </p:cNvSpPr>
                <p:nvPr/>
              </p:nvSpPr>
              <p:spPr bwMode="auto">
                <a:xfrm>
                  <a:off x="1248"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5158" name="Text Box 145">
                  <a:extLst>
                    <a:ext uri="{FF2B5EF4-FFF2-40B4-BE49-F238E27FC236}">
                      <a16:creationId xmlns:a16="http://schemas.microsoft.com/office/drawing/2014/main" id="{73BDD06D-DC17-9048-878D-728982CE23D2}"/>
                    </a:ext>
                  </a:extLst>
                </p:cNvPr>
                <p:cNvSpPr txBox="1">
                  <a:spLocks noChangeArrowheads="1"/>
                </p:cNvSpPr>
                <p:nvPr/>
              </p:nvSpPr>
              <p:spPr bwMode="auto">
                <a:xfrm>
                  <a:off x="864" y="2026"/>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5159" name="Text Box 146">
                  <a:extLst>
                    <a:ext uri="{FF2B5EF4-FFF2-40B4-BE49-F238E27FC236}">
                      <a16:creationId xmlns:a16="http://schemas.microsoft.com/office/drawing/2014/main" id="{B3E09D05-C5AB-CD46-ADD8-DF977C5B0EEC}"/>
                    </a:ext>
                  </a:extLst>
                </p:cNvPr>
                <p:cNvSpPr txBox="1">
                  <a:spLocks noChangeArrowheads="1"/>
                </p:cNvSpPr>
                <p:nvPr/>
              </p:nvSpPr>
              <p:spPr bwMode="auto">
                <a:xfrm>
                  <a:off x="1632" y="2026"/>
                  <a:ext cx="32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5160" name="Text Box 147">
                  <a:extLst>
                    <a:ext uri="{FF2B5EF4-FFF2-40B4-BE49-F238E27FC236}">
                      <a16:creationId xmlns:a16="http://schemas.microsoft.com/office/drawing/2014/main" id="{11D87505-5B7C-1447-9801-137B1857FBD4}"/>
                    </a:ext>
                  </a:extLst>
                </p:cNvPr>
                <p:cNvSpPr txBox="1">
                  <a:spLocks noChangeArrowheads="1"/>
                </p:cNvSpPr>
                <p:nvPr/>
              </p:nvSpPr>
              <p:spPr bwMode="auto">
                <a:xfrm>
                  <a:off x="1633"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5161" name="Text Box 148">
                  <a:extLst>
                    <a:ext uri="{FF2B5EF4-FFF2-40B4-BE49-F238E27FC236}">
                      <a16:creationId xmlns:a16="http://schemas.microsoft.com/office/drawing/2014/main" id="{7AC77BEE-164F-BD4B-8723-2484A523DD3A}"/>
                    </a:ext>
                  </a:extLst>
                </p:cNvPr>
                <p:cNvSpPr txBox="1">
                  <a:spLocks noChangeArrowheads="1"/>
                </p:cNvSpPr>
                <p:nvPr/>
              </p:nvSpPr>
              <p:spPr bwMode="auto">
                <a:xfrm>
                  <a:off x="864"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grpSp>
    </p:spTree>
    <p:extLst>
      <p:ext uri="{BB962C8B-B14F-4D97-AF65-F5344CB8AC3E}">
        <p14:creationId xmlns:p14="http://schemas.microsoft.com/office/powerpoint/2010/main" val="17885603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0FFAA1F7-E08D-8F40-A9D8-B8DF95DB00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EA3CEAE-D2D1-2F4F-9A06-084871C41545}" type="slidenum">
              <a:rPr lang="en-US" altLang="en-US"/>
              <a:pPr eaLnBrk="1" hangingPunct="1"/>
              <a:t>6</a:t>
            </a:fld>
            <a:endParaRPr lang="en-US" altLang="en-US"/>
          </a:p>
        </p:txBody>
      </p:sp>
      <p:sp>
        <p:nvSpPr>
          <p:cNvPr id="6147" name="Rectangle 2">
            <a:extLst>
              <a:ext uri="{FF2B5EF4-FFF2-40B4-BE49-F238E27FC236}">
                <a16:creationId xmlns:a16="http://schemas.microsoft.com/office/drawing/2014/main" id="{EE92A435-8081-904E-9667-2298F2DCD5B7}"/>
              </a:ext>
            </a:extLst>
          </p:cNvPr>
          <p:cNvSpPr>
            <a:spLocks noGrp="1" noChangeArrowheads="1"/>
          </p:cNvSpPr>
          <p:nvPr>
            <p:ph type="title"/>
          </p:nvPr>
        </p:nvSpPr>
        <p:spPr>
          <a:xfrm>
            <a:off x="706438" y="365126"/>
            <a:ext cx="8874125" cy="872474"/>
          </a:xfrm>
        </p:spPr>
        <p:txBody>
          <a:bodyPr/>
          <a:lstStyle/>
          <a:p>
            <a:pPr eaLnBrk="1" hangingPunct="1"/>
            <a:r>
              <a:rPr lang="en-US" altLang="en-US">
                <a:solidFill>
                  <a:schemeClr val="bg1"/>
                </a:solidFill>
              </a:rPr>
              <a:t>Tìm kiếm các nút và trạng thái</a:t>
            </a:r>
          </a:p>
        </p:txBody>
      </p:sp>
      <p:grpSp>
        <p:nvGrpSpPr>
          <p:cNvPr id="6148" name="Group 3">
            <a:extLst>
              <a:ext uri="{FF2B5EF4-FFF2-40B4-BE49-F238E27FC236}">
                <a16:creationId xmlns:a16="http://schemas.microsoft.com/office/drawing/2014/main" id="{57C0C2B3-115D-6F4C-86A3-017960D29A26}"/>
              </a:ext>
            </a:extLst>
          </p:cNvPr>
          <p:cNvGrpSpPr>
            <a:grpSpLocks/>
          </p:cNvGrpSpPr>
          <p:nvPr/>
        </p:nvGrpSpPr>
        <p:grpSpPr bwMode="auto">
          <a:xfrm>
            <a:off x="1562100" y="1676400"/>
            <a:ext cx="5486400" cy="1473200"/>
            <a:chOff x="624" y="1056"/>
            <a:chExt cx="3456" cy="928"/>
          </a:xfrm>
        </p:grpSpPr>
        <p:grpSp>
          <p:nvGrpSpPr>
            <p:cNvPr id="6258" name="Group 4">
              <a:extLst>
                <a:ext uri="{FF2B5EF4-FFF2-40B4-BE49-F238E27FC236}">
                  <a16:creationId xmlns:a16="http://schemas.microsoft.com/office/drawing/2014/main" id="{408E8B1F-F81D-C247-8477-9730E1637561}"/>
                </a:ext>
              </a:extLst>
            </p:cNvPr>
            <p:cNvGrpSpPr>
              <a:grpSpLocks/>
            </p:cNvGrpSpPr>
            <p:nvPr/>
          </p:nvGrpSpPr>
          <p:grpSpPr bwMode="auto">
            <a:xfrm>
              <a:off x="624" y="1152"/>
              <a:ext cx="790" cy="832"/>
              <a:chOff x="768" y="1152"/>
              <a:chExt cx="1186" cy="1249"/>
            </a:xfrm>
          </p:grpSpPr>
          <p:sp>
            <p:nvSpPr>
              <p:cNvPr id="6262" name="Rectangle 5">
                <a:extLst>
                  <a:ext uri="{FF2B5EF4-FFF2-40B4-BE49-F238E27FC236}">
                    <a16:creationId xmlns:a16="http://schemas.microsoft.com/office/drawing/2014/main" id="{423A76DD-0A4A-684B-A5E0-65C5CB2C73A6}"/>
                  </a:ext>
                </a:extLst>
              </p:cNvPr>
              <p:cNvSpPr>
                <a:spLocks noChangeArrowheads="1"/>
              </p:cNvSpPr>
              <p:nvPr/>
            </p:nvSpPr>
            <p:spPr bwMode="auto">
              <a:xfrm>
                <a:off x="768" y="1152"/>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3" name="Rectangle 6">
                <a:extLst>
                  <a:ext uri="{FF2B5EF4-FFF2-40B4-BE49-F238E27FC236}">
                    <a16:creationId xmlns:a16="http://schemas.microsoft.com/office/drawing/2014/main" id="{3A220786-DB76-C842-8108-B1D109A6FE4F}"/>
                  </a:ext>
                </a:extLst>
              </p:cNvPr>
              <p:cNvSpPr>
                <a:spLocks noChangeArrowheads="1"/>
              </p:cNvSpPr>
              <p:nvPr/>
            </p:nvSpPr>
            <p:spPr bwMode="auto">
              <a:xfrm>
                <a:off x="768"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4" name="Rectangle 7">
                <a:extLst>
                  <a:ext uri="{FF2B5EF4-FFF2-40B4-BE49-F238E27FC236}">
                    <a16:creationId xmlns:a16="http://schemas.microsoft.com/office/drawing/2014/main" id="{F85EFBE8-B84C-C542-B7A8-044EFBDD7733}"/>
                  </a:ext>
                </a:extLst>
              </p:cNvPr>
              <p:cNvSpPr>
                <a:spLocks noChangeArrowheads="1"/>
              </p:cNvSpPr>
              <p:nvPr/>
            </p:nvSpPr>
            <p:spPr bwMode="auto">
              <a:xfrm>
                <a:off x="768"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5" name="Rectangle 8">
                <a:extLst>
                  <a:ext uri="{FF2B5EF4-FFF2-40B4-BE49-F238E27FC236}">
                    <a16:creationId xmlns:a16="http://schemas.microsoft.com/office/drawing/2014/main" id="{C473D7C1-1387-2C4D-8D27-4FDA917C5046}"/>
                  </a:ext>
                </a:extLst>
              </p:cNvPr>
              <p:cNvSpPr>
                <a:spLocks noChangeArrowheads="1"/>
              </p:cNvSpPr>
              <p:nvPr/>
            </p:nvSpPr>
            <p:spPr bwMode="auto">
              <a:xfrm>
                <a:off x="768"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6" name="Rectangle 9">
                <a:extLst>
                  <a:ext uri="{FF2B5EF4-FFF2-40B4-BE49-F238E27FC236}">
                    <a16:creationId xmlns:a16="http://schemas.microsoft.com/office/drawing/2014/main" id="{2D2EF834-793B-A746-9B6C-FD4CF6E8D56E}"/>
                  </a:ext>
                </a:extLst>
              </p:cNvPr>
              <p:cNvSpPr>
                <a:spLocks noChangeArrowheads="1"/>
              </p:cNvSpPr>
              <p:nvPr/>
            </p:nvSpPr>
            <p:spPr bwMode="auto">
              <a:xfrm>
                <a:off x="1152"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7" name="Rectangle 10">
                <a:extLst>
                  <a:ext uri="{FF2B5EF4-FFF2-40B4-BE49-F238E27FC236}">
                    <a16:creationId xmlns:a16="http://schemas.microsoft.com/office/drawing/2014/main" id="{057E21F7-9DA0-CB40-8269-7EE2C65D7FFD}"/>
                  </a:ext>
                </a:extLst>
              </p:cNvPr>
              <p:cNvSpPr>
                <a:spLocks noChangeArrowheads="1"/>
              </p:cNvSpPr>
              <p:nvPr/>
            </p:nvSpPr>
            <p:spPr bwMode="auto">
              <a:xfrm>
                <a:off x="1152"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8" name="Rectangle 11">
                <a:extLst>
                  <a:ext uri="{FF2B5EF4-FFF2-40B4-BE49-F238E27FC236}">
                    <a16:creationId xmlns:a16="http://schemas.microsoft.com/office/drawing/2014/main" id="{E63ACA49-68FF-2246-82FC-421D1DFE082F}"/>
                  </a:ext>
                </a:extLst>
              </p:cNvPr>
              <p:cNvSpPr>
                <a:spLocks noChangeArrowheads="1"/>
              </p:cNvSpPr>
              <p:nvPr/>
            </p:nvSpPr>
            <p:spPr bwMode="auto">
              <a:xfrm>
                <a:off x="1536"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9" name="Rectangle 12">
                <a:extLst>
                  <a:ext uri="{FF2B5EF4-FFF2-40B4-BE49-F238E27FC236}">
                    <a16:creationId xmlns:a16="http://schemas.microsoft.com/office/drawing/2014/main" id="{2904435C-01BD-0642-8F8F-4FD7905FA9CB}"/>
                  </a:ext>
                </a:extLst>
              </p:cNvPr>
              <p:cNvSpPr>
                <a:spLocks noChangeArrowheads="1"/>
              </p:cNvSpPr>
              <p:nvPr/>
            </p:nvSpPr>
            <p:spPr bwMode="auto">
              <a:xfrm>
                <a:off x="1152"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70" name="Rectangle 13">
                <a:extLst>
                  <a:ext uri="{FF2B5EF4-FFF2-40B4-BE49-F238E27FC236}">
                    <a16:creationId xmlns:a16="http://schemas.microsoft.com/office/drawing/2014/main" id="{74F382A4-65EE-EC44-9908-68EF1FCB870B}"/>
                  </a:ext>
                </a:extLst>
              </p:cNvPr>
              <p:cNvSpPr>
                <a:spLocks noChangeArrowheads="1"/>
              </p:cNvSpPr>
              <p:nvPr/>
            </p:nvSpPr>
            <p:spPr bwMode="auto">
              <a:xfrm>
                <a:off x="1536"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71" name="Text Box 14">
                <a:extLst>
                  <a:ext uri="{FF2B5EF4-FFF2-40B4-BE49-F238E27FC236}">
                    <a16:creationId xmlns:a16="http://schemas.microsoft.com/office/drawing/2014/main" id="{B109B609-61A3-5F4D-B5A9-231CC49D6EF6}"/>
                  </a:ext>
                </a:extLst>
              </p:cNvPr>
              <p:cNvSpPr txBox="1">
                <a:spLocks noChangeArrowheads="1"/>
              </p:cNvSpPr>
              <p:nvPr/>
            </p:nvSpPr>
            <p:spPr bwMode="auto">
              <a:xfrm>
                <a:off x="1248" y="2025"/>
                <a:ext cx="282"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6272" name="Text Box 15">
                <a:extLst>
                  <a:ext uri="{FF2B5EF4-FFF2-40B4-BE49-F238E27FC236}">
                    <a16:creationId xmlns:a16="http://schemas.microsoft.com/office/drawing/2014/main" id="{0D985CA2-3763-9E4A-9EA3-7E760D139B61}"/>
                  </a:ext>
                </a:extLst>
              </p:cNvPr>
              <p:cNvSpPr txBox="1">
                <a:spLocks noChangeArrowheads="1"/>
              </p:cNvSpPr>
              <p:nvPr/>
            </p:nvSpPr>
            <p:spPr bwMode="auto">
              <a:xfrm>
                <a:off x="1248"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6273" name="Text Box 16">
                <a:extLst>
                  <a:ext uri="{FF2B5EF4-FFF2-40B4-BE49-F238E27FC236}">
                    <a16:creationId xmlns:a16="http://schemas.microsoft.com/office/drawing/2014/main" id="{0D2CE94F-D47B-4943-9740-B387F9329938}"/>
                  </a:ext>
                </a:extLst>
              </p:cNvPr>
              <p:cNvSpPr txBox="1">
                <a:spLocks noChangeArrowheads="1"/>
              </p:cNvSpPr>
              <p:nvPr/>
            </p:nvSpPr>
            <p:spPr bwMode="auto">
              <a:xfrm>
                <a:off x="864"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6274" name="Text Box 17">
                <a:extLst>
                  <a:ext uri="{FF2B5EF4-FFF2-40B4-BE49-F238E27FC236}">
                    <a16:creationId xmlns:a16="http://schemas.microsoft.com/office/drawing/2014/main" id="{A9F31B93-3147-6041-8BF1-C46729F37444}"/>
                  </a:ext>
                </a:extLst>
              </p:cNvPr>
              <p:cNvSpPr txBox="1">
                <a:spLocks noChangeArrowheads="1"/>
              </p:cNvSpPr>
              <p:nvPr/>
            </p:nvSpPr>
            <p:spPr bwMode="auto">
              <a:xfrm>
                <a:off x="1248"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6275" name="Text Box 18">
                <a:extLst>
                  <a:ext uri="{FF2B5EF4-FFF2-40B4-BE49-F238E27FC236}">
                    <a16:creationId xmlns:a16="http://schemas.microsoft.com/office/drawing/2014/main" id="{E8EF32F1-CCA0-C94E-9C5B-4DE91B501A04}"/>
                  </a:ext>
                </a:extLst>
              </p:cNvPr>
              <p:cNvSpPr txBox="1">
                <a:spLocks noChangeArrowheads="1"/>
              </p:cNvSpPr>
              <p:nvPr/>
            </p:nvSpPr>
            <p:spPr bwMode="auto">
              <a:xfrm>
                <a:off x="864" y="2026"/>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6276" name="Text Box 19">
                <a:extLst>
                  <a:ext uri="{FF2B5EF4-FFF2-40B4-BE49-F238E27FC236}">
                    <a16:creationId xmlns:a16="http://schemas.microsoft.com/office/drawing/2014/main" id="{CB6FEAE2-1741-6948-9FFD-0329F7C90459}"/>
                  </a:ext>
                </a:extLst>
              </p:cNvPr>
              <p:cNvSpPr txBox="1">
                <a:spLocks noChangeArrowheads="1"/>
              </p:cNvSpPr>
              <p:nvPr/>
            </p:nvSpPr>
            <p:spPr bwMode="auto">
              <a:xfrm>
                <a:off x="1632" y="2026"/>
                <a:ext cx="32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6277" name="Text Box 20">
                <a:extLst>
                  <a:ext uri="{FF2B5EF4-FFF2-40B4-BE49-F238E27FC236}">
                    <a16:creationId xmlns:a16="http://schemas.microsoft.com/office/drawing/2014/main" id="{092BCC37-9BBD-A34C-8631-2D856DD4113D}"/>
                  </a:ext>
                </a:extLst>
              </p:cNvPr>
              <p:cNvSpPr txBox="1">
                <a:spLocks noChangeArrowheads="1"/>
              </p:cNvSpPr>
              <p:nvPr/>
            </p:nvSpPr>
            <p:spPr bwMode="auto">
              <a:xfrm>
                <a:off x="1633"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6278" name="Text Box 21">
                <a:extLst>
                  <a:ext uri="{FF2B5EF4-FFF2-40B4-BE49-F238E27FC236}">
                    <a16:creationId xmlns:a16="http://schemas.microsoft.com/office/drawing/2014/main" id="{4242FE9E-A3A3-E349-AE80-53DB317EAB65}"/>
                  </a:ext>
                </a:extLst>
              </p:cNvPr>
              <p:cNvSpPr txBox="1">
                <a:spLocks noChangeArrowheads="1"/>
              </p:cNvSpPr>
              <p:nvPr/>
            </p:nvSpPr>
            <p:spPr bwMode="auto">
              <a:xfrm>
                <a:off x="864"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6259" name="Group 22">
              <a:extLst>
                <a:ext uri="{FF2B5EF4-FFF2-40B4-BE49-F238E27FC236}">
                  <a16:creationId xmlns:a16="http://schemas.microsoft.com/office/drawing/2014/main" id="{59845DF3-0040-4C41-B9FB-453FC7D97196}"/>
                </a:ext>
              </a:extLst>
            </p:cNvPr>
            <p:cNvGrpSpPr>
              <a:grpSpLocks/>
            </p:cNvGrpSpPr>
            <p:nvPr/>
          </p:nvGrpSpPr>
          <p:grpSpPr bwMode="auto">
            <a:xfrm>
              <a:off x="1392" y="1056"/>
              <a:ext cx="2688" cy="480"/>
              <a:chOff x="1392" y="1056"/>
              <a:chExt cx="2688" cy="480"/>
            </a:xfrm>
          </p:grpSpPr>
          <p:sp>
            <p:nvSpPr>
              <p:cNvPr id="6260" name="Oval 23">
                <a:extLst>
                  <a:ext uri="{FF2B5EF4-FFF2-40B4-BE49-F238E27FC236}">
                    <a16:creationId xmlns:a16="http://schemas.microsoft.com/office/drawing/2014/main" id="{B81A7DE9-CF89-8642-9742-1F49FA92FE40}"/>
                  </a:ext>
                </a:extLst>
              </p:cNvPr>
              <p:cNvSpPr>
                <a:spLocks noChangeArrowheads="1"/>
              </p:cNvSpPr>
              <p:nvPr/>
            </p:nvSpPr>
            <p:spPr bwMode="auto">
              <a:xfrm>
                <a:off x="3936" y="1056"/>
                <a:ext cx="144" cy="144"/>
              </a:xfrm>
              <a:prstGeom prst="ellipse">
                <a:avLst/>
              </a:prstGeom>
              <a:solidFill>
                <a:srgbClr val="3366FF"/>
              </a:solidFill>
              <a:ln w="28575">
                <a:solidFill>
                  <a:srgbClr val="3366FF"/>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61" name="Line 24">
                <a:extLst>
                  <a:ext uri="{FF2B5EF4-FFF2-40B4-BE49-F238E27FC236}">
                    <a16:creationId xmlns:a16="http://schemas.microsoft.com/office/drawing/2014/main" id="{BCDE6EED-3A94-3647-8A56-C44B94AA137E}"/>
                  </a:ext>
                </a:extLst>
              </p:cNvPr>
              <p:cNvSpPr>
                <a:spLocks noChangeShapeType="1"/>
              </p:cNvSpPr>
              <p:nvPr/>
            </p:nvSpPr>
            <p:spPr bwMode="auto">
              <a:xfrm flipH="1">
                <a:off x="1392" y="1152"/>
                <a:ext cx="2544" cy="384"/>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grpSp>
        <p:nvGrpSpPr>
          <p:cNvPr id="6149" name="Group 25">
            <a:extLst>
              <a:ext uri="{FF2B5EF4-FFF2-40B4-BE49-F238E27FC236}">
                <a16:creationId xmlns:a16="http://schemas.microsoft.com/office/drawing/2014/main" id="{2A69CFB1-2AEC-1D4E-9959-707913EBC51E}"/>
              </a:ext>
            </a:extLst>
          </p:cNvPr>
          <p:cNvGrpSpPr>
            <a:grpSpLocks/>
          </p:cNvGrpSpPr>
          <p:nvPr/>
        </p:nvGrpSpPr>
        <p:grpSpPr bwMode="auto">
          <a:xfrm>
            <a:off x="1562100" y="1905000"/>
            <a:ext cx="7010400" cy="4368800"/>
            <a:chOff x="624" y="1200"/>
            <a:chExt cx="4416" cy="2752"/>
          </a:xfrm>
        </p:grpSpPr>
        <p:grpSp>
          <p:nvGrpSpPr>
            <p:cNvPr id="6215" name="Group 26">
              <a:extLst>
                <a:ext uri="{FF2B5EF4-FFF2-40B4-BE49-F238E27FC236}">
                  <a16:creationId xmlns:a16="http://schemas.microsoft.com/office/drawing/2014/main" id="{31BF49D2-4661-4F43-97A2-425E4C53A324}"/>
                </a:ext>
              </a:extLst>
            </p:cNvPr>
            <p:cNvGrpSpPr>
              <a:grpSpLocks/>
            </p:cNvGrpSpPr>
            <p:nvPr/>
          </p:nvGrpSpPr>
          <p:grpSpPr bwMode="auto">
            <a:xfrm>
              <a:off x="1008" y="3120"/>
              <a:ext cx="802" cy="832"/>
              <a:chOff x="2112" y="2688"/>
              <a:chExt cx="1179" cy="1249"/>
            </a:xfrm>
          </p:grpSpPr>
          <p:sp>
            <p:nvSpPr>
              <p:cNvPr id="6241" name="Rectangle 27">
                <a:extLst>
                  <a:ext uri="{FF2B5EF4-FFF2-40B4-BE49-F238E27FC236}">
                    <a16:creationId xmlns:a16="http://schemas.microsoft.com/office/drawing/2014/main" id="{B0713759-B02E-484D-A8E3-E0383D50CA08}"/>
                  </a:ext>
                </a:extLst>
              </p:cNvPr>
              <p:cNvSpPr>
                <a:spLocks noChangeArrowheads="1"/>
              </p:cNvSpPr>
              <p:nvPr/>
            </p:nvSpPr>
            <p:spPr bwMode="auto">
              <a:xfrm>
                <a:off x="2112" y="2688"/>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2" name="Rectangle 28">
                <a:extLst>
                  <a:ext uri="{FF2B5EF4-FFF2-40B4-BE49-F238E27FC236}">
                    <a16:creationId xmlns:a16="http://schemas.microsoft.com/office/drawing/2014/main" id="{8E9F5884-A685-8D47-BB50-7A2D3C90C274}"/>
                  </a:ext>
                </a:extLst>
              </p:cNvPr>
              <p:cNvSpPr>
                <a:spLocks noChangeArrowheads="1"/>
              </p:cNvSpPr>
              <p:nvPr/>
            </p:nvSpPr>
            <p:spPr bwMode="auto">
              <a:xfrm>
                <a:off x="2112" y="268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3" name="Rectangle 29">
                <a:extLst>
                  <a:ext uri="{FF2B5EF4-FFF2-40B4-BE49-F238E27FC236}">
                    <a16:creationId xmlns:a16="http://schemas.microsoft.com/office/drawing/2014/main" id="{DDF4826F-29D9-A54B-BBC2-73EB51F7D8C2}"/>
                  </a:ext>
                </a:extLst>
              </p:cNvPr>
              <p:cNvSpPr>
                <a:spLocks noChangeArrowheads="1"/>
              </p:cNvSpPr>
              <p:nvPr/>
            </p:nvSpPr>
            <p:spPr bwMode="auto">
              <a:xfrm>
                <a:off x="2112" y="307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4" name="Rectangle 30">
                <a:extLst>
                  <a:ext uri="{FF2B5EF4-FFF2-40B4-BE49-F238E27FC236}">
                    <a16:creationId xmlns:a16="http://schemas.microsoft.com/office/drawing/2014/main" id="{FA7E37DA-278E-1849-873D-747B66BECCEB}"/>
                  </a:ext>
                </a:extLst>
              </p:cNvPr>
              <p:cNvSpPr>
                <a:spLocks noChangeArrowheads="1"/>
              </p:cNvSpPr>
              <p:nvPr/>
            </p:nvSpPr>
            <p:spPr bwMode="auto">
              <a:xfrm>
                <a:off x="2112" y="345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5" name="Rectangle 31">
                <a:extLst>
                  <a:ext uri="{FF2B5EF4-FFF2-40B4-BE49-F238E27FC236}">
                    <a16:creationId xmlns:a16="http://schemas.microsoft.com/office/drawing/2014/main" id="{133D287C-AA33-F04C-86C5-DAFC76818BD7}"/>
                  </a:ext>
                </a:extLst>
              </p:cNvPr>
              <p:cNvSpPr>
                <a:spLocks noChangeArrowheads="1"/>
              </p:cNvSpPr>
              <p:nvPr/>
            </p:nvSpPr>
            <p:spPr bwMode="auto">
              <a:xfrm>
                <a:off x="2880" y="2688"/>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6" name="Rectangle 32">
                <a:extLst>
                  <a:ext uri="{FF2B5EF4-FFF2-40B4-BE49-F238E27FC236}">
                    <a16:creationId xmlns:a16="http://schemas.microsoft.com/office/drawing/2014/main" id="{28498FE9-A93F-6F4D-84BE-8BB66DF22301}"/>
                  </a:ext>
                </a:extLst>
              </p:cNvPr>
              <p:cNvSpPr>
                <a:spLocks noChangeArrowheads="1"/>
              </p:cNvSpPr>
              <p:nvPr/>
            </p:nvSpPr>
            <p:spPr bwMode="auto">
              <a:xfrm>
                <a:off x="2496" y="307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7" name="Rectangle 33">
                <a:extLst>
                  <a:ext uri="{FF2B5EF4-FFF2-40B4-BE49-F238E27FC236}">
                    <a16:creationId xmlns:a16="http://schemas.microsoft.com/office/drawing/2014/main" id="{905C5E5B-6799-A044-8E98-05E4585EE21B}"/>
                  </a:ext>
                </a:extLst>
              </p:cNvPr>
              <p:cNvSpPr>
                <a:spLocks noChangeArrowheads="1"/>
              </p:cNvSpPr>
              <p:nvPr/>
            </p:nvSpPr>
            <p:spPr bwMode="auto">
              <a:xfrm>
                <a:off x="2880" y="307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8" name="Rectangle 34">
                <a:extLst>
                  <a:ext uri="{FF2B5EF4-FFF2-40B4-BE49-F238E27FC236}">
                    <a16:creationId xmlns:a16="http://schemas.microsoft.com/office/drawing/2014/main" id="{F32C1B91-EA01-D546-825A-EC716DBF96D7}"/>
                  </a:ext>
                </a:extLst>
              </p:cNvPr>
              <p:cNvSpPr>
                <a:spLocks noChangeArrowheads="1"/>
              </p:cNvSpPr>
              <p:nvPr/>
            </p:nvSpPr>
            <p:spPr bwMode="auto">
              <a:xfrm>
                <a:off x="2496" y="345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49" name="Rectangle 35">
                <a:extLst>
                  <a:ext uri="{FF2B5EF4-FFF2-40B4-BE49-F238E27FC236}">
                    <a16:creationId xmlns:a16="http://schemas.microsoft.com/office/drawing/2014/main" id="{61BE077E-E483-134B-A2F1-8D0E0CDC0496}"/>
                  </a:ext>
                </a:extLst>
              </p:cNvPr>
              <p:cNvSpPr>
                <a:spLocks noChangeArrowheads="1"/>
              </p:cNvSpPr>
              <p:nvPr/>
            </p:nvSpPr>
            <p:spPr bwMode="auto">
              <a:xfrm>
                <a:off x="2880" y="345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50" name="Text Box 36">
                <a:extLst>
                  <a:ext uri="{FF2B5EF4-FFF2-40B4-BE49-F238E27FC236}">
                    <a16:creationId xmlns:a16="http://schemas.microsoft.com/office/drawing/2014/main" id="{EFEA29B9-0C44-7347-9AF2-A480BD63D17F}"/>
                  </a:ext>
                </a:extLst>
              </p:cNvPr>
              <p:cNvSpPr txBox="1">
                <a:spLocks noChangeArrowheads="1"/>
              </p:cNvSpPr>
              <p:nvPr/>
            </p:nvSpPr>
            <p:spPr bwMode="auto">
              <a:xfrm>
                <a:off x="2593" y="3561"/>
                <a:ext cx="27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6251" name="Text Box 37">
                <a:extLst>
                  <a:ext uri="{FF2B5EF4-FFF2-40B4-BE49-F238E27FC236}">
                    <a16:creationId xmlns:a16="http://schemas.microsoft.com/office/drawing/2014/main" id="{35D23F63-0F62-904B-9764-4071954E1F1E}"/>
                  </a:ext>
                </a:extLst>
              </p:cNvPr>
              <p:cNvSpPr txBox="1">
                <a:spLocks noChangeArrowheads="1"/>
              </p:cNvSpPr>
              <p:nvPr/>
            </p:nvSpPr>
            <p:spPr bwMode="auto">
              <a:xfrm>
                <a:off x="2977" y="2793"/>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6252" name="Text Box 38">
                <a:extLst>
                  <a:ext uri="{FF2B5EF4-FFF2-40B4-BE49-F238E27FC236}">
                    <a16:creationId xmlns:a16="http://schemas.microsoft.com/office/drawing/2014/main" id="{E580C7D1-1E45-1449-A389-A2F2034A4653}"/>
                  </a:ext>
                </a:extLst>
              </p:cNvPr>
              <p:cNvSpPr txBox="1">
                <a:spLocks noChangeArrowheads="1"/>
              </p:cNvSpPr>
              <p:nvPr/>
            </p:nvSpPr>
            <p:spPr bwMode="auto">
              <a:xfrm>
                <a:off x="2208" y="3177"/>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6253" name="Text Box 39">
                <a:extLst>
                  <a:ext uri="{FF2B5EF4-FFF2-40B4-BE49-F238E27FC236}">
                    <a16:creationId xmlns:a16="http://schemas.microsoft.com/office/drawing/2014/main" id="{F222C1EC-179C-1D48-B4CD-1FABE16D47F1}"/>
                  </a:ext>
                </a:extLst>
              </p:cNvPr>
              <p:cNvSpPr txBox="1">
                <a:spLocks noChangeArrowheads="1"/>
              </p:cNvSpPr>
              <p:nvPr/>
            </p:nvSpPr>
            <p:spPr bwMode="auto">
              <a:xfrm>
                <a:off x="2593" y="3177"/>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6254" name="Text Box 40">
                <a:extLst>
                  <a:ext uri="{FF2B5EF4-FFF2-40B4-BE49-F238E27FC236}">
                    <a16:creationId xmlns:a16="http://schemas.microsoft.com/office/drawing/2014/main" id="{D5B06BF2-3DEF-A943-B64F-54A54B6B2692}"/>
                  </a:ext>
                </a:extLst>
              </p:cNvPr>
              <p:cNvSpPr txBox="1">
                <a:spLocks noChangeArrowheads="1"/>
              </p:cNvSpPr>
              <p:nvPr/>
            </p:nvSpPr>
            <p:spPr bwMode="auto">
              <a:xfrm>
                <a:off x="2208" y="3562"/>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6255" name="Text Box 41">
                <a:extLst>
                  <a:ext uri="{FF2B5EF4-FFF2-40B4-BE49-F238E27FC236}">
                    <a16:creationId xmlns:a16="http://schemas.microsoft.com/office/drawing/2014/main" id="{477124AE-3625-5B49-837B-AA1141DFE679}"/>
                  </a:ext>
                </a:extLst>
              </p:cNvPr>
              <p:cNvSpPr txBox="1">
                <a:spLocks noChangeArrowheads="1"/>
              </p:cNvSpPr>
              <p:nvPr/>
            </p:nvSpPr>
            <p:spPr bwMode="auto">
              <a:xfrm>
                <a:off x="2976" y="3562"/>
                <a:ext cx="31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6256" name="Text Box 42">
                <a:extLst>
                  <a:ext uri="{FF2B5EF4-FFF2-40B4-BE49-F238E27FC236}">
                    <a16:creationId xmlns:a16="http://schemas.microsoft.com/office/drawing/2014/main" id="{188D57EB-D85F-C04B-AC4E-7DC06CC824B1}"/>
                  </a:ext>
                </a:extLst>
              </p:cNvPr>
              <p:cNvSpPr txBox="1">
                <a:spLocks noChangeArrowheads="1"/>
              </p:cNvSpPr>
              <p:nvPr/>
            </p:nvSpPr>
            <p:spPr bwMode="auto">
              <a:xfrm>
                <a:off x="2976" y="3177"/>
                <a:ext cx="315"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6257" name="Text Box 43">
                <a:extLst>
                  <a:ext uri="{FF2B5EF4-FFF2-40B4-BE49-F238E27FC236}">
                    <a16:creationId xmlns:a16="http://schemas.microsoft.com/office/drawing/2014/main" id="{E502A93C-F3A6-FA45-BC26-BAE3AF749C9C}"/>
                  </a:ext>
                </a:extLst>
              </p:cNvPr>
              <p:cNvSpPr txBox="1">
                <a:spLocks noChangeArrowheads="1"/>
              </p:cNvSpPr>
              <p:nvPr/>
            </p:nvSpPr>
            <p:spPr bwMode="auto">
              <a:xfrm>
                <a:off x="2208" y="2793"/>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6216" name="Group 44">
              <a:extLst>
                <a:ext uri="{FF2B5EF4-FFF2-40B4-BE49-F238E27FC236}">
                  <a16:creationId xmlns:a16="http://schemas.microsoft.com/office/drawing/2014/main" id="{4C9100B8-E460-0549-A43E-39186E2C9E06}"/>
                </a:ext>
              </a:extLst>
            </p:cNvPr>
            <p:cNvGrpSpPr>
              <a:grpSpLocks/>
            </p:cNvGrpSpPr>
            <p:nvPr/>
          </p:nvGrpSpPr>
          <p:grpSpPr bwMode="auto">
            <a:xfrm>
              <a:off x="624" y="2112"/>
              <a:ext cx="802" cy="832"/>
              <a:chOff x="2112" y="1152"/>
              <a:chExt cx="1179" cy="1249"/>
            </a:xfrm>
          </p:grpSpPr>
          <p:sp>
            <p:nvSpPr>
              <p:cNvPr id="6224" name="Rectangle 45">
                <a:extLst>
                  <a:ext uri="{FF2B5EF4-FFF2-40B4-BE49-F238E27FC236}">
                    <a16:creationId xmlns:a16="http://schemas.microsoft.com/office/drawing/2014/main" id="{28C33A17-AA1D-3D49-B5E1-D45E8F1CEED4}"/>
                  </a:ext>
                </a:extLst>
              </p:cNvPr>
              <p:cNvSpPr>
                <a:spLocks noChangeArrowheads="1"/>
              </p:cNvSpPr>
              <p:nvPr/>
            </p:nvSpPr>
            <p:spPr bwMode="auto">
              <a:xfrm>
                <a:off x="2112" y="1152"/>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25" name="Rectangle 46">
                <a:extLst>
                  <a:ext uri="{FF2B5EF4-FFF2-40B4-BE49-F238E27FC236}">
                    <a16:creationId xmlns:a16="http://schemas.microsoft.com/office/drawing/2014/main" id="{BFC0B889-94C8-FA47-B9AB-5E2F2B9F873C}"/>
                  </a:ext>
                </a:extLst>
              </p:cNvPr>
              <p:cNvSpPr>
                <a:spLocks noChangeArrowheads="1"/>
              </p:cNvSpPr>
              <p:nvPr/>
            </p:nvSpPr>
            <p:spPr bwMode="auto">
              <a:xfrm>
                <a:off x="2112"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26" name="Rectangle 47">
                <a:extLst>
                  <a:ext uri="{FF2B5EF4-FFF2-40B4-BE49-F238E27FC236}">
                    <a16:creationId xmlns:a16="http://schemas.microsoft.com/office/drawing/2014/main" id="{A02F0423-49FC-6E48-BD87-9CB3898AE9A1}"/>
                  </a:ext>
                </a:extLst>
              </p:cNvPr>
              <p:cNvSpPr>
                <a:spLocks noChangeArrowheads="1"/>
              </p:cNvSpPr>
              <p:nvPr/>
            </p:nvSpPr>
            <p:spPr bwMode="auto">
              <a:xfrm>
                <a:off x="2112"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27" name="Rectangle 48">
                <a:extLst>
                  <a:ext uri="{FF2B5EF4-FFF2-40B4-BE49-F238E27FC236}">
                    <a16:creationId xmlns:a16="http://schemas.microsoft.com/office/drawing/2014/main" id="{C0DB2E72-1787-D142-A9F7-52F3CF63E234}"/>
                  </a:ext>
                </a:extLst>
              </p:cNvPr>
              <p:cNvSpPr>
                <a:spLocks noChangeArrowheads="1"/>
              </p:cNvSpPr>
              <p:nvPr/>
            </p:nvSpPr>
            <p:spPr bwMode="auto">
              <a:xfrm>
                <a:off x="2112"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28" name="Rectangle 49">
                <a:extLst>
                  <a:ext uri="{FF2B5EF4-FFF2-40B4-BE49-F238E27FC236}">
                    <a16:creationId xmlns:a16="http://schemas.microsoft.com/office/drawing/2014/main" id="{7220B938-DA82-4040-BC0E-8938B7CEA861}"/>
                  </a:ext>
                </a:extLst>
              </p:cNvPr>
              <p:cNvSpPr>
                <a:spLocks noChangeArrowheads="1"/>
              </p:cNvSpPr>
              <p:nvPr/>
            </p:nvSpPr>
            <p:spPr bwMode="auto">
              <a:xfrm>
                <a:off x="2496"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29" name="Rectangle 50">
                <a:extLst>
                  <a:ext uri="{FF2B5EF4-FFF2-40B4-BE49-F238E27FC236}">
                    <a16:creationId xmlns:a16="http://schemas.microsoft.com/office/drawing/2014/main" id="{0DCA8950-E4A6-FA4E-B752-226D9F3AD03E}"/>
                  </a:ext>
                </a:extLst>
              </p:cNvPr>
              <p:cNvSpPr>
                <a:spLocks noChangeArrowheads="1"/>
              </p:cNvSpPr>
              <p:nvPr/>
            </p:nvSpPr>
            <p:spPr bwMode="auto">
              <a:xfrm>
                <a:off x="2496"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30" name="Rectangle 51">
                <a:extLst>
                  <a:ext uri="{FF2B5EF4-FFF2-40B4-BE49-F238E27FC236}">
                    <a16:creationId xmlns:a16="http://schemas.microsoft.com/office/drawing/2014/main" id="{DF78D995-3601-5847-AD30-620DBCD0EBA8}"/>
                  </a:ext>
                </a:extLst>
              </p:cNvPr>
              <p:cNvSpPr>
                <a:spLocks noChangeArrowheads="1"/>
              </p:cNvSpPr>
              <p:nvPr/>
            </p:nvSpPr>
            <p:spPr bwMode="auto">
              <a:xfrm>
                <a:off x="2880"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31" name="Rectangle 52">
                <a:extLst>
                  <a:ext uri="{FF2B5EF4-FFF2-40B4-BE49-F238E27FC236}">
                    <a16:creationId xmlns:a16="http://schemas.microsoft.com/office/drawing/2014/main" id="{4A82B675-246B-3E46-8E49-A00BB7571FEF}"/>
                  </a:ext>
                </a:extLst>
              </p:cNvPr>
              <p:cNvSpPr>
                <a:spLocks noChangeArrowheads="1"/>
              </p:cNvSpPr>
              <p:nvPr/>
            </p:nvSpPr>
            <p:spPr bwMode="auto">
              <a:xfrm>
                <a:off x="2496"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32" name="Rectangle 53">
                <a:extLst>
                  <a:ext uri="{FF2B5EF4-FFF2-40B4-BE49-F238E27FC236}">
                    <a16:creationId xmlns:a16="http://schemas.microsoft.com/office/drawing/2014/main" id="{C26839DF-87F4-CE4D-9D50-EC46B39ACF2F}"/>
                  </a:ext>
                </a:extLst>
              </p:cNvPr>
              <p:cNvSpPr>
                <a:spLocks noChangeArrowheads="1"/>
              </p:cNvSpPr>
              <p:nvPr/>
            </p:nvSpPr>
            <p:spPr bwMode="auto">
              <a:xfrm>
                <a:off x="2880"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33" name="Text Box 54">
                <a:extLst>
                  <a:ext uri="{FF2B5EF4-FFF2-40B4-BE49-F238E27FC236}">
                    <a16:creationId xmlns:a16="http://schemas.microsoft.com/office/drawing/2014/main" id="{71192C9A-873D-314B-8921-51FCD2874BE5}"/>
                  </a:ext>
                </a:extLst>
              </p:cNvPr>
              <p:cNvSpPr txBox="1">
                <a:spLocks noChangeArrowheads="1"/>
              </p:cNvSpPr>
              <p:nvPr/>
            </p:nvSpPr>
            <p:spPr bwMode="auto">
              <a:xfrm>
                <a:off x="2593" y="2025"/>
                <a:ext cx="27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6234" name="Text Box 55">
                <a:extLst>
                  <a:ext uri="{FF2B5EF4-FFF2-40B4-BE49-F238E27FC236}">
                    <a16:creationId xmlns:a16="http://schemas.microsoft.com/office/drawing/2014/main" id="{FF888F03-276F-7640-A758-0A657F321905}"/>
                  </a:ext>
                </a:extLst>
              </p:cNvPr>
              <p:cNvSpPr txBox="1">
                <a:spLocks noChangeArrowheads="1"/>
              </p:cNvSpPr>
              <p:nvPr/>
            </p:nvSpPr>
            <p:spPr bwMode="auto">
              <a:xfrm>
                <a:off x="2593" y="1257"/>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6235" name="Text Box 56">
                <a:extLst>
                  <a:ext uri="{FF2B5EF4-FFF2-40B4-BE49-F238E27FC236}">
                    <a16:creationId xmlns:a16="http://schemas.microsoft.com/office/drawing/2014/main" id="{BD93E481-3794-C945-9EF6-CD415B774561}"/>
                  </a:ext>
                </a:extLst>
              </p:cNvPr>
              <p:cNvSpPr txBox="1">
                <a:spLocks noChangeArrowheads="1"/>
              </p:cNvSpPr>
              <p:nvPr/>
            </p:nvSpPr>
            <p:spPr bwMode="auto">
              <a:xfrm>
                <a:off x="2208" y="1641"/>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6236" name="Text Box 57">
                <a:extLst>
                  <a:ext uri="{FF2B5EF4-FFF2-40B4-BE49-F238E27FC236}">
                    <a16:creationId xmlns:a16="http://schemas.microsoft.com/office/drawing/2014/main" id="{B4A82310-CAC0-AF43-8F25-ADC562783DB2}"/>
                  </a:ext>
                </a:extLst>
              </p:cNvPr>
              <p:cNvSpPr txBox="1">
                <a:spLocks noChangeArrowheads="1"/>
              </p:cNvSpPr>
              <p:nvPr/>
            </p:nvSpPr>
            <p:spPr bwMode="auto">
              <a:xfrm>
                <a:off x="2593" y="1641"/>
                <a:ext cx="314"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6237" name="Text Box 58">
                <a:extLst>
                  <a:ext uri="{FF2B5EF4-FFF2-40B4-BE49-F238E27FC236}">
                    <a16:creationId xmlns:a16="http://schemas.microsoft.com/office/drawing/2014/main" id="{E9F8B5FB-E6C9-9849-AD2E-7244F14BC25E}"/>
                  </a:ext>
                </a:extLst>
              </p:cNvPr>
              <p:cNvSpPr txBox="1">
                <a:spLocks noChangeArrowheads="1"/>
              </p:cNvSpPr>
              <p:nvPr/>
            </p:nvSpPr>
            <p:spPr bwMode="auto">
              <a:xfrm>
                <a:off x="2208" y="2026"/>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6238" name="Text Box 59">
                <a:extLst>
                  <a:ext uri="{FF2B5EF4-FFF2-40B4-BE49-F238E27FC236}">
                    <a16:creationId xmlns:a16="http://schemas.microsoft.com/office/drawing/2014/main" id="{36DF5271-CF1C-8B47-9AE4-39A83B5CDAD6}"/>
                  </a:ext>
                </a:extLst>
              </p:cNvPr>
              <p:cNvSpPr txBox="1">
                <a:spLocks noChangeArrowheads="1"/>
              </p:cNvSpPr>
              <p:nvPr/>
            </p:nvSpPr>
            <p:spPr bwMode="auto">
              <a:xfrm>
                <a:off x="2977" y="2026"/>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6239" name="Text Box 60">
                <a:extLst>
                  <a:ext uri="{FF2B5EF4-FFF2-40B4-BE49-F238E27FC236}">
                    <a16:creationId xmlns:a16="http://schemas.microsoft.com/office/drawing/2014/main" id="{84D87633-546E-5448-B775-ECCBBE541BE2}"/>
                  </a:ext>
                </a:extLst>
              </p:cNvPr>
              <p:cNvSpPr txBox="1">
                <a:spLocks noChangeArrowheads="1"/>
              </p:cNvSpPr>
              <p:nvPr/>
            </p:nvSpPr>
            <p:spPr bwMode="auto">
              <a:xfrm>
                <a:off x="2976" y="1257"/>
                <a:ext cx="31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6240" name="Text Box 61">
                <a:extLst>
                  <a:ext uri="{FF2B5EF4-FFF2-40B4-BE49-F238E27FC236}">
                    <a16:creationId xmlns:a16="http://schemas.microsoft.com/office/drawing/2014/main" id="{5BC96C57-58CF-B14F-8684-4BEC6BE0F185}"/>
                  </a:ext>
                </a:extLst>
              </p:cNvPr>
              <p:cNvSpPr txBox="1">
                <a:spLocks noChangeArrowheads="1"/>
              </p:cNvSpPr>
              <p:nvPr/>
            </p:nvSpPr>
            <p:spPr bwMode="auto">
              <a:xfrm>
                <a:off x="2208" y="1257"/>
                <a:ext cx="31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6217" name="Group 62">
              <a:extLst>
                <a:ext uri="{FF2B5EF4-FFF2-40B4-BE49-F238E27FC236}">
                  <a16:creationId xmlns:a16="http://schemas.microsoft.com/office/drawing/2014/main" id="{99C59ED2-F4E0-B646-95D3-FF1E2328E8F6}"/>
                </a:ext>
              </a:extLst>
            </p:cNvPr>
            <p:cNvGrpSpPr>
              <a:grpSpLocks/>
            </p:cNvGrpSpPr>
            <p:nvPr/>
          </p:nvGrpSpPr>
          <p:grpSpPr bwMode="auto">
            <a:xfrm>
              <a:off x="1440" y="1200"/>
              <a:ext cx="3600" cy="1920"/>
              <a:chOff x="1440" y="1200"/>
              <a:chExt cx="3600" cy="1920"/>
            </a:xfrm>
          </p:grpSpPr>
          <p:sp>
            <p:nvSpPr>
              <p:cNvPr id="6218" name="Oval 63">
                <a:extLst>
                  <a:ext uri="{FF2B5EF4-FFF2-40B4-BE49-F238E27FC236}">
                    <a16:creationId xmlns:a16="http://schemas.microsoft.com/office/drawing/2014/main" id="{3EEC146D-6B04-3E4C-AC28-7893BCE505F1}"/>
                  </a:ext>
                </a:extLst>
              </p:cNvPr>
              <p:cNvSpPr>
                <a:spLocks noChangeArrowheads="1"/>
              </p:cNvSpPr>
              <p:nvPr/>
            </p:nvSpPr>
            <p:spPr bwMode="auto">
              <a:xfrm>
                <a:off x="2976" y="1488"/>
                <a:ext cx="144" cy="144"/>
              </a:xfrm>
              <a:prstGeom prst="ellipse">
                <a:avLst/>
              </a:prstGeom>
              <a:solidFill>
                <a:srgbClr val="339933"/>
              </a:solidFill>
              <a:ln w="28575">
                <a:solidFill>
                  <a:srgbClr val="339933"/>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19" name="Oval 64">
                <a:extLst>
                  <a:ext uri="{FF2B5EF4-FFF2-40B4-BE49-F238E27FC236}">
                    <a16:creationId xmlns:a16="http://schemas.microsoft.com/office/drawing/2014/main" id="{223EDBCB-CDED-3A43-8E52-89DCD80A3209}"/>
                  </a:ext>
                </a:extLst>
              </p:cNvPr>
              <p:cNvSpPr>
                <a:spLocks noChangeArrowheads="1"/>
              </p:cNvSpPr>
              <p:nvPr/>
            </p:nvSpPr>
            <p:spPr bwMode="auto">
              <a:xfrm>
                <a:off x="4896" y="1488"/>
                <a:ext cx="144" cy="144"/>
              </a:xfrm>
              <a:prstGeom prst="ellipse">
                <a:avLst/>
              </a:prstGeom>
              <a:solidFill>
                <a:srgbClr val="339933"/>
              </a:solidFill>
              <a:ln w="28575">
                <a:solidFill>
                  <a:srgbClr val="339933"/>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20" name="Line 65">
                <a:extLst>
                  <a:ext uri="{FF2B5EF4-FFF2-40B4-BE49-F238E27FC236}">
                    <a16:creationId xmlns:a16="http://schemas.microsoft.com/office/drawing/2014/main" id="{87B50D53-DAD3-0740-9DCE-B5735110A6DF}"/>
                  </a:ext>
                </a:extLst>
              </p:cNvPr>
              <p:cNvSpPr>
                <a:spLocks noChangeShapeType="1"/>
              </p:cNvSpPr>
              <p:nvPr/>
            </p:nvSpPr>
            <p:spPr bwMode="auto">
              <a:xfrm flipH="1">
                <a:off x="1440" y="1584"/>
                <a:ext cx="1536" cy="912"/>
              </a:xfrm>
              <a:prstGeom prst="line">
                <a:avLst/>
              </a:prstGeom>
              <a:noFill/>
              <a:ln w="9525">
                <a:solidFill>
                  <a:srgbClr val="3399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21" name="Line 66">
                <a:extLst>
                  <a:ext uri="{FF2B5EF4-FFF2-40B4-BE49-F238E27FC236}">
                    <a16:creationId xmlns:a16="http://schemas.microsoft.com/office/drawing/2014/main" id="{30359867-DE63-C147-BC2C-297A92405DD9}"/>
                  </a:ext>
                </a:extLst>
              </p:cNvPr>
              <p:cNvSpPr>
                <a:spLocks noChangeShapeType="1"/>
              </p:cNvSpPr>
              <p:nvPr/>
            </p:nvSpPr>
            <p:spPr bwMode="auto">
              <a:xfrm flipH="1">
                <a:off x="1776" y="1584"/>
                <a:ext cx="3120" cy="1536"/>
              </a:xfrm>
              <a:prstGeom prst="line">
                <a:avLst/>
              </a:prstGeom>
              <a:noFill/>
              <a:ln w="9525">
                <a:solidFill>
                  <a:srgbClr val="339933"/>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22" name="Line 67">
                <a:extLst>
                  <a:ext uri="{FF2B5EF4-FFF2-40B4-BE49-F238E27FC236}">
                    <a16:creationId xmlns:a16="http://schemas.microsoft.com/office/drawing/2014/main" id="{114E25D4-5885-FC45-815D-1CAA4CAF51DA}"/>
                  </a:ext>
                </a:extLst>
              </p:cNvPr>
              <p:cNvSpPr>
                <a:spLocks noChangeShapeType="1"/>
              </p:cNvSpPr>
              <p:nvPr/>
            </p:nvSpPr>
            <p:spPr bwMode="auto">
              <a:xfrm flipH="1">
                <a:off x="3120" y="1200"/>
                <a:ext cx="864" cy="3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223" name="Line 68">
                <a:extLst>
                  <a:ext uri="{FF2B5EF4-FFF2-40B4-BE49-F238E27FC236}">
                    <a16:creationId xmlns:a16="http://schemas.microsoft.com/office/drawing/2014/main" id="{38204203-9D2F-CC45-96C8-CE48B693D14B}"/>
                  </a:ext>
                </a:extLst>
              </p:cNvPr>
              <p:cNvSpPr>
                <a:spLocks noChangeShapeType="1"/>
              </p:cNvSpPr>
              <p:nvPr/>
            </p:nvSpPr>
            <p:spPr bwMode="auto">
              <a:xfrm>
                <a:off x="3984" y="1200"/>
                <a:ext cx="945" cy="30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grpSp>
      <p:grpSp>
        <p:nvGrpSpPr>
          <p:cNvPr id="6150" name="Group 69">
            <a:extLst>
              <a:ext uri="{FF2B5EF4-FFF2-40B4-BE49-F238E27FC236}">
                <a16:creationId xmlns:a16="http://schemas.microsoft.com/office/drawing/2014/main" id="{E7F94780-0B63-AF47-A169-7D86ECED99FA}"/>
              </a:ext>
            </a:extLst>
          </p:cNvPr>
          <p:cNvGrpSpPr>
            <a:grpSpLocks/>
          </p:cNvGrpSpPr>
          <p:nvPr/>
        </p:nvGrpSpPr>
        <p:grpSpPr bwMode="auto">
          <a:xfrm>
            <a:off x="4229101" y="2586038"/>
            <a:ext cx="5216525" cy="3687762"/>
            <a:chOff x="2304" y="1629"/>
            <a:chExt cx="3286" cy="2323"/>
          </a:xfrm>
        </p:grpSpPr>
        <p:grpSp>
          <p:nvGrpSpPr>
            <p:cNvPr id="6152" name="Group 70">
              <a:extLst>
                <a:ext uri="{FF2B5EF4-FFF2-40B4-BE49-F238E27FC236}">
                  <a16:creationId xmlns:a16="http://schemas.microsoft.com/office/drawing/2014/main" id="{9B963A91-3936-554B-A0C8-4CB562B8DBB2}"/>
                </a:ext>
              </a:extLst>
            </p:cNvPr>
            <p:cNvGrpSpPr>
              <a:grpSpLocks/>
            </p:cNvGrpSpPr>
            <p:nvPr/>
          </p:nvGrpSpPr>
          <p:grpSpPr bwMode="auto">
            <a:xfrm>
              <a:off x="2304" y="3120"/>
              <a:ext cx="2146" cy="832"/>
              <a:chOff x="2304" y="3120"/>
              <a:chExt cx="2146" cy="832"/>
            </a:xfrm>
          </p:grpSpPr>
          <p:sp>
            <p:nvSpPr>
              <p:cNvPr id="6187" name="Rectangle 71">
                <a:extLst>
                  <a:ext uri="{FF2B5EF4-FFF2-40B4-BE49-F238E27FC236}">
                    <a16:creationId xmlns:a16="http://schemas.microsoft.com/office/drawing/2014/main" id="{A7FF4D41-9F51-B54D-AA28-B1EE41FF3C88}"/>
                  </a:ext>
                </a:extLst>
              </p:cNvPr>
              <p:cNvSpPr>
                <a:spLocks noChangeArrowheads="1"/>
              </p:cNvSpPr>
              <p:nvPr/>
            </p:nvSpPr>
            <p:spPr bwMode="auto">
              <a:xfrm>
                <a:off x="2565" y="3120"/>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88" name="Rectangle 72">
                <a:extLst>
                  <a:ext uri="{FF2B5EF4-FFF2-40B4-BE49-F238E27FC236}">
                    <a16:creationId xmlns:a16="http://schemas.microsoft.com/office/drawing/2014/main" id="{A9522186-8BE9-EC4F-88E6-5677D856E7F7}"/>
                  </a:ext>
                </a:extLst>
              </p:cNvPr>
              <p:cNvSpPr>
                <a:spLocks noChangeArrowheads="1"/>
              </p:cNvSpPr>
              <p:nvPr/>
            </p:nvSpPr>
            <p:spPr bwMode="auto">
              <a:xfrm>
                <a:off x="2304" y="3376"/>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89" name="Rectangle 73">
                <a:extLst>
                  <a:ext uri="{FF2B5EF4-FFF2-40B4-BE49-F238E27FC236}">
                    <a16:creationId xmlns:a16="http://schemas.microsoft.com/office/drawing/2014/main" id="{B272697B-6754-534F-A016-8A3CA71ED4B4}"/>
                  </a:ext>
                </a:extLst>
              </p:cNvPr>
              <p:cNvSpPr>
                <a:spLocks noChangeArrowheads="1"/>
              </p:cNvSpPr>
              <p:nvPr/>
            </p:nvSpPr>
            <p:spPr bwMode="auto">
              <a:xfrm>
                <a:off x="2304"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90" name="Rectangle 74">
                <a:extLst>
                  <a:ext uri="{FF2B5EF4-FFF2-40B4-BE49-F238E27FC236}">
                    <a16:creationId xmlns:a16="http://schemas.microsoft.com/office/drawing/2014/main" id="{88213A77-E81A-584D-B805-244303AB51A0}"/>
                  </a:ext>
                </a:extLst>
              </p:cNvPr>
              <p:cNvSpPr>
                <a:spLocks noChangeArrowheads="1"/>
              </p:cNvSpPr>
              <p:nvPr/>
            </p:nvSpPr>
            <p:spPr bwMode="auto">
              <a:xfrm>
                <a:off x="2826" y="3120"/>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91" name="Rectangle 75">
                <a:extLst>
                  <a:ext uri="{FF2B5EF4-FFF2-40B4-BE49-F238E27FC236}">
                    <a16:creationId xmlns:a16="http://schemas.microsoft.com/office/drawing/2014/main" id="{1AFEEE73-9DDA-4B42-A86C-31FA57DAA753}"/>
                  </a:ext>
                </a:extLst>
              </p:cNvPr>
              <p:cNvSpPr>
                <a:spLocks noChangeArrowheads="1"/>
              </p:cNvSpPr>
              <p:nvPr/>
            </p:nvSpPr>
            <p:spPr bwMode="auto">
              <a:xfrm>
                <a:off x="2565" y="3376"/>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92" name="Rectangle 76">
                <a:extLst>
                  <a:ext uri="{FF2B5EF4-FFF2-40B4-BE49-F238E27FC236}">
                    <a16:creationId xmlns:a16="http://schemas.microsoft.com/office/drawing/2014/main" id="{40CE172D-549B-A44B-90B0-3F9A32596BC7}"/>
                  </a:ext>
                </a:extLst>
              </p:cNvPr>
              <p:cNvSpPr>
                <a:spLocks noChangeArrowheads="1"/>
              </p:cNvSpPr>
              <p:nvPr/>
            </p:nvSpPr>
            <p:spPr bwMode="auto">
              <a:xfrm>
                <a:off x="2826" y="3376"/>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93" name="Rectangle 77">
                <a:extLst>
                  <a:ext uri="{FF2B5EF4-FFF2-40B4-BE49-F238E27FC236}">
                    <a16:creationId xmlns:a16="http://schemas.microsoft.com/office/drawing/2014/main" id="{AD776A7D-8501-614B-AA8C-9DA53C38DC1D}"/>
                  </a:ext>
                </a:extLst>
              </p:cNvPr>
              <p:cNvSpPr>
                <a:spLocks noChangeArrowheads="1"/>
              </p:cNvSpPr>
              <p:nvPr/>
            </p:nvSpPr>
            <p:spPr bwMode="auto">
              <a:xfrm>
                <a:off x="2565"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94" name="Rectangle 78">
                <a:extLst>
                  <a:ext uri="{FF2B5EF4-FFF2-40B4-BE49-F238E27FC236}">
                    <a16:creationId xmlns:a16="http://schemas.microsoft.com/office/drawing/2014/main" id="{AA888B37-D530-FF47-A91C-9FEB1FB89EB6}"/>
                  </a:ext>
                </a:extLst>
              </p:cNvPr>
              <p:cNvSpPr>
                <a:spLocks noChangeArrowheads="1"/>
              </p:cNvSpPr>
              <p:nvPr/>
            </p:nvSpPr>
            <p:spPr bwMode="auto">
              <a:xfrm>
                <a:off x="2826" y="3632"/>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95" name="Text Box 79">
                <a:extLst>
                  <a:ext uri="{FF2B5EF4-FFF2-40B4-BE49-F238E27FC236}">
                    <a16:creationId xmlns:a16="http://schemas.microsoft.com/office/drawing/2014/main" id="{0A92ADCE-A5B3-6B4A-BF8D-33BF8BFB2CD6}"/>
                  </a:ext>
                </a:extLst>
              </p:cNvPr>
              <p:cNvSpPr txBox="1">
                <a:spLocks noChangeArrowheads="1"/>
              </p:cNvSpPr>
              <p:nvPr/>
            </p:nvSpPr>
            <p:spPr bwMode="auto">
              <a:xfrm>
                <a:off x="2631" y="3702"/>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6196" name="Text Box 80">
                <a:extLst>
                  <a:ext uri="{FF2B5EF4-FFF2-40B4-BE49-F238E27FC236}">
                    <a16:creationId xmlns:a16="http://schemas.microsoft.com/office/drawing/2014/main" id="{0B239D57-E904-8247-BBD7-252071B505DF}"/>
                  </a:ext>
                </a:extLst>
              </p:cNvPr>
              <p:cNvSpPr txBox="1">
                <a:spLocks noChangeArrowheads="1"/>
              </p:cNvSpPr>
              <p:nvPr/>
            </p:nvSpPr>
            <p:spPr bwMode="auto">
              <a:xfrm>
                <a:off x="2369"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6197" name="Text Box 81">
                <a:extLst>
                  <a:ext uri="{FF2B5EF4-FFF2-40B4-BE49-F238E27FC236}">
                    <a16:creationId xmlns:a16="http://schemas.microsoft.com/office/drawing/2014/main" id="{07DBD308-5E4F-5E41-82E1-C72A682F8133}"/>
                  </a:ext>
                </a:extLst>
              </p:cNvPr>
              <p:cNvSpPr txBox="1">
                <a:spLocks noChangeArrowheads="1"/>
              </p:cNvSpPr>
              <p:nvPr/>
            </p:nvSpPr>
            <p:spPr bwMode="auto">
              <a:xfrm>
                <a:off x="2369"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6198" name="Text Box 82">
                <a:extLst>
                  <a:ext uri="{FF2B5EF4-FFF2-40B4-BE49-F238E27FC236}">
                    <a16:creationId xmlns:a16="http://schemas.microsoft.com/office/drawing/2014/main" id="{E7717C3D-05BC-3A45-B8FB-5D534E75A754}"/>
                  </a:ext>
                </a:extLst>
              </p:cNvPr>
              <p:cNvSpPr txBox="1">
                <a:spLocks noChangeArrowheads="1"/>
              </p:cNvSpPr>
              <p:nvPr/>
            </p:nvSpPr>
            <p:spPr bwMode="auto">
              <a:xfrm>
                <a:off x="2892"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6199" name="Text Box 83">
                <a:extLst>
                  <a:ext uri="{FF2B5EF4-FFF2-40B4-BE49-F238E27FC236}">
                    <a16:creationId xmlns:a16="http://schemas.microsoft.com/office/drawing/2014/main" id="{6A294E7E-4F7A-214D-86DA-F7329873A84F}"/>
                  </a:ext>
                </a:extLst>
              </p:cNvPr>
              <p:cNvSpPr txBox="1">
                <a:spLocks noChangeArrowheads="1"/>
              </p:cNvSpPr>
              <p:nvPr/>
            </p:nvSpPr>
            <p:spPr bwMode="auto">
              <a:xfrm>
                <a:off x="2631" y="319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sp>
            <p:nvSpPr>
              <p:cNvPr id="6200" name="Rectangle 84">
                <a:extLst>
                  <a:ext uri="{FF2B5EF4-FFF2-40B4-BE49-F238E27FC236}">
                    <a16:creationId xmlns:a16="http://schemas.microsoft.com/office/drawing/2014/main" id="{F5F108AA-71B0-7747-AB11-42348E5ABAD3}"/>
                  </a:ext>
                </a:extLst>
              </p:cNvPr>
              <p:cNvSpPr>
                <a:spLocks noChangeArrowheads="1"/>
              </p:cNvSpPr>
              <p:nvPr/>
            </p:nvSpPr>
            <p:spPr bwMode="auto">
              <a:xfrm>
                <a:off x="3648" y="3120"/>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1" name="Rectangle 85">
                <a:extLst>
                  <a:ext uri="{FF2B5EF4-FFF2-40B4-BE49-F238E27FC236}">
                    <a16:creationId xmlns:a16="http://schemas.microsoft.com/office/drawing/2014/main" id="{53A6F7DF-7EB5-F943-90EF-E7D8CF8212D4}"/>
                  </a:ext>
                </a:extLst>
              </p:cNvPr>
              <p:cNvSpPr>
                <a:spLocks noChangeArrowheads="1"/>
              </p:cNvSpPr>
              <p:nvPr/>
            </p:nvSpPr>
            <p:spPr bwMode="auto">
              <a:xfrm>
                <a:off x="3648" y="3376"/>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2" name="Rectangle 86">
                <a:extLst>
                  <a:ext uri="{FF2B5EF4-FFF2-40B4-BE49-F238E27FC236}">
                    <a16:creationId xmlns:a16="http://schemas.microsoft.com/office/drawing/2014/main" id="{A0356484-EBB0-E942-88B6-144E5F370EAD}"/>
                  </a:ext>
                </a:extLst>
              </p:cNvPr>
              <p:cNvSpPr>
                <a:spLocks noChangeArrowheads="1"/>
              </p:cNvSpPr>
              <p:nvPr/>
            </p:nvSpPr>
            <p:spPr bwMode="auto">
              <a:xfrm>
                <a:off x="3648"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3" name="Rectangle 87">
                <a:extLst>
                  <a:ext uri="{FF2B5EF4-FFF2-40B4-BE49-F238E27FC236}">
                    <a16:creationId xmlns:a16="http://schemas.microsoft.com/office/drawing/2014/main" id="{1317DE11-31C6-F74F-B0E2-6241839FEF0E}"/>
                  </a:ext>
                </a:extLst>
              </p:cNvPr>
              <p:cNvSpPr>
                <a:spLocks noChangeArrowheads="1"/>
              </p:cNvSpPr>
              <p:nvPr/>
            </p:nvSpPr>
            <p:spPr bwMode="auto">
              <a:xfrm>
                <a:off x="4170" y="3120"/>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4" name="Rectangle 88">
                <a:extLst>
                  <a:ext uri="{FF2B5EF4-FFF2-40B4-BE49-F238E27FC236}">
                    <a16:creationId xmlns:a16="http://schemas.microsoft.com/office/drawing/2014/main" id="{153D2A6C-9E1C-CF48-A8EF-4AF31C3A6D70}"/>
                  </a:ext>
                </a:extLst>
              </p:cNvPr>
              <p:cNvSpPr>
                <a:spLocks noChangeArrowheads="1"/>
              </p:cNvSpPr>
              <p:nvPr/>
            </p:nvSpPr>
            <p:spPr bwMode="auto">
              <a:xfrm>
                <a:off x="3912" y="3120"/>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5" name="Rectangle 89">
                <a:extLst>
                  <a:ext uri="{FF2B5EF4-FFF2-40B4-BE49-F238E27FC236}">
                    <a16:creationId xmlns:a16="http://schemas.microsoft.com/office/drawing/2014/main" id="{C6C87B4E-DF6F-264D-AED5-5AC59998FE90}"/>
                  </a:ext>
                </a:extLst>
              </p:cNvPr>
              <p:cNvSpPr>
                <a:spLocks noChangeArrowheads="1"/>
              </p:cNvSpPr>
              <p:nvPr/>
            </p:nvSpPr>
            <p:spPr bwMode="auto">
              <a:xfrm>
                <a:off x="4170" y="3376"/>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6" name="Rectangle 90">
                <a:extLst>
                  <a:ext uri="{FF2B5EF4-FFF2-40B4-BE49-F238E27FC236}">
                    <a16:creationId xmlns:a16="http://schemas.microsoft.com/office/drawing/2014/main" id="{A597515C-CC67-BF46-AE85-7B3C8661B474}"/>
                  </a:ext>
                </a:extLst>
              </p:cNvPr>
              <p:cNvSpPr>
                <a:spLocks noChangeArrowheads="1"/>
              </p:cNvSpPr>
              <p:nvPr/>
            </p:nvSpPr>
            <p:spPr bwMode="auto">
              <a:xfrm>
                <a:off x="3909" y="3632"/>
                <a:ext cx="261"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7" name="Rectangle 91">
                <a:extLst>
                  <a:ext uri="{FF2B5EF4-FFF2-40B4-BE49-F238E27FC236}">
                    <a16:creationId xmlns:a16="http://schemas.microsoft.com/office/drawing/2014/main" id="{D94BFA19-01C9-8D4A-A57F-4BCF59C08711}"/>
                  </a:ext>
                </a:extLst>
              </p:cNvPr>
              <p:cNvSpPr>
                <a:spLocks noChangeArrowheads="1"/>
              </p:cNvSpPr>
              <p:nvPr/>
            </p:nvSpPr>
            <p:spPr bwMode="auto">
              <a:xfrm>
                <a:off x="4170" y="3632"/>
                <a:ext cx="262" cy="256"/>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208" name="Text Box 92">
                <a:extLst>
                  <a:ext uri="{FF2B5EF4-FFF2-40B4-BE49-F238E27FC236}">
                    <a16:creationId xmlns:a16="http://schemas.microsoft.com/office/drawing/2014/main" id="{3B30635C-98FA-214F-92CB-83EB7241E8AB}"/>
                  </a:ext>
                </a:extLst>
              </p:cNvPr>
              <p:cNvSpPr txBox="1">
                <a:spLocks noChangeArrowheads="1"/>
              </p:cNvSpPr>
              <p:nvPr/>
            </p:nvSpPr>
            <p:spPr bwMode="auto">
              <a:xfrm>
                <a:off x="3975" y="3702"/>
                <a:ext cx="1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6209" name="Text Box 93">
                <a:extLst>
                  <a:ext uri="{FF2B5EF4-FFF2-40B4-BE49-F238E27FC236}">
                    <a16:creationId xmlns:a16="http://schemas.microsoft.com/office/drawing/2014/main" id="{32F2FAD1-DF12-2441-9ED3-351707F0B335}"/>
                  </a:ext>
                </a:extLst>
              </p:cNvPr>
              <p:cNvSpPr txBox="1">
                <a:spLocks noChangeArrowheads="1"/>
              </p:cNvSpPr>
              <p:nvPr/>
            </p:nvSpPr>
            <p:spPr bwMode="auto">
              <a:xfrm>
                <a:off x="3713"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6210" name="Text Box 94">
                <a:extLst>
                  <a:ext uri="{FF2B5EF4-FFF2-40B4-BE49-F238E27FC236}">
                    <a16:creationId xmlns:a16="http://schemas.microsoft.com/office/drawing/2014/main" id="{7C21DB6E-94EB-FB46-8C29-A7E511AA9B08}"/>
                  </a:ext>
                </a:extLst>
              </p:cNvPr>
              <p:cNvSpPr txBox="1">
                <a:spLocks noChangeArrowheads="1"/>
              </p:cNvSpPr>
              <p:nvPr/>
            </p:nvSpPr>
            <p:spPr bwMode="auto">
              <a:xfrm>
                <a:off x="3936" y="3175"/>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6211" name="Text Box 95">
                <a:extLst>
                  <a:ext uri="{FF2B5EF4-FFF2-40B4-BE49-F238E27FC236}">
                    <a16:creationId xmlns:a16="http://schemas.microsoft.com/office/drawing/2014/main" id="{4A47D7E6-A15E-9C49-9E25-6CF7AC7ADBAF}"/>
                  </a:ext>
                </a:extLst>
              </p:cNvPr>
              <p:cNvSpPr txBox="1">
                <a:spLocks noChangeArrowheads="1"/>
              </p:cNvSpPr>
              <p:nvPr/>
            </p:nvSpPr>
            <p:spPr bwMode="auto">
              <a:xfrm>
                <a:off x="3713"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6212" name="Text Box 96">
                <a:extLst>
                  <a:ext uri="{FF2B5EF4-FFF2-40B4-BE49-F238E27FC236}">
                    <a16:creationId xmlns:a16="http://schemas.microsoft.com/office/drawing/2014/main" id="{80690BB2-2B0F-0442-8E64-70603024ED7A}"/>
                  </a:ext>
                </a:extLst>
              </p:cNvPr>
              <p:cNvSpPr txBox="1">
                <a:spLocks noChangeArrowheads="1"/>
              </p:cNvSpPr>
              <p:nvPr/>
            </p:nvSpPr>
            <p:spPr bwMode="auto">
              <a:xfrm>
                <a:off x="4236" y="3702"/>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6213" name="Text Box 97">
                <a:extLst>
                  <a:ext uri="{FF2B5EF4-FFF2-40B4-BE49-F238E27FC236}">
                    <a16:creationId xmlns:a16="http://schemas.microsoft.com/office/drawing/2014/main" id="{8560C15B-1058-4E4F-949A-48025A6F60F4}"/>
                  </a:ext>
                </a:extLst>
              </p:cNvPr>
              <p:cNvSpPr txBox="1">
                <a:spLocks noChangeArrowheads="1"/>
              </p:cNvSpPr>
              <p:nvPr/>
            </p:nvSpPr>
            <p:spPr bwMode="auto">
              <a:xfrm>
                <a:off x="4236"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6214" name="Text Box 98">
                <a:extLst>
                  <a:ext uri="{FF2B5EF4-FFF2-40B4-BE49-F238E27FC236}">
                    <a16:creationId xmlns:a16="http://schemas.microsoft.com/office/drawing/2014/main" id="{2E6C93E2-15C7-F04A-ADC5-EA30DFFC6C10}"/>
                  </a:ext>
                </a:extLst>
              </p:cNvPr>
              <p:cNvSpPr txBox="1">
                <a:spLocks noChangeArrowheads="1"/>
              </p:cNvSpPr>
              <p:nvPr/>
            </p:nvSpPr>
            <p:spPr bwMode="auto">
              <a:xfrm>
                <a:off x="3696" y="3175"/>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nvGrpSpPr>
            <p:cNvPr id="6153" name="Group 99">
              <a:extLst>
                <a:ext uri="{FF2B5EF4-FFF2-40B4-BE49-F238E27FC236}">
                  <a16:creationId xmlns:a16="http://schemas.microsoft.com/office/drawing/2014/main" id="{19208E8B-A685-084A-A2F5-C18F291D0914}"/>
                </a:ext>
              </a:extLst>
            </p:cNvPr>
            <p:cNvGrpSpPr>
              <a:grpSpLocks/>
            </p:cNvGrpSpPr>
            <p:nvPr/>
          </p:nvGrpSpPr>
          <p:grpSpPr bwMode="auto">
            <a:xfrm>
              <a:off x="2304" y="1629"/>
              <a:ext cx="3286" cy="2275"/>
              <a:chOff x="2304" y="1629"/>
              <a:chExt cx="3286" cy="2275"/>
            </a:xfrm>
          </p:grpSpPr>
          <p:sp>
            <p:nvSpPr>
              <p:cNvPr id="6154" name="Rectangle 100">
                <a:extLst>
                  <a:ext uri="{FF2B5EF4-FFF2-40B4-BE49-F238E27FC236}">
                    <a16:creationId xmlns:a16="http://schemas.microsoft.com/office/drawing/2014/main" id="{49E0FB21-BA77-0340-9B35-4A76D0A44A10}"/>
                  </a:ext>
                </a:extLst>
              </p:cNvPr>
              <p:cNvSpPr>
                <a:spLocks noChangeArrowheads="1"/>
              </p:cNvSpPr>
              <p:nvPr/>
            </p:nvSpPr>
            <p:spPr bwMode="auto">
              <a:xfrm>
                <a:off x="2304" y="3120"/>
                <a:ext cx="784" cy="76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55" name="Text Box 101">
                <a:extLst>
                  <a:ext uri="{FF2B5EF4-FFF2-40B4-BE49-F238E27FC236}">
                    <a16:creationId xmlns:a16="http://schemas.microsoft.com/office/drawing/2014/main" id="{A3E338D3-BE3D-E54D-971C-35381860C445}"/>
                  </a:ext>
                </a:extLst>
              </p:cNvPr>
              <p:cNvSpPr txBox="1">
                <a:spLocks noChangeArrowheads="1"/>
              </p:cNvSpPr>
              <p:nvPr/>
            </p:nvSpPr>
            <p:spPr bwMode="auto">
              <a:xfrm>
                <a:off x="2892" y="319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6156" name="Text Box 102">
                <a:extLst>
                  <a:ext uri="{FF2B5EF4-FFF2-40B4-BE49-F238E27FC236}">
                    <a16:creationId xmlns:a16="http://schemas.microsoft.com/office/drawing/2014/main" id="{A8A2D6FB-D853-2647-ACC6-9455B16C0F3A}"/>
                  </a:ext>
                </a:extLst>
              </p:cNvPr>
              <p:cNvSpPr txBox="1">
                <a:spLocks noChangeArrowheads="1"/>
              </p:cNvSpPr>
              <p:nvPr/>
            </p:nvSpPr>
            <p:spPr bwMode="auto">
              <a:xfrm>
                <a:off x="2631"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6157" name="Text Box 103">
                <a:extLst>
                  <a:ext uri="{FF2B5EF4-FFF2-40B4-BE49-F238E27FC236}">
                    <a16:creationId xmlns:a16="http://schemas.microsoft.com/office/drawing/2014/main" id="{4C030C10-AC11-0A4D-A6F7-E2FF630F9CE1}"/>
                  </a:ext>
                </a:extLst>
              </p:cNvPr>
              <p:cNvSpPr txBox="1">
                <a:spLocks noChangeArrowheads="1"/>
              </p:cNvSpPr>
              <p:nvPr/>
            </p:nvSpPr>
            <p:spPr bwMode="auto">
              <a:xfrm>
                <a:off x="2892" y="3446"/>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6158" name="Rectangle 104">
                <a:extLst>
                  <a:ext uri="{FF2B5EF4-FFF2-40B4-BE49-F238E27FC236}">
                    <a16:creationId xmlns:a16="http://schemas.microsoft.com/office/drawing/2014/main" id="{A2CEBE91-FB75-554B-8B22-D924B2145738}"/>
                  </a:ext>
                </a:extLst>
              </p:cNvPr>
              <p:cNvSpPr>
                <a:spLocks noChangeArrowheads="1"/>
              </p:cNvSpPr>
              <p:nvPr/>
            </p:nvSpPr>
            <p:spPr bwMode="auto">
              <a:xfrm>
                <a:off x="3648" y="3120"/>
                <a:ext cx="784" cy="768"/>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59" name="Text Box 105">
                <a:extLst>
                  <a:ext uri="{FF2B5EF4-FFF2-40B4-BE49-F238E27FC236}">
                    <a16:creationId xmlns:a16="http://schemas.microsoft.com/office/drawing/2014/main" id="{52B640D0-266C-6C4F-BD1E-8ED99F39D303}"/>
                  </a:ext>
                </a:extLst>
              </p:cNvPr>
              <p:cNvSpPr txBox="1">
                <a:spLocks noChangeArrowheads="1"/>
              </p:cNvSpPr>
              <p:nvPr/>
            </p:nvSpPr>
            <p:spPr bwMode="auto">
              <a:xfrm>
                <a:off x="4236" y="3190"/>
                <a:ext cx="2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6160" name="Oval 106">
                <a:extLst>
                  <a:ext uri="{FF2B5EF4-FFF2-40B4-BE49-F238E27FC236}">
                    <a16:creationId xmlns:a16="http://schemas.microsoft.com/office/drawing/2014/main" id="{1890F53A-BF89-2B45-924F-53115C801F01}"/>
                  </a:ext>
                </a:extLst>
              </p:cNvPr>
              <p:cNvSpPr>
                <a:spLocks noChangeArrowheads="1"/>
              </p:cNvSpPr>
              <p:nvPr/>
            </p:nvSpPr>
            <p:spPr bwMode="auto">
              <a:xfrm>
                <a:off x="5328" y="2016"/>
                <a:ext cx="144" cy="144"/>
              </a:xfrm>
              <a:prstGeom prst="ellipse">
                <a:avLst/>
              </a:prstGeom>
              <a:solidFill>
                <a:srgbClr val="F81706"/>
              </a:solidFill>
              <a:ln w="28575">
                <a:solidFill>
                  <a:srgbClr val="F81706"/>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61" name="Oval 107">
                <a:extLst>
                  <a:ext uri="{FF2B5EF4-FFF2-40B4-BE49-F238E27FC236}">
                    <a16:creationId xmlns:a16="http://schemas.microsoft.com/office/drawing/2014/main" id="{16329503-B4AE-3046-AE0C-94B83B9BE42F}"/>
                  </a:ext>
                </a:extLst>
              </p:cNvPr>
              <p:cNvSpPr>
                <a:spLocks noChangeArrowheads="1"/>
              </p:cNvSpPr>
              <p:nvPr/>
            </p:nvSpPr>
            <p:spPr bwMode="auto">
              <a:xfrm>
                <a:off x="4512" y="2016"/>
                <a:ext cx="144" cy="144"/>
              </a:xfrm>
              <a:prstGeom prst="ellipse">
                <a:avLst/>
              </a:prstGeom>
              <a:solidFill>
                <a:srgbClr val="F81706"/>
              </a:solidFill>
              <a:ln w="28575">
                <a:solidFill>
                  <a:srgbClr val="F81706"/>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62" name="Line 108">
                <a:extLst>
                  <a:ext uri="{FF2B5EF4-FFF2-40B4-BE49-F238E27FC236}">
                    <a16:creationId xmlns:a16="http://schemas.microsoft.com/office/drawing/2014/main" id="{70E3B4FB-5E1F-044E-AFBE-F6F2A86E3C75}"/>
                  </a:ext>
                </a:extLst>
              </p:cNvPr>
              <p:cNvSpPr>
                <a:spLocks noChangeShapeType="1"/>
              </p:cNvSpPr>
              <p:nvPr/>
            </p:nvSpPr>
            <p:spPr bwMode="auto">
              <a:xfrm flipH="1">
                <a:off x="4633" y="1629"/>
                <a:ext cx="345" cy="40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3" name="Line 109">
                <a:extLst>
                  <a:ext uri="{FF2B5EF4-FFF2-40B4-BE49-F238E27FC236}">
                    <a16:creationId xmlns:a16="http://schemas.microsoft.com/office/drawing/2014/main" id="{0CF463C7-C88E-714C-8486-24E0870352FF}"/>
                  </a:ext>
                </a:extLst>
              </p:cNvPr>
              <p:cNvSpPr>
                <a:spLocks noChangeShapeType="1"/>
              </p:cNvSpPr>
              <p:nvPr/>
            </p:nvSpPr>
            <p:spPr bwMode="auto">
              <a:xfrm>
                <a:off x="4978" y="1629"/>
                <a:ext cx="379" cy="3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4" name="Line 110">
                <a:extLst>
                  <a:ext uri="{FF2B5EF4-FFF2-40B4-BE49-F238E27FC236}">
                    <a16:creationId xmlns:a16="http://schemas.microsoft.com/office/drawing/2014/main" id="{D8FFBBA4-09D2-2A4A-9391-164C5D093D1E}"/>
                  </a:ext>
                </a:extLst>
              </p:cNvPr>
              <p:cNvSpPr>
                <a:spLocks noChangeShapeType="1"/>
              </p:cNvSpPr>
              <p:nvPr/>
            </p:nvSpPr>
            <p:spPr bwMode="auto">
              <a:xfrm flipH="1">
                <a:off x="2688" y="2112"/>
                <a:ext cx="1824" cy="1008"/>
              </a:xfrm>
              <a:prstGeom prst="line">
                <a:avLst/>
              </a:prstGeom>
              <a:noFill/>
              <a:ln w="9525">
                <a:solidFill>
                  <a:srgbClr val="F81706"/>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5" name="Line 111">
                <a:extLst>
                  <a:ext uri="{FF2B5EF4-FFF2-40B4-BE49-F238E27FC236}">
                    <a16:creationId xmlns:a16="http://schemas.microsoft.com/office/drawing/2014/main" id="{AFF6BF87-5868-4D47-89AE-81C5669856FB}"/>
                  </a:ext>
                </a:extLst>
              </p:cNvPr>
              <p:cNvSpPr>
                <a:spLocks noChangeShapeType="1"/>
              </p:cNvSpPr>
              <p:nvPr/>
            </p:nvSpPr>
            <p:spPr bwMode="auto">
              <a:xfrm flipH="1">
                <a:off x="4032" y="2160"/>
                <a:ext cx="960" cy="960"/>
              </a:xfrm>
              <a:prstGeom prst="line">
                <a:avLst/>
              </a:prstGeom>
              <a:noFill/>
              <a:ln w="9525">
                <a:solidFill>
                  <a:srgbClr val="F81706"/>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6" name="Oval 112">
                <a:extLst>
                  <a:ext uri="{FF2B5EF4-FFF2-40B4-BE49-F238E27FC236}">
                    <a16:creationId xmlns:a16="http://schemas.microsoft.com/office/drawing/2014/main" id="{252F496D-B6DC-1A45-A230-2AAFC33E083A}"/>
                  </a:ext>
                </a:extLst>
              </p:cNvPr>
              <p:cNvSpPr>
                <a:spLocks noChangeArrowheads="1"/>
              </p:cNvSpPr>
              <p:nvPr/>
            </p:nvSpPr>
            <p:spPr bwMode="auto">
              <a:xfrm>
                <a:off x="4944" y="2016"/>
                <a:ext cx="144" cy="144"/>
              </a:xfrm>
              <a:prstGeom prst="ellipse">
                <a:avLst/>
              </a:prstGeom>
              <a:solidFill>
                <a:srgbClr val="F81706"/>
              </a:solidFill>
              <a:ln w="28575">
                <a:solidFill>
                  <a:srgbClr val="F81706"/>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67" name="Line 113">
                <a:extLst>
                  <a:ext uri="{FF2B5EF4-FFF2-40B4-BE49-F238E27FC236}">
                    <a16:creationId xmlns:a16="http://schemas.microsoft.com/office/drawing/2014/main" id="{83BBFB50-E4F6-224E-870B-B5D1D1F4932D}"/>
                  </a:ext>
                </a:extLst>
              </p:cNvPr>
              <p:cNvSpPr>
                <a:spLocks noChangeShapeType="1"/>
              </p:cNvSpPr>
              <p:nvPr/>
            </p:nvSpPr>
            <p:spPr bwMode="auto">
              <a:xfrm flipH="1">
                <a:off x="5232" y="2135"/>
                <a:ext cx="129" cy="937"/>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6168" name="Line 114">
                <a:extLst>
                  <a:ext uri="{FF2B5EF4-FFF2-40B4-BE49-F238E27FC236}">
                    <a16:creationId xmlns:a16="http://schemas.microsoft.com/office/drawing/2014/main" id="{652A4B18-1D3E-DF48-970D-267D2F2A7CB2}"/>
                  </a:ext>
                </a:extLst>
              </p:cNvPr>
              <p:cNvSpPr>
                <a:spLocks noChangeShapeType="1"/>
              </p:cNvSpPr>
              <p:nvPr/>
            </p:nvSpPr>
            <p:spPr bwMode="auto">
              <a:xfrm>
                <a:off x="4983" y="1632"/>
                <a:ext cx="28"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grpSp>
            <p:nvGrpSpPr>
              <p:cNvPr id="6169" name="Group 115">
                <a:extLst>
                  <a:ext uri="{FF2B5EF4-FFF2-40B4-BE49-F238E27FC236}">
                    <a16:creationId xmlns:a16="http://schemas.microsoft.com/office/drawing/2014/main" id="{852F3457-251C-6240-B72A-4B744F7156FE}"/>
                  </a:ext>
                </a:extLst>
              </p:cNvPr>
              <p:cNvGrpSpPr>
                <a:grpSpLocks/>
              </p:cNvGrpSpPr>
              <p:nvPr/>
            </p:nvGrpSpPr>
            <p:grpSpPr bwMode="auto">
              <a:xfrm>
                <a:off x="4800" y="3072"/>
                <a:ext cx="790" cy="832"/>
                <a:chOff x="768" y="1152"/>
                <a:chExt cx="1186" cy="1249"/>
              </a:xfrm>
            </p:grpSpPr>
            <p:sp>
              <p:nvSpPr>
                <p:cNvPr id="6170" name="Rectangle 116">
                  <a:extLst>
                    <a:ext uri="{FF2B5EF4-FFF2-40B4-BE49-F238E27FC236}">
                      <a16:creationId xmlns:a16="http://schemas.microsoft.com/office/drawing/2014/main" id="{A562B5A6-F638-B044-ACB7-F1F1CFD68BDE}"/>
                    </a:ext>
                  </a:extLst>
                </p:cNvPr>
                <p:cNvSpPr>
                  <a:spLocks noChangeArrowheads="1"/>
                </p:cNvSpPr>
                <p:nvPr/>
              </p:nvSpPr>
              <p:spPr bwMode="auto">
                <a:xfrm>
                  <a:off x="768" y="1152"/>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1" name="Rectangle 117">
                  <a:extLst>
                    <a:ext uri="{FF2B5EF4-FFF2-40B4-BE49-F238E27FC236}">
                      <a16:creationId xmlns:a16="http://schemas.microsoft.com/office/drawing/2014/main" id="{2853FD7A-7081-C44C-AA86-71F14B9D307D}"/>
                    </a:ext>
                  </a:extLst>
                </p:cNvPr>
                <p:cNvSpPr>
                  <a:spLocks noChangeArrowheads="1"/>
                </p:cNvSpPr>
                <p:nvPr/>
              </p:nvSpPr>
              <p:spPr bwMode="auto">
                <a:xfrm>
                  <a:off x="768"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2" name="Rectangle 118">
                  <a:extLst>
                    <a:ext uri="{FF2B5EF4-FFF2-40B4-BE49-F238E27FC236}">
                      <a16:creationId xmlns:a16="http://schemas.microsoft.com/office/drawing/2014/main" id="{5DD9632A-F552-404F-8A11-50F6B90E1FD6}"/>
                    </a:ext>
                  </a:extLst>
                </p:cNvPr>
                <p:cNvSpPr>
                  <a:spLocks noChangeArrowheads="1"/>
                </p:cNvSpPr>
                <p:nvPr/>
              </p:nvSpPr>
              <p:spPr bwMode="auto">
                <a:xfrm>
                  <a:off x="768"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3" name="Rectangle 119">
                  <a:extLst>
                    <a:ext uri="{FF2B5EF4-FFF2-40B4-BE49-F238E27FC236}">
                      <a16:creationId xmlns:a16="http://schemas.microsoft.com/office/drawing/2014/main" id="{C5CDA110-AC1D-A945-ACA5-0E47EA0EEACF}"/>
                    </a:ext>
                  </a:extLst>
                </p:cNvPr>
                <p:cNvSpPr>
                  <a:spLocks noChangeArrowheads="1"/>
                </p:cNvSpPr>
                <p:nvPr/>
              </p:nvSpPr>
              <p:spPr bwMode="auto">
                <a:xfrm>
                  <a:off x="768"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4" name="Rectangle 120">
                  <a:extLst>
                    <a:ext uri="{FF2B5EF4-FFF2-40B4-BE49-F238E27FC236}">
                      <a16:creationId xmlns:a16="http://schemas.microsoft.com/office/drawing/2014/main" id="{ECC9AF61-27DE-304E-AC1B-202F189D8395}"/>
                    </a:ext>
                  </a:extLst>
                </p:cNvPr>
                <p:cNvSpPr>
                  <a:spLocks noChangeArrowheads="1"/>
                </p:cNvSpPr>
                <p:nvPr/>
              </p:nvSpPr>
              <p:spPr bwMode="auto">
                <a:xfrm>
                  <a:off x="1152"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5" name="Rectangle 121">
                  <a:extLst>
                    <a:ext uri="{FF2B5EF4-FFF2-40B4-BE49-F238E27FC236}">
                      <a16:creationId xmlns:a16="http://schemas.microsoft.com/office/drawing/2014/main" id="{7776EBD3-1BA0-1A49-B915-3192EA276D33}"/>
                    </a:ext>
                  </a:extLst>
                </p:cNvPr>
                <p:cNvSpPr>
                  <a:spLocks noChangeArrowheads="1"/>
                </p:cNvSpPr>
                <p:nvPr/>
              </p:nvSpPr>
              <p:spPr bwMode="auto">
                <a:xfrm>
                  <a:off x="1152"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6" name="Rectangle 122">
                  <a:extLst>
                    <a:ext uri="{FF2B5EF4-FFF2-40B4-BE49-F238E27FC236}">
                      <a16:creationId xmlns:a16="http://schemas.microsoft.com/office/drawing/2014/main" id="{66B50334-3BFD-7C4F-BCA6-9EB898C6405F}"/>
                    </a:ext>
                  </a:extLst>
                </p:cNvPr>
                <p:cNvSpPr>
                  <a:spLocks noChangeArrowheads="1"/>
                </p:cNvSpPr>
                <p:nvPr/>
              </p:nvSpPr>
              <p:spPr bwMode="auto">
                <a:xfrm>
                  <a:off x="1536"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7" name="Rectangle 123">
                  <a:extLst>
                    <a:ext uri="{FF2B5EF4-FFF2-40B4-BE49-F238E27FC236}">
                      <a16:creationId xmlns:a16="http://schemas.microsoft.com/office/drawing/2014/main" id="{98452A89-AD23-8A48-A9AC-16BB646CD038}"/>
                    </a:ext>
                  </a:extLst>
                </p:cNvPr>
                <p:cNvSpPr>
                  <a:spLocks noChangeArrowheads="1"/>
                </p:cNvSpPr>
                <p:nvPr/>
              </p:nvSpPr>
              <p:spPr bwMode="auto">
                <a:xfrm>
                  <a:off x="1152"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8" name="Rectangle 124">
                  <a:extLst>
                    <a:ext uri="{FF2B5EF4-FFF2-40B4-BE49-F238E27FC236}">
                      <a16:creationId xmlns:a16="http://schemas.microsoft.com/office/drawing/2014/main" id="{981A437C-0A25-D54D-9A69-7CBC95849737}"/>
                    </a:ext>
                  </a:extLst>
                </p:cNvPr>
                <p:cNvSpPr>
                  <a:spLocks noChangeArrowheads="1"/>
                </p:cNvSpPr>
                <p:nvPr/>
              </p:nvSpPr>
              <p:spPr bwMode="auto">
                <a:xfrm>
                  <a:off x="1536"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179" name="Text Box 125">
                  <a:extLst>
                    <a:ext uri="{FF2B5EF4-FFF2-40B4-BE49-F238E27FC236}">
                      <a16:creationId xmlns:a16="http://schemas.microsoft.com/office/drawing/2014/main" id="{65EA9563-6253-7543-B04A-61205737ADD5}"/>
                    </a:ext>
                  </a:extLst>
                </p:cNvPr>
                <p:cNvSpPr txBox="1">
                  <a:spLocks noChangeArrowheads="1"/>
                </p:cNvSpPr>
                <p:nvPr/>
              </p:nvSpPr>
              <p:spPr bwMode="auto">
                <a:xfrm>
                  <a:off x="1248" y="2025"/>
                  <a:ext cx="282"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6180" name="Text Box 126">
                  <a:extLst>
                    <a:ext uri="{FF2B5EF4-FFF2-40B4-BE49-F238E27FC236}">
                      <a16:creationId xmlns:a16="http://schemas.microsoft.com/office/drawing/2014/main" id="{A3B9E7FB-C09E-FB4C-B67C-DED73F1AF5DF}"/>
                    </a:ext>
                  </a:extLst>
                </p:cNvPr>
                <p:cNvSpPr txBox="1">
                  <a:spLocks noChangeArrowheads="1"/>
                </p:cNvSpPr>
                <p:nvPr/>
              </p:nvSpPr>
              <p:spPr bwMode="auto">
                <a:xfrm>
                  <a:off x="1248"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6181" name="Text Box 127">
                  <a:extLst>
                    <a:ext uri="{FF2B5EF4-FFF2-40B4-BE49-F238E27FC236}">
                      <a16:creationId xmlns:a16="http://schemas.microsoft.com/office/drawing/2014/main" id="{464266E2-0686-834A-86EF-95B20C130C0D}"/>
                    </a:ext>
                  </a:extLst>
                </p:cNvPr>
                <p:cNvSpPr txBox="1">
                  <a:spLocks noChangeArrowheads="1"/>
                </p:cNvSpPr>
                <p:nvPr/>
              </p:nvSpPr>
              <p:spPr bwMode="auto">
                <a:xfrm>
                  <a:off x="864"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6182" name="Text Box 128">
                  <a:extLst>
                    <a:ext uri="{FF2B5EF4-FFF2-40B4-BE49-F238E27FC236}">
                      <a16:creationId xmlns:a16="http://schemas.microsoft.com/office/drawing/2014/main" id="{29FB232D-5309-4F49-90C3-B17F02BEF546}"/>
                    </a:ext>
                  </a:extLst>
                </p:cNvPr>
                <p:cNvSpPr txBox="1">
                  <a:spLocks noChangeArrowheads="1"/>
                </p:cNvSpPr>
                <p:nvPr/>
              </p:nvSpPr>
              <p:spPr bwMode="auto">
                <a:xfrm>
                  <a:off x="1248"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6183" name="Text Box 129">
                  <a:extLst>
                    <a:ext uri="{FF2B5EF4-FFF2-40B4-BE49-F238E27FC236}">
                      <a16:creationId xmlns:a16="http://schemas.microsoft.com/office/drawing/2014/main" id="{0EEC0510-D9DB-EA46-856F-99FC2ED2C013}"/>
                    </a:ext>
                  </a:extLst>
                </p:cNvPr>
                <p:cNvSpPr txBox="1">
                  <a:spLocks noChangeArrowheads="1"/>
                </p:cNvSpPr>
                <p:nvPr/>
              </p:nvSpPr>
              <p:spPr bwMode="auto">
                <a:xfrm>
                  <a:off x="864" y="2026"/>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6184" name="Text Box 130">
                  <a:extLst>
                    <a:ext uri="{FF2B5EF4-FFF2-40B4-BE49-F238E27FC236}">
                      <a16:creationId xmlns:a16="http://schemas.microsoft.com/office/drawing/2014/main" id="{4AF1A5F9-0D9F-1A4F-AAC0-70959DB296A5}"/>
                    </a:ext>
                  </a:extLst>
                </p:cNvPr>
                <p:cNvSpPr txBox="1">
                  <a:spLocks noChangeArrowheads="1"/>
                </p:cNvSpPr>
                <p:nvPr/>
              </p:nvSpPr>
              <p:spPr bwMode="auto">
                <a:xfrm>
                  <a:off x="1632" y="2026"/>
                  <a:ext cx="32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6185" name="Text Box 131">
                  <a:extLst>
                    <a:ext uri="{FF2B5EF4-FFF2-40B4-BE49-F238E27FC236}">
                      <a16:creationId xmlns:a16="http://schemas.microsoft.com/office/drawing/2014/main" id="{E616D2D0-9724-2C4E-89AB-4B6A602FE68B}"/>
                    </a:ext>
                  </a:extLst>
                </p:cNvPr>
                <p:cNvSpPr txBox="1">
                  <a:spLocks noChangeArrowheads="1"/>
                </p:cNvSpPr>
                <p:nvPr/>
              </p:nvSpPr>
              <p:spPr bwMode="auto">
                <a:xfrm>
                  <a:off x="1633"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6186" name="Text Box 132">
                  <a:extLst>
                    <a:ext uri="{FF2B5EF4-FFF2-40B4-BE49-F238E27FC236}">
                      <a16:creationId xmlns:a16="http://schemas.microsoft.com/office/drawing/2014/main" id="{8E3866BC-BEB6-2E43-BFB1-DD8C8130FAD2}"/>
                    </a:ext>
                  </a:extLst>
                </p:cNvPr>
                <p:cNvSpPr txBox="1">
                  <a:spLocks noChangeArrowheads="1"/>
                </p:cNvSpPr>
                <p:nvPr/>
              </p:nvSpPr>
              <p:spPr bwMode="auto">
                <a:xfrm>
                  <a:off x="864"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grpSp>
      </p:grpSp>
      <p:sp>
        <p:nvSpPr>
          <p:cNvPr id="219269" name="Text Box 133">
            <a:extLst>
              <a:ext uri="{FF2B5EF4-FFF2-40B4-BE49-F238E27FC236}">
                <a16:creationId xmlns:a16="http://schemas.microsoft.com/office/drawing/2014/main" id="{BB71C875-0470-7047-ABDC-15285FC27CFE}"/>
              </a:ext>
            </a:extLst>
          </p:cNvPr>
          <p:cNvSpPr txBox="1">
            <a:spLocks noChangeArrowheads="1"/>
          </p:cNvSpPr>
          <p:nvPr/>
        </p:nvSpPr>
        <p:spPr bwMode="auto">
          <a:xfrm>
            <a:off x="2944744" y="3594101"/>
            <a:ext cx="5872313" cy="1200329"/>
          </a:xfrm>
          <a:prstGeom prst="rect">
            <a:avLst/>
          </a:prstGeom>
          <a:solidFill>
            <a:srgbClr val="BFFF0B"/>
          </a:solidFill>
          <a:ln w="9525">
            <a:noFill/>
            <a:miter lim="800000"/>
            <a:headEnd/>
            <a:tailEnd/>
          </a:ln>
          <a:effectLst>
            <a:outerShdw dist="107763" dir="8100000" algn="ctr" rotWithShape="0">
              <a:srgbClr val="808080"/>
            </a:outerShdw>
          </a:effectLst>
        </p:spPr>
        <p:txBody>
          <a:bodyPr wrap="none">
            <a:spAutoFit/>
          </a:bodyPr>
          <a:lstStyle/>
          <a:p>
            <a:pPr algn="ctr">
              <a:defRPr/>
            </a:pPr>
            <a:r>
              <a:rPr lang="en-US" sz="2400">
                <a:latin typeface="Comic Sans MS" pitchFamily="66" charset="0"/>
                <a:cs typeface="Arial" charset="0"/>
              </a:rPr>
              <a:t>Nếu một trạng thái được phép thăm lại, </a:t>
            </a:r>
          </a:p>
          <a:p>
            <a:pPr algn="ctr">
              <a:defRPr/>
            </a:pPr>
            <a:r>
              <a:rPr lang="en-US" sz="2400">
                <a:latin typeface="Comic Sans MS" pitchFamily="66" charset="0"/>
                <a:cs typeface="Arial" charset="0"/>
              </a:rPr>
              <a:t>cây tìm kiếm sẽ vô hạn</a:t>
            </a:r>
          </a:p>
          <a:p>
            <a:pPr algn="ctr">
              <a:defRPr/>
            </a:pPr>
            <a:r>
              <a:rPr lang="en-US" sz="2400">
                <a:latin typeface="Comic Sans MS" pitchFamily="66" charset="0"/>
                <a:cs typeface="Arial" charset="0"/>
              </a:rPr>
              <a:t>Mặc dù không gian trạng thái hữu hạn</a:t>
            </a:r>
          </a:p>
        </p:txBody>
      </p:sp>
    </p:spTree>
    <p:extLst>
      <p:ext uri="{BB962C8B-B14F-4D97-AF65-F5344CB8AC3E}">
        <p14:creationId xmlns:p14="http://schemas.microsoft.com/office/powerpoint/2010/main" val="2315230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48AD2E3B-28B4-AE4B-8F8C-9044F948C9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A1E621A-6B98-D44E-BE22-4E0260A485DF}" type="slidenum">
              <a:rPr lang="en-US" altLang="en-US"/>
              <a:pPr eaLnBrk="1" hangingPunct="1"/>
              <a:t>7</a:t>
            </a:fld>
            <a:endParaRPr lang="en-US" altLang="en-US"/>
          </a:p>
        </p:txBody>
      </p:sp>
      <p:sp>
        <p:nvSpPr>
          <p:cNvPr id="7171" name="Rectangle 2">
            <a:extLst>
              <a:ext uri="{FF2B5EF4-FFF2-40B4-BE49-F238E27FC236}">
                <a16:creationId xmlns:a16="http://schemas.microsoft.com/office/drawing/2014/main" id="{F82A5619-CE2A-694F-BF9E-6CB42D10388D}"/>
              </a:ext>
            </a:extLst>
          </p:cNvPr>
          <p:cNvSpPr>
            <a:spLocks noGrp="1" noChangeArrowheads="1"/>
          </p:cNvSpPr>
          <p:nvPr>
            <p:ph type="title"/>
          </p:nvPr>
        </p:nvSpPr>
        <p:spPr/>
        <p:txBody>
          <a:bodyPr/>
          <a:lstStyle/>
          <a:p>
            <a:pPr eaLnBrk="1" hangingPunct="1"/>
            <a:r>
              <a:rPr lang="en-US" altLang="en-US"/>
              <a:t>Cấu trúc dữ liệu của nút</a:t>
            </a:r>
          </a:p>
        </p:txBody>
      </p:sp>
      <p:sp>
        <p:nvSpPr>
          <p:cNvPr id="7172" name="Oval 8">
            <a:extLst>
              <a:ext uri="{FF2B5EF4-FFF2-40B4-BE49-F238E27FC236}">
                <a16:creationId xmlns:a16="http://schemas.microsoft.com/office/drawing/2014/main" id="{9BAC274D-9F8F-EA4F-95E6-0C8C94905D87}"/>
              </a:ext>
            </a:extLst>
          </p:cNvPr>
          <p:cNvSpPr>
            <a:spLocks noChangeArrowheads="1"/>
          </p:cNvSpPr>
          <p:nvPr/>
        </p:nvSpPr>
        <p:spPr bwMode="auto">
          <a:xfrm>
            <a:off x="4838700" y="2819400"/>
            <a:ext cx="457200" cy="457200"/>
          </a:xfrm>
          <a:prstGeom prst="ellipse">
            <a:avLst/>
          </a:prstGeom>
          <a:solidFill>
            <a:srgbClr val="FF9900"/>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7173" name="Group 75">
            <a:extLst>
              <a:ext uri="{FF2B5EF4-FFF2-40B4-BE49-F238E27FC236}">
                <a16:creationId xmlns:a16="http://schemas.microsoft.com/office/drawing/2014/main" id="{640D5D89-C88F-DB4B-94D5-E88216311883}"/>
              </a:ext>
            </a:extLst>
          </p:cNvPr>
          <p:cNvGrpSpPr>
            <a:grpSpLocks/>
          </p:cNvGrpSpPr>
          <p:nvPr/>
        </p:nvGrpSpPr>
        <p:grpSpPr bwMode="auto">
          <a:xfrm>
            <a:off x="5203825" y="1295401"/>
            <a:ext cx="1800225" cy="1584325"/>
            <a:chOff x="2918" y="816"/>
            <a:chExt cx="1134" cy="998"/>
          </a:xfrm>
        </p:grpSpPr>
        <p:sp>
          <p:nvSpPr>
            <p:cNvPr id="7225" name="Oval 4">
              <a:extLst>
                <a:ext uri="{FF2B5EF4-FFF2-40B4-BE49-F238E27FC236}">
                  <a16:creationId xmlns:a16="http://schemas.microsoft.com/office/drawing/2014/main" id="{F29C719C-B7BB-A145-ACE7-02CBAE4FD394}"/>
                </a:ext>
              </a:extLst>
            </p:cNvPr>
            <p:cNvSpPr>
              <a:spLocks noChangeArrowheads="1"/>
            </p:cNvSpPr>
            <p:nvPr/>
          </p:nvSpPr>
          <p:spPr bwMode="auto">
            <a:xfrm>
              <a:off x="3408" y="816"/>
              <a:ext cx="288" cy="288"/>
            </a:xfrm>
            <a:prstGeom prst="ellipse">
              <a:avLst/>
            </a:prstGeom>
            <a:solidFill>
              <a:schemeClr val="bg2"/>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26" name="Line 10">
              <a:extLst>
                <a:ext uri="{FF2B5EF4-FFF2-40B4-BE49-F238E27FC236}">
                  <a16:creationId xmlns:a16="http://schemas.microsoft.com/office/drawing/2014/main" id="{2348AFD0-9A2F-AC41-A9F2-6E2CB19BCA27}"/>
                </a:ext>
              </a:extLst>
            </p:cNvPr>
            <p:cNvSpPr>
              <a:spLocks noChangeShapeType="1"/>
            </p:cNvSpPr>
            <p:nvPr/>
          </p:nvSpPr>
          <p:spPr bwMode="auto">
            <a:xfrm flipV="1">
              <a:off x="2918" y="1056"/>
              <a:ext cx="538" cy="758"/>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wrap="none"/>
            <a:lstStyle/>
            <a:p>
              <a:endParaRPr lang="en-US"/>
            </a:p>
          </p:txBody>
        </p:sp>
        <p:sp>
          <p:nvSpPr>
            <p:cNvPr id="7227" name="Text Box 53">
              <a:extLst>
                <a:ext uri="{FF2B5EF4-FFF2-40B4-BE49-F238E27FC236}">
                  <a16:creationId xmlns:a16="http://schemas.microsoft.com/office/drawing/2014/main" id="{9219D787-E38F-2342-8E68-8BB7B1697393}"/>
                </a:ext>
              </a:extLst>
            </p:cNvPr>
            <p:cNvSpPr txBox="1">
              <a:spLocks noChangeArrowheads="1"/>
            </p:cNvSpPr>
            <p:nvPr/>
          </p:nvSpPr>
          <p:spPr bwMode="auto">
            <a:xfrm>
              <a:off x="3264" y="1248"/>
              <a:ext cx="7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cs typeface="Times New Roman" panose="02020603050405020304" pitchFamily="18" charset="0"/>
                </a:rPr>
                <a:t>NÚT CHA</a:t>
              </a:r>
              <a:endParaRPr lang="en-US" altLang="en-US">
                <a:solidFill>
                  <a:srgbClr val="333333"/>
                </a:solidFill>
                <a:latin typeface="Comic Sans MS" panose="030F0902030302020204" pitchFamily="66" charset="0"/>
                <a:cs typeface="Times New Roman" panose="02020603050405020304" pitchFamily="18" charset="0"/>
              </a:endParaRPr>
            </a:p>
          </p:txBody>
        </p:sp>
      </p:grpSp>
      <p:grpSp>
        <p:nvGrpSpPr>
          <p:cNvPr id="7174" name="Group 59">
            <a:extLst>
              <a:ext uri="{FF2B5EF4-FFF2-40B4-BE49-F238E27FC236}">
                <a16:creationId xmlns:a16="http://schemas.microsoft.com/office/drawing/2014/main" id="{34157247-2C36-E343-A4D7-7683FDE4D37A}"/>
              </a:ext>
            </a:extLst>
          </p:cNvPr>
          <p:cNvGrpSpPr>
            <a:grpSpLocks/>
          </p:cNvGrpSpPr>
          <p:nvPr/>
        </p:nvGrpSpPr>
        <p:grpSpPr bwMode="auto">
          <a:xfrm>
            <a:off x="2019301" y="1524000"/>
            <a:ext cx="3346451" cy="1320800"/>
            <a:chOff x="1104" y="1776"/>
            <a:chExt cx="2108" cy="832"/>
          </a:xfrm>
        </p:grpSpPr>
        <p:grpSp>
          <p:nvGrpSpPr>
            <p:cNvPr id="7205" name="Group 12">
              <a:extLst>
                <a:ext uri="{FF2B5EF4-FFF2-40B4-BE49-F238E27FC236}">
                  <a16:creationId xmlns:a16="http://schemas.microsoft.com/office/drawing/2014/main" id="{8524400D-A93E-774C-A0EE-7DF119BE3585}"/>
                </a:ext>
              </a:extLst>
            </p:cNvPr>
            <p:cNvGrpSpPr>
              <a:grpSpLocks/>
            </p:cNvGrpSpPr>
            <p:nvPr/>
          </p:nvGrpSpPr>
          <p:grpSpPr bwMode="auto">
            <a:xfrm>
              <a:off x="1104" y="1776"/>
              <a:ext cx="790" cy="832"/>
              <a:chOff x="768" y="1152"/>
              <a:chExt cx="1186" cy="1249"/>
            </a:xfrm>
          </p:grpSpPr>
          <p:sp>
            <p:nvSpPr>
              <p:cNvPr id="7208" name="Rectangle 13">
                <a:extLst>
                  <a:ext uri="{FF2B5EF4-FFF2-40B4-BE49-F238E27FC236}">
                    <a16:creationId xmlns:a16="http://schemas.microsoft.com/office/drawing/2014/main" id="{D44399EA-8093-644D-A6C6-4E6E66995CC4}"/>
                  </a:ext>
                </a:extLst>
              </p:cNvPr>
              <p:cNvSpPr>
                <a:spLocks noChangeArrowheads="1"/>
              </p:cNvSpPr>
              <p:nvPr/>
            </p:nvSpPr>
            <p:spPr bwMode="auto">
              <a:xfrm>
                <a:off x="768" y="1152"/>
                <a:ext cx="1152" cy="1152"/>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09" name="Rectangle 14">
                <a:extLst>
                  <a:ext uri="{FF2B5EF4-FFF2-40B4-BE49-F238E27FC236}">
                    <a16:creationId xmlns:a16="http://schemas.microsoft.com/office/drawing/2014/main" id="{D1E96985-D08A-B645-BF03-19797B70F583}"/>
                  </a:ext>
                </a:extLst>
              </p:cNvPr>
              <p:cNvSpPr>
                <a:spLocks noChangeArrowheads="1"/>
              </p:cNvSpPr>
              <p:nvPr/>
            </p:nvSpPr>
            <p:spPr bwMode="auto">
              <a:xfrm>
                <a:off x="768"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0" name="Rectangle 15">
                <a:extLst>
                  <a:ext uri="{FF2B5EF4-FFF2-40B4-BE49-F238E27FC236}">
                    <a16:creationId xmlns:a16="http://schemas.microsoft.com/office/drawing/2014/main" id="{6CB4159D-14BF-7D44-9FA2-A4620676E8FC}"/>
                  </a:ext>
                </a:extLst>
              </p:cNvPr>
              <p:cNvSpPr>
                <a:spLocks noChangeArrowheads="1"/>
              </p:cNvSpPr>
              <p:nvPr/>
            </p:nvSpPr>
            <p:spPr bwMode="auto">
              <a:xfrm>
                <a:off x="768"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1" name="Rectangle 16">
                <a:extLst>
                  <a:ext uri="{FF2B5EF4-FFF2-40B4-BE49-F238E27FC236}">
                    <a16:creationId xmlns:a16="http://schemas.microsoft.com/office/drawing/2014/main" id="{7E1F5785-BA14-9E4E-8B0A-DF263517F079}"/>
                  </a:ext>
                </a:extLst>
              </p:cNvPr>
              <p:cNvSpPr>
                <a:spLocks noChangeArrowheads="1"/>
              </p:cNvSpPr>
              <p:nvPr/>
            </p:nvSpPr>
            <p:spPr bwMode="auto">
              <a:xfrm>
                <a:off x="768"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2" name="Rectangle 17">
                <a:extLst>
                  <a:ext uri="{FF2B5EF4-FFF2-40B4-BE49-F238E27FC236}">
                    <a16:creationId xmlns:a16="http://schemas.microsoft.com/office/drawing/2014/main" id="{3EB001A7-8A8D-4848-8B1A-863184B9535B}"/>
                  </a:ext>
                </a:extLst>
              </p:cNvPr>
              <p:cNvSpPr>
                <a:spLocks noChangeArrowheads="1"/>
              </p:cNvSpPr>
              <p:nvPr/>
            </p:nvSpPr>
            <p:spPr bwMode="auto">
              <a:xfrm>
                <a:off x="1152" y="1152"/>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3" name="Rectangle 18">
                <a:extLst>
                  <a:ext uri="{FF2B5EF4-FFF2-40B4-BE49-F238E27FC236}">
                    <a16:creationId xmlns:a16="http://schemas.microsoft.com/office/drawing/2014/main" id="{2661B5A8-1276-2948-BED1-1BBA7B56509E}"/>
                  </a:ext>
                </a:extLst>
              </p:cNvPr>
              <p:cNvSpPr>
                <a:spLocks noChangeArrowheads="1"/>
              </p:cNvSpPr>
              <p:nvPr/>
            </p:nvSpPr>
            <p:spPr bwMode="auto">
              <a:xfrm>
                <a:off x="1152"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4" name="Rectangle 19">
                <a:extLst>
                  <a:ext uri="{FF2B5EF4-FFF2-40B4-BE49-F238E27FC236}">
                    <a16:creationId xmlns:a16="http://schemas.microsoft.com/office/drawing/2014/main" id="{26D4E801-FD2B-A742-8B5F-84430CE9C1F0}"/>
                  </a:ext>
                </a:extLst>
              </p:cNvPr>
              <p:cNvSpPr>
                <a:spLocks noChangeArrowheads="1"/>
              </p:cNvSpPr>
              <p:nvPr/>
            </p:nvSpPr>
            <p:spPr bwMode="auto">
              <a:xfrm>
                <a:off x="1536" y="1536"/>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5" name="Rectangle 20">
                <a:extLst>
                  <a:ext uri="{FF2B5EF4-FFF2-40B4-BE49-F238E27FC236}">
                    <a16:creationId xmlns:a16="http://schemas.microsoft.com/office/drawing/2014/main" id="{3C88516F-A9C5-B24F-877E-87B8926584B7}"/>
                  </a:ext>
                </a:extLst>
              </p:cNvPr>
              <p:cNvSpPr>
                <a:spLocks noChangeArrowheads="1"/>
              </p:cNvSpPr>
              <p:nvPr/>
            </p:nvSpPr>
            <p:spPr bwMode="auto">
              <a:xfrm>
                <a:off x="1152"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6" name="Rectangle 21">
                <a:extLst>
                  <a:ext uri="{FF2B5EF4-FFF2-40B4-BE49-F238E27FC236}">
                    <a16:creationId xmlns:a16="http://schemas.microsoft.com/office/drawing/2014/main" id="{5EF4DB94-B2EB-9B48-9E49-C0A8105EA8F3}"/>
                  </a:ext>
                </a:extLst>
              </p:cNvPr>
              <p:cNvSpPr>
                <a:spLocks noChangeArrowheads="1"/>
              </p:cNvSpPr>
              <p:nvPr/>
            </p:nvSpPr>
            <p:spPr bwMode="auto">
              <a:xfrm>
                <a:off x="1536" y="1920"/>
                <a:ext cx="384" cy="384"/>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217" name="Text Box 22">
                <a:extLst>
                  <a:ext uri="{FF2B5EF4-FFF2-40B4-BE49-F238E27FC236}">
                    <a16:creationId xmlns:a16="http://schemas.microsoft.com/office/drawing/2014/main" id="{425208BE-4A92-3C4E-B599-D9E9A67B2C48}"/>
                  </a:ext>
                </a:extLst>
              </p:cNvPr>
              <p:cNvSpPr txBox="1">
                <a:spLocks noChangeArrowheads="1"/>
              </p:cNvSpPr>
              <p:nvPr/>
            </p:nvSpPr>
            <p:spPr bwMode="auto">
              <a:xfrm>
                <a:off x="1248" y="2025"/>
                <a:ext cx="282"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1</a:t>
                </a:r>
              </a:p>
            </p:txBody>
          </p:sp>
          <p:sp>
            <p:nvSpPr>
              <p:cNvPr id="7218" name="Text Box 23">
                <a:extLst>
                  <a:ext uri="{FF2B5EF4-FFF2-40B4-BE49-F238E27FC236}">
                    <a16:creationId xmlns:a16="http://schemas.microsoft.com/office/drawing/2014/main" id="{01A0B589-1618-D741-98C3-E0F864B74C87}"/>
                  </a:ext>
                </a:extLst>
              </p:cNvPr>
              <p:cNvSpPr txBox="1">
                <a:spLocks noChangeArrowheads="1"/>
              </p:cNvSpPr>
              <p:nvPr/>
            </p:nvSpPr>
            <p:spPr bwMode="auto">
              <a:xfrm>
                <a:off x="1248"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2</a:t>
                </a:r>
              </a:p>
            </p:txBody>
          </p:sp>
          <p:sp>
            <p:nvSpPr>
              <p:cNvPr id="7219" name="Text Box 24">
                <a:extLst>
                  <a:ext uri="{FF2B5EF4-FFF2-40B4-BE49-F238E27FC236}">
                    <a16:creationId xmlns:a16="http://schemas.microsoft.com/office/drawing/2014/main" id="{78EB43FB-6502-C040-8366-DF6FF58868E5}"/>
                  </a:ext>
                </a:extLst>
              </p:cNvPr>
              <p:cNvSpPr txBox="1">
                <a:spLocks noChangeArrowheads="1"/>
              </p:cNvSpPr>
              <p:nvPr/>
            </p:nvSpPr>
            <p:spPr bwMode="auto">
              <a:xfrm>
                <a:off x="864"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3</a:t>
                </a:r>
              </a:p>
            </p:txBody>
          </p:sp>
          <p:sp>
            <p:nvSpPr>
              <p:cNvPr id="7220" name="Text Box 25">
                <a:extLst>
                  <a:ext uri="{FF2B5EF4-FFF2-40B4-BE49-F238E27FC236}">
                    <a16:creationId xmlns:a16="http://schemas.microsoft.com/office/drawing/2014/main" id="{27BBC8F0-572C-A148-BD95-CA5C571FC0F6}"/>
                  </a:ext>
                </a:extLst>
              </p:cNvPr>
              <p:cNvSpPr txBox="1">
                <a:spLocks noChangeArrowheads="1"/>
              </p:cNvSpPr>
              <p:nvPr/>
            </p:nvSpPr>
            <p:spPr bwMode="auto">
              <a:xfrm>
                <a:off x="1248"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4</a:t>
                </a:r>
              </a:p>
            </p:txBody>
          </p:sp>
          <p:sp>
            <p:nvSpPr>
              <p:cNvPr id="7221" name="Text Box 26">
                <a:extLst>
                  <a:ext uri="{FF2B5EF4-FFF2-40B4-BE49-F238E27FC236}">
                    <a16:creationId xmlns:a16="http://schemas.microsoft.com/office/drawing/2014/main" id="{CEE48047-8B96-AE48-9796-24695E8F1FBF}"/>
                  </a:ext>
                </a:extLst>
              </p:cNvPr>
              <p:cNvSpPr txBox="1">
                <a:spLocks noChangeArrowheads="1"/>
              </p:cNvSpPr>
              <p:nvPr/>
            </p:nvSpPr>
            <p:spPr bwMode="auto">
              <a:xfrm>
                <a:off x="864" y="2026"/>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5</a:t>
                </a:r>
              </a:p>
            </p:txBody>
          </p:sp>
          <p:sp>
            <p:nvSpPr>
              <p:cNvPr id="7222" name="Text Box 27">
                <a:extLst>
                  <a:ext uri="{FF2B5EF4-FFF2-40B4-BE49-F238E27FC236}">
                    <a16:creationId xmlns:a16="http://schemas.microsoft.com/office/drawing/2014/main" id="{E8A182A2-A62B-9347-885E-F9A8E8834454}"/>
                  </a:ext>
                </a:extLst>
              </p:cNvPr>
              <p:cNvSpPr txBox="1">
                <a:spLocks noChangeArrowheads="1"/>
              </p:cNvSpPr>
              <p:nvPr/>
            </p:nvSpPr>
            <p:spPr bwMode="auto">
              <a:xfrm>
                <a:off x="1632" y="2026"/>
                <a:ext cx="322"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6</a:t>
                </a:r>
              </a:p>
            </p:txBody>
          </p:sp>
          <p:sp>
            <p:nvSpPr>
              <p:cNvPr id="7223" name="Text Box 28">
                <a:extLst>
                  <a:ext uri="{FF2B5EF4-FFF2-40B4-BE49-F238E27FC236}">
                    <a16:creationId xmlns:a16="http://schemas.microsoft.com/office/drawing/2014/main" id="{BE85326E-06BB-B645-8CD0-63A94DD12118}"/>
                  </a:ext>
                </a:extLst>
              </p:cNvPr>
              <p:cNvSpPr txBox="1">
                <a:spLocks noChangeArrowheads="1"/>
              </p:cNvSpPr>
              <p:nvPr/>
            </p:nvSpPr>
            <p:spPr bwMode="auto">
              <a:xfrm>
                <a:off x="1633" y="1641"/>
                <a:ext cx="32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7</a:t>
                </a:r>
              </a:p>
            </p:txBody>
          </p:sp>
          <p:sp>
            <p:nvSpPr>
              <p:cNvPr id="7224" name="Text Box 29">
                <a:extLst>
                  <a:ext uri="{FF2B5EF4-FFF2-40B4-BE49-F238E27FC236}">
                    <a16:creationId xmlns:a16="http://schemas.microsoft.com/office/drawing/2014/main" id="{C0FB0D2F-A49D-2C40-BF3C-EC4D640AD372}"/>
                  </a:ext>
                </a:extLst>
              </p:cNvPr>
              <p:cNvSpPr txBox="1">
                <a:spLocks noChangeArrowheads="1"/>
              </p:cNvSpPr>
              <p:nvPr/>
            </p:nvSpPr>
            <p:spPr bwMode="auto">
              <a:xfrm>
                <a:off x="864" y="1257"/>
                <a:ext cx="321"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latin typeface="Comic Sans MS" panose="030F0902030302020204" pitchFamily="66" charset="0"/>
                  </a:rPr>
                  <a:t>8</a:t>
                </a:r>
              </a:p>
            </p:txBody>
          </p:sp>
        </p:grpSp>
        <p:sp>
          <p:nvSpPr>
            <p:cNvPr id="7206" name="Freeform 33">
              <a:extLst>
                <a:ext uri="{FF2B5EF4-FFF2-40B4-BE49-F238E27FC236}">
                  <a16:creationId xmlns:a16="http://schemas.microsoft.com/office/drawing/2014/main" id="{EBB7BE8B-29B4-CF4C-AFDC-1A3C7855A91E}"/>
                </a:ext>
              </a:extLst>
            </p:cNvPr>
            <p:cNvSpPr>
              <a:spLocks/>
            </p:cNvSpPr>
            <p:nvPr/>
          </p:nvSpPr>
          <p:spPr bwMode="auto">
            <a:xfrm>
              <a:off x="1882" y="2170"/>
              <a:ext cx="1084" cy="431"/>
            </a:xfrm>
            <a:custGeom>
              <a:avLst/>
              <a:gdLst>
                <a:gd name="T0" fmla="*/ 1123 w 1046"/>
                <a:gd name="T1" fmla="*/ 395 h 470"/>
                <a:gd name="T2" fmla="*/ 877 w 1046"/>
                <a:gd name="T3" fmla="*/ 96 h 470"/>
                <a:gd name="T4" fmla="*/ 0 w 1046"/>
                <a:gd name="T5" fmla="*/ 0 h 470"/>
                <a:gd name="T6" fmla="*/ 0 60000 65536"/>
                <a:gd name="T7" fmla="*/ 0 60000 65536"/>
                <a:gd name="T8" fmla="*/ 0 60000 65536"/>
                <a:gd name="T9" fmla="*/ 0 w 1046"/>
                <a:gd name="T10" fmla="*/ 0 h 470"/>
                <a:gd name="T11" fmla="*/ 1046 w 1046"/>
                <a:gd name="T12" fmla="*/ 470 h 470"/>
              </a:gdLst>
              <a:ahLst/>
              <a:cxnLst>
                <a:cxn ang="T6">
                  <a:pos x="T0" y="T1"/>
                </a:cxn>
                <a:cxn ang="T7">
                  <a:pos x="T2" y="T3"/>
                </a:cxn>
                <a:cxn ang="T8">
                  <a:pos x="T4" y="T5"/>
                </a:cxn>
              </a:cxnLst>
              <a:rect l="T9" t="T10" r="T11" b="T12"/>
              <a:pathLst>
                <a:path w="1046" h="470">
                  <a:moveTo>
                    <a:pt x="1046" y="470"/>
                  </a:moveTo>
                  <a:cubicBezTo>
                    <a:pt x="1018" y="331"/>
                    <a:pt x="990" y="193"/>
                    <a:pt x="816" y="115"/>
                  </a:cubicBezTo>
                  <a:cubicBezTo>
                    <a:pt x="642" y="37"/>
                    <a:pt x="321" y="18"/>
                    <a:pt x="0" y="0"/>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7207" name="Text Box 54">
              <a:extLst>
                <a:ext uri="{FF2B5EF4-FFF2-40B4-BE49-F238E27FC236}">
                  <a16:creationId xmlns:a16="http://schemas.microsoft.com/office/drawing/2014/main" id="{A396F2FD-91A9-3A46-A2BE-B0992278624D}"/>
                </a:ext>
              </a:extLst>
            </p:cNvPr>
            <p:cNvSpPr txBox="1">
              <a:spLocks noChangeArrowheads="1"/>
            </p:cNvSpPr>
            <p:nvPr/>
          </p:nvSpPr>
          <p:spPr bwMode="auto">
            <a:xfrm>
              <a:off x="2160" y="1970"/>
              <a:ext cx="10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cs typeface="Times New Roman" panose="02020603050405020304" pitchFamily="18" charset="0"/>
                </a:rPr>
                <a:t>TRẠNG THÁI</a:t>
              </a:r>
            </a:p>
          </p:txBody>
        </p:sp>
      </p:grpSp>
      <p:sp>
        <p:nvSpPr>
          <p:cNvPr id="7175" name="Text Box 62">
            <a:extLst>
              <a:ext uri="{FF2B5EF4-FFF2-40B4-BE49-F238E27FC236}">
                <a16:creationId xmlns:a16="http://schemas.microsoft.com/office/drawing/2014/main" id="{690C98C3-9040-424D-9F74-5E6866B10349}"/>
              </a:ext>
            </a:extLst>
          </p:cNvPr>
          <p:cNvSpPr txBox="1">
            <a:spLocks noChangeArrowheads="1"/>
          </p:cNvSpPr>
          <p:nvPr/>
        </p:nvSpPr>
        <p:spPr bwMode="auto">
          <a:xfrm>
            <a:off x="3339883" y="5168364"/>
            <a:ext cx="4507068"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990000"/>
                </a:solidFill>
                <a:latin typeface="Comic Sans MS" panose="030F0902030302020204" pitchFamily="66" charset="0"/>
              </a:rPr>
              <a:t>Độ sâu của nút  N  </a:t>
            </a:r>
            <a:br>
              <a:rPr lang="en-US" altLang="en-US" sz="2000">
                <a:solidFill>
                  <a:srgbClr val="990000"/>
                </a:solidFill>
                <a:latin typeface="Comic Sans MS" panose="030F0902030302020204" pitchFamily="66" charset="0"/>
              </a:rPr>
            </a:br>
            <a:r>
              <a:rPr lang="en-US" altLang="en-US" sz="2000">
                <a:solidFill>
                  <a:srgbClr val="990000"/>
                </a:solidFill>
                <a:latin typeface="Comic Sans MS" panose="030F0902030302020204" pitchFamily="66" charset="0"/>
              </a:rPr>
              <a:t>        = độ dài đương đi từ gốc đến N </a:t>
            </a:r>
            <a:endParaRPr lang="en-US" altLang="en-US" sz="800">
              <a:solidFill>
                <a:srgbClr val="990000"/>
              </a:solidFill>
              <a:latin typeface="Comic Sans MS" panose="030F0902030302020204" pitchFamily="66" charset="0"/>
            </a:endParaRPr>
          </a:p>
          <a:p>
            <a:pPr eaLnBrk="1" hangingPunct="1"/>
            <a:endParaRPr lang="en-US" altLang="en-US" sz="800">
              <a:solidFill>
                <a:srgbClr val="990000"/>
              </a:solidFill>
              <a:latin typeface="Comic Sans MS" panose="030F0902030302020204" pitchFamily="66" charset="0"/>
            </a:endParaRPr>
          </a:p>
          <a:p>
            <a:pPr eaLnBrk="1" hangingPunct="1"/>
            <a:r>
              <a:rPr lang="en-US" altLang="en-US" sz="2000">
                <a:solidFill>
                  <a:srgbClr val="990000"/>
                </a:solidFill>
                <a:latin typeface="Comic Sans MS" panose="030F0902030302020204" pitchFamily="66" charset="0"/>
              </a:rPr>
              <a:t>(độ sâu nút gốc root = 0)</a:t>
            </a:r>
            <a:r>
              <a:rPr lang="en-US" altLang="en-US" sz="2000">
                <a:solidFill>
                  <a:srgbClr val="996600"/>
                </a:solidFill>
                <a:latin typeface="Comic Sans MS" panose="030F0902030302020204" pitchFamily="66" charset="0"/>
              </a:rPr>
              <a:t> </a:t>
            </a:r>
          </a:p>
        </p:txBody>
      </p:sp>
      <p:grpSp>
        <p:nvGrpSpPr>
          <p:cNvPr id="7176" name="Group 77">
            <a:extLst>
              <a:ext uri="{FF2B5EF4-FFF2-40B4-BE49-F238E27FC236}">
                <a16:creationId xmlns:a16="http://schemas.microsoft.com/office/drawing/2014/main" id="{A3676C9A-7EF3-8948-8586-CDA54AB4B357}"/>
              </a:ext>
            </a:extLst>
          </p:cNvPr>
          <p:cNvGrpSpPr>
            <a:grpSpLocks/>
          </p:cNvGrpSpPr>
          <p:nvPr/>
        </p:nvGrpSpPr>
        <p:grpSpPr bwMode="auto">
          <a:xfrm>
            <a:off x="5295900" y="2921000"/>
            <a:ext cx="3746500" cy="2336800"/>
            <a:chOff x="2976" y="1840"/>
            <a:chExt cx="2360" cy="1472"/>
          </a:xfrm>
        </p:grpSpPr>
        <p:sp>
          <p:nvSpPr>
            <p:cNvPr id="7186" name="Freeform 56">
              <a:extLst>
                <a:ext uri="{FF2B5EF4-FFF2-40B4-BE49-F238E27FC236}">
                  <a16:creationId xmlns:a16="http://schemas.microsoft.com/office/drawing/2014/main" id="{318E85D6-8BE6-3641-9EE2-F2927548ACBD}"/>
                </a:ext>
              </a:extLst>
            </p:cNvPr>
            <p:cNvSpPr>
              <a:spLocks/>
            </p:cNvSpPr>
            <p:nvPr/>
          </p:nvSpPr>
          <p:spPr bwMode="auto">
            <a:xfrm>
              <a:off x="2976" y="1912"/>
              <a:ext cx="1488" cy="392"/>
            </a:xfrm>
            <a:custGeom>
              <a:avLst/>
              <a:gdLst>
                <a:gd name="T0" fmla="*/ 0 w 1488"/>
                <a:gd name="T1" fmla="*/ 8 h 392"/>
                <a:gd name="T2" fmla="*/ 720 w 1488"/>
                <a:gd name="T3" fmla="*/ 8 h 392"/>
                <a:gd name="T4" fmla="*/ 1104 w 1488"/>
                <a:gd name="T5" fmla="*/ 56 h 392"/>
                <a:gd name="T6" fmla="*/ 1392 w 1488"/>
                <a:gd name="T7" fmla="*/ 200 h 392"/>
                <a:gd name="T8" fmla="*/ 1488 w 1488"/>
                <a:gd name="T9" fmla="*/ 392 h 392"/>
                <a:gd name="T10" fmla="*/ 0 60000 65536"/>
                <a:gd name="T11" fmla="*/ 0 60000 65536"/>
                <a:gd name="T12" fmla="*/ 0 60000 65536"/>
                <a:gd name="T13" fmla="*/ 0 60000 65536"/>
                <a:gd name="T14" fmla="*/ 0 60000 65536"/>
                <a:gd name="T15" fmla="*/ 0 w 1488"/>
                <a:gd name="T16" fmla="*/ 0 h 392"/>
                <a:gd name="T17" fmla="*/ 1488 w 1488"/>
                <a:gd name="T18" fmla="*/ 392 h 392"/>
              </a:gdLst>
              <a:ahLst/>
              <a:cxnLst>
                <a:cxn ang="T10">
                  <a:pos x="T0" y="T1"/>
                </a:cxn>
                <a:cxn ang="T11">
                  <a:pos x="T2" y="T3"/>
                </a:cxn>
                <a:cxn ang="T12">
                  <a:pos x="T4" y="T5"/>
                </a:cxn>
                <a:cxn ang="T13">
                  <a:pos x="T6" y="T7"/>
                </a:cxn>
                <a:cxn ang="T14">
                  <a:pos x="T8" y="T9"/>
                </a:cxn>
              </a:cxnLst>
              <a:rect l="T15" t="T16" r="T17" b="T18"/>
              <a:pathLst>
                <a:path w="1488" h="392">
                  <a:moveTo>
                    <a:pt x="0" y="8"/>
                  </a:moveTo>
                  <a:cubicBezTo>
                    <a:pt x="268" y="4"/>
                    <a:pt x="536" y="0"/>
                    <a:pt x="720" y="8"/>
                  </a:cubicBezTo>
                  <a:cubicBezTo>
                    <a:pt x="904" y="16"/>
                    <a:pt x="992" y="24"/>
                    <a:pt x="1104" y="56"/>
                  </a:cubicBezTo>
                  <a:cubicBezTo>
                    <a:pt x="1216" y="88"/>
                    <a:pt x="1328" y="144"/>
                    <a:pt x="1392" y="200"/>
                  </a:cubicBezTo>
                  <a:cubicBezTo>
                    <a:pt x="1456" y="256"/>
                    <a:pt x="1472" y="324"/>
                    <a:pt x="1488" y="392"/>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7187" name="Text Box 57">
              <a:extLst>
                <a:ext uri="{FF2B5EF4-FFF2-40B4-BE49-F238E27FC236}">
                  <a16:creationId xmlns:a16="http://schemas.microsoft.com/office/drawing/2014/main" id="{4C90F506-9268-884F-B01A-0654F4026A16}"/>
                </a:ext>
              </a:extLst>
            </p:cNvPr>
            <p:cNvSpPr txBox="1">
              <a:spLocks noChangeArrowheads="1"/>
            </p:cNvSpPr>
            <p:nvPr/>
          </p:nvSpPr>
          <p:spPr bwMode="auto">
            <a:xfrm>
              <a:off x="4176" y="1840"/>
              <a:ext cx="1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cs typeface="Times New Roman" panose="02020603050405020304" pitchFamily="18" charset="0"/>
                </a:rPr>
                <a:t>BOOKKEEPING</a:t>
              </a:r>
            </a:p>
          </p:txBody>
        </p:sp>
        <p:grpSp>
          <p:nvGrpSpPr>
            <p:cNvPr id="7188" name="Group 76">
              <a:extLst>
                <a:ext uri="{FF2B5EF4-FFF2-40B4-BE49-F238E27FC236}">
                  <a16:creationId xmlns:a16="http://schemas.microsoft.com/office/drawing/2014/main" id="{13B81A94-A90B-2642-B9DB-37A089BFC9BD}"/>
                </a:ext>
              </a:extLst>
            </p:cNvPr>
            <p:cNvGrpSpPr>
              <a:grpSpLocks/>
            </p:cNvGrpSpPr>
            <p:nvPr/>
          </p:nvGrpSpPr>
          <p:grpSpPr bwMode="auto">
            <a:xfrm>
              <a:off x="3600" y="2304"/>
              <a:ext cx="1728" cy="1008"/>
              <a:chOff x="3600" y="2304"/>
              <a:chExt cx="1728" cy="1008"/>
            </a:xfrm>
          </p:grpSpPr>
          <p:sp>
            <p:nvSpPr>
              <p:cNvPr id="7189" name="Rectangle 40">
                <a:extLst>
                  <a:ext uri="{FF2B5EF4-FFF2-40B4-BE49-F238E27FC236}">
                    <a16:creationId xmlns:a16="http://schemas.microsoft.com/office/drawing/2014/main" id="{A8035BEB-5AF3-9942-BC4F-421EC50DB436}"/>
                  </a:ext>
                </a:extLst>
              </p:cNvPr>
              <p:cNvSpPr>
                <a:spLocks noChangeArrowheads="1"/>
              </p:cNvSpPr>
              <p:nvPr/>
            </p:nvSpPr>
            <p:spPr bwMode="auto">
              <a:xfrm>
                <a:off x="4464" y="2809"/>
                <a:ext cx="86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000">
                    <a:latin typeface="Comic Sans MS" panose="030F0902030302020204" pitchFamily="66" charset="0"/>
                  </a:rPr>
                  <a:t>5</a:t>
                </a:r>
              </a:p>
            </p:txBody>
          </p:sp>
          <p:sp>
            <p:nvSpPr>
              <p:cNvPr id="7190" name="Rectangle 39">
                <a:extLst>
                  <a:ext uri="{FF2B5EF4-FFF2-40B4-BE49-F238E27FC236}">
                    <a16:creationId xmlns:a16="http://schemas.microsoft.com/office/drawing/2014/main" id="{02783B2D-0157-FE4A-913D-D02AE46C242C}"/>
                  </a:ext>
                </a:extLst>
              </p:cNvPr>
              <p:cNvSpPr>
                <a:spLocks noChangeArrowheads="1"/>
              </p:cNvSpPr>
              <p:nvPr/>
            </p:nvSpPr>
            <p:spPr bwMode="auto">
              <a:xfrm>
                <a:off x="3600" y="2809"/>
                <a:ext cx="86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000">
                    <a:latin typeface="Comic Sans MS" panose="030F0902030302020204" pitchFamily="66" charset="0"/>
                  </a:rPr>
                  <a:t>Path-Cost</a:t>
                </a:r>
              </a:p>
            </p:txBody>
          </p:sp>
          <p:sp>
            <p:nvSpPr>
              <p:cNvPr id="7191" name="Rectangle 38">
                <a:extLst>
                  <a:ext uri="{FF2B5EF4-FFF2-40B4-BE49-F238E27FC236}">
                    <a16:creationId xmlns:a16="http://schemas.microsoft.com/office/drawing/2014/main" id="{1860E45B-0BDC-8447-A066-39CEB68EBF80}"/>
                  </a:ext>
                </a:extLst>
              </p:cNvPr>
              <p:cNvSpPr>
                <a:spLocks noChangeArrowheads="1"/>
              </p:cNvSpPr>
              <p:nvPr/>
            </p:nvSpPr>
            <p:spPr bwMode="auto">
              <a:xfrm>
                <a:off x="4464" y="2553"/>
                <a:ext cx="86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000">
                    <a:latin typeface="Comic Sans MS" panose="030F0902030302020204" pitchFamily="66" charset="0"/>
                  </a:rPr>
                  <a:t>5</a:t>
                </a:r>
              </a:p>
            </p:txBody>
          </p:sp>
          <p:sp>
            <p:nvSpPr>
              <p:cNvPr id="7192" name="Rectangle 37">
                <a:extLst>
                  <a:ext uri="{FF2B5EF4-FFF2-40B4-BE49-F238E27FC236}">
                    <a16:creationId xmlns:a16="http://schemas.microsoft.com/office/drawing/2014/main" id="{CAABC630-6A54-1349-A2B9-5DDEB53978BF}"/>
                  </a:ext>
                </a:extLst>
              </p:cNvPr>
              <p:cNvSpPr>
                <a:spLocks noChangeArrowheads="1"/>
              </p:cNvSpPr>
              <p:nvPr/>
            </p:nvSpPr>
            <p:spPr bwMode="auto">
              <a:xfrm>
                <a:off x="3600" y="2553"/>
                <a:ext cx="86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000">
                    <a:latin typeface="Comic Sans MS" panose="030F0902030302020204" pitchFamily="66" charset="0"/>
                  </a:rPr>
                  <a:t>Depth</a:t>
                </a:r>
              </a:p>
            </p:txBody>
          </p:sp>
          <p:sp>
            <p:nvSpPr>
              <p:cNvPr id="7193" name="Rectangle 36">
                <a:extLst>
                  <a:ext uri="{FF2B5EF4-FFF2-40B4-BE49-F238E27FC236}">
                    <a16:creationId xmlns:a16="http://schemas.microsoft.com/office/drawing/2014/main" id="{BEFC8B83-122E-F447-B266-B95F70E2C9AF}"/>
                  </a:ext>
                </a:extLst>
              </p:cNvPr>
              <p:cNvSpPr>
                <a:spLocks noChangeArrowheads="1"/>
              </p:cNvSpPr>
              <p:nvPr/>
            </p:nvSpPr>
            <p:spPr bwMode="auto">
              <a:xfrm>
                <a:off x="4464" y="2304"/>
                <a:ext cx="86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000">
                    <a:latin typeface="Comic Sans MS" panose="030F0902030302020204" pitchFamily="66" charset="0"/>
                  </a:rPr>
                  <a:t>Right</a:t>
                </a:r>
              </a:p>
            </p:txBody>
          </p:sp>
          <p:sp>
            <p:nvSpPr>
              <p:cNvPr id="7194" name="Rectangle 35">
                <a:extLst>
                  <a:ext uri="{FF2B5EF4-FFF2-40B4-BE49-F238E27FC236}">
                    <a16:creationId xmlns:a16="http://schemas.microsoft.com/office/drawing/2014/main" id="{B3EDEB5C-B491-AA4D-8909-0B4D1B55B1F5}"/>
                  </a:ext>
                </a:extLst>
              </p:cNvPr>
              <p:cNvSpPr>
                <a:spLocks noChangeArrowheads="1"/>
              </p:cNvSpPr>
              <p:nvPr/>
            </p:nvSpPr>
            <p:spPr bwMode="auto">
              <a:xfrm>
                <a:off x="3600" y="2304"/>
                <a:ext cx="86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000">
                    <a:latin typeface="Comic Sans MS" panose="030F0902030302020204" pitchFamily="66" charset="0"/>
                  </a:rPr>
                  <a:t>Action</a:t>
                </a:r>
              </a:p>
            </p:txBody>
          </p:sp>
          <p:sp>
            <p:nvSpPr>
              <p:cNvPr id="7195" name="Line 41">
                <a:extLst>
                  <a:ext uri="{FF2B5EF4-FFF2-40B4-BE49-F238E27FC236}">
                    <a16:creationId xmlns:a16="http://schemas.microsoft.com/office/drawing/2014/main" id="{1F628EF5-9EA7-9349-8B62-34B053B83AA8}"/>
                  </a:ext>
                </a:extLst>
              </p:cNvPr>
              <p:cNvSpPr>
                <a:spLocks noChangeShapeType="1"/>
              </p:cNvSpPr>
              <p:nvPr/>
            </p:nvSpPr>
            <p:spPr bwMode="auto">
              <a:xfrm>
                <a:off x="3600" y="2304"/>
                <a:ext cx="172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96" name="Line 42">
                <a:extLst>
                  <a:ext uri="{FF2B5EF4-FFF2-40B4-BE49-F238E27FC236}">
                    <a16:creationId xmlns:a16="http://schemas.microsoft.com/office/drawing/2014/main" id="{935FCEF8-5A37-AB4E-8574-4D9DB1845D31}"/>
                  </a:ext>
                </a:extLst>
              </p:cNvPr>
              <p:cNvSpPr>
                <a:spLocks noChangeShapeType="1"/>
              </p:cNvSpPr>
              <p:nvPr/>
            </p:nvSpPr>
            <p:spPr bwMode="auto">
              <a:xfrm>
                <a:off x="3600" y="2553"/>
                <a:ext cx="172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97" name="Line 43">
                <a:extLst>
                  <a:ext uri="{FF2B5EF4-FFF2-40B4-BE49-F238E27FC236}">
                    <a16:creationId xmlns:a16="http://schemas.microsoft.com/office/drawing/2014/main" id="{91D16FD4-99D9-644C-A102-CB9B45290F73}"/>
                  </a:ext>
                </a:extLst>
              </p:cNvPr>
              <p:cNvSpPr>
                <a:spLocks noChangeShapeType="1"/>
              </p:cNvSpPr>
              <p:nvPr/>
            </p:nvSpPr>
            <p:spPr bwMode="auto">
              <a:xfrm>
                <a:off x="3600" y="2809"/>
                <a:ext cx="172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98" name="Line 44">
                <a:extLst>
                  <a:ext uri="{FF2B5EF4-FFF2-40B4-BE49-F238E27FC236}">
                    <a16:creationId xmlns:a16="http://schemas.microsoft.com/office/drawing/2014/main" id="{B6326DEF-CB07-A043-ABF4-14D8A8538497}"/>
                  </a:ext>
                </a:extLst>
              </p:cNvPr>
              <p:cNvSpPr>
                <a:spLocks noChangeShapeType="1"/>
              </p:cNvSpPr>
              <p:nvPr/>
            </p:nvSpPr>
            <p:spPr bwMode="auto">
              <a:xfrm>
                <a:off x="3600" y="3312"/>
                <a:ext cx="1728"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199" name="Line 45">
                <a:extLst>
                  <a:ext uri="{FF2B5EF4-FFF2-40B4-BE49-F238E27FC236}">
                    <a16:creationId xmlns:a16="http://schemas.microsoft.com/office/drawing/2014/main" id="{35F5DC8C-79E7-324B-A3C9-B262FFE45CE4}"/>
                  </a:ext>
                </a:extLst>
              </p:cNvPr>
              <p:cNvSpPr>
                <a:spLocks noChangeShapeType="1"/>
              </p:cNvSpPr>
              <p:nvPr/>
            </p:nvSpPr>
            <p:spPr bwMode="auto">
              <a:xfrm>
                <a:off x="3600" y="2304"/>
                <a:ext cx="0" cy="100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200" name="Line 46">
                <a:extLst>
                  <a:ext uri="{FF2B5EF4-FFF2-40B4-BE49-F238E27FC236}">
                    <a16:creationId xmlns:a16="http://schemas.microsoft.com/office/drawing/2014/main" id="{829BADF1-41D9-5A46-98F0-67920C7A4934}"/>
                  </a:ext>
                </a:extLst>
              </p:cNvPr>
              <p:cNvSpPr>
                <a:spLocks noChangeShapeType="1"/>
              </p:cNvSpPr>
              <p:nvPr/>
            </p:nvSpPr>
            <p:spPr bwMode="auto">
              <a:xfrm>
                <a:off x="4464" y="230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201" name="Line 47">
                <a:extLst>
                  <a:ext uri="{FF2B5EF4-FFF2-40B4-BE49-F238E27FC236}">
                    <a16:creationId xmlns:a16="http://schemas.microsoft.com/office/drawing/2014/main" id="{6FDC7A63-CAE4-FE40-93A7-C4988E4A0A06}"/>
                  </a:ext>
                </a:extLst>
              </p:cNvPr>
              <p:cNvSpPr>
                <a:spLocks noChangeShapeType="1"/>
              </p:cNvSpPr>
              <p:nvPr/>
            </p:nvSpPr>
            <p:spPr bwMode="auto">
              <a:xfrm>
                <a:off x="5328" y="2304"/>
                <a:ext cx="0" cy="1008"/>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202" name="Line 68">
                <a:extLst>
                  <a:ext uri="{FF2B5EF4-FFF2-40B4-BE49-F238E27FC236}">
                    <a16:creationId xmlns:a16="http://schemas.microsoft.com/office/drawing/2014/main" id="{2A394486-3086-3B40-8383-77F4095A1DFC}"/>
                  </a:ext>
                </a:extLst>
              </p:cNvPr>
              <p:cNvSpPr>
                <a:spLocks noChangeShapeType="1"/>
              </p:cNvSpPr>
              <p:nvPr/>
            </p:nvSpPr>
            <p:spPr bwMode="auto">
              <a:xfrm>
                <a:off x="3600" y="3072"/>
                <a:ext cx="17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203" name="Text Box 69">
                <a:extLst>
                  <a:ext uri="{FF2B5EF4-FFF2-40B4-BE49-F238E27FC236}">
                    <a16:creationId xmlns:a16="http://schemas.microsoft.com/office/drawing/2014/main" id="{9A997A19-E2D9-9246-890B-C83F2AB3F490}"/>
                  </a:ext>
                </a:extLst>
              </p:cNvPr>
              <p:cNvSpPr txBox="1">
                <a:spLocks noChangeArrowheads="1"/>
              </p:cNvSpPr>
              <p:nvPr/>
            </p:nvSpPr>
            <p:spPr bwMode="auto">
              <a:xfrm>
                <a:off x="3600" y="3075"/>
                <a:ext cx="76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rPr>
                  <a:t>Expanded</a:t>
                </a:r>
              </a:p>
            </p:txBody>
          </p:sp>
          <p:sp>
            <p:nvSpPr>
              <p:cNvPr id="7204" name="Text Box 71">
                <a:extLst>
                  <a:ext uri="{FF2B5EF4-FFF2-40B4-BE49-F238E27FC236}">
                    <a16:creationId xmlns:a16="http://schemas.microsoft.com/office/drawing/2014/main" id="{B9E37D66-BB50-FA4B-A0D7-25888ED35BBE}"/>
                  </a:ext>
                </a:extLst>
              </p:cNvPr>
              <p:cNvSpPr txBox="1">
                <a:spLocks noChangeArrowheads="1"/>
              </p:cNvSpPr>
              <p:nvPr/>
            </p:nvSpPr>
            <p:spPr bwMode="auto">
              <a:xfrm>
                <a:off x="4502" y="3050"/>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rPr>
                  <a:t>yes</a:t>
                </a:r>
              </a:p>
            </p:txBody>
          </p:sp>
        </p:grpSp>
      </p:grpSp>
      <p:grpSp>
        <p:nvGrpSpPr>
          <p:cNvPr id="7177" name="Group 80">
            <a:extLst>
              <a:ext uri="{FF2B5EF4-FFF2-40B4-BE49-F238E27FC236}">
                <a16:creationId xmlns:a16="http://schemas.microsoft.com/office/drawing/2014/main" id="{2528EC71-196E-B14E-A801-8E3A82F2988D}"/>
              </a:ext>
            </a:extLst>
          </p:cNvPr>
          <p:cNvGrpSpPr>
            <a:grpSpLocks/>
          </p:cNvGrpSpPr>
          <p:nvPr/>
        </p:nvGrpSpPr>
        <p:grpSpPr bwMode="auto">
          <a:xfrm>
            <a:off x="3390900" y="3276601"/>
            <a:ext cx="2286000" cy="1738313"/>
            <a:chOff x="1776" y="2064"/>
            <a:chExt cx="1440" cy="1095"/>
          </a:xfrm>
        </p:grpSpPr>
        <p:grpSp>
          <p:nvGrpSpPr>
            <p:cNvPr id="7178" name="Group 79">
              <a:extLst>
                <a:ext uri="{FF2B5EF4-FFF2-40B4-BE49-F238E27FC236}">
                  <a16:creationId xmlns:a16="http://schemas.microsoft.com/office/drawing/2014/main" id="{37A6F41D-41BC-964A-A963-09D3947AC45F}"/>
                </a:ext>
              </a:extLst>
            </p:cNvPr>
            <p:cNvGrpSpPr>
              <a:grpSpLocks/>
            </p:cNvGrpSpPr>
            <p:nvPr/>
          </p:nvGrpSpPr>
          <p:grpSpPr bwMode="auto">
            <a:xfrm>
              <a:off x="1776" y="2064"/>
              <a:ext cx="1440" cy="1095"/>
              <a:chOff x="1776" y="2064"/>
              <a:chExt cx="1440" cy="1095"/>
            </a:xfrm>
          </p:grpSpPr>
          <p:grpSp>
            <p:nvGrpSpPr>
              <p:cNvPr id="7180" name="Group 78">
                <a:extLst>
                  <a:ext uri="{FF2B5EF4-FFF2-40B4-BE49-F238E27FC236}">
                    <a16:creationId xmlns:a16="http://schemas.microsoft.com/office/drawing/2014/main" id="{5E5BED82-A4CB-D04C-923D-7E809B11D074}"/>
                  </a:ext>
                </a:extLst>
              </p:cNvPr>
              <p:cNvGrpSpPr>
                <a:grpSpLocks/>
              </p:cNvGrpSpPr>
              <p:nvPr/>
            </p:nvGrpSpPr>
            <p:grpSpPr bwMode="auto">
              <a:xfrm>
                <a:off x="1776" y="2640"/>
                <a:ext cx="1440" cy="519"/>
                <a:chOff x="1776" y="2640"/>
                <a:chExt cx="1440" cy="519"/>
              </a:xfrm>
            </p:grpSpPr>
            <p:sp>
              <p:nvSpPr>
                <p:cNvPr id="7183" name="Oval 63">
                  <a:extLst>
                    <a:ext uri="{FF2B5EF4-FFF2-40B4-BE49-F238E27FC236}">
                      <a16:creationId xmlns:a16="http://schemas.microsoft.com/office/drawing/2014/main" id="{8286984F-DF3D-9247-9103-96321F688F73}"/>
                    </a:ext>
                  </a:extLst>
                </p:cNvPr>
                <p:cNvSpPr>
                  <a:spLocks noChangeArrowheads="1"/>
                </p:cNvSpPr>
                <p:nvPr/>
              </p:nvSpPr>
              <p:spPr bwMode="auto">
                <a:xfrm>
                  <a:off x="1776" y="2832"/>
                  <a:ext cx="288" cy="288"/>
                </a:xfrm>
                <a:prstGeom prst="ellipse">
                  <a:avLst/>
                </a:prstGeom>
                <a:solidFill>
                  <a:schemeClr val="bg2"/>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184" name="Oval 64">
                  <a:extLst>
                    <a:ext uri="{FF2B5EF4-FFF2-40B4-BE49-F238E27FC236}">
                      <a16:creationId xmlns:a16="http://schemas.microsoft.com/office/drawing/2014/main" id="{66966678-3DBC-A849-A346-003E498AEE32}"/>
                    </a:ext>
                  </a:extLst>
                </p:cNvPr>
                <p:cNvSpPr>
                  <a:spLocks noChangeArrowheads="1"/>
                </p:cNvSpPr>
                <p:nvPr/>
              </p:nvSpPr>
              <p:spPr bwMode="auto">
                <a:xfrm>
                  <a:off x="2928" y="2832"/>
                  <a:ext cx="288" cy="288"/>
                </a:xfrm>
                <a:prstGeom prst="ellipse">
                  <a:avLst/>
                </a:prstGeom>
                <a:solidFill>
                  <a:schemeClr val="bg2"/>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7185" name="Text Box 65">
                  <a:extLst>
                    <a:ext uri="{FF2B5EF4-FFF2-40B4-BE49-F238E27FC236}">
                      <a16:creationId xmlns:a16="http://schemas.microsoft.com/office/drawing/2014/main" id="{1286D657-B889-7542-9043-56236C58D4BB}"/>
                    </a:ext>
                  </a:extLst>
                </p:cNvPr>
                <p:cNvSpPr txBox="1">
                  <a:spLocks noChangeArrowheads="1"/>
                </p:cNvSpPr>
                <p:nvPr/>
              </p:nvSpPr>
              <p:spPr bwMode="auto">
                <a:xfrm>
                  <a:off x="2304" y="2640"/>
                  <a:ext cx="437"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4800" b="1"/>
                    <a:t>...</a:t>
                  </a:r>
                </a:p>
              </p:txBody>
            </p:sp>
          </p:grpSp>
          <p:sp>
            <p:nvSpPr>
              <p:cNvPr id="7181" name="Freeform 72">
                <a:extLst>
                  <a:ext uri="{FF2B5EF4-FFF2-40B4-BE49-F238E27FC236}">
                    <a16:creationId xmlns:a16="http://schemas.microsoft.com/office/drawing/2014/main" id="{9AE3F85D-622A-E046-871E-ACC71735C8DE}"/>
                  </a:ext>
                </a:extLst>
              </p:cNvPr>
              <p:cNvSpPr>
                <a:spLocks/>
              </p:cNvSpPr>
              <p:nvPr/>
            </p:nvSpPr>
            <p:spPr bwMode="auto">
              <a:xfrm>
                <a:off x="2016" y="2064"/>
                <a:ext cx="768" cy="816"/>
              </a:xfrm>
              <a:custGeom>
                <a:avLst/>
                <a:gdLst>
                  <a:gd name="T0" fmla="*/ 768 w 768"/>
                  <a:gd name="T1" fmla="*/ 0 h 816"/>
                  <a:gd name="T2" fmla="*/ 528 w 768"/>
                  <a:gd name="T3" fmla="*/ 384 h 816"/>
                  <a:gd name="T4" fmla="*/ 0 w 768"/>
                  <a:gd name="T5" fmla="*/ 816 h 816"/>
                  <a:gd name="T6" fmla="*/ 0 60000 65536"/>
                  <a:gd name="T7" fmla="*/ 0 60000 65536"/>
                  <a:gd name="T8" fmla="*/ 0 60000 65536"/>
                  <a:gd name="T9" fmla="*/ 0 w 768"/>
                  <a:gd name="T10" fmla="*/ 0 h 816"/>
                  <a:gd name="T11" fmla="*/ 768 w 768"/>
                  <a:gd name="T12" fmla="*/ 816 h 816"/>
                </a:gdLst>
                <a:ahLst/>
                <a:cxnLst>
                  <a:cxn ang="T6">
                    <a:pos x="T0" y="T1"/>
                  </a:cxn>
                  <a:cxn ang="T7">
                    <a:pos x="T2" y="T3"/>
                  </a:cxn>
                  <a:cxn ang="T8">
                    <a:pos x="T4" y="T5"/>
                  </a:cxn>
                </a:cxnLst>
                <a:rect l="T9" t="T10" r="T11" b="T12"/>
                <a:pathLst>
                  <a:path w="768" h="816">
                    <a:moveTo>
                      <a:pt x="768" y="0"/>
                    </a:moveTo>
                    <a:cubicBezTo>
                      <a:pt x="712" y="124"/>
                      <a:pt x="656" y="248"/>
                      <a:pt x="528" y="384"/>
                    </a:cubicBezTo>
                    <a:cubicBezTo>
                      <a:pt x="400" y="520"/>
                      <a:pt x="88" y="744"/>
                      <a:pt x="0" y="816"/>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7182" name="Freeform 73">
                <a:extLst>
                  <a:ext uri="{FF2B5EF4-FFF2-40B4-BE49-F238E27FC236}">
                    <a16:creationId xmlns:a16="http://schemas.microsoft.com/office/drawing/2014/main" id="{414BA04A-7801-384A-83D7-44FA389A0EBA}"/>
                  </a:ext>
                </a:extLst>
              </p:cNvPr>
              <p:cNvSpPr>
                <a:spLocks/>
              </p:cNvSpPr>
              <p:nvPr/>
            </p:nvSpPr>
            <p:spPr bwMode="auto">
              <a:xfrm>
                <a:off x="2675" y="2064"/>
                <a:ext cx="292" cy="801"/>
              </a:xfrm>
              <a:custGeom>
                <a:avLst/>
                <a:gdLst>
                  <a:gd name="T0" fmla="*/ 109 w 292"/>
                  <a:gd name="T1" fmla="*/ 0 h 801"/>
                  <a:gd name="T2" fmla="*/ 61 w 292"/>
                  <a:gd name="T3" fmla="*/ 96 h 801"/>
                  <a:gd name="T4" fmla="*/ 19 w 292"/>
                  <a:gd name="T5" fmla="*/ 183 h 801"/>
                  <a:gd name="T6" fmla="*/ 4 w 292"/>
                  <a:gd name="T7" fmla="*/ 264 h 801"/>
                  <a:gd name="T8" fmla="*/ 43 w 292"/>
                  <a:gd name="T9" fmla="*/ 405 h 801"/>
                  <a:gd name="T10" fmla="*/ 229 w 292"/>
                  <a:gd name="T11" fmla="*/ 708 h 801"/>
                  <a:gd name="T12" fmla="*/ 292 w 292"/>
                  <a:gd name="T13" fmla="*/ 801 h 801"/>
                  <a:gd name="T14" fmla="*/ 0 60000 65536"/>
                  <a:gd name="T15" fmla="*/ 0 60000 65536"/>
                  <a:gd name="T16" fmla="*/ 0 60000 65536"/>
                  <a:gd name="T17" fmla="*/ 0 60000 65536"/>
                  <a:gd name="T18" fmla="*/ 0 60000 65536"/>
                  <a:gd name="T19" fmla="*/ 0 60000 65536"/>
                  <a:gd name="T20" fmla="*/ 0 60000 65536"/>
                  <a:gd name="T21" fmla="*/ 0 w 292"/>
                  <a:gd name="T22" fmla="*/ 0 h 801"/>
                  <a:gd name="T23" fmla="*/ 292 w 292"/>
                  <a:gd name="T24" fmla="*/ 801 h 8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 h="801">
                    <a:moveTo>
                      <a:pt x="109" y="0"/>
                    </a:moveTo>
                    <a:cubicBezTo>
                      <a:pt x="92" y="32"/>
                      <a:pt x="76" y="65"/>
                      <a:pt x="61" y="96"/>
                    </a:cubicBezTo>
                    <a:cubicBezTo>
                      <a:pt x="46" y="127"/>
                      <a:pt x="28" y="155"/>
                      <a:pt x="19" y="183"/>
                    </a:cubicBezTo>
                    <a:cubicBezTo>
                      <a:pt x="10" y="211"/>
                      <a:pt x="0" y="227"/>
                      <a:pt x="4" y="264"/>
                    </a:cubicBezTo>
                    <a:cubicBezTo>
                      <a:pt x="8" y="301"/>
                      <a:pt x="6" y="331"/>
                      <a:pt x="43" y="405"/>
                    </a:cubicBezTo>
                    <a:cubicBezTo>
                      <a:pt x="80" y="479"/>
                      <a:pt x="188" y="642"/>
                      <a:pt x="229" y="708"/>
                    </a:cubicBezTo>
                    <a:cubicBezTo>
                      <a:pt x="270" y="774"/>
                      <a:pt x="281" y="787"/>
                      <a:pt x="292" y="801"/>
                    </a:cubicBezTo>
                  </a:path>
                </a:pathLst>
              </a:custGeom>
              <a:noFill/>
              <a:ln w="9525">
                <a:solidFill>
                  <a:schemeClr val="tx1"/>
                </a:solidFill>
                <a:round/>
                <a:headEnd/>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en-US"/>
              </a:p>
            </p:txBody>
          </p:sp>
        </p:grpSp>
        <p:sp>
          <p:nvSpPr>
            <p:cNvPr id="7179" name="Text Box 74">
              <a:extLst>
                <a:ext uri="{FF2B5EF4-FFF2-40B4-BE49-F238E27FC236}">
                  <a16:creationId xmlns:a16="http://schemas.microsoft.com/office/drawing/2014/main" id="{4766D134-99CF-D042-A680-8D6FA9D69700}"/>
                </a:ext>
              </a:extLst>
            </p:cNvPr>
            <p:cNvSpPr txBox="1">
              <a:spLocks noChangeArrowheads="1"/>
            </p:cNvSpPr>
            <p:nvPr/>
          </p:nvSpPr>
          <p:spPr bwMode="auto">
            <a:xfrm>
              <a:off x="1824" y="2064"/>
              <a:ext cx="43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omic Sans MS" panose="030F0902030302020204" pitchFamily="66" charset="0"/>
                </a:rPr>
                <a:t>CON</a:t>
              </a:r>
            </a:p>
          </p:txBody>
        </p:sp>
      </p:grpSp>
    </p:spTree>
    <p:extLst>
      <p:ext uri="{BB962C8B-B14F-4D97-AF65-F5344CB8AC3E}">
        <p14:creationId xmlns:p14="http://schemas.microsoft.com/office/powerpoint/2010/main" val="3423611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8F3DF-1AA3-3648-A4F8-4E9B381FD7A3}"/>
              </a:ext>
            </a:extLst>
          </p:cNvPr>
          <p:cNvSpPr>
            <a:spLocks noGrp="1"/>
          </p:cNvSpPr>
          <p:nvPr>
            <p:ph type="title"/>
          </p:nvPr>
        </p:nvSpPr>
        <p:spPr/>
        <p:txBody>
          <a:bodyPr/>
          <a:lstStyle/>
          <a:p>
            <a:r>
              <a:rPr lang="en-US" sz="4000"/>
              <a:t>2.6. Tìm kiếm không có thông tin</a:t>
            </a:r>
            <a:endParaRPr lang="en-US"/>
          </a:p>
        </p:txBody>
      </p:sp>
      <p:sp>
        <p:nvSpPr>
          <p:cNvPr id="3" name="Content Placeholder 2">
            <a:extLst>
              <a:ext uri="{FF2B5EF4-FFF2-40B4-BE49-F238E27FC236}">
                <a16:creationId xmlns:a16="http://schemas.microsoft.com/office/drawing/2014/main" id="{CC3A965C-3499-A843-A8E5-81EA4A9D99F8}"/>
              </a:ext>
            </a:extLst>
          </p:cNvPr>
          <p:cNvSpPr>
            <a:spLocks noGrp="1"/>
          </p:cNvSpPr>
          <p:nvPr>
            <p:ph idx="1"/>
          </p:nvPr>
        </p:nvSpPr>
        <p:spPr/>
        <p:txBody>
          <a:bodyPr/>
          <a:lstStyle/>
          <a:p>
            <a:r>
              <a:rPr lang="en-US" sz="2400" b="1">
                <a:solidFill>
                  <a:srgbClr val="26902B"/>
                </a:solidFill>
              </a:rPr>
              <a:t>Định nghĩa: </a:t>
            </a:r>
            <a:r>
              <a:rPr lang="en-US" sz="2400"/>
              <a:t>Là phương pháp </a:t>
            </a:r>
            <a:r>
              <a:rPr lang="en-US" sz="2400" b="1"/>
              <a:t>duyệt không gian trạng thái </a:t>
            </a:r>
            <a:r>
              <a:rPr lang="en-US" sz="2400"/>
              <a:t>của bài toán </a:t>
            </a:r>
            <a:r>
              <a:rPr lang="en-US" sz="2400" b="1"/>
              <a:t>chỉ sử dụng các thông tin theo phát biểu của bài toán </a:t>
            </a:r>
            <a:r>
              <a:rPr lang="en-US" sz="2400"/>
              <a:t>tìm kiếm tổng quát trong quá trình tìm kiếm, ngoài ra </a:t>
            </a:r>
            <a:r>
              <a:rPr lang="en-US" sz="2400" b="1">
                <a:solidFill>
                  <a:srgbClr val="C00000"/>
                </a:solidFill>
              </a:rPr>
              <a:t>không dùng thêm thông tin nào khác</a:t>
            </a:r>
            <a:r>
              <a:rPr lang="en-US" sz="2400"/>
              <a:t>.</a:t>
            </a:r>
          </a:p>
          <a:p>
            <a:r>
              <a:rPr lang="en-US" sz="2400"/>
              <a:t>Có nhiều thuật toán trong tìm kiếm không có thông tin, điểm khác nhau giữa các thuật toán là thứ tự mở rộng các nút biên</a:t>
            </a:r>
          </a:p>
          <a:p>
            <a:r>
              <a:rPr lang="en-US" sz="2400" b="1">
                <a:solidFill>
                  <a:srgbClr val="26902B"/>
                </a:solidFill>
              </a:rPr>
              <a:t>Thuật toán:</a:t>
            </a:r>
          </a:p>
          <a:p>
            <a:pPr lvl="1"/>
            <a:r>
              <a:rPr lang="en-US" sz="2100"/>
              <a:t>Tìm kiếm theo chiều rộng</a:t>
            </a:r>
          </a:p>
          <a:p>
            <a:pPr lvl="1"/>
            <a:r>
              <a:rPr lang="en-US" sz="2100"/>
              <a:t>Tìm kiếm theo chiều sâu</a:t>
            </a:r>
          </a:p>
          <a:p>
            <a:pPr lvl="1"/>
            <a:r>
              <a:rPr lang="en-US" sz="2100"/>
              <a:t>Tìm kiếm sâu dần</a:t>
            </a:r>
          </a:p>
          <a:p>
            <a:pPr lvl="1"/>
            <a:r>
              <a:rPr lang="en-US" sz="2100"/>
              <a:t>và một số biến thể</a:t>
            </a:r>
          </a:p>
        </p:txBody>
      </p:sp>
      <p:sp>
        <p:nvSpPr>
          <p:cNvPr id="4" name="Slide Number Placeholder 3">
            <a:extLst>
              <a:ext uri="{FF2B5EF4-FFF2-40B4-BE49-F238E27FC236}">
                <a16:creationId xmlns:a16="http://schemas.microsoft.com/office/drawing/2014/main" id="{787EA8E9-0218-F345-B4C9-8274F0D20017}"/>
              </a:ext>
            </a:extLst>
          </p:cNvPr>
          <p:cNvSpPr>
            <a:spLocks noGrp="1"/>
          </p:cNvSpPr>
          <p:nvPr>
            <p:ph type="sldNum" sz="quarter" idx="12"/>
          </p:nvPr>
        </p:nvSpPr>
        <p:spPr/>
        <p:txBody>
          <a:bodyPr/>
          <a:lstStyle/>
          <a:p>
            <a:fld id="{DA8C51A7-BEEA-471D-933F-7E35BC04A30F}" type="slidenum">
              <a:rPr lang="en-US"/>
              <a:pPr/>
              <a:t>8</a:t>
            </a:fld>
            <a:endParaRPr lang="en-US"/>
          </a:p>
        </p:txBody>
      </p:sp>
    </p:spTree>
    <p:extLst>
      <p:ext uri="{BB962C8B-B14F-4D97-AF65-F5344CB8AC3E}">
        <p14:creationId xmlns:p14="http://schemas.microsoft.com/office/powerpoint/2010/main" val="226639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arn(inVertical)">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circle(in)">
                                      <p:cBhvr>
                                        <p:cTn id="16" dur="2000"/>
                                        <p:tgtEl>
                                          <p:spTgt spid="3">
                                            <p:txEl>
                                              <p:pRg st="2" end="2"/>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circle(in)">
                                      <p:cBhvr>
                                        <p:cTn id="19" dur="2000"/>
                                        <p:tgtEl>
                                          <p:spTgt spid="3">
                                            <p:txEl>
                                              <p:pRg st="3" end="3"/>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circle(in)">
                                      <p:cBhvr>
                                        <p:cTn id="25" dur="2000"/>
                                        <p:tgtEl>
                                          <p:spTgt spid="3">
                                            <p:txEl>
                                              <p:pRg st="5" end="5"/>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circle(in)">
                                      <p:cBhvr>
                                        <p:cTn id="28"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459D0-040A-114C-84A0-C018588A8EC8}"/>
              </a:ext>
            </a:extLst>
          </p:cNvPr>
          <p:cNvSpPr>
            <a:spLocks noGrp="1"/>
          </p:cNvSpPr>
          <p:nvPr>
            <p:ph type="title"/>
          </p:nvPr>
        </p:nvSpPr>
        <p:spPr/>
        <p:txBody>
          <a:bodyPr/>
          <a:lstStyle/>
          <a:p>
            <a:r>
              <a:rPr lang="en-US"/>
              <a:t>Tìm kiếm theo chiều rộng</a:t>
            </a:r>
          </a:p>
        </p:txBody>
      </p:sp>
      <p:sp>
        <p:nvSpPr>
          <p:cNvPr id="3" name="Content Placeholder 2">
            <a:extLst>
              <a:ext uri="{FF2B5EF4-FFF2-40B4-BE49-F238E27FC236}">
                <a16:creationId xmlns:a16="http://schemas.microsoft.com/office/drawing/2014/main" id="{EE270062-F4E3-1E46-88C2-7F37FAA03D5D}"/>
              </a:ext>
            </a:extLst>
          </p:cNvPr>
          <p:cNvSpPr>
            <a:spLocks noGrp="1"/>
          </p:cNvSpPr>
          <p:nvPr>
            <p:ph idx="1"/>
          </p:nvPr>
        </p:nvSpPr>
        <p:spPr>
          <a:xfrm>
            <a:off x="706438" y="1772816"/>
            <a:ext cx="8874125" cy="4404147"/>
          </a:xfrm>
        </p:spPr>
        <p:txBody>
          <a:bodyPr/>
          <a:lstStyle/>
          <a:p>
            <a:r>
              <a:rPr lang="en-US"/>
              <a:t>Thuật toán tìm kiếm theo chiều rộng (Breadth-first search, viết tắt là </a:t>
            </a:r>
            <a:r>
              <a:rPr lang="en-US" b="1"/>
              <a:t>BFS</a:t>
            </a:r>
            <a:r>
              <a:rPr lang="en-US"/>
              <a:t>)</a:t>
            </a:r>
          </a:p>
          <a:p>
            <a:r>
              <a:rPr lang="en-US"/>
              <a:t>Là một dạng tìm kiếm </a:t>
            </a:r>
            <a:r>
              <a:rPr lang="en-US" b="1"/>
              <a:t>vét cạn</a:t>
            </a:r>
          </a:p>
          <a:p>
            <a:r>
              <a:rPr lang="en-US" sz="2000" b="1"/>
              <a:t>Nguyên tắc: </a:t>
            </a:r>
            <a:r>
              <a:rPr lang="vi-VN" sz="2000"/>
              <a:t>Tìm kiếm theo từng tầng. Phát triển các node gần nút gốc nhất</a:t>
            </a:r>
            <a:r>
              <a:rPr lang="vi-VN" sz="2000">
                <a:solidFill>
                  <a:srgbClr val="C00000"/>
                </a:solidFill>
              </a:rPr>
              <a:t>. </a:t>
            </a:r>
            <a:endParaRPr lang="en-US" sz="2000">
              <a:solidFill>
                <a:srgbClr val="C00000"/>
              </a:solidFill>
            </a:endParaRPr>
          </a:p>
          <a:p>
            <a:r>
              <a:rPr lang="vi-VN" sz="2000">
                <a:latin typeface="Calibri" panose="020F0502020204030204" pitchFamily="34" charset="0"/>
                <a:cs typeface="Calibri" panose="020F0502020204030204" pitchFamily="34" charset="0"/>
              </a:rPr>
              <a:t>Các nút có độ sâu bằng 1 được mở rộng rồi đến các nút có độ sâu bằng 2, tiếp tục như vậy.</a:t>
            </a:r>
          </a:p>
          <a:p>
            <a:r>
              <a:rPr lang="vi-VN" sz="2000">
                <a:latin typeface="Calibri" panose="020F0502020204030204" pitchFamily="34" charset="0"/>
                <a:cs typeface="Calibri" panose="020F0502020204030204" pitchFamily="34" charset="0"/>
              </a:rPr>
              <a:t>Cần lựa chọn nút đươc thêm vào sớm hơn trong danh sách nút biên đươc mở rộng.</a:t>
            </a:r>
          </a:p>
          <a:p>
            <a:r>
              <a:rPr lang="vi-VN" sz="2000">
                <a:latin typeface="Calibri" panose="020F0502020204030204" pitchFamily="34" charset="0"/>
                <a:cs typeface="Calibri" panose="020F0502020204030204" pitchFamily="34" charset="0"/>
              </a:rPr>
              <a:t>Dùng </a:t>
            </a:r>
            <a:r>
              <a:rPr lang="vi-VN" sz="2000">
                <a:solidFill>
                  <a:srgbClr val="26902B"/>
                </a:solidFill>
                <a:latin typeface="Calibri" panose="020F0502020204030204" pitchFamily="34" charset="0"/>
                <a:cs typeface="Calibri" panose="020F0502020204030204" pitchFamily="34" charset="0"/>
              </a:rPr>
              <a:t>hàng đợi FIFO</a:t>
            </a:r>
            <a:r>
              <a:rPr lang="vi-VN" sz="2000">
                <a:latin typeface="Calibri" panose="020F0502020204030204" pitchFamily="34" charset="0"/>
                <a:cs typeface="Calibri" panose="020F0502020204030204" pitchFamily="34" charset="0"/>
              </a:rPr>
              <a:t> để lưu các nút biên</a:t>
            </a:r>
          </a:p>
          <a:p>
            <a:r>
              <a:rPr lang="vi-VN" sz="2000">
                <a:latin typeface="Calibri" panose="020F0502020204030204" pitchFamily="34" charset="0"/>
                <a:cs typeface="Calibri" panose="020F0502020204030204" pitchFamily="34" charset="0"/>
              </a:rPr>
              <a:t>Sử dụng </a:t>
            </a:r>
            <a:r>
              <a:rPr lang="vi-VN" sz="2000">
                <a:solidFill>
                  <a:srgbClr val="C00000"/>
                </a:solidFill>
                <a:latin typeface="Calibri" panose="020F0502020204030204" pitchFamily="34" charset="0"/>
                <a:cs typeface="Calibri" panose="020F0502020204030204" pitchFamily="34" charset="0"/>
              </a:rPr>
              <a:t>con trỏ ngược </a:t>
            </a:r>
            <a:r>
              <a:rPr lang="vi-VN" sz="2000">
                <a:latin typeface="Calibri" panose="020F0502020204030204" pitchFamily="34" charset="0"/>
                <a:cs typeface="Calibri" panose="020F0502020204030204" pitchFamily="34" charset="0"/>
              </a:rPr>
              <a:t>để ghi lại nút cha của nút vừa được mở ra. Con trỏ này dùng để tìm ngược lại đường đi về trạng thái xuất phát khi tìm được trạng thái đích</a:t>
            </a:r>
          </a:p>
          <a:p>
            <a:endParaRPr lang="vi-VN" sz="2000"/>
          </a:p>
        </p:txBody>
      </p:sp>
      <p:sp>
        <p:nvSpPr>
          <p:cNvPr id="4" name="Slide Number Placeholder 3">
            <a:extLst>
              <a:ext uri="{FF2B5EF4-FFF2-40B4-BE49-F238E27FC236}">
                <a16:creationId xmlns:a16="http://schemas.microsoft.com/office/drawing/2014/main" id="{46AC87D5-F5BD-6442-9737-800526A426C1}"/>
              </a:ext>
            </a:extLst>
          </p:cNvPr>
          <p:cNvSpPr>
            <a:spLocks noGrp="1"/>
          </p:cNvSpPr>
          <p:nvPr>
            <p:ph type="sldNum" sz="quarter" idx="12"/>
          </p:nvPr>
        </p:nvSpPr>
        <p:spPr/>
        <p:txBody>
          <a:bodyPr/>
          <a:lstStyle/>
          <a:p>
            <a:fld id="{DA8C51A7-BEEA-471D-933F-7E35BC04A30F}" type="slidenum">
              <a:rPr lang="en-US"/>
              <a:pPr/>
              <a:t>9</a:t>
            </a:fld>
            <a:endParaRPr lang="en-US"/>
          </a:p>
        </p:txBody>
      </p:sp>
    </p:spTree>
    <p:extLst>
      <p:ext uri="{BB962C8B-B14F-4D97-AF65-F5344CB8AC3E}">
        <p14:creationId xmlns:p14="http://schemas.microsoft.com/office/powerpoint/2010/main" val="376749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459D0-040A-114C-84A0-C018588A8EC8}"/>
              </a:ext>
            </a:extLst>
          </p:cNvPr>
          <p:cNvSpPr>
            <a:spLocks noGrp="1"/>
          </p:cNvSpPr>
          <p:nvPr>
            <p:ph type="title"/>
          </p:nvPr>
        </p:nvSpPr>
        <p:spPr>
          <a:xfrm>
            <a:off x="706438" y="188640"/>
            <a:ext cx="8874125" cy="1325563"/>
          </a:xfrm>
        </p:spPr>
        <p:txBody>
          <a:bodyPr/>
          <a:lstStyle/>
          <a:p>
            <a:r>
              <a:rPr lang="en-US"/>
              <a:t>Tìm kiếm theo chiều rộng (tiếp)</a:t>
            </a:r>
          </a:p>
        </p:txBody>
      </p:sp>
      <p:sp>
        <p:nvSpPr>
          <p:cNvPr id="3" name="Content Placeholder 2">
            <a:extLst>
              <a:ext uri="{FF2B5EF4-FFF2-40B4-BE49-F238E27FC236}">
                <a16:creationId xmlns:a16="http://schemas.microsoft.com/office/drawing/2014/main" id="{EE270062-F4E3-1E46-88C2-7F37FAA03D5D}"/>
              </a:ext>
            </a:extLst>
          </p:cNvPr>
          <p:cNvSpPr>
            <a:spLocks noGrp="1"/>
          </p:cNvSpPr>
          <p:nvPr>
            <p:ph idx="1"/>
          </p:nvPr>
        </p:nvSpPr>
        <p:spPr/>
        <p:txBody>
          <a:bodyPr/>
          <a:lstStyle/>
          <a:p>
            <a:pPr marL="0" indent="0" algn="ctr">
              <a:buNone/>
            </a:pPr>
            <a:r>
              <a:rPr lang="vi-VN" b="1">
                <a:solidFill>
                  <a:schemeClr val="accent2">
                    <a:lumMod val="75000"/>
                  </a:schemeClr>
                </a:solidFill>
              </a:rPr>
              <a:t>Thuật toán tìm kiếm BFS</a:t>
            </a:r>
          </a:p>
          <a:p>
            <a:pPr marL="0" indent="0">
              <a:buNone/>
            </a:pPr>
            <a:r>
              <a:rPr lang="vi-VN"/>
              <a:t>BFS (</a:t>
            </a:r>
            <a:r>
              <a:rPr lang="vi-VN" i="1"/>
              <a:t>Q</a:t>
            </a:r>
            <a:r>
              <a:rPr lang="vi-VN"/>
              <a:t>, </a:t>
            </a:r>
            <a:r>
              <a:rPr lang="vi-VN" i="1"/>
              <a:t>S</a:t>
            </a:r>
            <a:r>
              <a:rPr lang="vi-VN"/>
              <a:t>, </a:t>
            </a:r>
            <a:r>
              <a:rPr lang="vi-VN" i="1"/>
              <a:t>G</a:t>
            </a:r>
            <a:r>
              <a:rPr lang="vi-VN"/>
              <a:t>, </a:t>
            </a:r>
            <a:r>
              <a:rPr lang="vi-VN" i="1"/>
              <a:t>P</a:t>
            </a:r>
            <a:r>
              <a:rPr lang="vi-VN"/>
              <a:t>)</a:t>
            </a:r>
            <a:br>
              <a:rPr lang="vi-VN"/>
            </a:br>
            <a:r>
              <a:rPr lang="vi-VN"/>
              <a:t>Đầu vào: bài toán tìm kiếm</a:t>
            </a:r>
            <a:br>
              <a:rPr lang="vi-VN"/>
            </a:br>
            <a:r>
              <a:rPr lang="vi-VN"/>
              <a:t>Đầu ra: trạng thái đích</a:t>
            </a:r>
            <a:br>
              <a:rPr lang="vi-VN"/>
            </a:br>
            <a:r>
              <a:rPr lang="vi-VN"/>
              <a:t>Khởi tạo: </a:t>
            </a:r>
            <a:r>
              <a:rPr lang="vi-VN" i="1">
                <a:solidFill>
                  <a:srgbClr val="26902B"/>
                </a:solidFill>
              </a:rPr>
              <a:t>O </a:t>
            </a:r>
            <a:r>
              <a:rPr lang="vi-VN">
                <a:solidFill>
                  <a:srgbClr val="26902B"/>
                </a:solidFill>
              </a:rPr>
              <a:t>← </a:t>
            </a:r>
            <a:r>
              <a:rPr lang="vi-VN" i="1">
                <a:solidFill>
                  <a:srgbClr val="26902B"/>
                </a:solidFill>
              </a:rPr>
              <a:t>S </a:t>
            </a:r>
            <a:r>
              <a:rPr lang="vi-VN">
                <a:solidFill>
                  <a:schemeClr val="tx1">
                    <a:lumMod val="65000"/>
                    <a:lumOff val="35000"/>
                  </a:schemeClr>
                </a:solidFill>
              </a:rPr>
              <a:t>// trong thuật toán này, </a:t>
            </a:r>
            <a:r>
              <a:rPr lang="vi-VN" i="1">
                <a:solidFill>
                  <a:schemeClr val="tx1">
                    <a:lumMod val="65000"/>
                    <a:lumOff val="35000"/>
                  </a:schemeClr>
                </a:solidFill>
              </a:rPr>
              <a:t>O </a:t>
            </a:r>
            <a:r>
              <a:rPr lang="vi-VN">
                <a:solidFill>
                  <a:schemeClr val="tx1">
                    <a:lumMod val="65000"/>
                    <a:lumOff val="35000"/>
                  </a:schemeClr>
                </a:solidFill>
              </a:rPr>
              <a:t>là hàng đợi FIFO </a:t>
            </a:r>
          </a:p>
          <a:p>
            <a:pPr marL="0" indent="0">
              <a:buNone/>
            </a:pPr>
            <a:r>
              <a:rPr lang="vi-VN"/>
              <a:t>-----------------------------</a:t>
            </a:r>
            <a:br>
              <a:rPr lang="vi-VN"/>
            </a:br>
            <a:r>
              <a:rPr lang="vi-VN">
                <a:solidFill>
                  <a:srgbClr val="26902B"/>
                </a:solidFill>
              </a:rPr>
              <a:t>While (</a:t>
            </a:r>
            <a:r>
              <a:rPr lang="vi-VN" i="1">
                <a:solidFill>
                  <a:srgbClr val="26902B"/>
                </a:solidFill>
              </a:rPr>
              <a:t>O </a:t>
            </a:r>
            <a:r>
              <a:rPr lang="vi-VN">
                <a:solidFill>
                  <a:srgbClr val="26902B"/>
                </a:solidFill>
              </a:rPr>
              <a:t>không rỗng) do </a:t>
            </a:r>
          </a:p>
          <a:p>
            <a:pPr marL="842962" lvl="1" indent="-457200">
              <a:buFont typeface="+mj-lt"/>
              <a:buAutoNum type="arabicPeriod"/>
            </a:pPr>
            <a:r>
              <a:rPr lang="vi-VN" sz="2400">
                <a:solidFill>
                  <a:srgbClr val="C00000"/>
                </a:solidFill>
              </a:rPr>
              <a:t>Chọn nút đầu tiên </a:t>
            </a:r>
            <a:r>
              <a:rPr lang="vi-VN" sz="2400" i="1">
                <a:solidFill>
                  <a:srgbClr val="C00000"/>
                </a:solidFill>
              </a:rPr>
              <a:t>n </a:t>
            </a:r>
            <a:r>
              <a:rPr lang="vi-VN" sz="2400">
                <a:solidFill>
                  <a:srgbClr val="C00000"/>
                </a:solidFill>
              </a:rPr>
              <a:t>từ </a:t>
            </a:r>
            <a:r>
              <a:rPr lang="vi-VN" sz="2400" i="1">
                <a:solidFill>
                  <a:srgbClr val="C00000"/>
                </a:solidFill>
              </a:rPr>
              <a:t>O </a:t>
            </a:r>
            <a:r>
              <a:rPr lang="vi-VN" sz="2400">
                <a:solidFill>
                  <a:srgbClr val="C00000"/>
                </a:solidFill>
              </a:rPr>
              <a:t>và xóa </a:t>
            </a:r>
            <a:r>
              <a:rPr lang="vi-VN" sz="2400" i="1">
                <a:solidFill>
                  <a:srgbClr val="C00000"/>
                </a:solidFill>
              </a:rPr>
              <a:t>n </a:t>
            </a:r>
            <a:r>
              <a:rPr lang="vi-VN" sz="2400">
                <a:solidFill>
                  <a:srgbClr val="C00000"/>
                </a:solidFill>
              </a:rPr>
              <a:t>khỏi </a:t>
            </a:r>
            <a:r>
              <a:rPr lang="vi-VN" sz="2400" i="1">
                <a:solidFill>
                  <a:srgbClr val="C00000"/>
                </a:solidFill>
              </a:rPr>
              <a:t>O </a:t>
            </a:r>
            <a:endParaRPr lang="vi-VN" sz="2400">
              <a:solidFill>
                <a:srgbClr val="C00000"/>
              </a:solidFill>
            </a:endParaRPr>
          </a:p>
          <a:p>
            <a:pPr marL="842962" lvl="1" indent="-457200">
              <a:buFont typeface="+mj-lt"/>
              <a:buAutoNum type="arabicPeriod"/>
            </a:pPr>
            <a:r>
              <a:rPr lang="vi-VN" sz="2400">
                <a:solidFill>
                  <a:srgbClr val="C00000"/>
                </a:solidFill>
              </a:rPr>
              <a:t>If </a:t>
            </a:r>
            <a:r>
              <a:rPr lang="vi-VN" sz="2400" i="1">
                <a:solidFill>
                  <a:srgbClr val="C00000"/>
                </a:solidFill>
              </a:rPr>
              <a:t>n </a:t>
            </a:r>
            <a:r>
              <a:rPr lang="vi-VN" sz="2400">
                <a:solidFill>
                  <a:srgbClr val="C00000"/>
                </a:solidFill>
              </a:rPr>
              <a:t>∈ </a:t>
            </a:r>
            <a:r>
              <a:rPr lang="vi-VN" sz="2400" i="1">
                <a:solidFill>
                  <a:srgbClr val="C00000"/>
                </a:solidFill>
              </a:rPr>
              <a:t>G</a:t>
            </a:r>
            <a:r>
              <a:rPr lang="vi-VN" sz="2400">
                <a:solidFill>
                  <a:srgbClr val="C00000"/>
                </a:solidFill>
              </a:rPr>
              <a:t>, return (đường đi tới n) </a:t>
            </a:r>
          </a:p>
          <a:p>
            <a:pPr marL="842962" lvl="1" indent="-457200">
              <a:buFont typeface="+mj-lt"/>
              <a:buAutoNum type="arabicPeriod"/>
            </a:pPr>
            <a:r>
              <a:rPr lang="vi-VN" sz="2400">
                <a:solidFill>
                  <a:srgbClr val="C00000"/>
                </a:solidFill>
              </a:rPr>
              <a:t>Thêm </a:t>
            </a:r>
            <a:r>
              <a:rPr lang="vi-VN" sz="2400" i="1">
                <a:solidFill>
                  <a:srgbClr val="C00000"/>
                </a:solidFill>
              </a:rPr>
              <a:t>P</a:t>
            </a:r>
            <a:r>
              <a:rPr lang="vi-VN" sz="2400">
                <a:solidFill>
                  <a:srgbClr val="C00000"/>
                </a:solidFill>
              </a:rPr>
              <a:t>(</a:t>
            </a:r>
            <a:r>
              <a:rPr lang="vi-VN" sz="2400" i="1">
                <a:solidFill>
                  <a:srgbClr val="C00000"/>
                </a:solidFill>
              </a:rPr>
              <a:t>n</a:t>
            </a:r>
            <a:r>
              <a:rPr lang="vi-VN" sz="2400">
                <a:solidFill>
                  <a:srgbClr val="C00000"/>
                </a:solidFill>
              </a:rPr>
              <a:t>) vào cuối </a:t>
            </a:r>
            <a:r>
              <a:rPr lang="vi-VN" sz="2400" i="1">
                <a:solidFill>
                  <a:srgbClr val="C00000"/>
                </a:solidFill>
              </a:rPr>
              <a:t>O </a:t>
            </a:r>
            <a:endParaRPr lang="vi-VN" sz="2400">
              <a:solidFill>
                <a:srgbClr val="C00000"/>
              </a:solidFill>
            </a:endParaRPr>
          </a:p>
          <a:p>
            <a:pPr marL="0" indent="0">
              <a:buNone/>
            </a:pPr>
            <a:r>
              <a:rPr lang="vi-VN">
                <a:solidFill>
                  <a:srgbClr val="26902B"/>
                </a:solidFill>
              </a:rPr>
              <a:t>Return: Không có lời giải </a:t>
            </a:r>
          </a:p>
          <a:p>
            <a:endParaRPr lang="vi-VN" sz="2000"/>
          </a:p>
        </p:txBody>
      </p:sp>
      <p:sp>
        <p:nvSpPr>
          <p:cNvPr id="4" name="Slide Number Placeholder 3">
            <a:extLst>
              <a:ext uri="{FF2B5EF4-FFF2-40B4-BE49-F238E27FC236}">
                <a16:creationId xmlns:a16="http://schemas.microsoft.com/office/drawing/2014/main" id="{46AC87D5-F5BD-6442-9737-800526A426C1}"/>
              </a:ext>
            </a:extLst>
          </p:cNvPr>
          <p:cNvSpPr>
            <a:spLocks noGrp="1"/>
          </p:cNvSpPr>
          <p:nvPr>
            <p:ph type="sldNum" sz="quarter" idx="12"/>
          </p:nvPr>
        </p:nvSpPr>
        <p:spPr/>
        <p:txBody>
          <a:bodyPr/>
          <a:lstStyle/>
          <a:p>
            <a:fld id="{DA8C51A7-BEEA-471D-933F-7E35BC04A30F}" type="slidenum">
              <a:rPr lang="en-US"/>
              <a:pPr/>
              <a:t>10</a:t>
            </a:fld>
            <a:endParaRPr lang="en-US"/>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F622B1C8-E256-A54A-A49C-D174CD148D21}"/>
                  </a:ext>
                </a:extLst>
              </p14:cNvPr>
              <p14:cNvContentPartPr/>
              <p14:nvPr/>
            </p14:nvContentPartPr>
            <p14:xfrm>
              <a:off x="8054640" y="4499640"/>
              <a:ext cx="2520" cy="360"/>
            </p14:xfrm>
          </p:contentPart>
        </mc:Choice>
        <mc:Fallback>
          <p:pic>
            <p:nvPicPr>
              <p:cNvPr id="5" name="Ink 4">
                <a:extLst>
                  <a:ext uri="{FF2B5EF4-FFF2-40B4-BE49-F238E27FC236}">
                    <a16:creationId xmlns:a16="http://schemas.microsoft.com/office/drawing/2014/main" id="{F622B1C8-E256-A54A-A49C-D174CD148D21}"/>
                  </a:ext>
                </a:extLst>
              </p:cNvPr>
              <p:cNvPicPr/>
              <p:nvPr/>
            </p:nvPicPr>
            <p:blipFill>
              <a:blip r:embed="rId4"/>
              <a:stretch>
                <a:fillRect/>
              </a:stretch>
            </p:blipFill>
            <p:spPr>
              <a:xfrm>
                <a:off x="8045280" y="4490280"/>
                <a:ext cx="21240" cy="19080"/>
              </a:xfrm>
              <a:prstGeom prst="rect">
                <a:avLst/>
              </a:prstGeom>
            </p:spPr>
          </p:pic>
        </mc:Fallback>
      </mc:AlternateContent>
    </p:spTree>
    <p:extLst>
      <p:ext uri="{BB962C8B-B14F-4D97-AF65-F5344CB8AC3E}">
        <p14:creationId xmlns:p14="http://schemas.microsoft.com/office/powerpoint/2010/main" val="271480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266B8A8-8166-3543-80AE-E0FBE3119AF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803" y="1268760"/>
            <a:ext cx="5066418" cy="3105224"/>
          </a:xfrm>
        </p:spPr>
      </p:pic>
      <p:sp>
        <p:nvSpPr>
          <p:cNvPr id="2" name="Title 1">
            <a:extLst>
              <a:ext uri="{FF2B5EF4-FFF2-40B4-BE49-F238E27FC236}">
                <a16:creationId xmlns:a16="http://schemas.microsoft.com/office/drawing/2014/main" id="{A56459D0-040A-114C-84A0-C018588A8EC8}"/>
              </a:ext>
            </a:extLst>
          </p:cNvPr>
          <p:cNvSpPr>
            <a:spLocks noGrp="1"/>
          </p:cNvSpPr>
          <p:nvPr>
            <p:ph type="title"/>
          </p:nvPr>
        </p:nvSpPr>
        <p:spPr>
          <a:xfrm>
            <a:off x="706438" y="188640"/>
            <a:ext cx="8874125" cy="1325563"/>
          </a:xfrm>
        </p:spPr>
        <p:txBody>
          <a:bodyPr/>
          <a:lstStyle/>
          <a:p>
            <a:r>
              <a:rPr lang="en-US"/>
              <a:t>Tìm kiếm theo chiều rộng (tiếp)</a:t>
            </a:r>
          </a:p>
        </p:txBody>
      </p:sp>
      <p:sp>
        <p:nvSpPr>
          <p:cNvPr id="4" name="Slide Number Placeholder 3">
            <a:extLst>
              <a:ext uri="{FF2B5EF4-FFF2-40B4-BE49-F238E27FC236}">
                <a16:creationId xmlns:a16="http://schemas.microsoft.com/office/drawing/2014/main" id="{46AC87D5-F5BD-6442-9737-800526A426C1}"/>
              </a:ext>
            </a:extLst>
          </p:cNvPr>
          <p:cNvSpPr>
            <a:spLocks noGrp="1"/>
          </p:cNvSpPr>
          <p:nvPr>
            <p:ph type="sldNum" sz="quarter" idx="12"/>
          </p:nvPr>
        </p:nvSpPr>
        <p:spPr/>
        <p:txBody>
          <a:bodyPr/>
          <a:lstStyle/>
          <a:p>
            <a:fld id="{DA8C51A7-BEEA-471D-933F-7E35BC04A30F}" type="slidenum">
              <a:rPr lang="en-US"/>
              <a:pPr/>
              <a:t>11</a:t>
            </a:fld>
            <a:endParaRPr lang="en-US"/>
          </a:p>
        </p:txBody>
      </p:sp>
      <p:pic>
        <p:nvPicPr>
          <p:cNvPr id="9" name="Picture 8">
            <a:extLst>
              <a:ext uri="{FF2B5EF4-FFF2-40B4-BE49-F238E27FC236}">
                <a16:creationId xmlns:a16="http://schemas.microsoft.com/office/drawing/2014/main" id="{3D79D630-A570-A244-ABF8-1ED4D80C8A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3644" y="2348880"/>
            <a:ext cx="5714472" cy="2833943"/>
          </a:xfrm>
          <a:prstGeom prst="rect">
            <a:avLst/>
          </a:prstGeom>
        </p:spPr>
      </p:pic>
      <p:sp>
        <p:nvSpPr>
          <p:cNvPr id="11" name="TextBox 10">
            <a:extLst>
              <a:ext uri="{FF2B5EF4-FFF2-40B4-BE49-F238E27FC236}">
                <a16:creationId xmlns:a16="http://schemas.microsoft.com/office/drawing/2014/main" id="{78C6C3C8-BB17-8A4F-B956-2EC20D8F525F}"/>
              </a:ext>
            </a:extLst>
          </p:cNvPr>
          <p:cNvSpPr txBox="1"/>
          <p:nvPr/>
        </p:nvSpPr>
        <p:spPr>
          <a:xfrm>
            <a:off x="4207396" y="5446421"/>
            <a:ext cx="5884944" cy="646331"/>
          </a:xfrm>
          <a:prstGeom prst="rect">
            <a:avLst/>
          </a:prstGeom>
          <a:noFill/>
        </p:spPr>
        <p:txBody>
          <a:bodyPr wrap="none" rtlCol="0">
            <a:spAutoFit/>
          </a:bodyPr>
          <a:lstStyle/>
          <a:p>
            <a:r>
              <a:rPr lang="en-US">
                <a:solidFill>
                  <a:srgbClr val="BA2212"/>
                </a:solidFill>
              </a:rPr>
              <a:t>Cây được thể hiện từ trái qua phải, từ trên xuống dưới</a:t>
            </a:r>
          </a:p>
          <a:p>
            <a:r>
              <a:rPr lang="en-US">
                <a:solidFill>
                  <a:srgbClr val="BA2212"/>
                </a:solidFill>
              </a:rPr>
              <a:t>Nút mở rộng tiếp theo được thể hiện bằng mũi tên</a:t>
            </a:r>
          </a:p>
        </p:txBody>
      </p:sp>
    </p:spTree>
    <p:extLst>
      <p:ext uri="{BB962C8B-B14F-4D97-AF65-F5344CB8AC3E}">
        <p14:creationId xmlns:p14="http://schemas.microsoft.com/office/powerpoint/2010/main" val="374683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459D0-040A-114C-84A0-C018588A8EC8}"/>
              </a:ext>
            </a:extLst>
          </p:cNvPr>
          <p:cNvSpPr>
            <a:spLocks noGrp="1"/>
          </p:cNvSpPr>
          <p:nvPr>
            <p:ph type="title"/>
          </p:nvPr>
        </p:nvSpPr>
        <p:spPr>
          <a:xfrm>
            <a:off x="706438" y="485503"/>
            <a:ext cx="8874125" cy="758542"/>
          </a:xfrm>
        </p:spPr>
        <p:txBody>
          <a:bodyPr/>
          <a:lstStyle/>
          <a:p>
            <a:r>
              <a:rPr lang="en-US"/>
              <a:t>Tìm kiếm theo chiều rộng (tiếp)</a:t>
            </a:r>
          </a:p>
        </p:txBody>
      </p:sp>
      <p:sp>
        <p:nvSpPr>
          <p:cNvPr id="4" name="Slide Number Placeholder 3">
            <a:extLst>
              <a:ext uri="{FF2B5EF4-FFF2-40B4-BE49-F238E27FC236}">
                <a16:creationId xmlns:a16="http://schemas.microsoft.com/office/drawing/2014/main" id="{46AC87D5-F5BD-6442-9737-800526A426C1}"/>
              </a:ext>
            </a:extLst>
          </p:cNvPr>
          <p:cNvSpPr>
            <a:spLocks noGrp="1"/>
          </p:cNvSpPr>
          <p:nvPr>
            <p:ph type="sldNum" sz="quarter" idx="12"/>
          </p:nvPr>
        </p:nvSpPr>
        <p:spPr/>
        <p:txBody>
          <a:bodyPr/>
          <a:lstStyle/>
          <a:p>
            <a:fld id="{DA8C51A7-BEEA-471D-933F-7E35BC04A30F}" type="slidenum">
              <a:rPr lang="en-US"/>
              <a:pPr/>
              <a:t>12</a:t>
            </a:fld>
            <a:endParaRPr lang="en-US"/>
          </a:p>
        </p:txBody>
      </p:sp>
      <p:graphicFrame>
        <p:nvGraphicFramePr>
          <p:cNvPr id="6" name="Content Placeholder 5">
            <a:extLst>
              <a:ext uri="{FF2B5EF4-FFF2-40B4-BE49-F238E27FC236}">
                <a16:creationId xmlns:a16="http://schemas.microsoft.com/office/drawing/2014/main" id="{B19BCB8B-D577-5A48-A16A-9FDAE687EB1F}"/>
              </a:ext>
            </a:extLst>
          </p:cNvPr>
          <p:cNvGraphicFramePr>
            <a:graphicFrameLocks noGrp="1"/>
          </p:cNvGraphicFramePr>
          <p:nvPr>
            <p:ph idx="1"/>
            <p:extLst>
              <p:ext uri="{D42A27DB-BD31-4B8C-83A1-F6EECF244321}">
                <p14:modId xmlns:p14="http://schemas.microsoft.com/office/powerpoint/2010/main" val="1116005910"/>
              </p:ext>
            </p:extLst>
          </p:nvPr>
        </p:nvGraphicFramePr>
        <p:xfrm>
          <a:off x="706438" y="1228641"/>
          <a:ext cx="9045574" cy="4486810"/>
        </p:xfrm>
        <a:graphic>
          <a:graphicData uri="http://schemas.openxmlformats.org/drawingml/2006/table">
            <a:tbl>
              <a:tblPr firstRow="1" bandRow="1">
                <a:tableStyleId>{5C22544A-7EE6-4342-B048-85BDC9FD1C3A}</a:tableStyleId>
              </a:tblPr>
              <a:tblGrid>
                <a:gridCol w="3428950">
                  <a:extLst>
                    <a:ext uri="{9D8B030D-6E8A-4147-A177-3AD203B41FA5}">
                      <a16:colId xmlns:a16="http://schemas.microsoft.com/office/drawing/2014/main" val="409213381"/>
                    </a:ext>
                  </a:extLst>
                </a:gridCol>
                <a:gridCol w="5616624">
                  <a:extLst>
                    <a:ext uri="{9D8B030D-6E8A-4147-A177-3AD203B41FA5}">
                      <a16:colId xmlns:a16="http://schemas.microsoft.com/office/drawing/2014/main" val="3199781647"/>
                    </a:ext>
                  </a:extLst>
                </a:gridCol>
              </a:tblGrid>
              <a:tr h="52441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vi-VN" sz="1600" b="1" kern="1200">
                          <a:solidFill>
                            <a:schemeClr val="lt1"/>
                          </a:solidFill>
                          <a:effectLst/>
                          <a:latin typeface="+mn-lt"/>
                          <a:ea typeface="+mn-ea"/>
                          <a:cs typeface="+mn-cs"/>
                        </a:rPr>
                        <a:t>Nút được mở rộng </a:t>
                      </a:r>
                      <a:endParaRPr lang="vi-VN" sz="1600"/>
                    </a:p>
                  </a:txBody>
                  <a:tcPr anchor="ct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vi-VN" sz="1600" b="1" kern="1200">
                          <a:solidFill>
                            <a:schemeClr val="lt1"/>
                          </a:solidFill>
                          <a:effectLst/>
                          <a:latin typeface="+mn-lt"/>
                          <a:ea typeface="+mn-ea"/>
                          <a:cs typeface="+mn-cs"/>
                        </a:rPr>
                        <a:t>Tập biên O (hàng đợi FIFO trong trường hợp này) </a:t>
                      </a:r>
                      <a:endParaRPr lang="vi-VN" sz="1600"/>
                    </a:p>
                  </a:txBody>
                  <a:tcPr anchor="ctr"/>
                </a:tc>
                <a:extLst>
                  <a:ext uri="{0D108BD9-81ED-4DB2-BD59-A6C34878D82A}">
                    <a16:rowId xmlns:a16="http://schemas.microsoft.com/office/drawing/2014/main" val="3820698740"/>
                  </a:ext>
                </a:extLst>
              </a:tr>
              <a:tr h="370840">
                <a:tc>
                  <a:txBody>
                    <a:bodyPr/>
                    <a:lstStyle/>
                    <a:p>
                      <a:pPr algn="ctr"/>
                      <a:endParaRPr lang="en-US" sz="2000"/>
                    </a:p>
                  </a:txBody>
                  <a:tcPr/>
                </a:tc>
                <a:tc>
                  <a:txBody>
                    <a:bodyPr/>
                    <a:lstStyle/>
                    <a:p>
                      <a:pPr algn="ctr"/>
                      <a:r>
                        <a:rPr lang="en-US" sz="2000"/>
                        <a:t>S</a:t>
                      </a:r>
                    </a:p>
                  </a:txBody>
                  <a:tcPr/>
                </a:tc>
                <a:extLst>
                  <a:ext uri="{0D108BD9-81ED-4DB2-BD59-A6C34878D82A}">
                    <a16:rowId xmlns:a16="http://schemas.microsoft.com/office/drawing/2014/main" val="384083863"/>
                  </a:ext>
                </a:extLst>
              </a:tr>
              <a:tr h="370840">
                <a:tc>
                  <a:txBody>
                    <a:bodyPr/>
                    <a:lstStyle/>
                    <a:p>
                      <a:pPr algn="ctr"/>
                      <a:r>
                        <a:rPr lang="en-US" sz="2000"/>
                        <a:t>S</a:t>
                      </a:r>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A</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 B</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 C</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 E</a:t>
                      </a:r>
                      <a:r>
                        <a:rPr lang="en-US" sz="2000" kern="1200" baseline="-25000">
                          <a:solidFill>
                            <a:schemeClr val="dk1"/>
                          </a:solidFill>
                          <a:effectLst/>
                          <a:latin typeface="+mn-lt"/>
                          <a:ea typeface="+mn-ea"/>
                          <a:cs typeface="+mn-cs"/>
                        </a:rPr>
                        <a:t>S</a:t>
                      </a:r>
                      <a:endParaRPr lang="en-US" sz="2000" baseline="-25000"/>
                    </a:p>
                  </a:txBody>
                  <a:tcPr/>
                </a:tc>
                <a:extLst>
                  <a:ext uri="{0D108BD9-81ED-4DB2-BD59-A6C34878D82A}">
                    <a16:rowId xmlns:a16="http://schemas.microsoft.com/office/drawing/2014/main" val="1844446174"/>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A</a:t>
                      </a:r>
                      <a:r>
                        <a:rPr lang="en-US" sz="2000" kern="1200" baseline="-25000">
                          <a:solidFill>
                            <a:schemeClr val="dk1"/>
                          </a:solidFill>
                          <a:effectLst/>
                          <a:latin typeface="+mn-lt"/>
                          <a:ea typeface="+mn-ea"/>
                          <a:cs typeface="+mn-cs"/>
                        </a:rPr>
                        <a:t>S</a:t>
                      </a:r>
                      <a:endParaRPr lang="en-US" sz="2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B</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 C</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 E</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D</a:t>
                      </a:r>
                      <a:r>
                        <a:rPr lang="en-US" sz="2000" kern="1200" baseline="-25000">
                          <a:solidFill>
                            <a:schemeClr val="dk1"/>
                          </a:solidFill>
                          <a:effectLst/>
                          <a:latin typeface="+mn-lt"/>
                          <a:ea typeface="+mn-ea"/>
                          <a:cs typeface="+mn-cs"/>
                        </a:rPr>
                        <a:t>A</a:t>
                      </a:r>
                      <a:endParaRPr lang="en-US" sz="2000" baseline="-25000"/>
                    </a:p>
                  </a:txBody>
                  <a:tcPr/>
                </a:tc>
                <a:extLst>
                  <a:ext uri="{0D108BD9-81ED-4DB2-BD59-A6C34878D82A}">
                    <a16:rowId xmlns:a16="http://schemas.microsoft.com/office/drawing/2014/main" val="3319762897"/>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B</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a:t>
                      </a:r>
                      <a:endParaRPr lang="en-US" sz="2000"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C</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 E</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D</a:t>
                      </a:r>
                      <a:r>
                        <a:rPr lang="en-US" sz="2000" kern="1200" baseline="-25000">
                          <a:solidFill>
                            <a:schemeClr val="dk1"/>
                          </a:solidFill>
                          <a:effectLst/>
                          <a:latin typeface="+mn-lt"/>
                          <a:ea typeface="+mn-ea"/>
                          <a:cs typeface="+mn-cs"/>
                        </a:rPr>
                        <a:t>A</a:t>
                      </a:r>
                      <a:r>
                        <a:rPr lang="en-US" sz="2000" kern="1200">
                          <a:solidFill>
                            <a:schemeClr val="dk1"/>
                          </a:solidFill>
                          <a:effectLst/>
                          <a:latin typeface="+mn-lt"/>
                          <a:ea typeface="+mn-ea"/>
                          <a:cs typeface="+mn-cs"/>
                        </a:rPr>
                        <a:t>, F</a:t>
                      </a:r>
                      <a:r>
                        <a:rPr lang="en-US" sz="2000" kern="1200" baseline="-25000">
                          <a:solidFill>
                            <a:schemeClr val="dk1"/>
                          </a:solidFill>
                          <a:effectLst/>
                          <a:latin typeface="+mn-lt"/>
                          <a:ea typeface="+mn-ea"/>
                          <a:cs typeface="+mn-cs"/>
                        </a:rPr>
                        <a:t>B</a:t>
                      </a:r>
                      <a:endParaRPr lang="en-US" sz="2000" baseline="-25000"/>
                    </a:p>
                  </a:txBody>
                  <a:tcPr/>
                </a:tc>
                <a:extLst>
                  <a:ext uri="{0D108BD9-81ED-4DB2-BD59-A6C34878D82A}">
                    <a16:rowId xmlns:a16="http://schemas.microsoft.com/office/drawing/2014/main" val="4146622525"/>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C</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a:t>
                      </a:r>
                      <a:endParaRPr lang="en-US" sz="2000"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E</a:t>
                      </a:r>
                      <a:r>
                        <a:rPr lang="en-US" sz="2000" kern="1200" baseline="-25000">
                          <a:solidFill>
                            <a:schemeClr val="dk1"/>
                          </a:solidFill>
                          <a:effectLst/>
                          <a:latin typeface="+mn-lt"/>
                          <a:ea typeface="+mn-ea"/>
                          <a:cs typeface="+mn-cs"/>
                        </a:rPr>
                        <a:t>S</a:t>
                      </a:r>
                      <a:r>
                        <a:rPr lang="en-US" sz="2000" kern="1200">
                          <a:solidFill>
                            <a:schemeClr val="dk1"/>
                          </a:solidFill>
                          <a:effectLst/>
                          <a:latin typeface="+mn-lt"/>
                          <a:ea typeface="+mn-ea"/>
                          <a:cs typeface="+mn-cs"/>
                        </a:rPr>
                        <a:t> , D</a:t>
                      </a:r>
                      <a:r>
                        <a:rPr lang="en-US" sz="2000" kern="1200" baseline="-25000">
                          <a:solidFill>
                            <a:schemeClr val="dk1"/>
                          </a:solidFill>
                          <a:effectLst/>
                          <a:latin typeface="+mn-lt"/>
                          <a:ea typeface="+mn-ea"/>
                          <a:cs typeface="+mn-cs"/>
                        </a:rPr>
                        <a:t>A</a:t>
                      </a:r>
                      <a:r>
                        <a:rPr lang="en-US" sz="2000" kern="1200">
                          <a:solidFill>
                            <a:schemeClr val="dk1"/>
                          </a:solidFill>
                          <a:effectLst/>
                          <a:latin typeface="+mn-lt"/>
                          <a:ea typeface="+mn-ea"/>
                          <a:cs typeface="+mn-cs"/>
                        </a:rPr>
                        <a:t>, F</a:t>
                      </a:r>
                      <a:r>
                        <a:rPr lang="en-US" sz="2000" kern="1200" baseline="-25000">
                          <a:solidFill>
                            <a:schemeClr val="dk1"/>
                          </a:solidFill>
                          <a:effectLst/>
                          <a:latin typeface="+mn-lt"/>
                          <a:ea typeface="+mn-ea"/>
                          <a:cs typeface="+mn-cs"/>
                        </a:rPr>
                        <a:t>B</a:t>
                      </a:r>
                      <a:r>
                        <a:rPr lang="en-US" sz="2000" kern="1200">
                          <a:solidFill>
                            <a:schemeClr val="dk1"/>
                          </a:solidFill>
                          <a:effectLst/>
                          <a:latin typeface="+mn-lt"/>
                          <a:ea typeface="+mn-ea"/>
                          <a:cs typeface="+mn-cs"/>
                        </a:rPr>
                        <a:t> , H</a:t>
                      </a:r>
                      <a:r>
                        <a:rPr lang="en-US" sz="2000" kern="1200" baseline="-25000">
                          <a:solidFill>
                            <a:schemeClr val="dk1"/>
                          </a:solidFill>
                          <a:effectLst/>
                          <a:latin typeface="+mn-lt"/>
                          <a:ea typeface="+mn-ea"/>
                          <a:cs typeface="+mn-cs"/>
                        </a:rPr>
                        <a:t>C</a:t>
                      </a:r>
                      <a:endParaRPr lang="en-US" sz="2000" baseline="-25000"/>
                    </a:p>
                  </a:txBody>
                  <a:tcPr/>
                </a:tc>
                <a:extLst>
                  <a:ext uri="{0D108BD9-81ED-4DB2-BD59-A6C34878D82A}">
                    <a16:rowId xmlns:a16="http://schemas.microsoft.com/office/drawing/2014/main" val="4207062134"/>
                  </a:ext>
                </a:extLst>
              </a:tr>
              <a:tr h="370840">
                <a:tc>
                  <a:txBody>
                    <a:bodyPr/>
                    <a:lstStyle/>
                    <a:p>
                      <a:pPr algn="ctr"/>
                      <a:r>
                        <a:rPr lang="en-US" sz="2000" kern="1200">
                          <a:solidFill>
                            <a:schemeClr val="dk1"/>
                          </a:solidFill>
                          <a:effectLst/>
                          <a:latin typeface="+mn-lt"/>
                          <a:ea typeface="+mn-ea"/>
                          <a:cs typeface="+mn-cs"/>
                        </a:rPr>
                        <a:t>E</a:t>
                      </a:r>
                      <a:r>
                        <a:rPr lang="en-US" sz="2000" kern="1200" baseline="-25000">
                          <a:solidFill>
                            <a:schemeClr val="dk1"/>
                          </a:solidFill>
                          <a:effectLst/>
                          <a:latin typeface="+mn-lt"/>
                          <a:ea typeface="+mn-ea"/>
                          <a:cs typeface="+mn-cs"/>
                        </a:rPr>
                        <a:t>S</a:t>
                      </a:r>
                      <a:endParaRPr lang="en-US" sz="2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D</a:t>
                      </a:r>
                      <a:r>
                        <a:rPr lang="en-US" sz="2000" kern="1200" baseline="-25000">
                          <a:solidFill>
                            <a:schemeClr val="dk1"/>
                          </a:solidFill>
                          <a:effectLst/>
                          <a:latin typeface="+mn-lt"/>
                          <a:ea typeface="+mn-ea"/>
                          <a:cs typeface="+mn-cs"/>
                        </a:rPr>
                        <a:t>A</a:t>
                      </a:r>
                      <a:r>
                        <a:rPr lang="en-US" sz="2000" kern="1200">
                          <a:solidFill>
                            <a:schemeClr val="dk1"/>
                          </a:solidFill>
                          <a:effectLst/>
                          <a:latin typeface="+mn-lt"/>
                          <a:ea typeface="+mn-ea"/>
                          <a:cs typeface="+mn-cs"/>
                        </a:rPr>
                        <a:t> , F</a:t>
                      </a:r>
                      <a:r>
                        <a:rPr lang="en-US" sz="2000" kern="1200" baseline="-25000">
                          <a:solidFill>
                            <a:schemeClr val="dk1"/>
                          </a:solidFill>
                          <a:effectLst/>
                          <a:latin typeface="+mn-lt"/>
                          <a:ea typeface="+mn-ea"/>
                          <a:cs typeface="+mn-cs"/>
                        </a:rPr>
                        <a:t>B</a:t>
                      </a:r>
                      <a:r>
                        <a:rPr lang="en-US" sz="2000" kern="1200">
                          <a:solidFill>
                            <a:schemeClr val="dk1"/>
                          </a:solidFill>
                          <a:effectLst/>
                          <a:latin typeface="+mn-lt"/>
                          <a:ea typeface="+mn-ea"/>
                          <a:cs typeface="+mn-cs"/>
                        </a:rPr>
                        <a:t>, H</a:t>
                      </a:r>
                      <a:r>
                        <a:rPr lang="en-US" sz="2000" kern="1200" baseline="-25000">
                          <a:solidFill>
                            <a:schemeClr val="dk1"/>
                          </a:solidFill>
                          <a:effectLst/>
                          <a:latin typeface="+mn-lt"/>
                          <a:ea typeface="+mn-ea"/>
                          <a:cs typeface="+mn-cs"/>
                        </a:rPr>
                        <a:t>C</a:t>
                      </a:r>
                      <a:r>
                        <a:rPr lang="en-US" sz="2000" kern="1200">
                          <a:solidFill>
                            <a:schemeClr val="dk1"/>
                          </a:solidFill>
                          <a:effectLst/>
                          <a:latin typeface="+mn-lt"/>
                          <a:ea typeface="+mn-ea"/>
                          <a:cs typeface="+mn-cs"/>
                        </a:rPr>
                        <a:t> , G</a:t>
                      </a:r>
                      <a:r>
                        <a:rPr lang="en-US" sz="2000" kern="1200" baseline="-25000">
                          <a:solidFill>
                            <a:schemeClr val="dk1"/>
                          </a:solidFill>
                          <a:effectLst/>
                          <a:latin typeface="+mn-lt"/>
                          <a:ea typeface="+mn-ea"/>
                          <a:cs typeface="+mn-cs"/>
                        </a:rPr>
                        <a:t>E</a:t>
                      </a:r>
                      <a:endParaRPr lang="en-US" sz="2000" baseline="-25000"/>
                    </a:p>
                  </a:txBody>
                  <a:tcPr/>
                </a:tc>
                <a:extLst>
                  <a:ext uri="{0D108BD9-81ED-4DB2-BD59-A6C34878D82A}">
                    <a16:rowId xmlns:a16="http://schemas.microsoft.com/office/drawing/2014/main" val="801811760"/>
                  </a:ext>
                </a:extLst>
              </a:tr>
              <a:tr h="370840">
                <a:tc>
                  <a:txBody>
                    <a:bodyPr/>
                    <a:lstStyle/>
                    <a:p>
                      <a:pPr algn="ctr"/>
                      <a:r>
                        <a:rPr lang="en-US" sz="2000" kern="1200">
                          <a:solidFill>
                            <a:schemeClr val="dk1"/>
                          </a:solidFill>
                          <a:effectLst/>
                          <a:latin typeface="+mn-lt"/>
                          <a:ea typeface="+mn-ea"/>
                          <a:cs typeface="+mn-cs"/>
                        </a:rPr>
                        <a:t>D</a:t>
                      </a:r>
                      <a:r>
                        <a:rPr lang="en-US" sz="2000" kern="1200" baseline="-25000">
                          <a:solidFill>
                            <a:schemeClr val="dk1"/>
                          </a:solidFill>
                          <a:effectLst/>
                          <a:latin typeface="+mn-lt"/>
                          <a:ea typeface="+mn-ea"/>
                          <a:cs typeface="+mn-cs"/>
                        </a:rPr>
                        <a:t>A</a:t>
                      </a:r>
                      <a:endParaRPr lang="en-US" sz="2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F</a:t>
                      </a:r>
                      <a:r>
                        <a:rPr lang="en-US" sz="2000" kern="1200" baseline="-25000">
                          <a:solidFill>
                            <a:schemeClr val="dk1"/>
                          </a:solidFill>
                          <a:effectLst/>
                          <a:latin typeface="+mn-lt"/>
                          <a:ea typeface="+mn-ea"/>
                          <a:cs typeface="+mn-cs"/>
                        </a:rPr>
                        <a:t>B</a:t>
                      </a:r>
                      <a:r>
                        <a:rPr lang="en-US" sz="2000" kern="1200">
                          <a:solidFill>
                            <a:schemeClr val="dk1"/>
                          </a:solidFill>
                          <a:effectLst/>
                          <a:latin typeface="+mn-lt"/>
                          <a:ea typeface="+mn-ea"/>
                          <a:cs typeface="+mn-cs"/>
                        </a:rPr>
                        <a:t>, H</a:t>
                      </a:r>
                      <a:r>
                        <a:rPr lang="en-US" sz="2000" kern="1200" baseline="-25000">
                          <a:solidFill>
                            <a:schemeClr val="dk1"/>
                          </a:solidFill>
                          <a:effectLst/>
                          <a:latin typeface="+mn-lt"/>
                          <a:ea typeface="+mn-ea"/>
                          <a:cs typeface="+mn-cs"/>
                        </a:rPr>
                        <a:t>C</a:t>
                      </a:r>
                      <a:r>
                        <a:rPr lang="en-US" sz="2000" kern="1200">
                          <a:solidFill>
                            <a:schemeClr val="dk1"/>
                          </a:solidFill>
                          <a:effectLst/>
                          <a:latin typeface="+mn-lt"/>
                          <a:ea typeface="+mn-ea"/>
                          <a:cs typeface="+mn-cs"/>
                        </a:rPr>
                        <a:t> , G</a:t>
                      </a:r>
                      <a:r>
                        <a:rPr lang="en-US" sz="2000" kern="1200" baseline="-25000">
                          <a:solidFill>
                            <a:schemeClr val="dk1"/>
                          </a:solidFill>
                          <a:effectLst/>
                          <a:latin typeface="+mn-lt"/>
                          <a:ea typeface="+mn-ea"/>
                          <a:cs typeface="+mn-cs"/>
                        </a:rPr>
                        <a:t>E</a:t>
                      </a:r>
                      <a:endParaRPr lang="en-US" sz="2000"/>
                    </a:p>
                  </a:txBody>
                  <a:tcPr/>
                </a:tc>
                <a:extLst>
                  <a:ext uri="{0D108BD9-81ED-4DB2-BD59-A6C34878D82A}">
                    <a16:rowId xmlns:a16="http://schemas.microsoft.com/office/drawing/2014/main" val="1603958775"/>
                  </a:ext>
                </a:extLst>
              </a:tr>
              <a:tr h="370840">
                <a:tc>
                  <a:txBody>
                    <a:bodyPr/>
                    <a:lstStyle/>
                    <a:p>
                      <a:pPr algn="ctr"/>
                      <a:r>
                        <a:rPr lang="en-US" sz="2000" kern="1200">
                          <a:solidFill>
                            <a:schemeClr val="dk1"/>
                          </a:solidFill>
                          <a:effectLst/>
                          <a:latin typeface="+mn-lt"/>
                          <a:ea typeface="+mn-ea"/>
                          <a:cs typeface="+mn-cs"/>
                        </a:rPr>
                        <a:t>F</a:t>
                      </a:r>
                      <a:r>
                        <a:rPr lang="en-US" sz="2000" kern="1200" baseline="-25000">
                          <a:solidFill>
                            <a:schemeClr val="dk1"/>
                          </a:solidFill>
                          <a:effectLst/>
                          <a:latin typeface="+mn-lt"/>
                          <a:ea typeface="+mn-ea"/>
                          <a:cs typeface="+mn-cs"/>
                        </a:rPr>
                        <a:t>B</a:t>
                      </a:r>
                      <a:endParaRPr lang="en-US" sz="2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H</a:t>
                      </a:r>
                      <a:r>
                        <a:rPr lang="en-US" sz="2000" kern="1200" baseline="-25000">
                          <a:solidFill>
                            <a:schemeClr val="dk1"/>
                          </a:solidFill>
                          <a:effectLst/>
                          <a:latin typeface="+mn-lt"/>
                          <a:ea typeface="+mn-ea"/>
                          <a:cs typeface="+mn-cs"/>
                        </a:rPr>
                        <a:t>C</a:t>
                      </a:r>
                      <a:r>
                        <a:rPr lang="en-US" sz="2000" kern="1200">
                          <a:solidFill>
                            <a:schemeClr val="dk1"/>
                          </a:solidFill>
                          <a:effectLst/>
                          <a:latin typeface="+mn-lt"/>
                          <a:ea typeface="+mn-ea"/>
                          <a:cs typeface="+mn-cs"/>
                        </a:rPr>
                        <a:t> , G</a:t>
                      </a:r>
                      <a:r>
                        <a:rPr lang="en-US" sz="2000" kern="1200" baseline="-25000">
                          <a:solidFill>
                            <a:schemeClr val="dk1"/>
                          </a:solidFill>
                          <a:effectLst/>
                          <a:latin typeface="+mn-lt"/>
                          <a:ea typeface="+mn-ea"/>
                          <a:cs typeface="+mn-cs"/>
                        </a:rPr>
                        <a:t>E</a:t>
                      </a:r>
                      <a:endParaRPr lang="en-US" sz="2000"/>
                    </a:p>
                  </a:txBody>
                  <a:tcPr/>
                </a:tc>
                <a:extLst>
                  <a:ext uri="{0D108BD9-81ED-4DB2-BD59-A6C34878D82A}">
                    <a16:rowId xmlns:a16="http://schemas.microsoft.com/office/drawing/2014/main" val="1430773954"/>
                  </a:ext>
                </a:extLst>
              </a:tr>
              <a:tr h="370840">
                <a:tc>
                  <a:txBody>
                    <a:bodyPr/>
                    <a:lstStyle/>
                    <a:p>
                      <a:pPr algn="ctr"/>
                      <a:r>
                        <a:rPr lang="en-US" sz="2000" kern="1200">
                          <a:solidFill>
                            <a:schemeClr val="dk1"/>
                          </a:solidFill>
                          <a:effectLst/>
                          <a:latin typeface="+mn-lt"/>
                          <a:ea typeface="+mn-ea"/>
                          <a:cs typeface="+mn-cs"/>
                        </a:rPr>
                        <a:t>H</a:t>
                      </a:r>
                      <a:r>
                        <a:rPr lang="en-US" sz="2000" kern="1200" baseline="-25000">
                          <a:solidFill>
                            <a:schemeClr val="dk1"/>
                          </a:solidFill>
                          <a:effectLst/>
                          <a:latin typeface="+mn-lt"/>
                          <a:ea typeface="+mn-ea"/>
                          <a:cs typeface="+mn-cs"/>
                        </a:rPr>
                        <a:t>C</a:t>
                      </a:r>
                      <a:endParaRPr lang="en-US" sz="2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G</a:t>
                      </a:r>
                      <a:r>
                        <a:rPr lang="en-US" sz="2000" kern="1200" baseline="-25000">
                          <a:solidFill>
                            <a:schemeClr val="dk1"/>
                          </a:solidFill>
                          <a:effectLst/>
                          <a:latin typeface="+mn-lt"/>
                          <a:ea typeface="+mn-ea"/>
                          <a:cs typeface="+mn-cs"/>
                        </a:rPr>
                        <a:t>E</a:t>
                      </a:r>
                      <a:endParaRPr lang="en-US" sz="2000"/>
                    </a:p>
                  </a:txBody>
                  <a:tcPr/>
                </a:tc>
                <a:extLst>
                  <a:ext uri="{0D108BD9-81ED-4DB2-BD59-A6C34878D82A}">
                    <a16:rowId xmlns:a16="http://schemas.microsoft.com/office/drawing/2014/main" val="703802093"/>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2000" kern="1200">
                          <a:solidFill>
                            <a:schemeClr val="dk1"/>
                          </a:solidFill>
                          <a:effectLst/>
                          <a:latin typeface="+mn-lt"/>
                          <a:ea typeface="+mn-ea"/>
                          <a:cs typeface="+mn-cs"/>
                        </a:rPr>
                        <a:t>G</a:t>
                      </a:r>
                      <a:r>
                        <a:rPr lang="en-US" sz="2000" kern="1200" baseline="-25000">
                          <a:solidFill>
                            <a:schemeClr val="dk1"/>
                          </a:solidFill>
                          <a:effectLst/>
                          <a:latin typeface="+mn-lt"/>
                          <a:ea typeface="+mn-ea"/>
                          <a:cs typeface="+mn-cs"/>
                        </a:rPr>
                        <a:t>E</a:t>
                      </a:r>
                      <a:endParaRPr lang="en-US" sz="2000"/>
                    </a:p>
                  </a:txBody>
                  <a:tcPr/>
                </a:tc>
                <a:tc>
                  <a:txBody>
                    <a:bodyPr/>
                    <a:lstStyle/>
                    <a:p>
                      <a:pPr algn="ctr"/>
                      <a:r>
                        <a:rPr lang="en-US" sz="2000"/>
                        <a:t>Đích</a:t>
                      </a:r>
                    </a:p>
                  </a:txBody>
                  <a:tcPr/>
                </a:tc>
                <a:extLst>
                  <a:ext uri="{0D108BD9-81ED-4DB2-BD59-A6C34878D82A}">
                    <a16:rowId xmlns:a16="http://schemas.microsoft.com/office/drawing/2014/main" val="3122943368"/>
                  </a:ext>
                </a:extLst>
              </a:tr>
            </a:tbl>
          </a:graphicData>
        </a:graphic>
      </p:graphicFrame>
      <p:sp>
        <p:nvSpPr>
          <p:cNvPr id="8" name="TextBox 7">
            <a:extLst>
              <a:ext uri="{FF2B5EF4-FFF2-40B4-BE49-F238E27FC236}">
                <a16:creationId xmlns:a16="http://schemas.microsoft.com/office/drawing/2014/main" id="{5E6F33C6-1C30-F14D-9548-65CFA53543BC}"/>
              </a:ext>
            </a:extLst>
          </p:cNvPr>
          <p:cNvSpPr txBox="1"/>
          <p:nvPr/>
        </p:nvSpPr>
        <p:spPr>
          <a:xfrm>
            <a:off x="7146323" y="5873168"/>
            <a:ext cx="2553904" cy="369332"/>
          </a:xfrm>
          <a:prstGeom prst="rect">
            <a:avLst/>
          </a:prstGeom>
          <a:noFill/>
        </p:spPr>
        <p:txBody>
          <a:bodyPr wrap="none" rtlCol="0">
            <a:spAutoFit/>
          </a:bodyPr>
          <a:lstStyle/>
          <a:p>
            <a:r>
              <a:rPr lang="en-US">
                <a:solidFill>
                  <a:srgbClr val="26902B"/>
                </a:solidFill>
              </a:rPr>
              <a:t>Đường đi G </a:t>
            </a:r>
            <a:r>
              <a:rPr lang="en-US"/>
              <a:t>← </a:t>
            </a:r>
            <a:r>
              <a:rPr lang="en-US">
                <a:solidFill>
                  <a:srgbClr val="26902B"/>
                </a:solidFill>
              </a:rPr>
              <a:t>E </a:t>
            </a:r>
            <a:r>
              <a:rPr lang="en-US"/>
              <a:t>← </a:t>
            </a:r>
            <a:r>
              <a:rPr lang="en-US">
                <a:solidFill>
                  <a:srgbClr val="26902B"/>
                </a:solidFill>
              </a:rPr>
              <a:t> S</a:t>
            </a:r>
          </a:p>
        </p:txBody>
      </p:sp>
    </p:spTree>
    <p:extLst>
      <p:ext uri="{BB962C8B-B14F-4D97-AF65-F5344CB8AC3E}">
        <p14:creationId xmlns:p14="http://schemas.microsoft.com/office/powerpoint/2010/main" val="288808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 calcmode="lin" valueType="num">
                                      <p:cBhvr additive="base">
                                        <p:cTn id="11"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58D86-4E59-D54F-B468-353B29A17952}"/>
              </a:ext>
            </a:extLst>
          </p:cNvPr>
          <p:cNvSpPr>
            <a:spLocks noGrp="1"/>
          </p:cNvSpPr>
          <p:nvPr>
            <p:ph type="title"/>
          </p:nvPr>
        </p:nvSpPr>
        <p:spPr/>
        <p:txBody>
          <a:bodyPr/>
          <a:lstStyle/>
          <a:p>
            <a:r>
              <a:rPr lang="en-US"/>
              <a:t>Tìm kiếm theo chiều rộng (tiếp)</a:t>
            </a:r>
          </a:p>
        </p:txBody>
      </p:sp>
      <p:sp>
        <p:nvSpPr>
          <p:cNvPr id="3" name="Content Placeholder 2">
            <a:extLst>
              <a:ext uri="{FF2B5EF4-FFF2-40B4-BE49-F238E27FC236}">
                <a16:creationId xmlns:a16="http://schemas.microsoft.com/office/drawing/2014/main" id="{096FAC6F-1DCD-D142-8D15-0A2E7FB6ED0F}"/>
              </a:ext>
            </a:extLst>
          </p:cNvPr>
          <p:cNvSpPr>
            <a:spLocks noGrp="1"/>
          </p:cNvSpPr>
          <p:nvPr>
            <p:ph idx="1"/>
          </p:nvPr>
        </p:nvSpPr>
        <p:spPr/>
        <p:txBody>
          <a:bodyPr/>
          <a:lstStyle/>
          <a:p>
            <a:pPr marL="0" indent="0">
              <a:buNone/>
            </a:pPr>
            <a:r>
              <a:rPr lang="en-US" b="1"/>
              <a:t>Một số cải tiến trong thuật toán BFS:</a:t>
            </a:r>
          </a:p>
          <a:p>
            <a:pPr>
              <a:lnSpc>
                <a:spcPct val="140000"/>
              </a:lnSpc>
            </a:pPr>
            <a:r>
              <a:rPr lang="en-US">
                <a:solidFill>
                  <a:srgbClr val="C00000"/>
                </a:solidFill>
              </a:rPr>
              <a:t>Tránh xem lại các nút đã mở rộng:</a:t>
            </a:r>
            <a:r>
              <a:rPr lang="en-US"/>
              <a:t> Việc xem lại các nút đã mở rộng có thể dẫn đến vòng lặp làm tăng độ phức tạp tính toán. </a:t>
            </a:r>
          </a:p>
          <a:p>
            <a:pPr marL="385762" lvl="1" indent="0">
              <a:lnSpc>
                <a:spcPct val="140000"/>
              </a:lnSpc>
              <a:buNone/>
            </a:pPr>
            <a:r>
              <a:rPr lang="en-US"/>
              <a:t>Giải pháp: Sử dụng tập đóng để lưu các trạng thái đã được thêm vào tập biên. Trạng thái nào có trong tập đóng thì không thêm vào tập biên nữa.</a:t>
            </a:r>
          </a:p>
          <a:p>
            <a:pPr>
              <a:lnSpc>
                <a:spcPct val="140000"/>
              </a:lnSpc>
            </a:pPr>
            <a:r>
              <a:rPr lang="en-US">
                <a:solidFill>
                  <a:srgbClr val="C00000"/>
                </a:solidFill>
              </a:rPr>
              <a:t>Kiểm tra đích trước khi thêm vào tập biên: </a:t>
            </a:r>
            <a:r>
              <a:rPr lang="en-US"/>
              <a:t>Trước khi thêm nút vào O, ta kiểm tra xem đó có phải nút đích không. Giúp giảm bớt số nút cần lưu trong nút biên</a:t>
            </a:r>
          </a:p>
          <a:p>
            <a:endParaRPr lang="en-US"/>
          </a:p>
        </p:txBody>
      </p:sp>
      <p:sp>
        <p:nvSpPr>
          <p:cNvPr id="4" name="Slide Number Placeholder 3">
            <a:extLst>
              <a:ext uri="{FF2B5EF4-FFF2-40B4-BE49-F238E27FC236}">
                <a16:creationId xmlns:a16="http://schemas.microsoft.com/office/drawing/2014/main" id="{740B9ECD-B811-9642-A7BC-E3C998D13B50}"/>
              </a:ext>
            </a:extLst>
          </p:cNvPr>
          <p:cNvSpPr>
            <a:spLocks noGrp="1"/>
          </p:cNvSpPr>
          <p:nvPr>
            <p:ph type="sldNum" sz="quarter" idx="12"/>
          </p:nvPr>
        </p:nvSpPr>
        <p:spPr/>
        <p:txBody>
          <a:bodyPr/>
          <a:lstStyle/>
          <a:p>
            <a:fld id="{DA8C51A7-BEEA-471D-933F-7E35BC04A30F}" type="slidenum">
              <a:rPr lang="en-US"/>
              <a:pPr/>
              <a:t>13</a:t>
            </a:fld>
            <a:endParaRPr lang="en-US"/>
          </a:p>
        </p:txBody>
      </p:sp>
    </p:spTree>
    <p:extLst>
      <p:ext uri="{BB962C8B-B14F-4D97-AF65-F5344CB8AC3E}">
        <p14:creationId xmlns:p14="http://schemas.microsoft.com/office/powerpoint/2010/main" val="202338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circle(in)">
                                      <p:cBhvr>
                                        <p:cTn id="11" dur="20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58D86-4E59-D54F-B468-353B29A17952}"/>
              </a:ext>
            </a:extLst>
          </p:cNvPr>
          <p:cNvSpPr>
            <a:spLocks noGrp="1"/>
          </p:cNvSpPr>
          <p:nvPr>
            <p:ph type="title"/>
          </p:nvPr>
        </p:nvSpPr>
        <p:spPr/>
        <p:txBody>
          <a:bodyPr/>
          <a:lstStyle/>
          <a:p>
            <a:r>
              <a:rPr lang="en-US"/>
              <a:t>Tìm kiếm theo chiều rộng (tiếp)</a:t>
            </a:r>
          </a:p>
        </p:txBody>
      </p:sp>
      <p:sp>
        <p:nvSpPr>
          <p:cNvPr id="3" name="Content Placeholder 2">
            <a:extLst>
              <a:ext uri="{FF2B5EF4-FFF2-40B4-BE49-F238E27FC236}">
                <a16:creationId xmlns:a16="http://schemas.microsoft.com/office/drawing/2014/main" id="{096FAC6F-1DCD-D142-8D15-0A2E7FB6ED0F}"/>
              </a:ext>
            </a:extLst>
          </p:cNvPr>
          <p:cNvSpPr>
            <a:spLocks noGrp="1"/>
          </p:cNvSpPr>
          <p:nvPr>
            <p:ph idx="1"/>
          </p:nvPr>
        </p:nvSpPr>
        <p:spPr/>
        <p:txBody>
          <a:bodyPr/>
          <a:lstStyle/>
          <a:p>
            <a:pPr marL="0" indent="0">
              <a:spcAft>
                <a:spcPts val="1200"/>
              </a:spcAft>
              <a:buNone/>
            </a:pPr>
            <a:r>
              <a:rPr lang="en-US" sz="2400" b="1">
                <a:solidFill>
                  <a:srgbClr val="BA2212"/>
                </a:solidFill>
              </a:rPr>
              <a:t>Tính chất của tìm theo chiều rộng:</a:t>
            </a:r>
          </a:p>
          <a:p>
            <a:r>
              <a:rPr lang="en-US" b="1"/>
              <a:t>Tính đầy đủ</a:t>
            </a:r>
            <a:r>
              <a:rPr lang="en-US"/>
              <a:t>: Nếu bài toán có lời giải, tìm kiếm theo chiều rộng sẽ đảm bảo tìm ra lời giải.</a:t>
            </a:r>
          </a:p>
          <a:p>
            <a:r>
              <a:rPr lang="en-US" b="1"/>
              <a:t>Tính tối ưu</a:t>
            </a:r>
            <a:r>
              <a:rPr lang="en-US"/>
              <a:t>: Thuật toán đảm bảo tìm ra lời giải có độ sâu nhỏ nhất. Tuy nhiên nếu trong trường hợp giá thành đường đi giữa các nút không bằng nhau thì chưa chắc đã đảm bảo tìm ra đường đi ngắn nhất. </a:t>
            </a:r>
          </a:p>
          <a:p>
            <a:endParaRPr lang="en-US">
              <a:solidFill>
                <a:srgbClr val="26902B"/>
              </a:solidFill>
            </a:endParaRPr>
          </a:p>
          <a:p>
            <a:pPr marL="0" indent="0">
              <a:buNone/>
            </a:pPr>
            <a:r>
              <a:rPr lang="en-US">
                <a:solidFill>
                  <a:srgbClr val="26902B"/>
                </a:solidFill>
              </a:rPr>
              <a:t>Trong ví dụ trên, đường đi S-E-G có độ sâu bằng 2 (nhỏ nhất) nhưng có độ dài là 154, trong khi đường đi ngắn nhất S-B-F-G có độ dài 132</a:t>
            </a:r>
          </a:p>
          <a:p>
            <a:pPr marL="0" indent="0">
              <a:buNone/>
            </a:pPr>
            <a:endParaRPr lang="en-US"/>
          </a:p>
        </p:txBody>
      </p:sp>
      <p:sp>
        <p:nvSpPr>
          <p:cNvPr id="4" name="Slide Number Placeholder 3">
            <a:extLst>
              <a:ext uri="{FF2B5EF4-FFF2-40B4-BE49-F238E27FC236}">
                <a16:creationId xmlns:a16="http://schemas.microsoft.com/office/drawing/2014/main" id="{740B9ECD-B811-9642-A7BC-E3C998D13B50}"/>
              </a:ext>
            </a:extLst>
          </p:cNvPr>
          <p:cNvSpPr>
            <a:spLocks noGrp="1"/>
          </p:cNvSpPr>
          <p:nvPr>
            <p:ph type="sldNum" sz="quarter" idx="12"/>
          </p:nvPr>
        </p:nvSpPr>
        <p:spPr/>
        <p:txBody>
          <a:bodyPr/>
          <a:lstStyle/>
          <a:p>
            <a:fld id="{DA8C51A7-BEEA-471D-933F-7E35BC04A30F}" type="slidenum">
              <a:rPr lang="en-US"/>
              <a:pPr/>
              <a:t>14</a:t>
            </a:fld>
            <a:endParaRPr lang="en-US"/>
          </a:p>
        </p:txBody>
      </p:sp>
    </p:spTree>
    <p:extLst>
      <p:ext uri="{BB962C8B-B14F-4D97-AF65-F5344CB8AC3E}">
        <p14:creationId xmlns:p14="http://schemas.microsoft.com/office/powerpoint/2010/main" val="100378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dissolve">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58D86-4E59-D54F-B468-353B29A17952}"/>
              </a:ext>
            </a:extLst>
          </p:cNvPr>
          <p:cNvSpPr>
            <a:spLocks noGrp="1"/>
          </p:cNvSpPr>
          <p:nvPr>
            <p:ph type="title"/>
          </p:nvPr>
        </p:nvSpPr>
        <p:spPr/>
        <p:txBody>
          <a:bodyPr/>
          <a:lstStyle/>
          <a:p>
            <a:r>
              <a:rPr lang="en-US"/>
              <a:t>Tìm kiếm theo chiều rộng (tiếp)</a:t>
            </a:r>
          </a:p>
        </p:txBody>
      </p:sp>
      <p:sp>
        <p:nvSpPr>
          <p:cNvPr id="3" name="Content Placeholder 2">
            <a:extLst>
              <a:ext uri="{FF2B5EF4-FFF2-40B4-BE49-F238E27FC236}">
                <a16:creationId xmlns:a16="http://schemas.microsoft.com/office/drawing/2014/main" id="{096FAC6F-1DCD-D142-8D15-0A2E7FB6ED0F}"/>
              </a:ext>
            </a:extLst>
          </p:cNvPr>
          <p:cNvSpPr>
            <a:spLocks noGrp="1"/>
          </p:cNvSpPr>
          <p:nvPr>
            <p:ph idx="1"/>
          </p:nvPr>
        </p:nvSpPr>
        <p:spPr/>
        <p:txBody>
          <a:bodyPr/>
          <a:lstStyle/>
          <a:p>
            <a:pPr marL="0" indent="0">
              <a:spcAft>
                <a:spcPts val="1200"/>
              </a:spcAft>
              <a:buNone/>
            </a:pPr>
            <a:r>
              <a:rPr lang="en-US" sz="2400" b="1">
                <a:solidFill>
                  <a:srgbClr val="BA2212"/>
                </a:solidFill>
              </a:rPr>
              <a:t>Độ phức tạp:</a:t>
            </a:r>
          </a:p>
          <a:p>
            <a:pPr>
              <a:lnSpc>
                <a:spcPct val="120000"/>
              </a:lnSpc>
            </a:pPr>
            <a:r>
              <a:rPr lang="en-US" sz="2000" b="1">
                <a:latin typeface="Calibri" panose="020F0502020204030204" pitchFamily="34" charset="0"/>
                <a:cs typeface="Calibri" panose="020F0502020204030204" pitchFamily="34" charset="0"/>
              </a:rPr>
              <a:t>Với mức độ rẽ nhánh </a:t>
            </a:r>
            <a:r>
              <a:rPr lang="vi-VN" sz="2000" b="1">
                <a:latin typeface="Calibri" panose="020F0502020204030204" pitchFamily="34" charset="0"/>
                <a:cs typeface="Calibri" panose="020F0502020204030204" pitchFamily="34" charset="0"/>
              </a:rPr>
              <a:t>là </a:t>
            </a:r>
            <a:r>
              <a:rPr lang="vi-VN" sz="2000" b="1" i="1">
                <a:latin typeface="Calibri" panose="020F0502020204030204" pitchFamily="34" charset="0"/>
                <a:cs typeface="Calibri" panose="020F0502020204030204" pitchFamily="34" charset="0"/>
              </a:rPr>
              <a:t>b </a:t>
            </a:r>
            <a:r>
              <a:rPr lang="vi-VN" sz="2000" b="1">
                <a:latin typeface="Calibri" panose="020F0502020204030204" pitchFamily="34" charset="0"/>
                <a:cs typeface="Calibri" panose="020F0502020204030204" pitchFamily="34" charset="0"/>
              </a:rPr>
              <a:t>và độ sâu lời giải </a:t>
            </a:r>
            <a:r>
              <a:rPr lang="vi-VN" sz="2000" b="1" i="1">
                <a:latin typeface="Calibri" panose="020F0502020204030204" pitchFamily="34" charset="0"/>
                <a:cs typeface="Calibri" panose="020F0502020204030204" pitchFamily="34" charset="0"/>
              </a:rPr>
              <a:t>d</a:t>
            </a:r>
            <a:r>
              <a:rPr lang="vi-VN" sz="2000">
                <a:latin typeface="Calibri" panose="020F0502020204030204" pitchFamily="34" charset="0"/>
                <a:cs typeface="Calibri" panose="020F0502020204030204" pitchFamily="34" charset="0"/>
              </a:rPr>
              <a:t>, thuật toán sinh ra O(b</a:t>
            </a:r>
            <a:r>
              <a:rPr lang="vi-VN" sz="2000" baseline="30000">
                <a:latin typeface="Calibri" panose="020F0502020204030204" pitchFamily="34" charset="0"/>
                <a:cs typeface="Calibri" panose="020F0502020204030204" pitchFamily="34" charset="0"/>
              </a:rPr>
              <a:t>d +1</a:t>
            </a:r>
            <a:r>
              <a:rPr lang="vi-VN" sz="2000">
                <a:latin typeface="Calibri" panose="020F0502020204030204" pitchFamily="34" charset="0"/>
                <a:cs typeface="Calibri" panose="020F0502020204030204" pitchFamily="34" charset="0"/>
              </a:rPr>
              <a:t>) nút trước khi tìm ra lời giải hay O(b</a:t>
            </a:r>
            <a:r>
              <a:rPr lang="vi-VN" sz="2000" baseline="30000">
                <a:latin typeface="Calibri" panose="020F0502020204030204" pitchFamily="34" charset="0"/>
                <a:cs typeface="Calibri" panose="020F0502020204030204" pitchFamily="34" charset="0"/>
              </a:rPr>
              <a:t>d</a:t>
            </a:r>
            <a:r>
              <a:rPr lang="vi-VN" sz="2000">
                <a:latin typeface="Calibri" panose="020F0502020204030204" pitchFamily="34" charset="0"/>
                <a:cs typeface="Calibri" panose="020F0502020204030204" pitchFamily="34" charset="0"/>
              </a:rPr>
              <a:t>) nút nếu kiểm tra đích trước khi thêm nút vào tập biên. </a:t>
            </a:r>
          </a:p>
          <a:p>
            <a:r>
              <a:rPr lang="vi-VN" sz="2000" b="1">
                <a:latin typeface="Calibri" panose="020F0502020204030204" pitchFamily="34" charset="0"/>
                <a:cs typeface="Calibri" panose="020F0502020204030204" pitchFamily="34" charset="0"/>
              </a:rPr>
              <a:t>Độ phức tạp này là lớn</a:t>
            </a:r>
            <a:r>
              <a:rPr lang="vi-VN" sz="2000">
                <a:latin typeface="Calibri" panose="020F0502020204030204" pitchFamily="34" charset="0"/>
                <a:cs typeface="Calibri" panose="020F0502020204030204" pitchFamily="34" charset="0"/>
              </a:rPr>
              <a:t> và tăng rất nhanh khi b và d tăng.</a:t>
            </a:r>
          </a:p>
          <a:p>
            <a:pPr marL="0" indent="0">
              <a:buNone/>
            </a:pPr>
            <a:r>
              <a:rPr lang="vi-VN" sz="2000">
                <a:latin typeface="Calibri" panose="020F0502020204030204" pitchFamily="34" charset="0"/>
                <a:cs typeface="Calibri" panose="020F0502020204030204" pitchFamily="34" charset="0"/>
              </a:rPr>
              <a:t>	Tổng số nút cần mở rộng để tìm ra nút đích (tính cả nút gốc):</a:t>
            </a:r>
          </a:p>
          <a:p>
            <a:pPr marL="0" indent="0" algn="ctr">
              <a:buNone/>
            </a:pPr>
            <a:r>
              <a:rPr lang="vi-VN" sz="2000" b="1"/>
              <a:t>1 + b + b</a:t>
            </a:r>
            <a:r>
              <a:rPr lang="vi-VN" sz="2000" b="1" baseline="30000"/>
              <a:t>2</a:t>
            </a:r>
            <a:r>
              <a:rPr lang="vi-VN" sz="2000" b="1"/>
              <a:t> + ... + b</a:t>
            </a:r>
            <a:r>
              <a:rPr lang="vi-VN" sz="2000" b="1" baseline="30000"/>
              <a:t>d+1</a:t>
            </a:r>
            <a:r>
              <a:rPr lang="vi-VN" sz="2000" b="1"/>
              <a:t> = O(b</a:t>
            </a:r>
            <a:r>
              <a:rPr lang="vi-VN" sz="2000" b="1" baseline="30000"/>
              <a:t>d+1</a:t>
            </a:r>
            <a:r>
              <a:rPr lang="vi-VN" sz="2000" b="1"/>
              <a:t>)</a:t>
            </a:r>
          </a:p>
          <a:p>
            <a:pPr marL="0" indent="0">
              <a:lnSpc>
                <a:spcPct val="120000"/>
              </a:lnSpc>
              <a:buNone/>
            </a:pPr>
            <a:r>
              <a:rPr lang="en-US" sz="2000">
                <a:solidFill>
                  <a:schemeClr val="tx1">
                    <a:lumMod val="95000"/>
                    <a:lumOff val="5000"/>
                  </a:schemeClr>
                </a:solidFill>
              </a:rPr>
              <a:t>	Nếu kiểm tra điều kiện đích trước khi thêm vào tập biên thì sẽ không phải sinh ra các nút ở độ sâu d + 1. Số nút cần sinh ra chỉ còn là O(b</a:t>
            </a:r>
            <a:r>
              <a:rPr lang="en-US" sz="2000" baseline="30000">
                <a:solidFill>
                  <a:schemeClr val="tx1">
                    <a:lumMod val="95000"/>
                    <a:lumOff val="5000"/>
                  </a:schemeClr>
                </a:solidFill>
              </a:rPr>
              <a:t>d</a:t>
            </a:r>
            <a:r>
              <a:rPr lang="en-US" sz="2000">
                <a:solidFill>
                  <a:schemeClr val="tx1">
                    <a:lumMod val="95000"/>
                    <a:lumOff val="5000"/>
                  </a:schemeClr>
                </a:solidFill>
              </a:rPr>
              <a:t>).</a:t>
            </a:r>
          </a:p>
          <a:p>
            <a:r>
              <a:rPr lang="en-US" b="1">
                <a:solidFill>
                  <a:schemeClr val="tx1">
                    <a:lumMod val="95000"/>
                    <a:lumOff val="5000"/>
                  </a:schemeClr>
                </a:solidFill>
              </a:rPr>
              <a:t>Bộ nhớ</a:t>
            </a:r>
            <a:r>
              <a:rPr lang="en-US">
                <a:solidFill>
                  <a:schemeClr val="tx1">
                    <a:lumMod val="95000"/>
                    <a:lumOff val="5000"/>
                  </a:schemeClr>
                </a:solidFill>
              </a:rPr>
              <a:t>: Độ phức tạp bộ nhớ của tìm kiếm rộng là O(b</a:t>
            </a:r>
            <a:r>
              <a:rPr lang="en-US" baseline="30000">
                <a:solidFill>
                  <a:schemeClr val="tx1">
                    <a:lumMod val="95000"/>
                    <a:lumOff val="5000"/>
                  </a:schemeClr>
                </a:solidFill>
              </a:rPr>
              <a:t>d+1</a:t>
            </a:r>
            <a:r>
              <a:rPr lang="en-US">
                <a:solidFill>
                  <a:schemeClr val="tx1">
                    <a:lumMod val="95000"/>
                    <a:lumOff val="5000"/>
                  </a:schemeClr>
                </a:solidFill>
              </a:rPr>
              <a:t>).</a:t>
            </a:r>
          </a:p>
          <a:p>
            <a:pPr marL="0" indent="0">
              <a:buNone/>
            </a:pPr>
            <a:endParaRPr lang="en-US">
              <a:solidFill>
                <a:schemeClr val="tx1">
                  <a:lumMod val="95000"/>
                  <a:lumOff val="5000"/>
                </a:schemeClr>
              </a:solidFill>
            </a:endParaRPr>
          </a:p>
          <a:p>
            <a:pPr marL="0" indent="0">
              <a:buNone/>
            </a:pPr>
            <a:endParaRPr lang="en-US">
              <a:solidFill>
                <a:srgbClr val="26902B"/>
              </a:solidFill>
            </a:endParaRPr>
          </a:p>
          <a:p>
            <a:pPr marL="0" indent="0">
              <a:buNone/>
            </a:pPr>
            <a:endParaRPr lang="en-US"/>
          </a:p>
        </p:txBody>
      </p:sp>
      <p:sp>
        <p:nvSpPr>
          <p:cNvPr id="4" name="Slide Number Placeholder 3">
            <a:extLst>
              <a:ext uri="{FF2B5EF4-FFF2-40B4-BE49-F238E27FC236}">
                <a16:creationId xmlns:a16="http://schemas.microsoft.com/office/drawing/2014/main" id="{740B9ECD-B811-9642-A7BC-E3C998D13B50}"/>
              </a:ext>
            </a:extLst>
          </p:cNvPr>
          <p:cNvSpPr>
            <a:spLocks noGrp="1"/>
          </p:cNvSpPr>
          <p:nvPr>
            <p:ph type="sldNum" sz="quarter" idx="12"/>
          </p:nvPr>
        </p:nvSpPr>
        <p:spPr/>
        <p:txBody>
          <a:bodyPr/>
          <a:lstStyle/>
          <a:p>
            <a:fld id="{DA8C51A7-BEEA-471D-933F-7E35BC04A30F}" type="slidenum">
              <a:rPr lang="en-US"/>
              <a:pPr/>
              <a:t>15</a:t>
            </a:fld>
            <a:endParaRPr lang="en-US"/>
          </a:p>
        </p:txBody>
      </p:sp>
    </p:spTree>
    <p:extLst>
      <p:ext uri="{BB962C8B-B14F-4D97-AF65-F5344CB8AC3E}">
        <p14:creationId xmlns:p14="http://schemas.microsoft.com/office/powerpoint/2010/main" val="156783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58D86-4E59-D54F-B468-353B29A17952}"/>
              </a:ext>
            </a:extLst>
          </p:cNvPr>
          <p:cNvSpPr>
            <a:spLocks noGrp="1"/>
          </p:cNvSpPr>
          <p:nvPr>
            <p:ph type="title"/>
          </p:nvPr>
        </p:nvSpPr>
        <p:spPr/>
        <p:txBody>
          <a:bodyPr/>
          <a:lstStyle/>
          <a:p>
            <a:r>
              <a:rPr lang="en-US"/>
              <a:t>Tìm kiếm theo chiều rộng (tiếp)</a:t>
            </a:r>
          </a:p>
        </p:txBody>
      </p:sp>
      <p:pic>
        <p:nvPicPr>
          <p:cNvPr id="6" name="Content Placeholder 5">
            <a:extLst>
              <a:ext uri="{FF2B5EF4-FFF2-40B4-BE49-F238E27FC236}">
                <a16:creationId xmlns:a16="http://schemas.microsoft.com/office/drawing/2014/main" id="{B314B499-0505-1943-B78B-2601E59D3A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65922" y="1340768"/>
            <a:ext cx="6644303" cy="2808312"/>
          </a:xfrm>
        </p:spPr>
      </p:pic>
      <p:sp>
        <p:nvSpPr>
          <p:cNvPr id="4" name="Slide Number Placeholder 3">
            <a:extLst>
              <a:ext uri="{FF2B5EF4-FFF2-40B4-BE49-F238E27FC236}">
                <a16:creationId xmlns:a16="http://schemas.microsoft.com/office/drawing/2014/main" id="{740B9ECD-B811-9642-A7BC-E3C998D13B50}"/>
              </a:ext>
            </a:extLst>
          </p:cNvPr>
          <p:cNvSpPr>
            <a:spLocks noGrp="1"/>
          </p:cNvSpPr>
          <p:nvPr>
            <p:ph type="sldNum" sz="quarter" idx="12"/>
          </p:nvPr>
        </p:nvSpPr>
        <p:spPr/>
        <p:txBody>
          <a:bodyPr/>
          <a:lstStyle/>
          <a:p>
            <a:fld id="{DA8C51A7-BEEA-471D-933F-7E35BC04A30F}" type="slidenum">
              <a:rPr lang="en-US"/>
              <a:pPr/>
              <a:t>16</a:t>
            </a:fld>
            <a:endParaRPr lang="en-US"/>
          </a:p>
        </p:txBody>
      </p:sp>
      <p:sp>
        <p:nvSpPr>
          <p:cNvPr id="7" name="TextBox 6">
            <a:extLst>
              <a:ext uri="{FF2B5EF4-FFF2-40B4-BE49-F238E27FC236}">
                <a16:creationId xmlns:a16="http://schemas.microsoft.com/office/drawing/2014/main" id="{34AE36E2-A103-6F45-8646-B69E5DE0F078}"/>
              </a:ext>
            </a:extLst>
          </p:cNvPr>
          <p:cNvSpPr txBox="1"/>
          <p:nvPr/>
        </p:nvSpPr>
        <p:spPr>
          <a:xfrm>
            <a:off x="730399" y="4293096"/>
            <a:ext cx="8829554" cy="18819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vi-VN" sz="2000"/>
              <a:t>Ưu điểm của tìm theo chiều rộng là tính đầy đủ và tối ưu nếu giá thành đường đi như nhau. </a:t>
            </a:r>
          </a:p>
          <a:p>
            <a:pPr marL="285750" indent="-285750">
              <a:lnSpc>
                <a:spcPct val="150000"/>
              </a:lnSpc>
              <a:buFont typeface="Arial" panose="020B0604020202020204" pitchFamily="34" charset="0"/>
              <a:buChar char="•"/>
            </a:pPr>
            <a:r>
              <a:rPr lang="vi-VN" sz="2000"/>
              <a:t>Nhược điểm của thuật toán này là độ phức tạp tính toán lớn và yêu cầu về bộ nhớ lớn. Độ phức tạp về bộ nhớ lớn là nghiêm trọng hơn.</a:t>
            </a:r>
          </a:p>
        </p:txBody>
      </p:sp>
    </p:spTree>
    <p:extLst>
      <p:ext uri="{BB962C8B-B14F-4D97-AF65-F5344CB8AC3E}">
        <p14:creationId xmlns:p14="http://schemas.microsoft.com/office/powerpoint/2010/main" val="375563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p:txBody>
          <a:bodyPr/>
          <a:lstStyle/>
          <a:p>
            <a:r>
              <a:rPr lang="en-US"/>
              <a:t>Tìm kiếm theo giá thành thống nhất</a:t>
            </a:r>
          </a:p>
        </p:txBody>
      </p:sp>
      <p:sp>
        <p:nvSpPr>
          <p:cNvPr id="3" name="Content Placeholder 2">
            <a:extLst>
              <a:ext uri="{FF2B5EF4-FFF2-40B4-BE49-F238E27FC236}">
                <a16:creationId xmlns:a16="http://schemas.microsoft.com/office/drawing/2014/main" id="{D6E6D726-7B33-1149-9FDA-1B720804F125}"/>
              </a:ext>
            </a:extLst>
          </p:cNvPr>
          <p:cNvSpPr>
            <a:spLocks noGrp="1"/>
          </p:cNvSpPr>
          <p:nvPr>
            <p:ph idx="1"/>
          </p:nvPr>
        </p:nvSpPr>
        <p:spPr/>
        <p:txBody>
          <a:bodyPr/>
          <a:lstStyle/>
          <a:p>
            <a:pPr marL="0" indent="0">
              <a:lnSpc>
                <a:spcPts val="3260"/>
              </a:lnSpc>
              <a:buNone/>
            </a:pPr>
            <a:r>
              <a:rPr lang="vi-VN" b="1">
                <a:solidFill>
                  <a:srgbClr val="C00000"/>
                </a:solidFill>
                <a:latin typeface="Calibri" panose="020F0502020204030204" pitchFamily="34" charset="0"/>
                <a:cs typeface="Calibri" panose="020F0502020204030204" pitchFamily="34" charset="0"/>
              </a:rPr>
              <a:t>Ý tưởng thuật toán:</a:t>
            </a:r>
          </a:p>
          <a:p>
            <a:pPr>
              <a:lnSpc>
                <a:spcPts val="3260"/>
              </a:lnSpc>
            </a:pPr>
            <a:r>
              <a:rPr lang="vi-VN">
                <a:latin typeface="Calibri" panose="020F0502020204030204" pitchFamily="34" charset="0"/>
                <a:cs typeface="Calibri" panose="020F0502020204030204" pitchFamily="34" charset="0"/>
              </a:rPr>
              <a:t>Trong trường hợp giá thành giữa hai nút là khác nhau giữa các cặp nút, </a:t>
            </a:r>
            <a:r>
              <a:rPr lang="vi-VN" b="1">
                <a:solidFill>
                  <a:srgbClr val="26902B"/>
                </a:solidFill>
                <a:latin typeface="Calibri" panose="020F0502020204030204" pitchFamily="34" charset="0"/>
                <a:cs typeface="Calibri" panose="020F0502020204030204" pitchFamily="34" charset="0"/>
              </a:rPr>
              <a:t>BFS</a:t>
            </a:r>
            <a:r>
              <a:rPr lang="vi-VN">
                <a:solidFill>
                  <a:srgbClr val="26902B"/>
                </a:solidFill>
                <a:latin typeface="Calibri" panose="020F0502020204030204" pitchFamily="34" charset="0"/>
                <a:cs typeface="Calibri" panose="020F0502020204030204" pitchFamily="34" charset="0"/>
              </a:rPr>
              <a:t> không cho tìm ra lời giải có giá thành nhỏ nhất và không tối ưu</a:t>
            </a:r>
            <a:r>
              <a:rPr lang="vi-VN">
                <a:latin typeface="Calibri" panose="020F0502020204030204" pitchFamily="34" charset="0"/>
                <a:cs typeface="Calibri" panose="020F0502020204030204" pitchFamily="34" charset="0"/>
              </a:rPr>
              <a:t>. </a:t>
            </a:r>
          </a:p>
          <a:p>
            <a:pPr>
              <a:lnSpc>
                <a:spcPts val="3260"/>
              </a:lnSpc>
            </a:pPr>
            <a:r>
              <a:rPr lang="vi-VN">
                <a:latin typeface="Calibri" panose="020F0502020204030204" pitchFamily="34" charset="0"/>
                <a:cs typeface="Calibri" panose="020F0502020204030204" pitchFamily="34" charset="0"/>
              </a:rPr>
              <a:t>Để tìm ra đường đi ngắn nhất trong trường hợp này cần sử dụng một biến thể của tìm theo chiều rộng có tên gọi là </a:t>
            </a:r>
            <a:r>
              <a:rPr lang="vi-VN">
                <a:solidFill>
                  <a:srgbClr val="26902B"/>
                </a:solidFill>
                <a:latin typeface="Calibri" panose="020F0502020204030204" pitchFamily="34" charset="0"/>
                <a:cs typeface="Calibri" panose="020F0502020204030204" pitchFamily="34" charset="0"/>
              </a:rPr>
              <a:t>tìm </a:t>
            </a:r>
            <a:r>
              <a:rPr lang="vi-VN" i="1">
                <a:solidFill>
                  <a:srgbClr val="26902B"/>
                </a:solidFill>
                <a:latin typeface="Calibri" panose="020F0502020204030204" pitchFamily="34" charset="0"/>
                <a:cs typeface="Calibri" panose="020F0502020204030204" pitchFamily="34" charset="0"/>
              </a:rPr>
              <a:t>kiếm theo giá thành thống nhất </a:t>
            </a:r>
            <a:r>
              <a:rPr lang="vi-VN">
                <a:solidFill>
                  <a:srgbClr val="26902B"/>
                </a:solidFill>
                <a:latin typeface="Calibri" panose="020F0502020204030204" pitchFamily="34" charset="0"/>
                <a:cs typeface="Calibri" panose="020F0502020204030204" pitchFamily="34" charset="0"/>
              </a:rPr>
              <a:t>(Uniformed-Cost-Search).</a:t>
            </a:r>
          </a:p>
          <a:p>
            <a:pPr marL="0" indent="0">
              <a:lnSpc>
                <a:spcPts val="3260"/>
              </a:lnSpc>
              <a:buNone/>
            </a:pPr>
            <a:r>
              <a:rPr lang="vi-VN" b="1">
                <a:solidFill>
                  <a:srgbClr val="C00000"/>
                </a:solidFill>
                <a:latin typeface="Calibri" panose="020F0502020204030204" pitchFamily="34" charset="0"/>
                <a:cs typeface="Calibri" panose="020F0502020204030204" pitchFamily="34" charset="0"/>
              </a:rPr>
              <a:t>Phương pháp</a:t>
            </a:r>
            <a:r>
              <a:rPr lang="vi-VN" b="1">
                <a:latin typeface="Calibri" panose="020F0502020204030204" pitchFamily="34" charset="0"/>
                <a:cs typeface="Calibri" panose="020F0502020204030204" pitchFamily="34" charset="0"/>
              </a:rPr>
              <a:t>: </a:t>
            </a:r>
            <a:r>
              <a:rPr lang="vi-VN">
                <a:latin typeface="Calibri" panose="020F0502020204030204" pitchFamily="34" charset="0"/>
                <a:cs typeface="Calibri" panose="020F0502020204030204" pitchFamily="34" charset="0"/>
              </a:rPr>
              <a:t>Chọn nút </a:t>
            </a:r>
            <a:r>
              <a:rPr lang="vi-VN" i="1">
                <a:latin typeface="Calibri" panose="020F0502020204030204" pitchFamily="34" charset="0"/>
                <a:cs typeface="Calibri" panose="020F0502020204030204" pitchFamily="34" charset="0"/>
              </a:rPr>
              <a:t>n </a:t>
            </a:r>
            <a:r>
              <a:rPr lang="vi-VN">
                <a:latin typeface="Calibri" panose="020F0502020204030204" pitchFamily="34" charset="0"/>
                <a:cs typeface="Calibri" panose="020F0502020204030204" pitchFamily="34" charset="0"/>
              </a:rPr>
              <a:t>có giá thành đường đi </a:t>
            </a:r>
            <a:r>
              <a:rPr lang="vi-VN" i="1">
                <a:latin typeface="Calibri" panose="020F0502020204030204" pitchFamily="34" charset="0"/>
                <a:cs typeface="Calibri" panose="020F0502020204030204" pitchFamily="34" charset="0"/>
              </a:rPr>
              <a:t>g</a:t>
            </a:r>
            <a:r>
              <a:rPr lang="vi-VN">
                <a:latin typeface="Calibri" panose="020F0502020204030204" pitchFamily="34" charset="0"/>
                <a:cs typeface="Calibri" panose="020F0502020204030204" pitchFamily="34" charset="0"/>
              </a:rPr>
              <a:t>(</a:t>
            </a:r>
            <a:r>
              <a:rPr lang="vi-VN" i="1">
                <a:latin typeface="Calibri" panose="020F0502020204030204" pitchFamily="34" charset="0"/>
                <a:cs typeface="Calibri" panose="020F0502020204030204" pitchFamily="34" charset="0"/>
              </a:rPr>
              <a:t>n</a:t>
            </a:r>
            <a:r>
              <a:rPr lang="vi-VN">
                <a:latin typeface="Calibri" panose="020F0502020204030204" pitchFamily="34" charset="0"/>
                <a:cs typeface="Calibri" panose="020F0502020204030204" pitchFamily="34" charset="0"/>
              </a:rPr>
              <a:t>) nhỏ nhất để mở rộng trước thay vì chọn nút nông nhất, </a:t>
            </a:r>
            <a:r>
              <a:rPr lang="vi-VN" i="1">
                <a:latin typeface="Calibri" panose="020F0502020204030204" pitchFamily="34" charset="0"/>
                <a:cs typeface="Calibri" panose="020F0502020204030204" pitchFamily="34" charset="0"/>
              </a:rPr>
              <a:t>g</a:t>
            </a:r>
            <a:r>
              <a:rPr lang="vi-VN">
                <a:latin typeface="Calibri" panose="020F0502020204030204" pitchFamily="34" charset="0"/>
                <a:cs typeface="Calibri" panose="020F0502020204030204" pitchFamily="34" charset="0"/>
              </a:rPr>
              <a:t>(</a:t>
            </a:r>
            <a:r>
              <a:rPr lang="vi-VN" i="1">
                <a:latin typeface="Calibri" panose="020F0502020204030204" pitchFamily="34" charset="0"/>
                <a:cs typeface="Calibri" panose="020F0502020204030204" pitchFamily="34" charset="0"/>
              </a:rPr>
              <a:t>n</a:t>
            </a:r>
            <a:r>
              <a:rPr lang="vi-VN">
                <a:latin typeface="Calibri" panose="020F0502020204030204" pitchFamily="34" charset="0"/>
                <a:cs typeface="Calibri" panose="020F0502020204030204" pitchFamily="34" charset="0"/>
              </a:rPr>
              <a:t>) là giá thành đường đi từ nút xuất phát tới nút </a:t>
            </a:r>
            <a:r>
              <a:rPr lang="vi-VN" i="1">
                <a:latin typeface="Calibri" panose="020F0502020204030204" pitchFamily="34" charset="0"/>
                <a:cs typeface="Calibri" panose="020F0502020204030204" pitchFamily="34" charset="0"/>
              </a:rPr>
              <a:t>n</a:t>
            </a:r>
            <a:r>
              <a:rPr lang="vi-VN">
                <a:latin typeface="Calibri" panose="020F0502020204030204" pitchFamily="34" charset="0"/>
                <a:cs typeface="Calibri" panose="020F0502020204030204" pitchFamily="34" charset="0"/>
              </a:rPr>
              <a:t>. </a:t>
            </a:r>
          </a:p>
          <a:p>
            <a:endParaRPr lang="en-US">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17</a:t>
            </a:fld>
            <a:endParaRPr lang="en-US"/>
          </a:p>
        </p:txBody>
      </p:sp>
    </p:spTree>
    <p:extLst>
      <p:ext uri="{BB962C8B-B14F-4D97-AF65-F5344CB8AC3E}">
        <p14:creationId xmlns:p14="http://schemas.microsoft.com/office/powerpoint/2010/main" val="2721931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checkerboard(across)">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theo giá thành thống nhất (tiếp)</a:t>
            </a:r>
          </a:p>
        </p:txBody>
      </p:sp>
      <p:graphicFrame>
        <p:nvGraphicFramePr>
          <p:cNvPr id="5" name="Content Placeholder 4">
            <a:extLst>
              <a:ext uri="{FF2B5EF4-FFF2-40B4-BE49-F238E27FC236}">
                <a16:creationId xmlns:a16="http://schemas.microsoft.com/office/drawing/2014/main" id="{E0336374-707E-FD46-A360-7C46F01155B0}"/>
              </a:ext>
            </a:extLst>
          </p:cNvPr>
          <p:cNvGraphicFramePr>
            <a:graphicFrameLocks noGrp="1"/>
          </p:cNvGraphicFramePr>
          <p:nvPr>
            <p:ph idx="1"/>
            <p:extLst>
              <p:ext uri="{D42A27DB-BD31-4B8C-83A1-F6EECF244321}">
                <p14:modId xmlns:p14="http://schemas.microsoft.com/office/powerpoint/2010/main" val="2098240621"/>
              </p:ext>
            </p:extLst>
          </p:nvPr>
        </p:nvGraphicFramePr>
        <p:xfrm>
          <a:off x="681260" y="1852521"/>
          <a:ext cx="8874126" cy="4079240"/>
        </p:xfrm>
        <a:graphic>
          <a:graphicData uri="http://schemas.openxmlformats.org/drawingml/2006/table">
            <a:tbl>
              <a:tblPr firstRow="1" bandRow="1">
                <a:tableStyleId>{5C22544A-7EE6-4342-B048-85BDC9FD1C3A}</a:tableStyleId>
              </a:tblPr>
              <a:tblGrid>
                <a:gridCol w="3238104">
                  <a:extLst>
                    <a:ext uri="{9D8B030D-6E8A-4147-A177-3AD203B41FA5}">
                      <a16:colId xmlns:a16="http://schemas.microsoft.com/office/drawing/2014/main" val="2277064213"/>
                    </a:ext>
                  </a:extLst>
                </a:gridCol>
                <a:gridCol w="5636022">
                  <a:extLst>
                    <a:ext uri="{9D8B030D-6E8A-4147-A177-3AD203B41FA5}">
                      <a16:colId xmlns:a16="http://schemas.microsoft.com/office/drawing/2014/main" val="2454311571"/>
                    </a:ext>
                  </a:extLst>
                </a:gridCol>
              </a:tblGrid>
              <a:tr h="370840">
                <a:tc>
                  <a:txBody>
                    <a:bodyPr/>
                    <a:lstStyle/>
                    <a:p>
                      <a:pPr algn="ctr"/>
                      <a:r>
                        <a:rPr lang="en-US" sz="1800"/>
                        <a:t>Nút được mở rộng</a:t>
                      </a:r>
                    </a:p>
                  </a:txBody>
                  <a:tcPr/>
                </a:tc>
                <a:tc>
                  <a:txBody>
                    <a:bodyPr/>
                    <a:lstStyle/>
                    <a:p>
                      <a:pPr algn="ctr"/>
                      <a:r>
                        <a:rPr lang="en-US" sz="1800"/>
                        <a:t>Tập biên O</a:t>
                      </a:r>
                    </a:p>
                  </a:txBody>
                  <a:tcPr/>
                </a:tc>
                <a:extLst>
                  <a:ext uri="{0D108BD9-81ED-4DB2-BD59-A6C34878D82A}">
                    <a16:rowId xmlns:a16="http://schemas.microsoft.com/office/drawing/2014/main" val="734531748"/>
                  </a:ext>
                </a:extLst>
              </a:tr>
              <a:tr h="370840">
                <a:tc>
                  <a:txBody>
                    <a:bodyPr/>
                    <a:lstStyle/>
                    <a:p>
                      <a:pPr algn="ctr"/>
                      <a:endParaRPr lang="en-US"/>
                    </a:p>
                  </a:txBody>
                  <a:tcPr/>
                </a:tc>
                <a:tc>
                  <a:txBody>
                    <a:bodyPr/>
                    <a:lstStyle/>
                    <a:p>
                      <a:pPr algn="ctr"/>
                      <a:r>
                        <a:rPr lang="en-US"/>
                        <a:t>S(0)</a:t>
                      </a:r>
                    </a:p>
                  </a:txBody>
                  <a:tcPr/>
                </a:tc>
                <a:extLst>
                  <a:ext uri="{0D108BD9-81ED-4DB2-BD59-A6C34878D82A}">
                    <a16:rowId xmlns:a16="http://schemas.microsoft.com/office/drawing/2014/main" val="1631758366"/>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S</a:t>
                      </a:r>
                      <a:endParaRPr lang="en-US"/>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A</a:t>
                      </a:r>
                      <a:r>
                        <a:rPr lang="en-US" sz="1519" kern="1200" baseline="-25000">
                          <a:solidFill>
                            <a:schemeClr val="dk1"/>
                          </a:solidFill>
                          <a:effectLst/>
                          <a:latin typeface="+mn-lt"/>
                          <a:ea typeface="+mn-ea"/>
                          <a:cs typeface="+mn-cs"/>
                        </a:rPr>
                        <a:t>S </a:t>
                      </a:r>
                      <a:r>
                        <a:rPr lang="en-US" sz="1519" kern="1200">
                          <a:solidFill>
                            <a:schemeClr val="dk1"/>
                          </a:solidFill>
                          <a:effectLst/>
                          <a:latin typeface="+mn-lt"/>
                          <a:ea typeface="+mn-ea"/>
                          <a:cs typeface="+mn-cs"/>
                        </a:rPr>
                        <a:t>(55) , B</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(42), C</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(48), E</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(72) </a:t>
                      </a:r>
                      <a:endParaRPr lang="en-US"/>
                    </a:p>
                  </a:txBody>
                  <a:tcPr/>
                </a:tc>
                <a:extLst>
                  <a:ext uri="{0D108BD9-81ED-4DB2-BD59-A6C34878D82A}">
                    <a16:rowId xmlns:a16="http://schemas.microsoft.com/office/drawing/2014/main" val="899311927"/>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B</a:t>
                      </a:r>
                      <a:r>
                        <a:rPr lang="en-US" sz="1519" kern="1200" baseline="-25000">
                          <a:solidFill>
                            <a:schemeClr val="dk1"/>
                          </a:solidFill>
                          <a:effectLst/>
                          <a:latin typeface="+mn-lt"/>
                          <a:ea typeface="+mn-ea"/>
                          <a:cs typeface="+mn-cs"/>
                        </a:rPr>
                        <a:t>S</a:t>
                      </a:r>
                      <a:endParaRPr lang="en-US"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A</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(55) , C</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(48), E</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(72), F</a:t>
                      </a:r>
                      <a:r>
                        <a:rPr lang="en-US" sz="1519" kern="1200" baseline="-25000">
                          <a:solidFill>
                            <a:schemeClr val="dk1"/>
                          </a:solidFill>
                          <a:effectLst/>
                          <a:latin typeface="+mn-lt"/>
                          <a:ea typeface="+mn-ea"/>
                          <a:cs typeface="+mn-cs"/>
                        </a:rPr>
                        <a:t>B </a:t>
                      </a:r>
                      <a:r>
                        <a:rPr lang="en-US" sz="1519" kern="1200">
                          <a:solidFill>
                            <a:schemeClr val="dk1"/>
                          </a:solidFill>
                          <a:effectLst/>
                          <a:latin typeface="+mn-lt"/>
                          <a:ea typeface="+mn-ea"/>
                          <a:cs typeface="+mn-cs"/>
                        </a:rPr>
                        <a:t>(82) </a:t>
                      </a:r>
                      <a:endParaRPr lang="en-US"/>
                    </a:p>
                  </a:txBody>
                  <a:tcPr/>
                </a:tc>
                <a:extLst>
                  <a:ext uri="{0D108BD9-81ED-4DB2-BD59-A6C34878D82A}">
                    <a16:rowId xmlns:a16="http://schemas.microsoft.com/office/drawing/2014/main" val="2228447252"/>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C</a:t>
                      </a:r>
                      <a:r>
                        <a:rPr lang="en-US" sz="1519" kern="1200" baseline="-25000">
                          <a:solidFill>
                            <a:schemeClr val="dk1"/>
                          </a:solidFill>
                          <a:effectLst/>
                          <a:latin typeface="+mn-lt"/>
                          <a:ea typeface="+mn-ea"/>
                          <a:cs typeface="+mn-cs"/>
                        </a:rPr>
                        <a:t>S</a:t>
                      </a:r>
                      <a:endParaRPr lang="en-US"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A</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(55) , E</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(72), F</a:t>
                      </a:r>
                      <a:r>
                        <a:rPr lang="en-US" sz="1519" kern="1200" baseline="-25000">
                          <a:solidFill>
                            <a:schemeClr val="dk1"/>
                          </a:solidFill>
                          <a:effectLst/>
                          <a:latin typeface="+mn-lt"/>
                          <a:ea typeface="+mn-ea"/>
                          <a:cs typeface="+mn-cs"/>
                        </a:rPr>
                        <a:t>B</a:t>
                      </a:r>
                      <a:r>
                        <a:rPr lang="en-US" sz="1519" kern="1200">
                          <a:solidFill>
                            <a:schemeClr val="dk1"/>
                          </a:solidFill>
                          <a:effectLst/>
                          <a:latin typeface="+mn-lt"/>
                          <a:ea typeface="+mn-ea"/>
                          <a:cs typeface="+mn-cs"/>
                        </a:rPr>
                        <a:t> (82), H</a:t>
                      </a:r>
                      <a:r>
                        <a:rPr lang="en-US" sz="1519" kern="1200" baseline="-25000">
                          <a:solidFill>
                            <a:schemeClr val="dk1"/>
                          </a:solidFill>
                          <a:effectLst/>
                          <a:latin typeface="+mn-lt"/>
                          <a:ea typeface="+mn-ea"/>
                          <a:cs typeface="+mn-cs"/>
                        </a:rPr>
                        <a:t>C</a:t>
                      </a:r>
                      <a:r>
                        <a:rPr lang="en-US" sz="1519" kern="1200">
                          <a:solidFill>
                            <a:schemeClr val="dk1"/>
                          </a:solidFill>
                          <a:effectLst/>
                          <a:latin typeface="+mn-lt"/>
                          <a:ea typeface="+mn-ea"/>
                          <a:cs typeface="+mn-cs"/>
                        </a:rPr>
                        <a:t> (121) </a:t>
                      </a:r>
                      <a:endParaRPr lang="en-US"/>
                    </a:p>
                  </a:txBody>
                  <a:tcPr/>
                </a:tc>
                <a:extLst>
                  <a:ext uri="{0D108BD9-81ED-4DB2-BD59-A6C34878D82A}">
                    <a16:rowId xmlns:a16="http://schemas.microsoft.com/office/drawing/2014/main" val="1516241311"/>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A</a:t>
                      </a:r>
                      <a:r>
                        <a:rPr lang="en-US" sz="1519" kern="1200" baseline="-25000">
                          <a:solidFill>
                            <a:schemeClr val="dk1"/>
                          </a:solidFill>
                          <a:effectLst/>
                          <a:latin typeface="+mn-lt"/>
                          <a:ea typeface="+mn-ea"/>
                          <a:cs typeface="+mn-cs"/>
                        </a:rPr>
                        <a:t>S</a:t>
                      </a:r>
                      <a:endParaRPr lang="en-US"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E</a:t>
                      </a:r>
                      <a:r>
                        <a:rPr lang="en-US" sz="1519" kern="1200" baseline="-25000">
                          <a:solidFill>
                            <a:schemeClr val="dk1"/>
                          </a:solidFill>
                          <a:effectLst/>
                          <a:latin typeface="+mn-lt"/>
                          <a:ea typeface="+mn-ea"/>
                          <a:cs typeface="+mn-cs"/>
                        </a:rPr>
                        <a:t>S</a:t>
                      </a:r>
                      <a:r>
                        <a:rPr lang="en-US" sz="1519" kern="1200">
                          <a:solidFill>
                            <a:schemeClr val="dk1"/>
                          </a:solidFill>
                          <a:effectLst/>
                          <a:latin typeface="+mn-lt"/>
                          <a:ea typeface="+mn-ea"/>
                          <a:cs typeface="+mn-cs"/>
                        </a:rPr>
                        <a:t> (72), F</a:t>
                      </a:r>
                      <a:r>
                        <a:rPr lang="en-US" sz="1519" kern="1200" baseline="-25000">
                          <a:solidFill>
                            <a:schemeClr val="dk1"/>
                          </a:solidFill>
                          <a:effectLst/>
                          <a:latin typeface="+mn-lt"/>
                          <a:ea typeface="+mn-ea"/>
                          <a:cs typeface="+mn-cs"/>
                        </a:rPr>
                        <a:t>B</a:t>
                      </a:r>
                      <a:r>
                        <a:rPr lang="en-US" sz="1519" kern="1200">
                          <a:solidFill>
                            <a:schemeClr val="dk1"/>
                          </a:solidFill>
                          <a:effectLst/>
                          <a:latin typeface="+mn-lt"/>
                          <a:ea typeface="+mn-ea"/>
                          <a:cs typeface="+mn-cs"/>
                        </a:rPr>
                        <a:t> (82), H</a:t>
                      </a:r>
                      <a:r>
                        <a:rPr lang="en-US" sz="1519" kern="1200" baseline="-25000">
                          <a:solidFill>
                            <a:schemeClr val="dk1"/>
                          </a:solidFill>
                          <a:effectLst/>
                          <a:latin typeface="+mn-lt"/>
                          <a:ea typeface="+mn-ea"/>
                          <a:cs typeface="+mn-cs"/>
                        </a:rPr>
                        <a:t>C</a:t>
                      </a:r>
                      <a:r>
                        <a:rPr lang="en-US" sz="1519" kern="1200">
                          <a:solidFill>
                            <a:schemeClr val="dk1"/>
                          </a:solidFill>
                          <a:effectLst/>
                          <a:latin typeface="+mn-lt"/>
                          <a:ea typeface="+mn-ea"/>
                          <a:cs typeface="+mn-cs"/>
                        </a:rPr>
                        <a:t> (121), D</a:t>
                      </a:r>
                      <a:r>
                        <a:rPr lang="en-US" sz="1519" kern="1200" baseline="-25000">
                          <a:solidFill>
                            <a:schemeClr val="dk1"/>
                          </a:solidFill>
                          <a:effectLst/>
                          <a:latin typeface="+mn-lt"/>
                          <a:ea typeface="+mn-ea"/>
                          <a:cs typeface="+mn-cs"/>
                        </a:rPr>
                        <a:t>A </a:t>
                      </a:r>
                      <a:r>
                        <a:rPr lang="en-US" sz="1519" kern="1200">
                          <a:solidFill>
                            <a:schemeClr val="dk1"/>
                          </a:solidFill>
                          <a:effectLst/>
                          <a:latin typeface="+mn-lt"/>
                          <a:ea typeface="+mn-ea"/>
                          <a:cs typeface="+mn-cs"/>
                        </a:rPr>
                        <a:t>(100) </a:t>
                      </a:r>
                      <a:endParaRPr lang="en-US"/>
                    </a:p>
                  </a:txBody>
                  <a:tcPr/>
                </a:tc>
                <a:extLst>
                  <a:ext uri="{0D108BD9-81ED-4DB2-BD59-A6C34878D82A}">
                    <a16:rowId xmlns:a16="http://schemas.microsoft.com/office/drawing/2014/main" val="595540689"/>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E</a:t>
                      </a:r>
                      <a:r>
                        <a:rPr lang="en-US" sz="1519" kern="1200" baseline="-25000">
                          <a:solidFill>
                            <a:schemeClr val="dk1"/>
                          </a:solidFill>
                          <a:effectLst/>
                          <a:latin typeface="+mn-lt"/>
                          <a:ea typeface="+mn-ea"/>
                          <a:cs typeface="+mn-cs"/>
                        </a:rPr>
                        <a:t>S</a:t>
                      </a:r>
                      <a:endParaRPr lang="en-US"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F</a:t>
                      </a:r>
                      <a:r>
                        <a:rPr lang="en-US" sz="1519" kern="1200" baseline="-25000">
                          <a:solidFill>
                            <a:schemeClr val="dk1"/>
                          </a:solidFill>
                          <a:effectLst/>
                          <a:latin typeface="+mn-lt"/>
                          <a:ea typeface="+mn-ea"/>
                          <a:cs typeface="+mn-cs"/>
                        </a:rPr>
                        <a:t>B</a:t>
                      </a:r>
                      <a:r>
                        <a:rPr lang="en-US" sz="1519" kern="1200">
                          <a:solidFill>
                            <a:schemeClr val="dk1"/>
                          </a:solidFill>
                          <a:effectLst/>
                          <a:latin typeface="+mn-lt"/>
                          <a:ea typeface="+mn-ea"/>
                          <a:cs typeface="+mn-cs"/>
                        </a:rPr>
                        <a:t> (82), H</a:t>
                      </a:r>
                      <a:r>
                        <a:rPr lang="en-US" sz="1519" kern="1200" baseline="-25000">
                          <a:solidFill>
                            <a:schemeClr val="dk1"/>
                          </a:solidFill>
                          <a:effectLst/>
                          <a:latin typeface="+mn-lt"/>
                          <a:ea typeface="+mn-ea"/>
                          <a:cs typeface="+mn-cs"/>
                        </a:rPr>
                        <a:t>C</a:t>
                      </a:r>
                      <a:r>
                        <a:rPr lang="en-US" sz="1519" kern="1200">
                          <a:solidFill>
                            <a:schemeClr val="dk1"/>
                          </a:solidFill>
                          <a:effectLst/>
                          <a:latin typeface="+mn-lt"/>
                          <a:ea typeface="+mn-ea"/>
                          <a:cs typeface="+mn-cs"/>
                        </a:rPr>
                        <a:t> (121), D</a:t>
                      </a:r>
                      <a:r>
                        <a:rPr lang="en-US" sz="1519" kern="1200" baseline="-25000">
                          <a:solidFill>
                            <a:schemeClr val="dk1"/>
                          </a:solidFill>
                          <a:effectLst/>
                          <a:latin typeface="+mn-lt"/>
                          <a:ea typeface="+mn-ea"/>
                          <a:cs typeface="+mn-cs"/>
                        </a:rPr>
                        <a:t>A</a:t>
                      </a:r>
                      <a:r>
                        <a:rPr lang="en-US" sz="1519" kern="1200">
                          <a:solidFill>
                            <a:schemeClr val="dk1"/>
                          </a:solidFill>
                          <a:effectLst/>
                          <a:latin typeface="+mn-lt"/>
                          <a:ea typeface="+mn-ea"/>
                          <a:cs typeface="+mn-cs"/>
                        </a:rPr>
                        <a:t> (100), G</a:t>
                      </a:r>
                      <a:r>
                        <a:rPr lang="en-US" sz="1519" kern="1200" baseline="-25000">
                          <a:solidFill>
                            <a:schemeClr val="dk1"/>
                          </a:solidFill>
                          <a:effectLst/>
                          <a:latin typeface="+mn-lt"/>
                          <a:ea typeface="+mn-ea"/>
                          <a:cs typeface="+mn-cs"/>
                        </a:rPr>
                        <a:t>E</a:t>
                      </a:r>
                      <a:r>
                        <a:rPr lang="en-US" sz="1519" kern="1200">
                          <a:solidFill>
                            <a:schemeClr val="dk1"/>
                          </a:solidFill>
                          <a:effectLst/>
                          <a:latin typeface="+mn-lt"/>
                          <a:ea typeface="+mn-ea"/>
                          <a:cs typeface="+mn-cs"/>
                        </a:rPr>
                        <a:t> (154) </a:t>
                      </a:r>
                      <a:endParaRPr lang="en-US"/>
                    </a:p>
                  </a:txBody>
                  <a:tcPr/>
                </a:tc>
                <a:extLst>
                  <a:ext uri="{0D108BD9-81ED-4DB2-BD59-A6C34878D82A}">
                    <a16:rowId xmlns:a16="http://schemas.microsoft.com/office/drawing/2014/main" val="4178318866"/>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F</a:t>
                      </a:r>
                      <a:r>
                        <a:rPr lang="en-US" sz="1519" kern="1200" baseline="-25000">
                          <a:solidFill>
                            <a:schemeClr val="dk1"/>
                          </a:solidFill>
                          <a:effectLst/>
                          <a:latin typeface="+mn-lt"/>
                          <a:ea typeface="+mn-ea"/>
                          <a:cs typeface="+mn-cs"/>
                        </a:rPr>
                        <a:t>B</a:t>
                      </a:r>
                      <a:endParaRPr lang="en-US"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H</a:t>
                      </a:r>
                      <a:r>
                        <a:rPr lang="en-US" sz="1519" kern="1200" baseline="-25000">
                          <a:solidFill>
                            <a:schemeClr val="dk1"/>
                          </a:solidFill>
                          <a:effectLst/>
                          <a:latin typeface="+mn-lt"/>
                          <a:ea typeface="+mn-ea"/>
                          <a:cs typeface="+mn-cs"/>
                        </a:rPr>
                        <a:t>C</a:t>
                      </a:r>
                      <a:r>
                        <a:rPr lang="en-US" sz="1519" kern="1200">
                          <a:solidFill>
                            <a:schemeClr val="dk1"/>
                          </a:solidFill>
                          <a:effectLst/>
                          <a:latin typeface="+mn-lt"/>
                          <a:ea typeface="+mn-ea"/>
                          <a:cs typeface="+mn-cs"/>
                        </a:rPr>
                        <a:t> (121), D</a:t>
                      </a:r>
                      <a:r>
                        <a:rPr lang="en-US" sz="1519" kern="1200" baseline="-25000">
                          <a:solidFill>
                            <a:schemeClr val="dk1"/>
                          </a:solidFill>
                          <a:effectLst/>
                          <a:latin typeface="+mn-lt"/>
                          <a:ea typeface="+mn-ea"/>
                          <a:cs typeface="+mn-cs"/>
                        </a:rPr>
                        <a:t>A</a:t>
                      </a:r>
                      <a:r>
                        <a:rPr lang="en-US" sz="1519" kern="1200">
                          <a:solidFill>
                            <a:schemeClr val="dk1"/>
                          </a:solidFill>
                          <a:effectLst/>
                          <a:latin typeface="+mn-lt"/>
                          <a:ea typeface="+mn-ea"/>
                          <a:cs typeface="+mn-cs"/>
                        </a:rPr>
                        <a:t> (100), G</a:t>
                      </a:r>
                      <a:r>
                        <a:rPr lang="en-US" sz="1519" kern="1200" baseline="-25000">
                          <a:solidFill>
                            <a:schemeClr val="dk1"/>
                          </a:solidFill>
                          <a:effectLst/>
                          <a:latin typeface="+mn-lt"/>
                          <a:ea typeface="+mn-ea"/>
                          <a:cs typeface="+mn-cs"/>
                        </a:rPr>
                        <a:t>F</a:t>
                      </a:r>
                      <a:r>
                        <a:rPr lang="en-US" sz="1519" kern="1200">
                          <a:solidFill>
                            <a:schemeClr val="dk1"/>
                          </a:solidFill>
                          <a:effectLst/>
                          <a:latin typeface="+mn-lt"/>
                          <a:ea typeface="+mn-ea"/>
                          <a:cs typeface="+mn-cs"/>
                        </a:rPr>
                        <a:t> (132)</a:t>
                      </a:r>
                      <a:endParaRPr lang="en-US"/>
                    </a:p>
                  </a:txBody>
                  <a:tcPr/>
                </a:tc>
                <a:extLst>
                  <a:ext uri="{0D108BD9-81ED-4DB2-BD59-A6C34878D82A}">
                    <a16:rowId xmlns:a16="http://schemas.microsoft.com/office/drawing/2014/main" val="3061508731"/>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D</a:t>
                      </a:r>
                      <a:r>
                        <a:rPr lang="en-US" sz="1519" kern="1200" baseline="-25000">
                          <a:solidFill>
                            <a:schemeClr val="dk1"/>
                          </a:solidFill>
                          <a:effectLst/>
                          <a:latin typeface="+mn-lt"/>
                          <a:ea typeface="+mn-ea"/>
                          <a:cs typeface="+mn-cs"/>
                        </a:rPr>
                        <a:t>A</a:t>
                      </a:r>
                      <a:endParaRPr lang="en-US"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H</a:t>
                      </a:r>
                      <a:r>
                        <a:rPr lang="en-US" sz="1519" kern="1200" baseline="-25000">
                          <a:solidFill>
                            <a:schemeClr val="dk1"/>
                          </a:solidFill>
                          <a:effectLst/>
                          <a:latin typeface="+mn-lt"/>
                          <a:ea typeface="+mn-ea"/>
                          <a:cs typeface="+mn-cs"/>
                        </a:rPr>
                        <a:t>C</a:t>
                      </a:r>
                      <a:r>
                        <a:rPr lang="en-US" sz="1519" kern="1200">
                          <a:solidFill>
                            <a:schemeClr val="dk1"/>
                          </a:solidFill>
                          <a:effectLst/>
                          <a:latin typeface="+mn-lt"/>
                          <a:ea typeface="+mn-ea"/>
                          <a:cs typeface="+mn-cs"/>
                        </a:rPr>
                        <a:t> (121), G</a:t>
                      </a:r>
                      <a:r>
                        <a:rPr lang="en-US" sz="1519" kern="1200" baseline="-25000">
                          <a:solidFill>
                            <a:schemeClr val="dk1"/>
                          </a:solidFill>
                          <a:effectLst/>
                          <a:latin typeface="+mn-lt"/>
                          <a:ea typeface="+mn-ea"/>
                          <a:cs typeface="+mn-cs"/>
                        </a:rPr>
                        <a:t>F</a:t>
                      </a:r>
                      <a:r>
                        <a:rPr lang="en-US" sz="1519" kern="1200">
                          <a:solidFill>
                            <a:schemeClr val="dk1"/>
                          </a:solidFill>
                          <a:effectLst/>
                          <a:latin typeface="+mn-lt"/>
                          <a:ea typeface="+mn-ea"/>
                          <a:cs typeface="+mn-cs"/>
                        </a:rPr>
                        <a:t> (132)</a:t>
                      </a:r>
                      <a:endParaRPr lang="en-US"/>
                    </a:p>
                  </a:txBody>
                  <a:tcPr/>
                </a:tc>
                <a:extLst>
                  <a:ext uri="{0D108BD9-81ED-4DB2-BD59-A6C34878D82A}">
                    <a16:rowId xmlns:a16="http://schemas.microsoft.com/office/drawing/2014/main" val="3873322874"/>
                  </a:ext>
                </a:extLst>
              </a:tr>
              <a:tr h="37084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H</a:t>
                      </a:r>
                      <a:r>
                        <a:rPr lang="en-US" sz="1519" kern="1200" baseline="-25000">
                          <a:solidFill>
                            <a:schemeClr val="dk1"/>
                          </a:solidFill>
                          <a:effectLst/>
                          <a:latin typeface="+mn-lt"/>
                          <a:ea typeface="+mn-ea"/>
                          <a:cs typeface="+mn-cs"/>
                        </a:rPr>
                        <a:t>C</a:t>
                      </a:r>
                      <a:endParaRPr lang="en-US"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519" kern="1200">
                          <a:solidFill>
                            <a:schemeClr val="dk1"/>
                          </a:solidFill>
                          <a:effectLst/>
                          <a:latin typeface="+mn-lt"/>
                          <a:ea typeface="+mn-ea"/>
                          <a:cs typeface="+mn-cs"/>
                        </a:rPr>
                        <a:t>G</a:t>
                      </a:r>
                      <a:r>
                        <a:rPr lang="en-US" sz="1519" kern="1200" baseline="-25000">
                          <a:solidFill>
                            <a:schemeClr val="dk1"/>
                          </a:solidFill>
                          <a:effectLst/>
                          <a:latin typeface="+mn-lt"/>
                          <a:ea typeface="+mn-ea"/>
                          <a:cs typeface="+mn-cs"/>
                        </a:rPr>
                        <a:t>F</a:t>
                      </a:r>
                      <a:r>
                        <a:rPr lang="en-US" sz="1519" kern="1200">
                          <a:solidFill>
                            <a:schemeClr val="dk1"/>
                          </a:solidFill>
                          <a:effectLst/>
                          <a:latin typeface="+mn-lt"/>
                          <a:ea typeface="+mn-ea"/>
                          <a:cs typeface="+mn-cs"/>
                        </a:rPr>
                        <a:t> (132)</a:t>
                      </a:r>
                      <a:endParaRPr lang="en-US"/>
                    </a:p>
                  </a:txBody>
                  <a:tcPr/>
                </a:tc>
                <a:extLst>
                  <a:ext uri="{0D108BD9-81ED-4DB2-BD59-A6C34878D82A}">
                    <a16:rowId xmlns:a16="http://schemas.microsoft.com/office/drawing/2014/main" val="1127879277"/>
                  </a:ext>
                </a:extLst>
              </a:tr>
              <a:tr h="370840">
                <a:tc>
                  <a:txBody>
                    <a:bodyPr/>
                    <a:lstStyle/>
                    <a:p>
                      <a:pPr algn="ctr"/>
                      <a:r>
                        <a:rPr lang="en-US" sz="1519" kern="1200">
                          <a:solidFill>
                            <a:schemeClr val="dk1"/>
                          </a:solidFill>
                          <a:effectLst/>
                          <a:latin typeface="+mn-lt"/>
                          <a:ea typeface="+mn-ea"/>
                          <a:cs typeface="+mn-cs"/>
                        </a:rPr>
                        <a:t>G</a:t>
                      </a:r>
                      <a:r>
                        <a:rPr lang="en-US" sz="1519" kern="1200" baseline="-25000">
                          <a:solidFill>
                            <a:schemeClr val="dk1"/>
                          </a:solidFill>
                          <a:effectLst/>
                          <a:latin typeface="+mn-lt"/>
                          <a:ea typeface="+mn-ea"/>
                          <a:cs typeface="+mn-cs"/>
                        </a:rPr>
                        <a:t>F </a:t>
                      </a:r>
                      <a:endParaRPr lang="en-US" baseline="-25000"/>
                    </a:p>
                  </a:txBody>
                  <a:tcPr/>
                </a:tc>
                <a:tc>
                  <a:txBody>
                    <a:bodyPr/>
                    <a:lstStyle/>
                    <a:p>
                      <a:pPr algn="ctr"/>
                      <a:r>
                        <a:rPr lang="en-US"/>
                        <a:t>Đích</a:t>
                      </a:r>
                    </a:p>
                  </a:txBody>
                  <a:tcPr/>
                </a:tc>
                <a:extLst>
                  <a:ext uri="{0D108BD9-81ED-4DB2-BD59-A6C34878D82A}">
                    <a16:rowId xmlns:a16="http://schemas.microsoft.com/office/drawing/2014/main" val="3122567666"/>
                  </a:ext>
                </a:extLst>
              </a:tr>
            </a:tbl>
          </a:graphicData>
        </a:graphic>
      </p:graphicFrame>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18</a:t>
            </a:fld>
            <a:endParaRPr lang="en-US"/>
          </a:p>
        </p:txBody>
      </p:sp>
      <p:sp>
        <p:nvSpPr>
          <p:cNvPr id="6" name="TextBox 5">
            <a:extLst>
              <a:ext uri="{FF2B5EF4-FFF2-40B4-BE49-F238E27FC236}">
                <a16:creationId xmlns:a16="http://schemas.microsoft.com/office/drawing/2014/main" id="{103D900E-C30F-DC45-AF89-BFA30906626C}"/>
              </a:ext>
            </a:extLst>
          </p:cNvPr>
          <p:cNvSpPr txBox="1"/>
          <p:nvPr/>
        </p:nvSpPr>
        <p:spPr>
          <a:xfrm>
            <a:off x="681260" y="1357165"/>
            <a:ext cx="5695790" cy="369332"/>
          </a:xfrm>
          <a:prstGeom prst="rect">
            <a:avLst/>
          </a:prstGeom>
          <a:noFill/>
        </p:spPr>
        <p:txBody>
          <a:bodyPr wrap="none" rtlCol="0">
            <a:spAutoFit/>
          </a:bodyPr>
          <a:lstStyle/>
          <a:p>
            <a:r>
              <a:rPr lang="en-US"/>
              <a:t>Kết quả các bước tìm kiếm theo giá thành thống nhất</a:t>
            </a:r>
          </a:p>
        </p:txBody>
      </p:sp>
    </p:spTree>
    <p:extLst>
      <p:ext uri="{BB962C8B-B14F-4D97-AF65-F5344CB8AC3E}">
        <p14:creationId xmlns:p14="http://schemas.microsoft.com/office/powerpoint/2010/main" val="98276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theo giá thành thống nhất (tiếp)</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19</a:t>
            </a:fld>
            <a:endParaRPr lang="en-US"/>
          </a:p>
        </p:txBody>
      </p:sp>
      <p:sp>
        <p:nvSpPr>
          <p:cNvPr id="7" name="Content Placeholder 6">
            <a:extLst>
              <a:ext uri="{FF2B5EF4-FFF2-40B4-BE49-F238E27FC236}">
                <a16:creationId xmlns:a16="http://schemas.microsoft.com/office/drawing/2014/main" id="{8CF856FF-05DC-E34B-823F-186E4E301BAA}"/>
              </a:ext>
            </a:extLst>
          </p:cNvPr>
          <p:cNvSpPr>
            <a:spLocks noGrp="1"/>
          </p:cNvSpPr>
          <p:nvPr>
            <p:ph idx="1"/>
          </p:nvPr>
        </p:nvSpPr>
        <p:spPr>
          <a:xfrm>
            <a:off x="706438" y="1618076"/>
            <a:ext cx="8874125" cy="4351338"/>
          </a:xfrm>
        </p:spPr>
        <p:txBody>
          <a:bodyPr/>
          <a:lstStyle/>
          <a:p>
            <a:pPr marL="0" indent="0">
              <a:lnSpc>
                <a:spcPts val="3260"/>
              </a:lnSpc>
              <a:buNone/>
            </a:pPr>
            <a:r>
              <a:rPr lang="en-US" b="1">
                <a:solidFill>
                  <a:srgbClr val="C00000"/>
                </a:solidFill>
              </a:rPr>
              <a:t>Đặc điểm thuật toán:</a:t>
            </a:r>
          </a:p>
          <a:p>
            <a:pPr>
              <a:lnSpc>
                <a:spcPts val="3260"/>
              </a:lnSpc>
            </a:pPr>
            <a:r>
              <a:rPr lang="en-US"/>
              <a:t>Uniform-Cost-Search có trường hợp riêng đó là thuật toán </a:t>
            </a:r>
            <a:r>
              <a:rPr lang="en-US">
                <a:solidFill>
                  <a:srgbClr val="26902B"/>
                </a:solidFill>
              </a:rPr>
              <a:t>Dijkstra</a:t>
            </a:r>
            <a:r>
              <a:rPr lang="en-US"/>
              <a:t>. Dijkstra tìm </a:t>
            </a:r>
            <a:r>
              <a:rPr lang="en-US">
                <a:solidFill>
                  <a:srgbClr val="26902B"/>
                </a:solidFill>
              </a:rPr>
              <a:t>đường đi ngắn nhất từ nút gốc đến tất cả các nút</a:t>
            </a:r>
            <a:r>
              <a:rPr lang="en-US"/>
              <a:t>, còn tìm theo giá thống nhất chỉ </a:t>
            </a:r>
            <a:r>
              <a:rPr lang="en-US">
                <a:solidFill>
                  <a:srgbClr val="26902B"/>
                </a:solidFill>
              </a:rPr>
              <a:t>tìm đường đi từ nút gốc đến nút đích</a:t>
            </a:r>
          </a:p>
          <a:p>
            <a:pPr>
              <a:lnSpc>
                <a:spcPts val="3260"/>
              </a:lnSpc>
            </a:pPr>
            <a:r>
              <a:rPr lang="en-US"/>
              <a:t>Luôn cho lời giải tối ưu</a:t>
            </a:r>
          </a:p>
          <a:p>
            <a:pPr>
              <a:lnSpc>
                <a:spcPts val="3260"/>
              </a:lnSpc>
            </a:pPr>
            <a:r>
              <a:rPr lang="en-US">
                <a:solidFill>
                  <a:srgbClr val="26902B"/>
                </a:solidFill>
              </a:rPr>
              <a:t>Không xác định được độ phức tạp tính toán và bộ nhớ</a:t>
            </a:r>
            <a:r>
              <a:rPr lang="en-US"/>
              <a:t>, do không lựa chọn nút để mở rộng dựa trên chiều sâu mà dựa trên giá thành.</a:t>
            </a:r>
          </a:p>
          <a:p>
            <a:pPr>
              <a:lnSpc>
                <a:spcPts val="3260"/>
              </a:lnSpc>
            </a:pPr>
            <a:r>
              <a:rPr lang="en-US">
                <a:solidFill>
                  <a:srgbClr val="26902B"/>
                </a:solidFill>
              </a:rPr>
              <a:t>Trường hợp giá thành như nhau</a:t>
            </a:r>
            <a:r>
              <a:rPr lang="en-US"/>
              <a:t>, tìm kiếm theo giá thống nhất sẽ giống với BFS.</a:t>
            </a:r>
          </a:p>
        </p:txBody>
      </p:sp>
    </p:spTree>
    <p:extLst>
      <p:ext uri="{BB962C8B-B14F-4D97-AF65-F5344CB8AC3E}">
        <p14:creationId xmlns:p14="http://schemas.microsoft.com/office/powerpoint/2010/main" val="69622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theo chiều sâu</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20</a:t>
            </a:fld>
            <a:endParaRPr lang="en-US"/>
          </a:p>
        </p:txBody>
      </p:sp>
      <p:sp>
        <p:nvSpPr>
          <p:cNvPr id="7" name="Content Placeholder 6">
            <a:extLst>
              <a:ext uri="{FF2B5EF4-FFF2-40B4-BE49-F238E27FC236}">
                <a16:creationId xmlns:a16="http://schemas.microsoft.com/office/drawing/2014/main" id="{8CF856FF-05DC-E34B-823F-186E4E301BAA}"/>
              </a:ext>
            </a:extLst>
          </p:cNvPr>
          <p:cNvSpPr>
            <a:spLocks noGrp="1"/>
          </p:cNvSpPr>
          <p:nvPr>
            <p:ph idx="1"/>
          </p:nvPr>
        </p:nvSpPr>
        <p:spPr>
          <a:xfrm>
            <a:off x="706438" y="1618076"/>
            <a:ext cx="8874125" cy="4351338"/>
          </a:xfrm>
        </p:spPr>
        <p:txBody>
          <a:bodyPr/>
          <a:lstStyle/>
          <a:p>
            <a:pPr marL="0" indent="0">
              <a:lnSpc>
                <a:spcPts val="3260"/>
              </a:lnSpc>
              <a:buNone/>
            </a:pPr>
            <a:r>
              <a:rPr lang="en-US" sz="2400" b="1" i="1"/>
              <a:t>Tìm theo chiều sâu </a:t>
            </a:r>
            <a:r>
              <a:rPr lang="en-US" sz="2000"/>
              <a:t>(Depth- First-Search, viết tắt là </a:t>
            </a:r>
            <a:r>
              <a:rPr lang="en-US" sz="2000" b="1"/>
              <a:t>DFS</a:t>
            </a:r>
            <a:r>
              <a:rPr lang="en-US" sz="2000"/>
              <a:t>): </a:t>
            </a:r>
            <a:r>
              <a:rPr lang="vi-VN" sz="2000"/>
              <a:t>Lựa chọn trong số những nút biên nút sâu nhất (xa nút gốc nhất) để mở rộng trước. </a:t>
            </a:r>
          </a:p>
          <a:p>
            <a:pPr>
              <a:lnSpc>
                <a:spcPts val="3260"/>
              </a:lnSpc>
            </a:pPr>
            <a:r>
              <a:rPr lang="vi-VN" sz="2000"/>
              <a:t>DFS sẽ </a:t>
            </a:r>
            <a:r>
              <a:rPr lang="vi-VN" sz="2000" b="1"/>
              <a:t>di chuyển theo một nhánh cho tới nút sâu nhất </a:t>
            </a:r>
            <a:r>
              <a:rPr lang="vi-VN" sz="2000"/>
              <a:t>(nút không có nút con), sau đó chuyển sang nhánh tiếp theo. </a:t>
            </a:r>
          </a:p>
          <a:p>
            <a:pPr>
              <a:lnSpc>
                <a:spcPts val="3260"/>
              </a:lnSpc>
            </a:pPr>
            <a:r>
              <a:rPr lang="vi-VN" sz="2000"/>
              <a:t>Cần lựa chọn nút được thêm vào sau cùng trong tập nút biên </a:t>
            </a:r>
            <a:r>
              <a:rPr lang="vi-VN" sz="2000" i="1"/>
              <a:t>O </a:t>
            </a:r>
            <a:r>
              <a:rPr lang="vi-VN" sz="2000"/>
              <a:t>để mở rộng.</a:t>
            </a:r>
          </a:p>
          <a:p>
            <a:pPr>
              <a:lnSpc>
                <a:spcPts val="3260"/>
              </a:lnSpc>
            </a:pPr>
            <a:r>
              <a:rPr lang="vi-VN" sz="2000"/>
              <a:t>Dùng một ngăn xếp để lưu các nút biên, các nút được thêm vào và lấy ra theo nguyên lý </a:t>
            </a:r>
            <a:r>
              <a:rPr lang="vi-VN" sz="2000" b="1"/>
              <a:t>LIFO</a:t>
            </a:r>
            <a:r>
              <a:rPr lang="vi-VN" sz="2000"/>
              <a:t> (vào sau ra trước).</a:t>
            </a:r>
          </a:p>
          <a:p>
            <a:pPr>
              <a:lnSpc>
                <a:spcPts val="3260"/>
              </a:lnSpc>
            </a:pPr>
            <a:endParaRPr lang="vi-VN" sz="2000"/>
          </a:p>
          <a:p>
            <a:pPr marL="0" indent="0">
              <a:lnSpc>
                <a:spcPts val="3260"/>
              </a:lnSpc>
              <a:buNone/>
            </a:pPr>
            <a:endParaRPr lang="en-US" sz="2000"/>
          </a:p>
          <a:p>
            <a:pPr marL="0" indent="0">
              <a:lnSpc>
                <a:spcPts val="3260"/>
              </a:lnSpc>
              <a:buNone/>
            </a:pPr>
            <a:endParaRPr lang="en-US" sz="2000"/>
          </a:p>
        </p:txBody>
      </p:sp>
    </p:spTree>
    <p:extLst>
      <p:ext uri="{BB962C8B-B14F-4D97-AF65-F5344CB8AC3E}">
        <p14:creationId xmlns:p14="http://schemas.microsoft.com/office/powerpoint/2010/main" val="57806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theo chiều sâu</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21</a:t>
            </a:fld>
            <a:endParaRPr lang="en-US"/>
          </a:p>
        </p:txBody>
      </p:sp>
      <p:sp>
        <p:nvSpPr>
          <p:cNvPr id="7" name="Content Placeholder 6">
            <a:extLst>
              <a:ext uri="{FF2B5EF4-FFF2-40B4-BE49-F238E27FC236}">
                <a16:creationId xmlns:a16="http://schemas.microsoft.com/office/drawing/2014/main" id="{8CF856FF-05DC-E34B-823F-186E4E301BAA}"/>
              </a:ext>
            </a:extLst>
          </p:cNvPr>
          <p:cNvSpPr>
            <a:spLocks noGrp="1"/>
          </p:cNvSpPr>
          <p:nvPr>
            <p:ph idx="1"/>
          </p:nvPr>
        </p:nvSpPr>
        <p:spPr>
          <a:xfrm>
            <a:off x="706438" y="1618076"/>
            <a:ext cx="8874125" cy="4351338"/>
          </a:xfrm>
        </p:spPr>
        <p:txBody>
          <a:bodyPr/>
          <a:lstStyle/>
          <a:p>
            <a:pPr marL="0" indent="0" algn="ctr">
              <a:lnSpc>
                <a:spcPts val="3260"/>
              </a:lnSpc>
              <a:buNone/>
            </a:pPr>
            <a:r>
              <a:rPr lang="en-US" sz="2400" b="1" i="1"/>
              <a:t>Thuật toán DFS</a:t>
            </a:r>
            <a:endParaRPr lang="en-US" sz="2000" b="1" i="1"/>
          </a:p>
          <a:p>
            <a:pPr marL="0" indent="0">
              <a:buNone/>
            </a:pPr>
            <a:r>
              <a:rPr lang="vi-VN"/>
              <a:t>DFS(Q, S, G, P)</a:t>
            </a:r>
            <a:br>
              <a:rPr lang="vi-VN"/>
            </a:br>
            <a:r>
              <a:rPr lang="vi-VN"/>
              <a:t>Đầu vào: bài toán tìm kiếm</a:t>
            </a:r>
            <a:br>
              <a:rPr lang="vi-VN"/>
            </a:br>
            <a:r>
              <a:rPr lang="vi-VN"/>
              <a:t>Đầu ra: (đường đi tới) trạng thái đích</a:t>
            </a:r>
            <a:br>
              <a:rPr lang="vi-VN"/>
            </a:br>
            <a:r>
              <a:rPr lang="vi-VN"/>
              <a:t>Khởi tạo: O←S // O được tổ chức như ngăn xếp LIFO </a:t>
            </a:r>
          </a:p>
          <a:p>
            <a:pPr marL="0" indent="0">
              <a:buNone/>
            </a:pPr>
            <a:r>
              <a:rPr lang="vi-VN"/>
              <a:t>-------------------------</a:t>
            </a:r>
            <a:br>
              <a:rPr lang="vi-VN"/>
            </a:br>
            <a:r>
              <a:rPr lang="vi-VN">
                <a:solidFill>
                  <a:srgbClr val="26902B"/>
                </a:solidFill>
              </a:rPr>
              <a:t>While(O ≠ Ø) do </a:t>
            </a:r>
            <a:endParaRPr lang="vi-VN" sz="2400">
              <a:solidFill>
                <a:srgbClr val="26902B"/>
              </a:solidFill>
            </a:endParaRPr>
          </a:p>
          <a:p>
            <a:pPr lvl="1"/>
            <a:r>
              <a:rPr lang="vi-VN">
                <a:solidFill>
                  <a:srgbClr val="C00000"/>
                </a:solidFill>
              </a:rPr>
              <a:t>Chọn nút n đầu tiên của O và xóa n khỏi O </a:t>
            </a:r>
          </a:p>
          <a:p>
            <a:pPr lvl="1"/>
            <a:r>
              <a:rPr lang="vi-VN">
                <a:solidFill>
                  <a:srgbClr val="C00000"/>
                </a:solidFill>
              </a:rPr>
              <a:t>If n ∈ G, return (đường đi tới n) </a:t>
            </a:r>
          </a:p>
          <a:p>
            <a:pPr lvl="1"/>
            <a:r>
              <a:rPr lang="vi-VN">
                <a:solidFill>
                  <a:srgbClr val="C00000"/>
                </a:solidFill>
              </a:rPr>
              <a:t>Thêm P(n) vào đầu O </a:t>
            </a:r>
          </a:p>
          <a:p>
            <a:pPr marL="0" indent="0">
              <a:buNone/>
            </a:pPr>
            <a:r>
              <a:rPr lang="vi-VN">
                <a:solidFill>
                  <a:srgbClr val="26902B"/>
                </a:solidFill>
              </a:rPr>
              <a:t>Return: Không có lời giải </a:t>
            </a:r>
            <a:endParaRPr lang="vi-VN" sz="2400">
              <a:solidFill>
                <a:srgbClr val="26902B"/>
              </a:solidFill>
            </a:endParaRPr>
          </a:p>
          <a:p>
            <a:pPr marL="0" indent="0" algn="ctr">
              <a:lnSpc>
                <a:spcPts val="3260"/>
              </a:lnSpc>
              <a:buNone/>
            </a:pPr>
            <a:endParaRPr lang="en-US" sz="2400" b="1" i="1"/>
          </a:p>
        </p:txBody>
      </p:sp>
    </p:spTree>
    <p:extLst>
      <p:ext uri="{BB962C8B-B14F-4D97-AF65-F5344CB8AC3E}">
        <p14:creationId xmlns:p14="http://schemas.microsoft.com/office/powerpoint/2010/main" val="211850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theo chiều sâu (DFS)</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22</a:t>
            </a:fld>
            <a:endParaRPr lang="en-US"/>
          </a:p>
        </p:txBody>
      </p:sp>
      <p:sp>
        <p:nvSpPr>
          <p:cNvPr id="7" name="Content Placeholder 6">
            <a:extLst>
              <a:ext uri="{FF2B5EF4-FFF2-40B4-BE49-F238E27FC236}">
                <a16:creationId xmlns:a16="http://schemas.microsoft.com/office/drawing/2014/main" id="{8CF856FF-05DC-E34B-823F-186E4E301BAA}"/>
              </a:ext>
            </a:extLst>
          </p:cNvPr>
          <p:cNvSpPr>
            <a:spLocks noGrp="1"/>
          </p:cNvSpPr>
          <p:nvPr>
            <p:ph idx="1"/>
          </p:nvPr>
        </p:nvSpPr>
        <p:spPr>
          <a:xfrm>
            <a:off x="706438" y="1234728"/>
            <a:ext cx="8874125" cy="4351338"/>
          </a:xfrm>
        </p:spPr>
        <p:txBody>
          <a:bodyPr/>
          <a:lstStyle/>
          <a:p>
            <a:pPr marL="0" indent="0" algn="ctr">
              <a:lnSpc>
                <a:spcPts val="3260"/>
              </a:lnSpc>
              <a:buNone/>
            </a:pPr>
            <a:r>
              <a:rPr lang="en-US" sz="2400" b="1" i="1"/>
              <a:t>Ví dụ thuật toán:</a:t>
            </a:r>
          </a:p>
          <a:p>
            <a:pPr marL="0" indent="0">
              <a:lnSpc>
                <a:spcPts val="3260"/>
              </a:lnSpc>
              <a:buNone/>
            </a:pPr>
            <a:endParaRPr lang="en-US" sz="2400" b="1" i="1"/>
          </a:p>
        </p:txBody>
      </p:sp>
      <p:graphicFrame>
        <p:nvGraphicFramePr>
          <p:cNvPr id="3" name="Table 2">
            <a:extLst>
              <a:ext uri="{FF2B5EF4-FFF2-40B4-BE49-F238E27FC236}">
                <a16:creationId xmlns:a16="http://schemas.microsoft.com/office/drawing/2014/main" id="{DAE50A33-EBE2-A54C-85D3-A3A39A04B800}"/>
              </a:ext>
            </a:extLst>
          </p:cNvPr>
          <p:cNvGraphicFramePr>
            <a:graphicFrameLocks noGrp="1"/>
          </p:cNvGraphicFramePr>
          <p:nvPr>
            <p:extLst>
              <p:ext uri="{D42A27DB-BD31-4B8C-83A1-F6EECF244321}">
                <p14:modId xmlns:p14="http://schemas.microsoft.com/office/powerpoint/2010/main" val="2120049968"/>
              </p:ext>
            </p:extLst>
          </p:nvPr>
        </p:nvGraphicFramePr>
        <p:xfrm>
          <a:off x="735532" y="1790915"/>
          <a:ext cx="8874126" cy="3836560"/>
        </p:xfrm>
        <a:graphic>
          <a:graphicData uri="http://schemas.openxmlformats.org/drawingml/2006/table">
            <a:tbl>
              <a:tblPr firstRow="1" bandRow="1">
                <a:tableStyleId>{5C22544A-7EE6-4342-B048-85BDC9FD1C3A}</a:tableStyleId>
              </a:tblPr>
              <a:tblGrid>
                <a:gridCol w="3039816">
                  <a:extLst>
                    <a:ext uri="{9D8B030D-6E8A-4147-A177-3AD203B41FA5}">
                      <a16:colId xmlns:a16="http://schemas.microsoft.com/office/drawing/2014/main" val="2523098157"/>
                    </a:ext>
                  </a:extLst>
                </a:gridCol>
                <a:gridCol w="5834310">
                  <a:extLst>
                    <a:ext uri="{9D8B030D-6E8A-4147-A177-3AD203B41FA5}">
                      <a16:colId xmlns:a16="http://schemas.microsoft.com/office/drawing/2014/main" val="3683838822"/>
                    </a:ext>
                  </a:extLst>
                </a:gridCol>
              </a:tblGrid>
              <a:tr h="54808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vi-VN" sz="1800" b="1" kern="1200">
                          <a:solidFill>
                            <a:schemeClr val="lt1"/>
                          </a:solidFill>
                          <a:effectLst/>
                          <a:latin typeface="+mn-lt"/>
                          <a:ea typeface="+mn-ea"/>
                          <a:cs typeface="+mn-cs"/>
                        </a:rPr>
                        <a:t>Nút được mở rộng </a:t>
                      </a:r>
                      <a:endParaRPr lang="vi-VN" sz="1800"/>
                    </a:p>
                  </a:txBody>
                  <a:tcPr anchor="ct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vi-VN" sz="1800" b="1" kern="1200">
                          <a:solidFill>
                            <a:schemeClr val="lt1"/>
                          </a:solidFill>
                          <a:effectLst/>
                          <a:latin typeface="+mn-lt"/>
                          <a:ea typeface="+mn-ea"/>
                          <a:cs typeface="+mn-cs"/>
                        </a:rPr>
                        <a:t>Tập biên O (ngăn xếp LIFO trong trường hợp này) </a:t>
                      </a:r>
                      <a:endParaRPr lang="vi-VN" sz="1800"/>
                    </a:p>
                  </a:txBody>
                  <a:tcPr anchor="ctr"/>
                </a:tc>
                <a:extLst>
                  <a:ext uri="{0D108BD9-81ED-4DB2-BD59-A6C34878D82A}">
                    <a16:rowId xmlns:a16="http://schemas.microsoft.com/office/drawing/2014/main" val="1844199086"/>
                  </a:ext>
                </a:extLst>
              </a:tr>
              <a:tr h="548080">
                <a:tc>
                  <a:txBody>
                    <a:bodyPr/>
                    <a:lstStyle/>
                    <a:p>
                      <a:pPr algn="ctr"/>
                      <a:endParaRPr lang="en-US" sz="1800" b="1"/>
                    </a:p>
                  </a:txBody>
                  <a:tcPr anchor="ctr"/>
                </a:tc>
                <a:tc>
                  <a:txBody>
                    <a:bodyPr/>
                    <a:lstStyle/>
                    <a:p>
                      <a:pPr algn="ctr"/>
                      <a:r>
                        <a:rPr lang="en-US" sz="1800" b="1"/>
                        <a:t>S</a:t>
                      </a:r>
                    </a:p>
                  </a:txBody>
                  <a:tcPr anchor="ctr"/>
                </a:tc>
                <a:extLst>
                  <a:ext uri="{0D108BD9-81ED-4DB2-BD59-A6C34878D82A}">
                    <a16:rowId xmlns:a16="http://schemas.microsoft.com/office/drawing/2014/main" val="1343844393"/>
                  </a:ext>
                </a:extLst>
              </a:tr>
              <a:tr h="54808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S </a:t>
                      </a:r>
                      <a:endParaRPr lang="en-US" sz="1800" b="1"/>
                    </a:p>
                  </a:txBody>
                  <a:tcPr anchor="ct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A</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B</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C</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E</a:t>
                      </a:r>
                      <a:r>
                        <a:rPr lang="en-US" sz="1800" b="1" kern="1200" baseline="-25000">
                          <a:solidFill>
                            <a:schemeClr val="dk1"/>
                          </a:solidFill>
                          <a:effectLst/>
                          <a:latin typeface="+mn-lt"/>
                          <a:ea typeface="+mn-ea"/>
                          <a:cs typeface="+mn-cs"/>
                        </a:rPr>
                        <a:t>S</a:t>
                      </a:r>
                      <a:endParaRPr lang="en-US" sz="1800" b="1" baseline="-25000"/>
                    </a:p>
                  </a:txBody>
                  <a:tcPr anchor="ctr"/>
                </a:tc>
                <a:extLst>
                  <a:ext uri="{0D108BD9-81ED-4DB2-BD59-A6C34878D82A}">
                    <a16:rowId xmlns:a16="http://schemas.microsoft.com/office/drawing/2014/main" val="1149378124"/>
                  </a:ext>
                </a:extLst>
              </a:tr>
              <a:tr h="54808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A</a:t>
                      </a:r>
                      <a:r>
                        <a:rPr lang="en-US" sz="1800" b="1" kern="1200" baseline="-25000">
                          <a:solidFill>
                            <a:schemeClr val="dk1"/>
                          </a:solidFill>
                          <a:effectLst/>
                          <a:latin typeface="+mn-lt"/>
                          <a:ea typeface="+mn-ea"/>
                          <a:cs typeface="+mn-cs"/>
                        </a:rPr>
                        <a:t>S </a:t>
                      </a:r>
                      <a:endParaRPr lang="en-US" sz="1800" b="1" baseline="-25000"/>
                    </a:p>
                  </a:txBody>
                  <a:tcPr anchor="ct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D</a:t>
                      </a:r>
                      <a:r>
                        <a:rPr lang="en-US" sz="1800" b="1" kern="1200" baseline="-25000">
                          <a:solidFill>
                            <a:schemeClr val="dk1"/>
                          </a:solidFill>
                          <a:effectLst/>
                          <a:latin typeface="+mn-lt"/>
                          <a:ea typeface="+mn-ea"/>
                          <a:cs typeface="+mn-cs"/>
                        </a:rPr>
                        <a:t>A</a:t>
                      </a:r>
                      <a:r>
                        <a:rPr lang="en-US" sz="1800" b="1" kern="1200">
                          <a:solidFill>
                            <a:schemeClr val="dk1"/>
                          </a:solidFill>
                          <a:effectLst/>
                          <a:latin typeface="+mn-lt"/>
                          <a:ea typeface="+mn-ea"/>
                          <a:cs typeface="+mn-cs"/>
                        </a:rPr>
                        <a:t> , B</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C</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E</a:t>
                      </a:r>
                      <a:r>
                        <a:rPr lang="en-US" sz="1800" b="1" kern="1200" baseline="-25000">
                          <a:solidFill>
                            <a:schemeClr val="dk1"/>
                          </a:solidFill>
                          <a:effectLst/>
                          <a:latin typeface="+mn-lt"/>
                          <a:ea typeface="+mn-ea"/>
                          <a:cs typeface="+mn-cs"/>
                        </a:rPr>
                        <a:t>S</a:t>
                      </a:r>
                      <a:endParaRPr lang="en-US" sz="1800" b="1" baseline="-25000"/>
                    </a:p>
                  </a:txBody>
                  <a:tcPr anchor="ctr"/>
                </a:tc>
                <a:extLst>
                  <a:ext uri="{0D108BD9-81ED-4DB2-BD59-A6C34878D82A}">
                    <a16:rowId xmlns:a16="http://schemas.microsoft.com/office/drawing/2014/main" val="707681288"/>
                  </a:ext>
                </a:extLst>
              </a:tr>
              <a:tr h="54808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D</a:t>
                      </a:r>
                      <a:r>
                        <a:rPr lang="en-US" sz="1800" b="1" kern="1200" baseline="-25000">
                          <a:solidFill>
                            <a:schemeClr val="dk1"/>
                          </a:solidFill>
                          <a:effectLst/>
                          <a:latin typeface="+mn-lt"/>
                          <a:ea typeface="+mn-ea"/>
                          <a:cs typeface="+mn-cs"/>
                        </a:rPr>
                        <a:t>A</a:t>
                      </a:r>
                      <a:r>
                        <a:rPr lang="en-US" sz="1800" b="1" kern="1200">
                          <a:solidFill>
                            <a:schemeClr val="dk1"/>
                          </a:solidFill>
                          <a:effectLst/>
                          <a:latin typeface="+mn-lt"/>
                          <a:ea typeface="+mn-ea"/>
                          <a:cs typeface="+mn-cs"/>
                        </a:rPr>
                        <a:t> </a:t>
                      </a:r>
                      <a:endParaRPr lang="en-US" sz="1800" b="1"/>
                    </a:p>
                  </a:txBody>
                  <a:tcPr anchor="ct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E</a:t>
                      </a:r>
                      <a:r>
                        <a:rPr lang="en-US" sz="1800" b="1" kern="1200" baseline="-25000">
                          <a:solidFill>
                            <a:schemeClr val="dk1"/>
                          </a:solidFill>
                          <a:effectLst/>
                          <a:latin typeface="+mn-lt"/>
                          <a:ea typeface="+mn-ea"/>
                          <a:cs typeface="+mn-cs"/>
                        </a:rPr>
                        <a:t>D</a:t>
                      </a:r>
                      <a:r>
                        <a:rPr lang="en-US" sz="1800" b="1" kern="1200">
                          <a:solidFill>
                            <a:schemeClr val="dk1"/>
                          </a:solidFill>
                          <a:effectLst/>
                          <a:latin typeface="+mn-lt"/>
                          <a:ea typeface="+mn-ea"/>
                          <a:cs typeface="+mn-cs"/>
                        </a:rPr>
                        <a:t>, B</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C</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E</a:t>
                      </a:r>
                      <a:r>
                        <a:rPr lang="en-US" sz="1800" b="1" kern="1200" baseline="-25000">
                          <a:solidFill>
                            <a:schemeClr val="dk1"/>
                          </a:solidFill>
                          <a:effectLst/>
                          <a:latin typeface="+mn-lt"/>
                          <a:ea typeface="+mn-ea"/>
                          <a:cs typeface="+mn-cs"/>
                        </a:rPr>
                        <a:t>S</a:t>
                      </a:r>
                      <a:endParaRPr lang="en-US" sz="1800" b="1" baseline="-25000"/>
                    </a:p>
                  </a:txBody>
                  <a:tcPr anchor="ctr"/>
                </a:tc>
                <a:extLst>
                  <a:ext uri="{0D108BD9-81ED-4DB2-BD59-A6C34878D82A}">
                    <a16:rowId xmlns:a16="http://schemas.microsoft.com/office/drawing/2014/main" val="138811982"/>
                  </a:ext>
                </a:extLst>
              </a:tr>
              <a:tr h="54808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E</a:t>
                      </a:r>
                      <a:r>
                        <a:rPr lang="en-US" sz="1800" b="1" kern="1200" baseline="-25000">
                          <a:solidFill>
                            <a:schemeClr val="dk1"/>
                          </a:solidFill>
                          <a:effectLst/>
                          <a:latin typeface="+mn-lt"/>
                          <a:ea typeface="+mn-ea"/>
                          <a:cs typeface="+mn-cs"/>
                        </a:rPr>
                        <a:t>D</a:t>
                      </a:r>
                      <a:r>
                        <a:rPr lang="en-US" sz="1800" b="1" kern="1200">
                          <a:solidFill>
                            <a:schemeClr val="dk1"/>
                          </a:solidFill>
                          <a:effectLst/>
                          <a:latin typeface="+mn-lt"/>
                          <a:ea typeface="+mn-ea"/>
                          <a:cs typeface="+mn-cs"/>
                        </a:rPr>
                        <a:t> </a:t>
                      </a:r>
                      <a:endParaRPr lang="en-US" sz="1800" b="1"/>
                    </a:p>
                  </a:txBody>
                  <a:tcPr anchor="ct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G</a:t>
                      </a:r>
                      <a:r>
                        <a:rPr lang="en-US" sz="1800" b="1" kern="1200" baseline="-25000">
                          <a:solidFill>
                            <a:schemeClr val="dk1"/>
                          </a:solidFill>
                          <a:effectLst/>
                          <a:latin typeface="+mn-lt"/>
                          <a:ea typeface="+mn-ea"/>
                          <a:cs typeface="+mn-cs"/>
                        </a:rPr>
                        <a:t>E</a:t>
                      </a:r>
                      <a:r>
                        <a:rPr lang="en-US" sz="1800" b="1" kern="1200">
                          <a:solidFill>
                            <a:schemeClr val="dk1"/>
                          </a:solidFill>
                          <a:effectLst/>
                          <a:latin typeface="+mn-lt"/>
                          <a:ea typeface="+mn-ea"/>
                          <a:cs typeface="+mn-cs"/>
                        </a:rPr>
                        <a:t>, B</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C</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E</a:t>
                      </a:r>
                      <a:r>
                        <a:rPr lang="en-US" sz="1800" b="1" kern="1200" baseline="-25000">
                          <a:solidFill>
                            <a:schemeClr val="dk1"/>
                          </a:solidFill>
                          <a:effectLst/>
                          <a:latin typeface="+mn-lt"/>
                          <a:ea typeface="+mn-ea"/>
                          <a:cs typeface="+mn-cs"/>
                        </a:rPr>
                        <a:t>S</a:t>
                      </a:r>
                      <a:endParaRPr lang="en-US" sz="1800" b="1" baseline="-25000"/>
                    </a:p>
                  </a:txBody>
                  <a:tcPr anchor="ctr"/>
                </a:tc>
                <a:extLst>
                  <a:ext uri="{0D108BD9-81ED-4DB2-BD59-A6C34878D82A}">
                    <a16:rowId xmlns:a16="http://schemas.microsoft.com/office/drawing/2014/main" val="1175918154"/>
                  </a:ext>
                </a:extLst>
              </a:tr>
              <a:tr h="548080">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G</a:t>
                      </a:r>
                      <a:r>
                        <a:rPr lang="en-US" sz="1800" b="1" kern="1200" baseline="-25000">
                          <a:solidFill>
                            <a:schemeClr val="dk1"/>
                          </a:solidFill>
                          <a:effectLst/>
                          <a:latin typeface="+mn-lt"/>
                          <a:ea typeface="+mn-ea"/>
                          <a:cs typeface="+mn-cs"/>
                        </a:rPr>
                        <a:t>E</a:t>
                      </a:r>
                      <a:r>
                        <a:rPr lang="en-US" sz="1800" b="1" kern="1200">
                          <a:solidFill>
                            <a:schemeClr val="dk1"/>
                          </a:solidFill>
                          <a:effectLst/>
                          <a:latin typeface="+mn-lt"/>
                          <a:ea typeface="+mn-ea"/>
                          <a:cs typeface="+mn-cs"/>
                        </a:rPr>
                        <a:t> </a:t>
                      </a:r>
                      <a:endParaRPr lang="en-US" sz="1800" b="1"/>
                    </a:p>
                  </a:txBody>
                  <a:tcPr anchor="ct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Đích </a:t>
                      </a:r>
                      <a:endParaRPr lang="en-US" sz="1800" b="1"/>
                    </a:p>
                  </a:txBody>
                  <a:tcPr anchor="ctr"/>
                </a:tc>
                <a:extLst>
                  <a:ext uri="{0D108BD9-81ED-4DB2-BD59-A6C34878D82A}">
                    <a16:rowId xmlns:a16="http://schemas.microsoft.com/office/drawing/2014/main" val="1680496566"/>
                  </a:ext>
                </a:extLst>
              </a:tr>
            </a:tbl>
          </a:graphicData>
        </a:graphic>
      </p:graphicFrame>
      <p:sp>
        <p:nvSpPr>
          <p:cNvPr id="8" name="TextBox 7">
            <a:extLst>
              <a:ext uri="{FF2B5EF4-FFF2-40B4-BE49-F238E27FC236}">
                <a16:creationId xmlns:a16="http://schemas.microsoft.com/office/drawing/2014/main" id="{F2F7C6AE-15A0-6E4E-B1D5-95D4640D6498}"/>
              </a:ext>
            </a:extLst>
          </p:cNvPr>
          <p:cNvSpPr txBox="1"/>
          <p:nvPr/>
        </p:nvSpPr>
        <p:spPr>
          <a:xfrm>
            <a:off x="3919364" y="5765837"/>
            <a:ext cx="5661199" cy="369332"/>
          </a:xfrm>
          <a:prstGeom prst="rect">
            <a:avLst/>
          </a:prstGeom>
          <a:noFill/>
        </p:spPr>
        <p:txBody>
          <a:bodyPr wrap="square" rtlCol="0">
            <a:spAutoFit/>
          </a:bodyPr>
          <a:lstStyle/>
          <a:p>
            <a:r>
              <a:rPr lang="en-US">
                <a:solidFill>
                  <a:srgbClr val="26902B"/>
                </a:solidFill>
              </a:rPr>
              <a:t>Đường đi G ← E ← D ← E ← S với độ sâu bằng 4 </a:t>
            </a:r>
          </a:p>
        </p:txBody>
      </p:sp>
    </p:spTree>
    <p:extLst>
      <p:ext uri="{BB962C8B-B14F-4D97-AF65-F5344CB8AC3E}">
        <p14:creationId xmlns:p14="http://schemas.microsoft.com/office/powerpoint/2010/main" val="2820265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theo chiều sâu (DFS) (tiếp)</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23</a:t>
            </a:fld>
            <a:endParaRPr lang="en-US"/>
          </a:p>
        </p:txBody>
      </p:sp>
      <p:sp>
        <p:nvSpPr>
          <p:cNvPr id="7" name="Content Placeholder 6">
            <a:extLst>
              <a:ext uri="{FF2B5EF4-FFF2-40B4-BE49-F238E27FC236}">
                <a16:creationId xmlns:a16="http://schemas.microsoft.com/office/drawing/2014/main" id="{8CF856FF-05DC-E34B-823F-186E4E301BAA}"/>
              </a:ext>
            </a:extLst>
          </p:cNvPr>
          <p:cNvSpPr>
            <a:spLocks noGrp="1"/>
          </p:cNvSpPr>
          <p:nvPr>
            <p:ph idx="1"/>
          </p:nvPr>
        </p:nvSpPr>
        <p:spPr>
          <a:xfrm>
            <a:off x="706438" y="1556792"/>
            <a:ext cx="8874125" cy="4029274"/>
          </a:xfrm>
        </p:spPr>
        <p:txBody>
          <a:bodyPr/>
          <a:lstStyle/>
          <a:p>
            <a:pPr marL="0" indent="0">
              <a:lnSpc>
                <a:spcPts val="3260"/>
              </a:lnSpc>
              <a:buNone/>
            </a:pPr>
            <a:r>
              <a:rPr lang="en-US" sz="2400" b="1" i="1">
                <a:solidFill>
                  <a:srgbClr val="26902B"/>
                </a:solidFill>
              </a:rPr>
              <a:t>Tính chất thuật toán DFS:</a:t>
            </a:r>
          </a:p>
          <a:p>
            <a:pPr>
              <a:lnSpc>
                <a:spcPts val="3260"/>
              </a:lnSpc>
            </a:pPr>
            <a:r>
              <a:rPr lang="en-US" sz="2000" b="1" i="1"/>
              <a:t>Thuật toán không tối ưu: t</a:t>
            </a:r>
            <a:r>
              <a:rPr lang="vi-VN" sz="2000"/>
              <a:t>huật toán có thể mở rộng những nhánh dẫn tới lời giải không tối ưu trước, đặc biệt trong trường hợp có nhiều lời giải. </a:t>
            </a:r>
          </a:p>
          <a:p>
            <a:pPr>
              <a:lnSpc>
                <a:spcPts val="3260"/>
              </a:lnSpc>
            </a:pPr>
            <a:r>
              <a:rPr lang="vi-VN" sz="2000" b="1"/>
              <a:t>Độ phức tạp của thuật toán là O(</a:t>
            </a:r>
            <a:r>
              <a:rPr lang="vi-VN" sz="2000" b="1" i="1"/>
              <a:t>b</a:t>
            </a:r>
            <a:r>
              <a:rPr lang="vi-VN" sz="2000" b="1" i="1" baseline="30000"/>
              <a:t>m</a:t>
            </a:r>
            <a:r>
              <a:rPr lang="vi-VN" sz="2000" b="1"/>
              <a:t>)</a:t>
            </a:r>
            <a:r>
              <a:rPr lang="vi-VN" sz="2000"/>
              <a:t> (với m là độ sâu tối đa). Trên thực tế DFS tìm ra lời giải nhanh hơn BFS.</a:t>
            </a:r>
          </a:p>
          <a:p>
            <a:pPr>
              <a:lnSpc>
                <a:spcPts val="3260"/>
              </a:lnSpc>
            </a:pPr>
            <a:r>
              <a:rPr lang="vi-VN" sz="2000" b="1"/>
              <a:t>Bộ nhớ cần nhớ tối đa là </a:t>
            </a:r>
            <a:r>
              <a:rPr lang="vi-VN" sz="2000" b="1" i="1"/>
              <a:t>b</a:t>
            </a:r>
            <a:r>
              <a:rPr lang="vi-VN" sz="2000" b="1"/>
              <a:t>*</a:t>
            </a:r>
            <a:r>
              <a:rPr lang="vi-VN" sz="2000" b="1" i="1"/>
              <a:t>m </a:t>
            </a:r>
            <a:r>
              <a:rPr lang="vi-VN" sz="2000"/>
              <a:t>(mỗi mức chỉ nhớ </a:t>
            </a:r>
            <a:r>
              <a:rPr lang="vi-VN" sz="2000" i="1"/>
              <a:t>b </a:t>
            </a:r>
            <a:r>
              <a:rPr lang="vi-VN" sz="2000"/>
              <a:t>nút, với tối đa </a:t>
            </a:r>
            <a:r>
              <a:rPr lang="vi-VN" sz="2000" i="1"/>
              <a:t>m </a:t>
            </a:r>
            <a:r>
              <a:rPr lang="vi-VN" sz="2000"/>
              <a:t>mức), như vậy độ phức tạp về bộ nhớ của thuật toán này chỉ là O(</a:t>
            </a:r>
            <a:r>
              <a:rPr lang="vi-VN" sz="2000" i="1"/>
              <a:t>bm</a:t>
            </a:r>
            <a:r>
              <a:rPr lang="vi-VN" sz="2000"/>
              <a:t>) </a:t>
            </a:r>
          </a:p>
        </p:txBody>
      </p:sp>
    </p:spTree>
    <p:extLst>
      <p:ext uri="{BB962C8B-B14F-4D97-AF65-F5344CB8AC3E}">
        <p14:creationId xmlns:p14="http://schemas.microsoft.com/office/powerpoint/2010/main" val="2639554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sâu dần (IDS)</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24</a:t>
            </a:fld>
            <a:endParaRPr lang="en-US"/>
          </a:p>
        </p:txBody>
      </p:sp>
      <p:sp>
        <p:nvSpPr>
          <p:cNvPr id="7" name="Content Placeholder 6">
            <a:extLst>
              <a:ext uri="{FF2B5EF4-FFF2-40B4-BE49-F238E27FC236}">
                <a16:creationId xmlns:a16="http://schemas.microsoft.com/office/drawing/2014/main" id="{8CF856FF-05DC-E34B-823F-186E4E301BAA}"/>
              </a:ext>
            </a:extLst>
          </p:cNvPr>
          <p:cNvSpPr>
            <a:spLocks noGrp="1"/>
          </p:cNvSpPr>
          <p:nvPr>
            <p:ph idx="1"/>
          </p:nvPr>
        </p:nvSpPr>
        <p:spPr>
          <a:xfrm>
            <a:off x="706438" y="1556792"/>
            <a:ext cx="8903220" cy="4680520"/>
          </a:xfrm>
        </p:spPr>
        <p:txBody>
          <a:bodyPr/>
          <a:lstStyle/>
          <a:p>
            <a:pPr marL="0" indent="0">
              <a:lnSpc>
                <a:spcPts val="3260"/>
              </a:lnSpc>
              <a:buNone/>
            </a:pPr>
            <a:r>
              <a:rPr lang="en-US" b="1" i="1"/>
              <a:t>Tìm kiếm sâu dần </a:t>
            </a:r>
            <a:r>
              <a:rPr lang="en-US"/>
              <a:t>(Iterative Deepening Search, viết tắt là IDS) </a:t>
            </a:r>
            <a:r>
              <a:rPr lang="vi-VN" sz="2000"/>
              <a:t>dựa trên tìm theo chiều sâu nhưng có tính đầy đủ và cho phép tìm ra lời giải tối ưu. </a:t>
            </a:r>
          </a:p>
          <a:p>
            <a:pPr>
              <a:lnSpc>
                <a:spcPts val="3260"/>
              </a:lnSpc>
              <a:buFontTx/>
              <a:buChar char="-"/>
            </a:pPr>
            <a:r>
              <a:rPr lang="vi-VN" sz="2000"/>
              <a:t>DFS không yêu cầu nhiều bộ nhớ như BFS, tuy nhiên DFS có thể rất chậm hoặc bế tắc nếu mở rộng những nhánh sâu không chứa lời giải.</a:t>
            </a:r>
          </a:p>
          <a:p>
            <a:pPr>
              <a:lnSpc>
                <a:spcPts val="3260"/>
              </a:lnSpc>
              <a:buFontTx/>
              <a:buChar char="-"/>
            </a:pPr>
            <a:r>
              <a:rPr lang="vi-VN" sz="2000" b="1"/>
              <a:t>Kỹ thuật tìm kiếm với độ sâu hữu hạn</a:t>
            </a:r>
            <a:r>
              <a:rPr lang="vi-VN" sz="2000"/>
              <a:t>: tìm kiếm theo chiều sâu nhưng các nút ở độ sâu giới hạn sẽ không được mở rộng tiếp.</a:t>
            </a:r>
          </a:p>
          <a:p>
            <a:pPr>
              <a:lnSpc>
                <a:spcPts val="3260"/>
              </a:lnSpc>
              <a:buFontTx/>
              <a:buChar char="-"/>
            </a:pPr>
            <a:r>
              <a:rPr lang="vi-VN" sz="2000" b="1"/>
              <a:t>Phương pháp</a:t>
            </a:r>
            <a:r>
              <a:rPr lang="vi-VN" sz="2000"/>
              <a:t>: Tìm theo DFS nhưng không mở rộng các nút có độ sâu giới hạn. </a:t>
            </a:r>
          </a:p>
          <a:p>
            <a:pPr marL="0" indent="0">
              <a:lnSpc>
                <a:spcPts val="3260"/>
              </a:lnSpc>
              <a:buNone/>
            </a:pPr>
            <a:r>
              <a:rPr lang="vi-VN" sz="2000">
                <a:solidFill>
                  <a:srgbClr val="C00000"/>
                </a:solidFill>
              </a:rPr>
              <a:t>		Giới hạn độ sâu được bắt đầu từ 0, sau đó tăng lên 1, 2, 3,...</a:t>
            </a:r>
          </a:p>
          <a:p>
            <a:pPr>
              <a:lnSpc>
                <a:spcPts val="3260"/>
              </a:lnSpc>
              <a:buFontTx/>
              <a:buChar char="-"/>
            </a:pPr>
            <a:endParaRPr lang="vi-VN" sz="2000"/>
          </a:p>
          <a:p>
            <a:pPr marL="0" indent="0">
              <a:lnSpc>
                <a:spcPts val="3260"/>
              </a:lnSpc>
              <a:buNone/>
            </a:pPr>
            <a:endParaRPr lang="vi-VN" sz="2000"/>
          </a:p>
        </p:txBody>
      </p:sp>
    </p:spTree>
    <p:extLst>
      <p:ext uri="{BB962C8B-B14F-4D97-AF65-F5344CB8AC3E}">
        <p14:creationId xmlns:p14="http://schemas.microsoft.com/office/powerpoint/2010/main" val="355853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sâu dần (IDS)</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25</a:t>
            </a:fld>
            <a:endParaRPr lang="en-US"/>
          </a:p>
        </p:txBody>
      </p:sp>
      <p:sp>
        <p:nvSpPr>
          <p:cNvPr id="7" name="Content Placeholder 6">
            <a:extLst>
              <a:ext uri="{FF2B5EF4-FFF2-40B4-BE49-F238E27FC236}">
                <a16:creationId xmlns:a16="http://schemas.microsoft.com/office/drawing/2014/main" id="{8CF856FF-05DC-E34B-823F-186E4E301BAA}"/>
              </a:ext>
            </a:extLst>
          </p:cNvPr>
          <p:cNvSpPr>
            <a:spLocks noGrp="1"/>
          </p:cNvSpPr>
          <p:nvPr>
            <p:ph idx="1"/>
          </p:nvPr>
        </p:nvSpPr>
        <p:spPr>
          <a:xfrm>
            <a:off x="676747" y="1029750"/>
            <a:ext cx="8903220" cy="5490335"/>
          </a:xfrm>
        </p:spPr>
        <p:txBody>
          <a:bodyPr/>
          <a:lstStyle/>
          <a:p>
            <a:pPr marL="0" indent="0" algn="ctr">
              <a:lnSpc>
                <a:spcPts val="3260"/>
              </a:lnSpc>
              <a:buNone/>
            </a:pPr>
            <a:r>
              <a:rPr lang="vi-VN" sz="2000" b="1"/>
              <a:t>Thuật toán IDS:</a:t>
            </a:r>
          </a:p>
          <a:p>
            <a:pPr marL="0" indent="0">
              <a:buNone/>
            </a:pPr>
            <a:r>
              <a:rPr lang="vi-VN" sz="1800" b="1"/>
              <a:t>IDS(Q, S, G, P)</a:t>
            </a:r>
            <a:br>
              <a:rPr lang="vi-VN" sz="1800"/>
            </a:br>
            <a:r>
              <a:rPr lang="vi-VN" sz="1800"/>
              <a:t>Đầu vào: thuật toán tìm kiếm</a:t>
            </a:r>
            <a:br>
              <a:rPr lang="vi-VN" sz="1800"/>
            </a:br>
            <a:r>
              <a:rPr lang="vi-VN" sz="1800"/>
              <a:t>Đầu ra: trạng thái đích</a:t>
            </a:r>
            <a:br>
              <a:rPr lang="vi-VN" sz="1800"/>
            </a:br>
            <a:r>
              <a:rPr lang="vi-VN" sz="1800"/>
              <a:t>Khởi tạo: 	O←S (</a:t>
            </a:r>
            <a:r>
              <a:rPr lang="vi-VN" sz="1800" i="1"/>
              <a:t>O: </a:t>
            </a:r>
            <a:r>
              <a:rPr lang="vi-VN" sz="1800"/>
              <a:t>ngăn xếp LIFO như trong DFS) </a:t>
            </a:r>
            <a:endParaRPr lang="vi-VN" sz="1600"/>
          </a:p>
          <a:p>
            <a:pPr marL="0" indent="0">
              <a:buNone/>
            </a:pPr>
            <a:r>
              <a:rPr lang="vi-VN" sz="1800"/>
              <a:t>		C ← 0 (C là giới hạn độ sâu tìm kiếm) </a:t>
            </a:r>
          </a:p>
          <a:p>
            <a:pPr marL="0" indent="0">
              <a:buNone/>
            </a:pPr>
            <a:r>
              <a:rPr lang="vi-VN" sz="1800"/>
              <a:t>--------------------------------- </a:t>
            </a:r>
            <a:endParaRPr lang="vi-VN" sz="1600"/>
          </a:p>
          <a:p>
            <a:pPr marL="0" indent="0">
              <a:buNone/>
            </a:pPr>
            <a:r>
              <a:rPr lang="vi-VN" sz="1800">
                <a:solidFill>
                  <a:srgbClr val="26902B"/>
                </a:solidFill>
              </a:rPr>
              <a:t>While (điều kiện kết thúc chưa thoả mãn) do </a:t>
            </a:r>
          </a:p>
          <a:p>
            <a:pPr marL="0" indent="0">
              <a:buNone/>
            </a:pPr>
            <a:r>
              <a:rPr lang="vi-VN" sz="1800">
                <a:solidFill>
                  <a:srgbClr val="26902B"/>
                </a:solidFill>
              </a:rPr>
              <a:t>	While(O ≠ Ø) do </a:t>
            </a:r>
            <a:endParaRPr lang="vi-VN" sz="1600">
              <a:solidFill>
                <a:srgbClr val="26902B"/>
              </a:solidFill>
            </a:endParaRPr>
          </a:p>
          <a:p>
            <a:pPr marL="1157287" lvl="3" indent="0">
              <a:buNone/>
            </a:pPr>
            <a:r>
              <a:rPr lang="vi-VN" sz="1800"/>
              <a:t>//Thực hiện 3 bước tương tự tìm kiếm sâu </a:t>
            </a:r>
            <a:endParaRPr lang="vi-VN" sz="1600"/>
          </a:p>
          <a:p>
            <a:pPr marL="1157287" lvl="3" indent="0">
              <a:buNone/>
            </a:pPr>
            <a:r>
              <a:rPr lang="vi-VN" sz="1800">
                <a:solidFill>
                  <a:srgbClr val="C00000"/>
                </a:solidFill>
              </a:rPr>
              <a:t>a)  Lấy nút đầu tiên n từ đầu của O </a:t>
            </a:r>
            <a:endParaRPr lang="vi-VN" sz="1600">
              <a:solidFill>
                <a:srgbClr val="C00000"/>
              </a:solidFill>
              <a:effectLst/>
            </a:endParaRPr>
          </a:p>
          <a:p>
            <a:pPr marL="1157287" lvl="3" indent="0">
              <a:buNone/>
            </a:pPr>
            <a:r>
              <a:rPr lang="vi-VN" sz="1800">
                <a:solidFill>
                  <a:srgbClr val="C00000"/>
                </a:solidFill>
              </a:rPr>
              <a:t>b)  If (n ∈ G) then return (đường đi tới n) </a:t>
            </a:r>
            <a:endParaRPr lang="vi-VN" sz="1600">
              <a:solidFill>
                <a:srgbClr val="C00000"/>
              </a:solidFill>
              <a:effectLst/>
            </a:endParaRPr>
          </a:p>
          <a:p>
            <a:pPr marL="1157287" lvl="3" indent="0">
              <a:buNone/>
            </a:pPr>
            <a:r>
              <a:rPr lang="vi-VN" sz="1800">
                <a:solidFill>
                  <a:srgbClr val="C00000"/>
                </a:solidFill>
              </a:rPr>
              <a:t>c) If(độ sâu của n nhỏ hơn C) then </a:t>
            </a:r>
          </a:p>
          <a:p>
            <a:pPr marL="1157287" lvl="3" indent="0">
              <a:buNone/>
            </a:pPr>
            <a:r>
              <a:rPr lang="vi-VN" sz="1800">
                <a:solidFill>
                  <a:srgbClr val="C00000"/>
                </a:solidFill>
              </a:rPr>
              <a:t>	 Thêm P(n) vào đầu O </a:t>
            </a:r>
          </a:p>
          <a:p>
            <a:pPr marL="0" indent="0">
              <a:buNone/>
            </a:pPr>
            <a:r>
              <a:rPr lang="vi-VN" sz="1800"/>
              <a:t>	</a:t>
            </a:r>
            <a:r>
              <a:rPr lang="vi-VN" sz="1800">
                <a:solidFill>
                  <a:srgbClr val="C00000"/>
                </a:solidFill>
              </a:rPr>
              <a:t>C++, O</a:t>
            </a:r>
            <a:r>
              <a:rPr lang="en-US" sz="1800">
                <a:solidFill>
                  <a:srgbClr val="C00000"/>
                </a:solidFill>
              </a:rPr>
              <a:t> ← S</a:t>
            </a:r>
            <a:endParaRPr lang="vi-VN" sz="1800">
              <a:solidFill>
                <a:srgbClr val="C00000"/>
              </a:solidFill>
            </a:endParaRPr>
          </a:p>
          <a:p>
            <a:pPr marL="0" indent="0">
              <a:buNone/>
            </a:pPr>
            <a:r>
              <a:rPr lang="vi-VN" sz="1800">
                <a:solidFill>
                  <a:srgbClr val="26902B"/>
                </a:solidFill>
              </a:rPr>
              <a:t>• Return: không tìm được lời giải</a:t>
            </a:r>
            <a:endParaRPr lang="vi-VN" sz="1600">
              <a:solidFill>
                <a:srgbClr val="26902B"/>
              </a:solidFill>
            </a:endParaRPr>
          </a:p>
          <a:p>
            <a:pPr marL="0" indent="0">
              <a:lnSpc>
                <a:spcPts val="3260"/>
              </a:lnSpc>
              <a:buNone/>
            </a:pPr>
            <a:endParaRPr lang="vi-VN" sz="1600"/>
          </a:p>
        </p:txBody>
      </p:sp>
    </p:spTree>
    <p:extLst>
      <p:ext uri="{BB962C8B-B14F-4D97-AF65-F5344CB8AC3E}">
        <p14:creationId xmlns:p14="http://schemas.microsoft.com/office/powerpoint/2010/main" val="487719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sâu dần (IDS) - tiếp</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26</a:t>
            </a:fld>
            <a:endParaRPr lang="en-US"/>
          </a:p>
        </p:txBody>
      </p:sp>
      <p:pic>
        <p:nvPicPr>
          <p:cNvPr id="5" name="Content Placeholder 4">
            <a:extLst>
              <a:ext uri="{FF2B5EF4-FFF2-40B4-BE49-F238E27FC236}">
                <a16:creationId xmlns:a16="http://schemas.microsoft.com/office/drawing/2014/main" id="{CDD95E43-D184-FE43-B02C-F1605DC841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07866" y="1881114"/>
            <a:ext cx="7861744" cy="4207022"/>
          </a:xfrm>
        </p:spPr>
      </p:pic>
      <p:sp>
        <p:nvSpPr>
          <p:cNvPr id="6" name="TextBox 5">
            <a:extLst>
              <a:ext uri="{FF2B5EF4-FFF2-40B4-BE49-F238E27FC236}">
                <a16:creationId xmlns:a16="http://schemas.microsoft.com/office/drawing/2014/main" id="{C153C0A5-1579-AB4F-B20C-A3E5AB6C03C8}"/>
              </a:ext>
            </a:extLst>
          </p:cNvPr>
          <p:cNvSpPr txBox="1"/>
          <p:nvPr/>
        </p:nvSpPr>
        <p:spPr>
          <a:xfrm>
            <a:off x="735533" y="1231141"/>
            <a:ext cx="4224233" cy="646331"/>
          </a:xfrm>
          <a:prstGeom prst="rect">
            <a:avLst/>
          </a:prstGeom>
          <a:noFill/>
        </p:spPr>
        <p:txBody>
          <a:bodyPr wrap="none" rtlCol="0">
            <a:spAutoFit/>
          </a:bodyPr>
          <a:lstStyle/>
          <a:p>
            <a:r>
              <a:rPr lang="en-US" b="1"/>
              <a:t>Ví dụ minh họa về tìm kiếm sâu dần. </a:t>
            </a:r>
          </a:p>
          <a:p>
            <a:r>
              <a:rPr lang="en-US"/>
              <a:t>Xét lần lượt các giới hạn:</a:t>
            </a:r>
          </a:p>
        </p:txBody>
      </p:sp>
    </p:spTree>
    <p:extLst>
      <p:ext uri="{BB962C8B-B14F-4D97-AF65-F5344CB8AC3E}">
        <p14:creationId xmlns:p14="http://schemas.microsoft.com/office/powerpoint/2010/main" val="261510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sâu dần (IDS) - tiếp</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27</a:t>
            </a:fld>
            <a:endParaRPr lang="en-US"/>
          </a:p>
        </p:txBody>
      </p:sp>
      <p:pic>
        <p:nvPicPr>
          <p:cNvPr id="5" name="Content Placeholder 4">
            <a:extLst>
              <a:ext uri="{FF2B5EF4-FFF2-40B4-BE49-F238E27FC236}">
                <a16:creationId xmlns:a16="http://schemas.microsoft.com/office/drawing/2014/main" id="{CDD95E43-D184-FE43-B02C-F1605DC841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7388" y="1881114"/>
            <a:ext cx="8902700" cy="4207022"/>
          </a:xfrm>
        </p:spPr>
      </p:pic>
    </p:spTree>
    <p:extLst>
      <p:ext uri="{BB962C8B-B14F-4D97-AF65-F5344CB8AC3E}">
        <p14:creationId xmlns:p14="http://schemas.microsoft.com/office/powerpoint/2010/main" val="3011578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sâu dần (IDS) - tiếp</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28</a:t>
            </a:fld>
            <a:endParaRPr lang="en-US"/>
          </a:p>
        </p:txBody>
      </p:sp>
      <p:graphicFrame>
        <p:nvGraphicFramePr>
          <p:cNvPr id="7" name="Content Placeholder 6">
            <a:extLst>
              <a:ext uri="{FF2B5EF4-FFF2-40B4-BE49-F238E27FC236}">
                <a16:creationId xmlns:a16="http://schemas.microsoft.com/office/drawing/2014/main" id="{607E407C-29B9-E54B-A5DA-E76F3D0C7010}"/>
              </a:ext>
            </a:extLst>
          </p:cNvPr>
          <p:cNvGraphicFramePr>
            <a:graphicFrameLocks noGrp="1"/>
          </p:cNvGraphicFramePr>
          <p:nvPr>
            <p:ph idx="1"/>
            <p:extLst>
              <p:ext uri="{D42A27DB-BD31-4B8C-83A1-F6EECF244321}">
                <p14:modId xmlns:p14="http://schemas.microsoft.com/office/powerpoint/2010/main" val="2245044205"/>
              </p:ext>
            </p:extLst>
          </p:nvPr>
        </p:nvGraphicFramePr>
        <p:xfrm>
          <a:off x="389135" y="1643472"/>
          <a:ext cx="4783460" cy="4597559"/>
        </p:xfrm>
        <a:graphic>
          <a:graphicData uri="http://schemas.openxmlformats.org/drawingml/2006/table">
            <a:tbl>
              <a:tblPr firstRow="1" bandRow="1">
                <a:tableStyleId>{5C22544A-7EE6-4342-B048-85BDC9FD1C3A}</a:tableStyleId>
              </a:tblPr>
              <a:tblGrid>
                <a:gridCol w="1793824">
                  <a:extLst>
                    <a:ext uri="{9D8B030D-6E8A-4147-A177-3AD203B41FA5}">
                      <a16:colId xmlns:a16="http://schemas.microsoft.com/office/drawing/2014/main" val="2258827169"/>
                    </a:ext>
                  </a:extLst>
                </a:gridCol>
                <a:gridCol w="2989636">
                  <a:extLst>
                    <a:ext uri="{9D8B030D-6E8A-4147-A177-3AD203B41FA5}">
                      <a16:colId xmlns:a16="http://schemas.microsoft.com/office/drawing/2014/main" val="990985866"/>
                    </a:ext>
                  </a:extLst>
                </a:gridCol>
              </a:tblGrid>
              <a:tr h="381145">
                <a:tc>
                  <a:txBody>
                    <a:bodyPr/>
                    <a:lstStyle/>
                    <a:p>
                      <a:pPr algn="ctr"/>
                      <a:r>
                        <a:rPr lang="en-US" sz="1800" b="1"/>
                        <a:t>Nút được mở rộng</a:t>
                      </a:r>
                    </a:p>
                  </a:txBody>
                  <a:tcPr/>
                </a:tc>
                <a:tc>
                  <a:txBody>
                    <a:bodyPr/>
                    <a:lstStyle/>
                    <a:p>
                      <a:pPr algn="ctr"/>
                      <a:r>
                        <a:rPr lang="en-US" sz="1800" b="1"/>
                        <a:t>Tập biên O (ngăn xếp LIFO trong trường hợp này)</a:t>
                      </a:r>
                    </a:p>
                  </a:txBody>
                  <a:tcPr/>
                </a:tc>
                <a:extLst>
                  <a:ext uri="{0D108BD9-81ED-4DB2-BD59-A6C34878D82A}">
                    <a16:rowId xmlns:a16="http://schemas.microsoft.com/office/drawing/2014/main" val="1778691371"/>
                  </a:ext>
                </a:extLst>
              </a:tr>
              <a:tr h="381145">
                <a:tc gridSpan="2">
                  <a:txBody>
                    <a:bodyPr/>
                    <a:lstStyle/>
                    <a:p>
                      <a:pPr algn="ctr"/>
                      <a:r>
                        <a:rPr lang="en-US" sz="1800" b="1"/>
                        <a:t>C = 0</a:t>
                      </a:r>
                    </a:p>
                  </a:txBody>
                  <a:tcPr/>
                </a:tc>
                <a:tc hMerge="1">
                  <a:txBody>
                    <a:bodyPr/>
                    <a:lstStyle/>
                    <a:p>
                      <a:endParaRPr lang="en-US"/>
                    </a:p>
                  </a:txBody>
                  <a:tcPr/>
                </a:tc>
                <a:extLst>
                  <a:ext uri="{0D108BD9-81ED-4DB2-BD59-A6C34878D82A}">
                    <a16:rowId xmlns:a16="http://schemas.microsoft.com/office/drawing/2014/main" val="1195425725"/>
                  </a:ext>
                </a:extLst>
              </a:tr>
              <a:tr h="381145">
                <a:tc>
                  <a:txBody>
                    <a:bodyPr/>
                    <a:lstStyle/>
                    <a:p>
                      <a:pPr algn="ctr"/>
                      <a:endParaRPr lang="en-US" sz="1800" b="1"/>
                    </a:p>
                  </a:txBody>
                  <a:tcPr/>
                </a:tc>
                <a:tc>
                  <a:txBody>
                    <a:bodyPr/>
                    <a:lstStyle/>
                    <a:p>
                      <a:pPr algn="ctr"/>
                      <a:r>
                        <a:rPr lang="en-US" sz="1800" b="1"/>
                        <a:t>S</a:t>
                      </a:r>
                    </a:p>
                  </a:txBody>
                  <a:tcPr/>
                </a:tc>
                <a:extLst>
                  <a:ext uri="{0D108BD9-81ED-4DB2-BD59-A6C34878D82A}">
                    <a16:rowId xmlns:a16="http://schemas.microsoft.com/office/drawing/2014/main" val="276536080"/>
                  </a:ext>
                </a:extLst>
              </a:tr>
              <a:tr h="527174">
                <a:tc>
                  <a:txBody>
                    <a:bodyPr/>
                    <a:lstStyle/>
                    <a:p>
                      <a:pPr algn="ctr"/>
                      <a:r>
                        <a:rPr lang="en-US" sz="1800" b="1"/>
                        <a:t>S</a:t>
                      </a:r>
                    </a:p>
                  </a:txBody>
                  <a:tcPr/>
                </a:tc>
                <a:tc>
                  <a:txBody>
                    <a:bodyPr/>
                    <a:lstStyle/>
                    <a:p>
                      <a:pPr algn="ctr"/>
                      <a:endParaRPr lang="en-US" sz="1800" b="1"/>
                    </a:p>
                  </a:txBody>
                  <a:tcPr/>
                </a:tc>
                <a:extLst>
                  <a:ext uri="{0D108BD9-81ED-4DB2-BD59-A6C34878D82A}">
                    <a16:rowId xmlns:a16="http://schemas.microsoft.com/office/drawing/2014/main" val="1797956212"/>
                  </a:ext>
                </a:extLst>
              </a:tr>
              <a:tr h="381145">
                <a:tc gridSpan="2">
                  <a:txBody>
                    <a:bodyPr/>
                    <a:lstStyle/>
                    <a:p>
                      <a:pPr algn="ctr"/>
                      <a:r>
                        <a:rPr lang="en-US" sz="1800" b="1"/>
                        <a:t>C = 1</a:t>
                      </a:r>
                    </a:p>
                  </a:txBody>
                  <a:tcPr/>
                </a:tc>
                <a:tc hMerge="1">
                  <a:txBody>
                    <a:bodyPr/>
                    <a:lstStyle/>
                    <a:p>
                      <a:endParaRPr lang="en-US"/>
                    </a:p>
                  </a:txBody>
                  <a:tcPr/>
                </a:tc>
                <a:extLst>
                  <a:ext uri="{0D108BD9-81ED-4DB2-BD59-A6C34878D82A}">
                    <a16:rowId xmlns:a16="http://schemas.microsoft.com/office/drawing/2014/main" val="1927484583"/>
                  </a:ext>
                </a:extLst>
              </a:tr>
              <a:tr h="381145">
                <a:tc>
                  <a:txBody>
                    <a:bodyPr/>
                    <a:lstStyle/>
                    <a:p>
                      <a:pPr algn="ctr"/>
                      <a:endParaRPr lang="en-US" sz="1800" b="1"/>
                    </a:p>
                  </a:txBody>
                  <a:tcPr/>
                </a:tc>
                <a:tc>
                  <a:txBody>
                    <a:bodyPr/>
                    <a:lstStyle/>
                    <a:p>
                      <a:pPr algn="ctr"/>
                      <a:r>
                        <a:rPr lang="en-US" sz="1800" b="1"/>
                        <a:t>S</a:t>
                      </a:r>
                    </a:p>
                  </a:txBody>
                  <a:tcPr/>
                </a:tc>
                <a:extLst>
                  <a:ext uri="{0D108BD9-81ED-4DB2-BD59-A6C34878D82A}">
                    <a16:rowId xmlns:a16="http://schemas.microsoft.com/office/drawing/2014/main" val="3865774515"/>
                  </a:ext>
                </a:extLst>
              </a:tr>
              <a:tr h="381145">
                <a:tc>
                  <a:txBody>
                    <a:bodyPr/>
                    <a:lstStyle/>
                    <a:p>
                      <a:pPr algn="ctr"/>
                      <a:r>
                        <a:rPr lang="en-US" sz="1800" b="1"/>
                        <a:t>S</a:t>
                      </a:r>
                    </a:p>
                  </a:txBody>
                  <a:tcPr/>
                </a:tc>
                <a:tc>
                  <a:txBody>
                    <a:bodyPr/>
                    <a:lstStyle/>
                    <a:p>
                      <a:pPr algn="ctr"/>
                      <a:r>
                        <a:rPr lang="en-US" sz="1800" b="1" kern="1200">
                          <a:solidFill>
                            <a:schemeClr val="dk1"/>
                          </a:solidFill>
                          <a:effectLst/>
                          <a:latin typeface="+mn-lt"/>
                          <a:ea typeface="+mn-ea"/>
                          <a:cs typeface="+mn-cs"/>
                        </a:rPr>
                        <a:t>A</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B</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C</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E</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a:t>
                      </a:r>
                      <a:endParaRPr lang="en-US" sz="1800" b="1"/>
                    </a:p>
                  </a:txBody>
                  <a:tcPr/>
                </a:tc>
                <a:extLst>
                  <a:ext uri="{0D108BD9-81ED-4DB2-BD59-A6C34878D82A}">
                    <a16:rowId xmlns:a16="http://schemas.microsoft.com/office/drawing/2014/main" val="2135396563"/>
                  </a:ext>
                </a:extLst>
              </a:tr>
              <a:tr h="381145">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A</a:t>
                      </a:r>
                      <a:r>
                        <a:rPr lang="en-US" sz="1800" b="1" kern="1200" baseline="-25000">
                          <a:solidFill>
                            <a:schemeClr val="dk1"/>
                          </a:solidFill>
                          <a:effectLst/>
                          <a:latin typeface="+mn-lt"/>
                          <a:ea typeface="+mn-ea"/>
                          <a:cs typeface="+mn-cs"/>
                        </a:rPr>
                        <a:t>S </a:t>
                      </a:r>
                      <a:endParaRPr lang="en-US" sz="18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B</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C</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E</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a:t>
                      </a:r>
                      <a:endParaRPr lang="en-US" sz="1800" b="1" baseline="-25000"/>
                    </a:p>
                  </a:txBody>
                  <a:tcPr/>
                </a:tc>
                <a:extLst>
                  <a:ext uri="{0D108BD9-81ED-4DB2-BD59-A6C34878D82A}">
                    <a16:rowId xmlns:a16="http://schemas.microsoft.com/office/drawing/2014/main" val="2650237223"/>
                  </a:ext>
                </a:extLst>
              </a:tr>
              <a:tr h="381145">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B</a:t>
                      </a:r>
                      <a:r>
                        <a:rPr lang="en-US" sz="1800" b="1" kern="1200" baseline="-25000">
                          <a:solidFill>
                            <a:schemeClr val="dk1"/>
                          </a:solidFill>
                          <a:effectLst/>
                          <a:latin typeface="+mn-lt"/>
                          <a:ea typeface="+mn-ea"/>
                          <a:cs typeface="+mn-cs"/>
                        </a:rPr>
                        <a:t>S </a:t>
                      </a:r>
                      <a:endParaRPr lang="en-US" sz="18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C</a:t>
                      </a:r>
                      <a:r>
                        <a:rPr lang="en-US" sz="1800" b="1" kern="1200" baseline="-25000">
                          <a:solidFill>
                            <a:schemeClr val="dk1"/>
                          </a:solidFill>
                          <a:effectLst/>
                          <a:latin typeface="+mn-lt"/>
                          <a:ea typeface="+mn-ea"/>
                          <a:cs typeface="+mn-cs"/>
                        </a:rPr>
                        <a:t>S</a:t>
                      </a:r>
                      <a:r>
                        <a:rPr lang="en-US" sz="1800" b="1" kern="1200">
                          <a:solidFill>
                            <a:schemeClr val="dk1"/>
                          </a:solidFill>
                          <a:effectLst/>
                          <a:latin typeface="+mn-lt"/>
                          <a:ea typeface="+mn-ea"/>
                          <a:cs typeface="+mn-cs"/>
                        </a:rPr>
                        <a:t> , E</a:t>
                      </a:r>
                      <a:r>
                        <a:rPr lang="en-US" sz="1800" b="1" kern="1200" baseline="-25000">
                          <a:solidFill>
                            <a:schemeClr val="dk1"/>
                          </a:solidFill>
                          <a:effectLst/>
                          <a:latin typeface="+mn-lt"/>
                          <a:ea typeface="+mn-ea"/>
                          <a:cs typeface="+mn-cs"/>
                        </a:rPr>
                        <a:t>S</a:t>
                      </a:r>
                      <a:endParaRPr lang="en-US" sz="1800" b="1" baseline="-25000"/>
                    </a:p>
                  </a:txBody>
                  <a:tcPr/>
                </a:tc>
                <a:extLst>
                  <a:ext uri="{0D108BD9-81ED-4DB2-BD59-A6C34878D82A}">
                    <a16:rowId xmlns:a16="http://schemas.microsoft.com/office/drawing/2014/main" val="815242941"/>
                  </a:ext>
                </a:extLst>
              </a:tr>
              <a:tr h="381145">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C</a:t>
                      </a:r>
                      <a:r>
                        <a:rPr lang="en-US" sz="1800" b="1" kern="1200" baseline="-25000">
                          <a:solidFill>
                            <a:schemeClr val="dk1"/>
                          </a:solidFill>
                          <a:effectLst/>
                          <a:latin typeface="+mn-lt"/>
                          <a:ea typeface="+mn-ea"/>
                          <a:cs typeface="+mn-cs"/>
                        </a:rPr>
                        <a:t>S </a:t>
                      </a:r>
                      <a:endParaRPr lang="en-US" sz="18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E</a:t>
                      </a:r>
                      <a:r>
                        <a:rPr lang="en-US" sz="1800" b="1" kern="1200" baseline="-25000">
                          <a:solidFill>
                            <a:schemeClr val="dk1"/>
                          </a:solidFill>
                          <a:effectLst/>
                          <a:latin typeface="+mn-lt"/>
                          <a:ea typeface="+mn-ea"/>
                          <a:cs typeface="+mn-cs"/>
                        </a:rPr>
                        <a:t>S</a:t>
                      </a:r>
                      <a:endParaRPr lang="en-US" sz="1800" b="1" baseline="-25000"/>
                    </a:p>
                  </a:txBody>
                  <a:tcPr/>
                </a:tc>
                <a:extLst>
                  <a:ext uri="{0D108BD9-81ED-4DB2-BD59-A6C34878D82A}">
                    <a16:rowId xmlns:a16="http://schemas.microsoft.com/office/drawing/2014/main" val="473465279"/>
                  </a:ext>
                </a:extLst>
              </a:tr>
              <a:tr h="381145">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E</a:t>
                      </a:r>
                      <a:r>
                        <a:rPr lang="en-US" sz="1800" b="1" kern="1200" baseline="-25000">
                          <a:solidFill>
                            <a:schemeClr val="dk1"/>
                          </a:solidFill>
                          <a:effectLst/>
                          <a:latin typeface="+mn-lt"/>
                          <a:ea typeface="+mn-ea"/>
                          <a:cs typeface="+mn-cs"/>
                        </a:rPr>
                        <a:t>S </a:t>
                      </a:r>
                      <a:endParaRPr lang="en-US" sz="18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endParaRPr lang="en-US" sz="1800" b="1" baseline="-25000"/>
                    </a:p>
                  </a:txBody>
                  <a:tcPr/>
                </a:tc>
                <a:extLst>
                  <a:ext uri="{0D108BD9-81ED-4DB2-BD59-A6C34878D82A}">
                    <a16:rowId xmlns:a16="http://schemas.microsoft.com/office/drawing/2014/main" val="1465525746"/>
                  </a:ext>
                </a:extLst>
              </a:tr>
            </a:tbl>
          </a:graphicData>
        </a:graphic>
      </p:graphicFrame>
      <p:sp>
        <p:nvSpPr>
          <p:cNvPr id="8" name="TextBox 7">
            <a:extLst>
              <a:ext uri="{FF2B5EF4-FFF2-40B4-BE49-F238E27FC236}">
                <a16:creationId xmlns:a16="http://schemas.microsoft.com/office/drawing/2014/main" id="{A238B6C2-7E37-F74E-B06B-3D1527EF9348}"/>
              </a:ext>
            </a:extLst>
          </p:cNvPr>
          <p:cNvSpPr txBox="1"/>
          <p:nvPr/>
        </p:nvSpPr>
        <p:spPr>
          <a:xfrm>
            <a:off x="389135" y="1146368"/>
            <a:ext cx="2361544" cy="369332"/>
          </a:xfrm>
          <a:prstGeom prst="rect">
            <a:avLst/>
          </a:prstGeom>
          <a:noFill/>
        </p:spPr>
        <p:txBody>
          <a:bodyPr wrap="none" rtlCol="0">
            <a:spAutoFit/>
          </a:bodyPr>
          <a:lstStyle/>
          <a:p>
            <a:r>
              <a:rPr lang="en-US" b="1"/>
              <a:t>Các bước triển khai</a:t>
            </a:r>
          </a:p>
        </p:txBody>
      </p:sp>
      <p:graphicFrame>
        <p:nvGraphicFramePr>
          <p:cNvPr id="9" name="Content Placeholder 6">
            <a:extLst>
              <a:ext uri="{FF2B5EF4-FFF2-40B4-BE49-F238E27FC236}">
                <a16:creationId xmlns:a16="http://schemas.microsoft.com/office/drawing/2014/main" id="{CA8E2B40-120F-FB44-875A-949ACC2484B4}"/>
              </a:ext>
            </a:extLst>
          </p:cNvPr>
          <p:cNvGraphicFramePr>
            <a:graphicFrameLocks/>
          </p:cNvGraphicFramePr>
          <p:nvPr>
            <p:extLst>
              <p:ext uri="{D42A27DB-BD31-4B8C-83A1-F6EECF244321}">
                <p14:modId xmlns:p14="http://schemas.microsoft.com/office/powerpoint/2010/main" val="125464661"/>
              </p:ext>
            </p:extLst>
          </p:nvPr>
        </p:nvGraphicFramePr>
        <p:xfrm>
          <a:off x="5251971" y="1143952"/>
          <a:ext cx="4704086" cy="5472993"/>
        </p:xfrm>
        <a:graphic>
          <a:graphicData uri="http://schemas.openxmlformats.org/drawingml/2006/table">
            <a:tbl>
              <a:tblPr firstRow="1" bandRow="1">
                <a:tableStyleId>{5C22544A-7EE6-4342-B048-85BDC9FD1C3A}</a:tableStyleId>
              </a:tblPr>
              <a:tblGrid>
                <a:gridCol w="1764059">
                  <a:extLst>
                    <a:ext uri="{9D8B030D-6E8A-4147-A177-3AD203B41FA5}">
                      <a16:colId xmlns:a16="http://schemas.microsoft.com/office/drawing/2014/main" val="2258827169"/>
                    </a:ext>
                  </a:extLst>
                </a:gridCol>
                <a:gridCol w="2940027">
                  <a:extLst>
                    <a:ext uri="{9D8B030D-6E8A-4147-A177-3AD203B41FA5}">
                      <a16:colId xmlns:a16="http://schemas.microsoft.com/office/drawing/2014/main" val="990985866"/>
                    </a:ext>
                  </a:extLst>
                </a:gridCol>
              </a:tblGrid>
              <a:tr h="604297">
                <a:tc>
                  <a:txBody>
                    <a:bodyPr/>
                    <a:lstStyle/>
                    <a:p>
                      <a:pPr algn="ctr"/>
                      <a:r>
                        <a:rPr lang="en-US" sz="1800" b="1"/>
                        <a:t>Nút được mở rộng</a:t>
                      </a:r>
                    </a:p>
                  </a:txBody>
                  <a:tcPr/>
                </a:tc>
                <a:tc>
                  <a:txBody>
                    <a:bodyPr/>
                    <a:lstStyle/>
                    <a:p>
                      <a:pPr algn="ctr"/>
                      <a:r>
                        <a:rPr lang="en-US" sz="1800" b="1"/>
                        <a:t>Tập biên O (ngăn xếp LIFO trong trường hợp này)</a:t>
                      </a:r>
                    </a:p>
                  </a:txBody>
                  <a:tcPr/>
                </a:tc>
                <a:extLst>
                  <a:ext uri="{0D108BD9-81ED-4DB2-BD59-A6C34878D82A}">
                    <a16:rowId xmlns:a16="http://schemas.microsoft.com/office/drawing/2014/main" val="1778691371"/>
                  </a:ext>
                </a:extLst>
              </a:tr>
              <a:tr h="345313">
                <a:tc gridSpan="2">
                  <a:txBody>
                    <a:bodyPr/>
                    <a:lstStyle/>
                    <a:p>
                      <a:pPr algn="ctr"/>
                      <a:r>
                        <a:rPr lang="en-US" sz="1800" b="1"/>
                        <a:t>C = 2</a:t>
                      </a:r>
                    </a:p>
                  </a:txBody>
                  <a:tcPr/>
                </a:tc>
                <a:tc hMerge="1">
                  <a:txBody>
                    <a:bodyPr/>
                    <a:lstStyle/>
                    <a:p>
                      <a:endParaRPr lang="en-US"/>
                    </a:p>
                  </a:txBody>
                  <a:tcPr/>
                </a:tc>
                <a:extLst>
                  <a:ext uri="{0D108BD9-81ED-4DB2-BD59-A6C34878D82A}">
                    <a16:rowId xmlns:a16="http://schemas.microsoft.com/office/drawing/2014/main" val="1195425725"/>
                  </a:ext>
                </a:extLst>
              </a:tr>
              <a:tr h="345313">
                <a:tc>
                  <a:txBody>
                    <a:bodyPr/>
                    <a:lstStyle/>
                    <a:p>
                      <a:pPr algn="ctr"/>
                      <a:endParaRPr lang="en-US" sz="1800" b="1"/>
                    </a:p>
                  </a:txBody>
                  <a:tcPr/>
                </a:tc>
                <a:tc>
                  <a:txBody>
                    <a:bodyPr/>
                    <a:lstStyle/>
                    <a:p>
                      <a:pPr algn="ctr"/>
                      <a:r>
                        <a:rPr lang="en-US" sz="1800" b="1"/>
                        <a:t>S</a:t>
                      </a:r>
                    </a:p>
                  </a:txBody>
                  <a:tcPr/>
                </a:tc>
                <a:extLst>
                  <a:ext uri="{0D108BD9-81ED-4DB2-BD59-A6C34878D82A}">
                    <a16:rowId xmlns:a16="http://schemas.microsoft.com/office/drawing/2014/main" val="276536080"/>
                  </a:ext>
                </a:extLst>
              </a:tr>
              <a:tr h="345313">
                <a:tc>
                  <a:txBody>
                    <a:bodyPr/>
                    <a:lstStyle/>
                    <a:p>
                      <a:pPr algn="ctr"/>
                      <a:r>
                        <a:rPr lang="en-US" sz="1800" b="1"/>
                        <a:t>S</a:t>
                      </a:r>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400" b="1" kern="1200">
                          <a:solidFill>
                            <a:schemeClr val="dk1"/>
                          </a:solidFill>
                          <a:effectLst/>
                          <a:latin typeface="+mn-lt"/>
                          <a:ea typeface="+mn-ea"/>
                          <a:cs typeface="+mn-cs"/>
                        </a:rPr>
                        <a:t>A</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 B</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 C</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 E</a:t>
                      </a:r>
                      <a:r>
                        <a:rPr lang="en-US" sz="1400" b="1" kern="1200" baseline="-25000">
                          <a:solidFill>
                            <a:schemeClr val="dk1"/>
                          </a:solidFill>
                          <a:effectLst/>
                          <a:latin typeface="+mn-lt"/>
                          <a:ea typeface="+mn-ea"/>
                          <a:cs typeface="+mn-cs"/>
                        </a:rPr>
                        <a:t>S </a:t>
                      </a:r>
                      <a:endParaRPr lang="en-US" sz="1800" b="1" baseline="-25000"/>
                    </a:p>
                  </a:txBody>
                  <a:tcPr/>
                </a:tc>
                <a:extLst>
                  <a:ext uri="{0D108BD9-81ED-4DB2-BD59-A6C34878D82A}">
                    <a16:rowId xmlns:a16="http://schemas.microsoft.com/office/drawing/2014/main" val="1797956212"/>
                  </a:ext>
                </a:extLst>
              </a:tr>
              <a:tr h="345313">
                <a:tc>
                  <a:txBody>
                    <a:bodyPr/>
                    <a:lstStyle/>
                    <a:p>
                      <a:pPr algn="ctr"/>
                      <a:r>
                        <a:rPr lang="en-US" sz="1800" b="1" kern="1200">
                          <a:solidFill>
                            <a:schemeClr val="dk1"/>
                          </a:solidFill>
                          <a:effectLst/>
                          <a:latin typeface="+mn-lt"/>
                          <a:ea typeface="+mn-ea"/>
                          <a:cs typeface="+mn-cs"/>
                        </a:rPr>
                        <a:t>A</a:t>
                      </a:r>
                      <a:r>
                        <a:rPr lang="en-US" sz="1800" b="1" kern="1200" baseline="-25000">
                          <a:solidFill>
                            <a:schemeClr val="dk1"/>
                          </a:solidFill>
                          <a:effectLst/>
                          <a:latin typeface="+mn-lt"/>
                          <a:ea typeface="+mn-ea"/>
                          <a:cs typeface="+mn-cs"/>
                        </a:rPr>
                        <a:t>S</a:t>
                      </a:r>
                      <a:endParaRPr lang="en-US" sz="1800" b="1"/>
                    </a:p>
                  </a:txBody>
                  <a:tcPr/>
                </a:tc>
                <a:tc>
                  <a:txBody>
                    <a:bodyPr/>
                    <a:lstStyle/>
                    <a:p>
                      <a:pPr algn="ctr"/>
                      <a:r>
                        <a:rPr lang="en-US" sz="1400" b="1" kern="1200">
                          <a:solidFill>
                            <a:schemeClr val="dk1"/>
                          </a:solidFill>
                          <a:effectLst/>
                          <a:latin typeface="+mn-lt"/>
                          <a:ea typeface="+mn-ea"/>
                          <a:cs typeface="+mn-cs"/>
                        </a:rPr>
                        <a:t>D</a:t>
                      </a:r>
                      <a:r>
                        <a:rPr lang="en-US" sz="1400" b="1" kern="1200" baseline="-25000">
                          <a:solidFill>
                            <a:schemeClr val="dk1"/>
                          </a:solidFill>
                          <a:effectLst/>
                          <a:latin typeface="+mn-lt"/>
                          <a:ea typeface="+mn-ea"/>
                          <a:cs typeface="+mn-cs"/>
                        </a:rPr>
                        <a:t>A</a:t>
                      </a:r>
                      <a:r>
                        <a:rPr lang="en-US" sz="1400" b="1" kern="1200">
                          <a:solidFill>
                            <a:schemeClr val="dk1"/>
                          </a:solidFill>
                          <a:effectLst/>
                          <a:latin typeface="+mn-lt"/>
                          <a:ea typeface="+mn-ea"/>
                          <a:cs typeface="+mn-cs"/>
                        </a:rPr>
                        <a:t> ,B</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 C</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 E</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a:t>
                      </a:r>
                      <a:endParaRPr lang="en-US" sz="1800" b="1"/>
                    </a:p>
                  </a:txBody>
                  <a:tcPr/>
                </a:tc>
                <a:extLst>
                  <a:ext uri="{0D108BD9-81ED-4DB2-BD59-A6C34878D82A}">
                    <a16:rowId xmlns:a16="http://schemas.microsoft.com/office/drawing/2014/main" val="3865774515"/>
                  </a:ext>
                </a:extLst>
              </a:tr>
              <a:tr h="345313">
                <a:tc>
                  <a:txBody>
                    <a:bodyPr/>
                    <a:lstStyle/>
                    <a:p>
                      <a:pPr algn="ctr"/>
                      <a:r>
                        <a:rPr lang="en-US" sz="1800" b="1" kern="1200">
                          <a:solidFill>
                            <a:schemeClr val="dk1"/>
                          </a:solidFill>
                          <a:effectLst/>
                          <a:latin typeface="+mn-lt"/>
                          <a:ea typeface="+mn-ea"/>
                          <a:cs typeface="+mn-cs"/>
                        </a:rPr>
                        <a:t>D</a:t>
                      </a:r>
                      <a:r>
                        <a:rPr lang="en-US" sz="1800" b="1" kern="1200" baseline="-25000">
                          <a:solidFill>
                            <a:schemeClr val="dk1"/>
                          </a:solidFill>
                          <a:effectLst/>
                          <a:latin typeface="+mn-lt"/>
                          <a:ea typeface="+mn-ea"/>
                          <a:cs typeface="+mn-cs"/>
                        </a:rPr>
                        <a:t>A</a:t>
                      </a:r>
                      <a:endParaRPr lang="en-US" sz="1800" b="1"/>
                    </a:p>
                  </a:txBody>
                  <a:tcPr/>
                </a:tc>
                <a:tc>
                  <a:txBody>
                    <a:bodyPr/>
                    <a:lstStyle/>
                    <a:p>
                      <a:pPr algn="ctr"/>
                      <a:r>
                        <a:rPr lang="en-US" sz="1400" b="1" kern="1200">
                          <a:solidFill>
                            <a:schemeClr val="dk1"/>
                          </a:solidFill>
                          <a:effectLst/>
                          <a:latin typeface="+mn-lt"/>
                          <a:ea typeface="+mn-ea"/>
                          <a:cs typeface="+mn-cs"/>
                        </a:rPr>
                        <a:t>B</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 C</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 E</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a:t>
                      </a:r>
                      <a:endParaRPr lang="en-US" sz="1800" b="1"/>
                    </a:p>
                  </a:txBody>
                  <a:tcPr/>
                </a:tc>
                <a:extLst>
                  <a:ext uri="{0D108BD9-81ED-4DB2-BD59-A6C34878D82A}">
                    <a16:rowId xmlns:a16="http://schemas.microsoft.com/office/drawing/2014/main" val="2135396563"/>
                  </a:ext>
                </a:extLst>
              </a:tr>
              <a:tr h="44379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B</a:t>
                      </a:r>
                      <a:r>
                        <a:rPr lang="en-US" sz="1800" b="1" kern="1200" baseline="-25000">
                          <a:solidFill>
                            <a:schemeClr val="dk1"/>
                          </a:solidFill>
                          <a:effectLst/>
                          <a:latin typeface="+mn-lt"/>
                          <a:ea typeface="+mn-ea"/>
                          <a:cs typeface="+mn-cs"/>
                        </a:rPr>
                        <a:t>S </a:t>
                      </a:r>
                      <a:endParaRPr lang="en-US" sz="1800" b="1" baseline="-25000"/>
                    </a:p>
                  </a:txBody>
                  <a:tcPr/>
                </a:tc>
                <a:tc>
                  <a:txBody>
                    <a:bodyPr/>
                    <a:lstStyle/>
                    <a:p>
                      <a:pPr algn="ctr"/>
                      <a:r>
                        <a:rPr lang="en-US" sz="1400" b="1" kern="1200">
                          <a:solidFill>
                            <a:schemeClr val="dk1"/>
                          </a:solidFill>
                          <a:effectLst/>
                          <a:latin typeface="+mn-lt"/>
                          <a:ea typeface="+mn-ea"/>
                          <a:cs typeface="+mn-cs"/>
                        </a:rPr>
                        <a:t>F</a:t>
                      </a:r>
                      <a:r>
                        <a:rPr lang="en-US" sz="1400" b="1" kern="1200" baseline="-25000">
                          <a:solidFill>
                            <a:schemeClr val="dk1"/>
                          </a:solidFill>
                          <a:effectLst/>
                          <a:latin typeface="+mn-lt"/>
                          <a:ea typeface="+mn-ea"/>
                          <a:cs typeface="+mn-cs"/>
                        </a:rPr>
                        <a:t>B</a:t>
                      </a:r>
                      <a:r>
                        <a:rPr lang="en-US" sz="1400" b="1" kern="1200">
                          <a:solidFill>
                            <a:schemeClr val="dk1"/>
                          </a:solidFill>
                          <a:effectLst/>
                          <a:latin typeface="+mn-lt"/>
                          <a:ea typeface="+mn-ea"/>
                          <a:cs typeface="+mn-cs"/>
                        </a:rPr>
                        <a:t>, C</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E</a:t>
                      </a:r>
                      <a:r>
                        <a:rPr lang="en-US" sz="1400" b="1" kern="1200" baseline="-25000">
                          <a:solidFill>
                            <a:schemeClr val="dk1"/>
                          </a:solidFill>
                          <a:effectLst/>
                          <a:latin typeface="+mn-lt"/>
                          <a:ea typeface="+mn-ea"/>
                          <a:cs typeface="+mn-cs"/>
                        </a:rPr>
                        <a:t>S </a:t>
                      </a:r>
                      <a:endParaRPr lang="en-US" sz="1800" b="1" baseline="-25000"/>
                    </a:p>
                  </a:txBody>
                  <a:tcPr/>
                </a:tc>
                <a:extLst>
                  <a:ext uri="{0D108BD9-81ED-4DB2-BD59-A6C34878D82A}">
                    <a16:rowId xmlns:a16="http://schemas.microsoft.com/office/drawing/2014/main" val="2650237223"/>
                  </a:ext>
                </a:extLst>
              </a:tr>
              <a:tr h="34531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F</a:t>
                      </a:r>
                      <a:r>
                        <a:rPr lang="en-US" sz="1800" b="1" kern="1200" baseline="-25000">
                          <a:solidFill>
                            <a:schemeClr val="dk1"/>
                          </a:solidFill>
                          <a:effectLst/>
                          <a:latin typeface="+mn-lt"/>
                          <a:ea typeface="+mn-ea"/>
                          <a:cs typeface="+mn-cs"/>
                        </a:rPr>
                        <a:t>B</a:t>
                      </a:r>
                      <a:endParaRPr lang="en-US" sz="1800" b="1" baseline="-25000"/>
                    </a:p>
                  </a:txBody>
                  <a:tcPr/>
                </a:tc>
                <a:tc>
                  <a:txBody>
                    <a:bodyPr/>
                    <a:lstStyle/>
                    <a:p>
                      <a:pPr algn="ctr"/>
                      <a:r>
                        <a:rPr lang="en-US" sz="1400" b="1" kern="1200">
                          <a:solidFill>
                            <a:schemeClr val="dk1"/>
                          </a:solidFill>
                          <a:effectLst/>
                          <a:latin typeface="+mn-lt"/>
                          <a:ea typeface="+mn-ea"/>
                          <a:cs typeface="+mn-cs"/>
                        </a:rPr>
                        <a:t>C</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E</a:t>
                      </a:r>
                      <a:r>
                        <a:rPr lang="en-US" sz="1400" b="1" kern="1200" baseline="-25000">
                          <a:solidFill>
                            <a:schemeClr val="dk1"/>
                          </a:solidFill>
                          <a:effectLst/>
                          <a:latin typeface="+mn-lt"/>
                          <a:ea typeface="+mn-ea"/>
                          <a:cs typeface="+mn-cs"/>
                        </a:rPr>
                        <a:t>S</a:t>
                      </a:r>
                      <a:endParaRPr lang="en-US" sz="1800" b="1" baseline="-25000"/>
                    </a:p>
                  </a:txBody>
                  <a:tcPr/>
                </a:tc>
                <a:extLst>
                  <a:ext uri="{0D108BD9-81ED-4DB2-BD59-A6C34878D82A}">
                    <a16:rowId xmlns:a16="http://schemas.microsoft.com/office/drawing/2014/main" val="815242941"/>
                  </a:ext>
                </a:extLst>
              </a:tr>
              <a:tr h="34531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C</a:t>
                      </a:r>
                      <a:r>
                        <a:rPr lang="en-US" sz="1800" b="1" kern="1200" baseline="-25000">
                          <a:solidFill>
                            <a:schemeClr val="dk1"/>
                          </a:solidFill>
                          <a:effectLst/>
                          <a:latin typeface="+mn-lt"/>
                          <a:ea typeface="+mn-ea"/>
                          <a:cs typeface="+mn-cs"/>
                        </a:rPr>
                        <a:t>S </a:t>
                      </a:r>
                      <a:endParaRPr lang="en-US" sz="1800" b="1" baseline="-25000"/>
                    </a:p>
                  </a:txBody>
                  <a:tcPr/>
                </a:tc>
                <a:tc>
                  <a:txBody>
                    <a:bodyPr/>
                    <a:lstStyle/>
                    <a:p>
                      <a:pPr algn="ctr"/>
                      <a:r>
                        <a:rPr lang="en-US" sz="1400" b="1" kern="1200">
                          <a:solidFill>
                            <a:schemeClr val="dk1"/>
                          </a:solidFill>
                          <a:effectLst/>
                          <a:latin typeface="+mn-lt"/>
                          <a:ea typeface="+mn-ea"/>
                          <a:cs typeface="+mn-cs"/>
                        </a:rPr>
                        <a:t>B</a:t>
                      </a:r>
                      <a:r>
                        <a:rPr lang="en-US" sz="1400" b="1" kern="1200" baseline="-25000">
                          <a:solidFill>
                            <a:schemeClr val="dk1"/>
                          </a:solidFill>
                          <a:effectLst/>
                          <a:latin typeface="+mn-lt"/>
                          <a:ea typeface="+mn-ea"/>
                          <a:cs typeface="+mn-cs"/>
                        </a:rPr>
                        <a:t>C</a:t>
                      </a:r>
                      <a:r>
                        <a:rPr lang="en-US" sz="1400" b="1" kern="1200">
                          <a:solidFill>
                            <a:schemeClr val="dk1"/>
                          </a:solidFill>
                          <a:effectLst/>
                          <a:latin typeface="+mn-lt"/>
                          <a:ea typeface="+mn-ea"/>
                          <a:cs typeface="+mn-cs"/>
                        </a:rPr>
                        <a:t>, F</a:t>
                      </a:r>
                      <a:r>
                        <a:rPr lang="en-US" sz="1400" b="1" kern="1200" baseline="-25000">
                          <a:solidFill>
                            <a:schemeClr val="dk1"/>
                          </a:solidFill>
                          <a:effectLst/>
                          <a:latin typeface="+mn-lt"/>
                          <a:ea typeface="+mn-ea"/>
                          <a:cs typeface="+mn-cs"/>
                        </a:rPr>
                        <a:t>C</a:t>
                      </a:r>
                      <a:r>
                        <a:rPr lang="en-US" sz="1400" b="1" kern="1200">
                          <a:solidFill>
                            <a:schemeClr val="dk1"/>
                          </a:solidFill>
                          <a:effectLst/>
                          <a:latin typeface="+mn-lt"/>
                          <a:ea typeface="+mn-ea"/>
                          <a:cs typeface="+mn-cs"/>
                        </a:rPr>
                        <a:t>, H</a:t>
                      </a:r>
                      <a:r>
                        <a:rPr lang="en-US" sz="1400" b="1" kern="1200" baseline="-25000">
                          <a:solidFill>
                            <a:schemeClr val="dk1"/>
                          </a:solidFill>
                          <a:effectLst/>
                          <a:latin typeface="+mn-lt"/>
                          <a:ea typeface="+mn-ea"/>
                          <a:cs typeface="+mn-cs"/>
                        </a:rPr>
                        <a:t>C</a:t>
                      </a:r>
                      <a:r>
                        <a:rPr lang="en-US" sz="1400" b="1" kern="1200">
                          <a:solidFill>
                            <a:schemeClr val="dk1"/>
                          </a:solidFill>
                          <a:effectLst/>
                          <a:latin typeface="+mn-lt"/>
                          <a:ea typeface="+mn-ea"/>
                          <a:cs typeface="+mn-cs"/>
                        </a:rPr>
                        <a:t>, E</a:t>
                      </a:r>
                      <a:r>
                        <a:rPr lang="en-US" sz="1400" b="1" kern="1200" baseline="-25000">
                          <a:solidFill>
                            <a:schemeClr val="dk1"/>
                          </a:solidFill>
                          <a:effectLst/>
                          <a:latin typeface="+mn-lt"/>
                          <a:ea typeface="+mn-ea"/>
                          <a:cs typeface="+mn-cs"/>
                        </a:rPr>
                        <a:t>S </a:t>
                      </a:r>
                      <a:endParaRPr lang="en-US" sz="1800" b="1" baseline="-25000"/>
                    </a:p>
                  </a:txBody>
                  <a:tcPr/>
                </a:tc>
                <a:extLst>
                  <a:ext uri="{0D108BD9-81ED-4DB2-BD59-A6C34878D82A}">
                    <a16:rowId xmlns:a16="http://schemas.microsoft.com/office/drawing/2014/main" val="473465279"/>
                  </a:ext>
                </a:extLst>
              </a:tr>
              <a:tr h="34531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B</a:t>
                      </a:r>
                      <a:r>
                        <a:rPr lang="en-US" sz="1800" b="1" kern="1200" baseline="-25000">
                          <a:solidFill>
                            <a:schemeClr val="dk1"/>
                          </a:solidFill>
                          <a:effectLst/>
                          <a:latin typeface="+mn-lt"/>
                          <a:ea typeface="+mn-ea"/>
                          <a:cs typeface="+mn-cs"/>
                        </a:rPr>
                        <a:t>C</a:t>
                      </a:r>
                      <a:endParaRPr lang="en-US" sz="18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400" b="1" kern="1200">
                          <a:solidFill>
                            <a:schemeClr val="dk1"/>
                          </a:solidFill>
                          <a:effectLst/>
                          <a:latin typeface="+mn-lt"/>
                          <a:ea typeface="+mn-ea"/>
                          <a:cs typeface="+mn-cs"/>
                        </a:rPr>
                        <a:t>F</a:t>
                      </a:r>
                      <a:r>
                        <a:rPr lang="en-US" sz="1400" b="1" kern="1200" baseline="-25000">
                          <a:solidFill>
                            <a:schemeClr val="dk1"/>
                          </a:solidFill>
                          <a:effectLst/>
                          <a:latin typeface="+mn-lt"/>
                          <a:ea typeface="+mn-ea"/>
                          <a:cs typeface="+mn-cs"/>
                        </a:rPr>
                        <a:t>C</a:t>
                      </a:r>
                      <a:r>
                        <a:rPr lang="en-US" sz="1400" b="1" kern="1200">
                          <a:solidFill>
                            <a:schemeClr val="dk1"/>
                          </a:solidFill>
                          <a:effectLst/>
                          <a:latin typeface="+mn-lt"/>
                          <a:ea typeface="+mn-ea"/>
                          <a:cs typeface="+mn-cs"/>
                        </a:rPr>
                        <a:t>, H</a:t>
                      </a:r>
                      <a:r>
                        <a:rPr lang="en-US" sz="1400" b="1" kern="1200" baseline="-25000">
                          <a:solidFill>
                            <a:schemeClr val="dk1"/>
                          </a:solidFill>
                          <a:effectLst/>
                          <a:latin typeface="+mn-lt"/>
                          <a:ea typeface="+mn-ea"/>
                          <a:cs typeface="+mn-cs"/>
                        </a:rPr>
                        <a:t>C</a:t>
                      </a:r>
                      <a:r>
                        <a:rPr lang="en-US" sz="1400" b="1" kern="1200">
                          <a:solidFill>
                            <a:schemeClr val="dk1"/>
                          </a:solidFill>
                          <a:effectLst/>
                          <a:latin typeface="+mn-lt"/>
                          <a:ea typeface="+mn-ea"/>
                          <a:cs typeface="+mn-cs"/>
                        </a:rPr>
                        <a:t>, E</a:t>
                      </a:r>
                      <a:r>
                        <a:rPr lang="en-US" sz="1400" b="1" kern="1200" baseline="-25000">
                          <a:solidFill>
                            <a:schemeClr val="dk1"/>
                          </a:solidFill>
                          <a:effectLst/>
                          <a:latin typeface="+mn-lt"/>
                          <a:ea typeface="+mn-ea"/>
                          <a:cs typeface="+mn-cs"/>
                        </a:rPr>
                        <a:t>S</a:t>
                      </a:r>
                      <a:r>
                        <a:rPr lang="en-US" sz="1400" b="1" kern="1200">
                          <a:solidFill>
                            <a:schemeClr val="dk1"/>
                          </a:solidFill>
                          <a:effectLst/>
                          <a:latin typeface="+mn-lt"/>
                          <a:ea typeface="+mn-ea"/>
                          <a:cs typeface="+mn-cs"/>
                        </a:rPr>
                        <a:t> </a:t>
                      </a:r>
                      <a:endParaRPr lang="en-US" sz="1800" b="1"/>
                    </a:p>
                  </a:txBody>
                  <a:tcPr/>
                </a:tc>
                <a:extLst>
                  <a:ext uri="{0D108BD9-81ED-4DB2-BD59-A6C34878D82A}">
                    <a16:rowId xmlns:a16="http://schemas.microsoft.com/office/drawing/2014/main" val="1465525746"/>
                  </a:ext>
                </a:extLst>
              </a:tr>
              <a:tr h="34531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F</a:t>
                      </a:r>
                      <a:r>
                        <a:rPr lang="en-US" sz="1800" b="1" kern="1200" baseline="-25000">
                          <a:solidFill>
                            <a:schemeClr val="dk1"/>
                          </a:solidFill>
                          <a:effectLst/>
                          <a:latin typeface="+mn-lt"/>
                          <a:ea typeface="+mn-ea"/>
                          <a:cs typeface="+mn-cs"/>
                        </a:rPr>
                        <a:t>C</a:t>
                      </a:r>
                      <a:endParaRPr lang="en-US" sz="18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400" b="1" kern="1200">
                          <a:solidFill>
                            <a:schemeClr val="dk1"/>
                          </a:solidFill>
                          <a:effectLst/>
                          <a:latin typeface="+mn-lt"/>
                          <a:ea typeface="+mn-ea"/>
                          <a:cs typeface="+mn-cs"/>
                        </a:rPr>
                        <a:t>H</a:t>
                      </a:r>
                      <a:r>
                        <a:rPr lang="en-US" sz="1400" b="1" kern="1200" baseline="-25000">
                          <a:solidFill>
                            <a:schemeClr val="dk1"/>
                          </a:solidFill>
                          <a:effectLst/>
                          <a:latin typeface="+mn-lt"/>
                          <a:ea typeface="+mn-ea"/>
                          <a:cs typeface="+mn-cs"/>
                        </a:rPr>
                        <a:t>C</a:t>
                      </a:r>
                      <a:r>
                        <a:rPr lang="en-US" sz="1400" b="1" kern="1200">
                          <a:solidFill>
                            <a:schemeClr val="dk1"/>
                          </a:solidFill>
                          <a:effectLst/>
                          <a:latin typeface="+mn-lt"/>
                          <a:ea typeface="+mn-ea"/>
                          <a:cs typeface="+mn-cs"/>
                        </a:rPr>
                        <a:t>, E</a:t>
                      </a:r>
                      <a:r>
                        <a:rPr lang="en-US" sz="1400" b="1" kern="1200" baseline="-25000">
                          <a:solidFill>
                            <a:schemeClr val="dk1"/>
                          </a:solidFill>
                          <a:effectLst/>
                          <a:latin typeface="+mn-lt"/>
                          <a:ea typeface="+mn-ea"/>
                          <a:cs typeface="+mn-cs"/>
                        </a:rPr>
                        <a:t>S</a:t>
                      </a:r>
                      <a:endParaRPr lang="en-US" sz="1800" b="1" baseline="-25000"/>
                    </a:p>
                  </a:txBody>
                  <a:tcPr/>
                </a:tc>
                <a:extLst>
                  <a:ext uri="{0D108BD9-81ED-4DB2-BD59-A6C34878D82A}">
                    <a16:rowId xmlns:a16="http://schemas.microsoft.com/office/drawing/2014/main" val="1040547035"/>
                  </a:ext>
                </a:extLst>
              </a:tr>
              <a:tr h="34531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H</a:t>
                      </a:r>
                      <a:r>
                        <a:rPr lang="en-US" sz="1800" b="1" kern="1200" baseline="-25000">
                          <a:solidFill>
                            <a:schemeClr val="dk1"/>
                          </a:solidFill>
                          <a:effectLst/>
                          <a:latin typeface="+mn-lt"/>
                          <a:ea typeface="+mn-ea"/>
                          <a:cs typeface="+mn-cs"/>
                        </a:rPr>
                        <a:t>C</a:t>
                      </a:r>
                      <a:endParaRPr lang="en-US" sz="18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400" b="1" kern="1200">
                          <a:solidFill>
                            <a:schemeClr val="dk1"/>
                          </a:solidFill>
                          <a:effectLst/>
                          <a:latin typeface="+mn-lt"/>
                          <a:ea typeface="+mn-ea"/>
                          <a:cs typeface="+mn-cs"/>
                        </a:rPr>
                        <a:t>E</a:t>
                      </a:r>
                      <a:r>
                        <a:rPr lang="en-US" sz="1400" b="1" kern="1200" baseline="-25000">
                          <a:solidFill>
                            <a:schemeClr val="dk1"/>
                          </a:solidFill>
                          <a:effectLst/>
                          <a:latin typeface="+mn-lt"/>
                          <a:ea typeface="+mn-ea"/>
                          <a:cs typeface="+mn-cs"/>
                        </a:rPr>
                        <a:t>S</a:t>
                      </a:r>
                      <a:endParaRPr lang="en-US" sz="1800" b="1" baseline="-25000"/>
                    </a:p>
                  </a:txBody>
                  <a:tcPr/>
                </a:tc>
                <a:extLst>
                  <a:ext uri="{0D108BD9-81ED-4DB2-BD59-A6C34878D82A}">
                    <a16:rowId xmlns:a16="http://schemas.microsoft.com/office/drawing/2014/main" val="61733971"/>
                  </a:ext>
                </a:extLst>
              </a:tr>
              <a:tr h="34531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E</a:t>
                      </a:r>
                      <a:r>
                        <a:rPr lang="en-US" sz="1800" b="1" kern="1200" baseline="-25000">
                          <a:solidFill>
                            <a:schemeClr val="dk1"/>
                          </a:solidFill>
                          <a:effectLst/>
                          <a:latin typeface="+mn-lt"/>
                          <a:ea typeface="+mn-ea"/>
                          <a:cs typeface="+mn-cs"/>
                        </a:rPr>
                        <a:t>S</a:t>
                      </a:r>
                      <a:endParaRPr lang="en-US" sz="20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400" b="1" kern="1200">
                          <a:solidFill>
                            <a:schemeClr val="dk1"/>
                          </a:solidFill>
                          <a:effectLst/>
                          <a:latin typeface="+mn-lt"/>
                          <a:ea typeface="+mn-ea"/>
                          <a:cs typeface="+mn-cs"/>
                        </a:rPr>
                        <a:t>G</a:t>
                      </a:r>
                      <a:r>
                        <a:rPr lang="en-US" sz="1400" b="1" kern="1200" baseline="-25000">
                          <a:solidFill>
                            <a:schemeClr val="dk1"/>
                          </a:solidFill>
                          <a:effectLst/>
                          <a:latin typeface="+mn-lt"/>
                          <a:ea typeface="+mn-ea"/>
                          <a:cs typeface="+mn-cs"/>
                        </a:rPr>
                        <a:t>E</a:t>
                      </a:r>
                      <a:endParaRPr lang="en-US" sz="1800" b="1" baseline="-25000"/>
                    </a:p>
                  </a:txBody>
                  <a:tcPr/>
                </a:tc>
                <a:extLst>
                  <a:ext uri="{0D108BD9-81ED-4DB2-BD59-A6C34878D82A}">
                    <a16:rowId xmlns:a16="http://schemas.microsoft.com/office/drawing/2014/main" val="3235445115"/>
                  </a:ext>
                </a:extLst>
              </a:tr>
              <a:tr h="345313">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kern="1200">
                          <a:solidFill>
                            <a:schemeClr val="dk1"/>
                          </a:solidFill>
                          <a:effectLst/>
                          <a:latin typeface="+mn-lt"/>
                          <a:ea typeface="+mn-ea"/>
                          <a:cs typeface="+mn-cs"/>
                        </a:rPr>
                        <a:t>G</a:t>
                      </a:r>
                      <a:r>
                        <a:rPr lang="en-US" sz="1800" b="1" kern="1200" baseline="-25000">
                          <a:solidFill>
                            <a:schemeClr val="dk1"/>
                          </a:solidFill>
                          <a:effectLst/>
                          <a:latin typeface="+mn-lt"/>
                          <a:ea typeface="+mn-ea"/>
                          <a:cs typeface="+mn-cs"/>
                        </a:rPr>
                        <a:t>E</a:t>
                      </a:r>
                      <a:endParaRPr lang="en-US" sz="2000" b="1" baseline="-25000"/>
                    </a:p>
                  </a:txBody>
                  <a:tcPr/>
                </a:tc>
                <a:tc>
                  <a:txBody>
                    <a:bodyPr/>
                    <a:lstStyle/>
                    <a:p>
                      <a:pPr marL="0" marR="0" lvl="0" indent="0" algn="ctr" defTabSz="771571" rtl="0" eaLnBrk="1" fontAlgn="auto" latinLnBrk="0" hangingPunct="1">
                        <a:lnSpc>
                          <a:spcPct val="100000"/>
                        </a:lnSpc>
                        <a:spcBef>
                          <a:spcPts val="0"/>
                        </a:spcBef>
                        <a:spcAft>
                          <a:spcPts val="0"/>
                        </a:spcAft>
                        <a:buClrTx/>
                        <a:buSzTx/>
                        <a:buFontTx/>
                        <a:buNone/>
                        <a:tabLst/>
                        <a:defRPr/>
                      </a:pPr>
                      <a:r>
                        <a:rPr lang="en-US" sz="1800" b="1"/>
                        <a:t>Đích</a:t>
                      </a:r>
                    </a:p>
                  </a:txBody>
                  <a:tcPr/>
                </a:tc>
                <a:extLst>
                  <a:ext uri="{0D108BD9-81ED-4DB2-BD59-A6C34878D82A}">
                    <a16:rowId xmlns:a16="http://schemas.microsoft.com/office/drawing/2014/main" val="2544958730"/>
                  </a:ext>
                </a:extLst>
              </a:tr>
            </a:tbl>
          </a:graphicData>
        </a:graphic>
      </p:graphicFrame>
    </p:spTree>
    <p:extLst>
      <p:ext uri="{BB962C8B-B14F-4D97-AF65-F5344CB8AC3E}">
        <p14:creationId xmlns:p14="http://schemas.microsoft.com/office/powerpoint/2010/main" val="60635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A1470-F4F0-A041-8E35-D8539131C974}"/>
              </a:ext>
            </a:extLst>
          </p:cNvPr>
          <p:cNvSpPr>
            <a:spLocks noGrp="1"/>
          </p:cNvSpPr>
          <p:nvPr>
            <p:ph type="title"/>
          </p:nvPr>
        </p:nvSpPr>
        <p:spPr>
          <a:xfrm>
            <a:off x="735533" y="400934"/>
            <a:ext cx="8874125" cy="830207"/>
          </a:xfrm>
        </p:spPr>
        <p:txBody>
          <a:bodyPr/>
          <a:lstStyle/>
          <a:p>
            <a:r>
              <a:rPr lang="en-US"/>
              <a:t>Tìm kiếm sâu dần (IDS) - tiếp</a:t>
            </a:r>
          </a:p>
        </p:txBody>
      </p:sp>
      <p:sp>
        <p:nvSpPr>
          <p:cNvPr id="4" name="Slide Number Placeholder 3">
            <a:extLst>
              <a:ext uri="{FF2B5EF4-FFF2-40B4-BE49-F238E27FC236}">
                <a16:creationId xmlns:a16="http://schemas.microsoft.com/office/drawing/2014/main" id="{75AF268C-C944-1847-9BD3-5CE099A753A6}"/>
              </a:ext>
            </a:extLst>
          </p:cNvPr>
          <p:cNvSpPr>
            <a:spLocks noGrp="1"/>
          </p:cNvSpPr>
          <p:nvPr>
            <p:ph type="sldNum" sz="quarter" idx="12"/>
          </p:nvPr>
        </p:nvSpPr>
        <p:spPr/>
        <p:txBody>
          <a:bodyPr/>
          <a:lstStyle/>
          <a:p>
            <a:fld id="{DA8C51A7-BEEA-471D-933F-7E35BC04A30F}" type="slidenum">
              <a:rPr lang="en-US"/>
              <a:pPr/>
              <a:t>29</a:t>
            </a:fld>
            <a:endParaRPr lang="en-US"/>
          </a:p>
        </p:txBody>
      </p:sp>
      <p:sp>
        <p:nvSpPr>
          <p:cNvPr id="3" name="Content Placeholder 2">
            <a:extLst>
              <a:ext uri="{FF2B5EF4-FFF2-40B4-BE49-F238E27FC236}">
                <a16:creationId xmlns:a16="http://schemas.microsoft.com/office/drawing/2014/main" id="{57F784A0-3A9E-FC4A-A1D7-8EB701655275}"/>
              </a:ext>
            </a:extLst>
          </p:cNvPr>
          <p:cNvSpPr>
            <a:spLocks noGrp="1"/>
          </p:cNvSpPr>
          <p:nvPr>
            <p:ph idx="1"/>
          </p:nvPr>
        </p:nvSpPr>
        <p:spPr>
          <a:xfrm>
            <a:off x="698426" y="1231140"/>
            <a:ext cx="8874125" cy="5125209"/>
          </a:xfrm>
        </p:spPr>
        <p:txBody>
          <a:bodyPr/>
          <a:lstStyle/>
          <a:p>
            <a:pPr marL="0" indent="0">
              <a:buNone/>
            </a:pPr>
            <a:r>
              <a:rPr lang="en-US" b="1">
                <a:solidFill>
                  <a:srgbClr val="26902B"/>
                </a:solidFill>
              </a:rPr>
              <a:t>Tính chất của tìm kiếm sâu dần:</a:t>
            </a:r>
          </a:p>
          <a:p>
            <a:r>
              <a:rPr lang="en-US" b="1"/>
              <a:t>Đảm bảo tìm ra lời giải </a:t>
            </a:r>
            <a:r>
              <a:rPr lang="en-US"/>
              <a:t>(nếu có)</a:t>
            </a:r>
          </a:p>
          <a:p>
            <a:r>
              <a:rPr lang="en-US" b="1"/>
              <a:t>Thuật toán tối ưu</a:t>
            </a:r>
            <a:r>
              <a:rPr lang="en-US"/>
              <a:t> nếu giá thành đường đi giữa hai nút giống nhau</a:t>
            </a:r>
          </a:p>
          <a:p>
            <a:r>
              <a:rPr lang="en-US" b="1"/>
              <a:t>Yêu cầu bộ nhớ nhỏ</a:t>
            </a:r>
            <a:r>
              <a:rPr lang="en-US"/>
              <a:t>, cụ thể yêu cầu bộ nhớ O(bd)</a:t>
            </a:r>
          </a:p>
          <a:p>
            <a:r>
              <a:rPr lang="en-US" b="1"/>
              <a:t>Độ phức tạp tính toán O(b</a:t>
            </a:r>
            <a:r>
              <a:rPr lang="en-US" b="1" baseline="30000"/>
              <a:t>d</a:t>
            </a:r>
            <a:r>
              <a:rPr lang="en-US" b="1"/>
              <a:t>). </a:t>
            </a:r>
            <a:r>
              <a:rPr lang="en-US"/>
              <a:t>Mỗi lần gọi thủ tục tìm kiếm sâu hạn chế tới mức d, cây tìm kiếm có nhân tố nhánh là b, số đỉnh cần phát triển là:</a:t>
            </a:r>
          </a:p>
          <a:p>
            <a:pPr marL="0" indent="0" algn="ctr">
              <a:buNone/>
            </a:pPr>
            <a:r>
              <a:rPr lang="en-US" sz="2100" b="1"/>
              <a:t>1 + b + b</a:t>
            </a:r>
            <a:r>
              <a:rPr lang="en-US" sz="2100" b="1" baseline="30000"/>
              <a:t>2</a:t>
            </a:r>
            <a:r>
              <a:rPr lang="en-US" sz="2100" b="1"/>
              <a:t> + ... + b</a:t>
            </a:r>
            <a:r>
              <a:rPr lang="en-US" sz="2100" b="1" baseline="30000"/>
              <a:t>d</a:t>
            </a:r>
          </a:p>
          <a:p>
            <a:pPr marL="0" indent="0">
              <a:buNone/>
            </a:pPr>
            <a:r>
              <a:rPr lang="en-US"/>
              <a:t>Nếu lời giải ở độ sâu d, ta phải gọi thủ tục hạn chế độ sâu lần lượt là 0, 1, 2, ..., d. Đỉnh ở mức 1 phải phát triển lặp d lần, mức 2 là d-1 lần,..., các đỉnh mức d lặp 1 lần. </a:t>
            </a:r>
          </a:p>
          <a:p>
            <a:pPr marL="0" indent="0">
              <a:buNone/>
            </a:pPr>
            <a:r>
              <a:rPr lang="en-US"/>
              <a:t>	Số đỉnh cần phát triển là:</a:t>
            </a:r>
          </a:p>
          <a:p>
            <a:pPr marL="0" indent="0" algn="ctr">
              <a:buNone/>
            </a:pPr>
            <a:r>
              <a:rPr lang="en-US" sz="2100" b="1"/>
              <a:t>(d+1) + db + (d-1)b</a:t>
            </a:r>
            <a:r>
              <a:rPr lang="en-US" sz="2100" b="1" baseline="30000"/>
              <a:t>2</a:t>
            </a:r>
            <a:r>
              <a:rPr lang="en-US" sz="2100" b="1"/>
              <a:t> + ... + 2b</a:t>
            </a:r>
            <a:r>
              <a:rPr lang="en-US" sz="2100" b="1" baseline="30000"/>
              <a:t>d-1 </a:t>
            </a:r>
            <a:r>
              <a:rPr lang="en-US" sz="2100" b="1"/>
              <a:t>+ b</a:t>
            </a:r>
            <a:r>
              <a:rPr lang="en-US" sz="2100" b="1" baseline="30000"/>
              <a:t>d</a:t>
            </a:r>
          </a:p>
          <a:p>
            <a:pPr marL="0" indent="0">
              <a:buNone/>
            </a:pPr>
            <a:endParaRPr lang="en-US" sz="2100" b="1" baseline="30000"/>
          </a:p>
        </p:txBody>
      </p:sp>
    </p:spTree>
    <p:extLst>
      <p:ext uri="{BB962C8B-B14F-4D97-AF65-F5344CB8AC3E}">
        <p14:creationId xmlns:p14="http://schemas.microsoft.com/office/powerpoint/2010/main" val="707293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blinds(horizontal)">
                                      <p:cBhvr>
                                        <p:cTn id="29" dur="500"/>
                                        <p:tgtEl>
                                          <p:spTgt spid="3">
                                            <p:txEl>
                                              <p:pRg st="7" end="7"/>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blinds(horizontal)">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Template" id="{0AF96A80-A828-A34E-A395-551D35D8BAE2}" vid="{38747540-D07E-8842-8803-D3EFDEFF576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14318</TotalTime>
  <Words>3125</Words>
  <Application>Microsoft Macintosh PowerPoint</Application>
  <PresentationFormat>35mm Slides</PresentationFormat>
  <Paragraphs>404</Paragraphs>
  <Slides>29</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.VnTime</vt:lpstr>
      <vt:lpstr>Arial</vt:lpstr>
      <vt:lpstr>Calibri</vt:lpstr>
      <vt:lpstr>Calibri Light</vt:lpstr>
      <vt:lpstr>Comic Sans MS</vt:lpstr>
      <vt:lpstr>Tahoma</vt:lpstr>
      <vt:lpstr>Wingdings</vt:lpstr>
      <vt:lpstr>Office Theme</vt:lpstr>
      <vt:lpstr>NHẬP MÔN TRÍ TUỆ NHÂN TẠO Chương 2. Giải quyết vấn đề bằng tìm kiếm</vt:lpstr>
      <vt:lpstr>Tìm kiếm không có thông tin (tìm kiếm mù)</vt:lpstr>
      <vt:lpstr>Thuật toán tìm kiếm</vt:lpstr>
      <vt:lpstr>Cây tìm kiếm</vt:lpstr>
      <vt:lpstr>Tìm kiếm các nút và trạng thái</vt:lpstr>
      <vt:lpstr>Tìm kiếm các nút và trạng thái</vt:lpstr>
      <vt:lpstr>Cấu trúc dữ liệu của nút</vt:lpstr>
      <vt:lpstr>2.6. Tìm kiếm không có thông tin</vt:lpstr>
      <vt:lpstr>Tìm kiếm theo chiều rộng</vt:lpstr>
      <vt:lpstr>Tìm kiếm theo chiều rộng (tiếp)</vt:lpstr>
      <vt:lpstr>Tìm kiếm theo chiều rộng (tiếp)</vt:lpstr>
      <vt:lpstr>Tìm kiếm theo chiều rộng (tiếp)</vt:lpstr>
      <vt:lpstr>Tìm kiếm theo chiều rộng (tiếp)</vt:lpstr>
      <vt:lpstr>Tìm kiếm theo chiều rộng (tiếp)</vt:lpstr>
      <vt:lpstr>Tìm kiếm theo chiều rộng (tiếp)</vt:lpstr>
      <vt:lpstr>Tìm kiếm theo chiều rộng (tiếp)</vt:lpstr>
      <vt:lpstr>Tìm kiếm theo giá thành thống nhất</vt:lpstr>
      <vt:lpstr>Tìm kiếm theo giá thành thống nhất (tiếp)</vt:lpstr>
      <vt:lpstr>Tìm kiếm theo giá thành thống nhất (tiếp)</vt:lpstr>
      <vt:lpstr>Tìm kiếm theo chiều sâu</vt:lpstr>
      <vt:lpstr>Tìm kiếm theo chiều sâu</vt:lpstr>
      <vt:lpstr>Tìm kiếm theo chiều sâu (DFS)</vt:lpstr>
      <vt:lpstr>Tìm kiếm theo chiều sâu (DFS) (tiếp)</vt:lpstr>
      <vt:lpstr>Tìm kiếm sâu dần (IDS)</vt:lpstr>
      <vt:lpstr>Tìm kiếm sâu dần (IDS)</vt:lpstr>
      <vt:lpstr>Tìm kiếm sâu dần (IDS) - tiếp</vt:lpstr>
      <vt:lpstr>Tìm kiếm sâu dần (IDS) - tiếp</vt:lpstr>
      <vt:lpstr>Tìm kiếm sâu dần (IDS) - tiếp</vt:lpstr>
      <vt:lpstr>Tìm kiếm sâu dần (IDS) - tiếp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 HỌC ĐẠI CƯƠNG Chương 5. Ngôn ngữ lập trình C++</dc:title>
  <dc:creator>Dinh Anh Nguyen</dc:creator>
  <cp:lastModifiedBy>Nguyen Quy</cp:lastModifiedBy>
  <cp:revision>120</cp:revision>
  <cp:lastPrinted>2021-01-31T11:08:06Z</cp:lastPrinted>
  <dcterms:created xsi:type="dcterms:W3CDTF">2018-12-13T03:42:15Z</dcterms:created>
  <dcterms:modified xsi:type="dcterms:W3CDTF">2022-02-21T08:04:25Z</dcterms:modified>
</cp:coreProperties>
</file>