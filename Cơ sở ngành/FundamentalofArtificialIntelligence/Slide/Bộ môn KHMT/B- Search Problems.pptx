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1.xml" ContentType="application/vnd.openxmlformats-officedocument.presentationml.notesSlide+xml"/>
  <Override PartName="/ppt/ink/ink8.xml" ContentType="application/inkml+xml"/>
  <Override PartName="/ppt/notesSlides/notesSlide2.xml" ContentType="application/vnd.openxmlformats-officedocument.presentationml.notesSlide+xml"/>
  <Override PartName="/ppt/ink/ink9.xml" ContentType="application/inkml+xml"/>
  <Override PartName="/ppt/ink/ink10.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1.xml" ContentType="application/inkml+xml"/>
  <Override PartName="/ppt/notesSlides/notesSlide6.xml" ContentType="application/vnd.openxmlformats-officedocument.presentationml.notesSlide+xml"/>
  <Override PartName="/ppt/ink/ink12.xml" ContentType="application/inkml+xml"/>
  <Override PartName="/ppt/notesSlides/notesSlide7.xml" ContentType="application/vnd.openxmlformats-officedocument.presentationml.notesSlide+xml"/>
  <Override PartName="/ppt/ink/ink13.xml" ContentType="application/inkml+xml"/>
  <Override PartName="/ppt/notesSlides/notesSlide8.xml" ContentType="application/vnd.openxmlformats-officedocument.presentationml.notesSlide+xml"/>
  <Override PartName="/ppt/ink/ink14.xml" ContentType="application/inkml+xml"/>
  <Override PartName="/ppt/ink/ink1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5" r:id="rId1"/>
  </p:sldMasterIdLst>
  <p:notesMasterIdLst>
    <p:notesMasterId r:id="rId41"/>
  </p:notesMasterIdLst>
  <p:handoutMasterIdLst>
    <p:handoutMasterId r:id="rId42"/>
  </p:handoutMasterIdLst>
  <p:sldIdLst>
    <p:sldId id="324" r:id="rId2"/>
    <p:sldId id="325" r:id="rId3"/>
    <p:sldId id="326" r:id="rId4"/>
    <p:sldId id="327" r:id="rId5"/>
    <p:sldId id="328" r:id="rId6"/>
    <p:sldId id="329" r:id="rId7"/>
    <p:sldId id="330" r:id="rId8"/>
    <p:sldId id="331" r:id="rId9"/>
    <p:sldId id="332" r:id="rId10"/>
    <p:sldId id="333" r:id="rId11"/>
    <p:sldId id="334" r:id="rId12"/>
    <p:sldId id="335" r:id="rId13"/>
    <p:sldId id="336" r:id="rId14"/>
    <p:sldId id="337" r:id="rId15"/>
    <p:sldId id="338" r:id="rId16"/>
    <p:sldId id="339" r:id="rId17"/>
    <p:sldId id="340" r:id="rId18"/>
    <p:sldId id="341" r:id="rId19"/>
    <p:sldId id="342" r:id="rId20"/>
    <p:sldId id="343" r:id="rId21"/>
    <p:sldId id="345" r:id="rId22"/>
    <p:sldId id="346" r:id="rId23"/>
    <p:sldId id="344" r:id="rId24"/>
    <p:sldId id="347" r:id="rId25"/>
    <p:sldId id="348" r:id="rId26"/>
    <p:sldId id="349" r:id="rId27"/>
    <p:sldId id="400" r:id="rId28"/>
    <p:sldId id="401" r:id="rId29"/>
    <p:sldId id="447" r:id="rId30"/>
    <p:sldId id="448" r:id="rId31"/>
    <p:sldId id="449" r:id="rId32"/>
    <p:sldId id="452" r:id="rId33"/>
    <p:sldId id="454" r:id="rId34"/>
    <p:sldId id="456" r:id="rId35"/>
    <p:sldId id="457" r:id="rId36"/>
    <p:sldId id="458" r:id="rId37"/>
    <p:sldId id="459" r:id="rId38"/>
    <p:sldId id="460" r:id="rId39"/>
    <p:sldId id="461" r:id="rId40"/>
  </p:sldIdLst>
  <p:sldSz cx="10287000" cy="6858000" type="35mm"/>
  <p:notesSz cx="9601200" cy="7315200"/>
  <p:defaultTextStyle>
    <a:defPPr>
      <a:defRPr lang="en-US"/>
    </a:defPPr>
    <a:lvl1pPr algn="l" rtl="0" eaLnBrk="0" fontAlgn="base" hangingPunct="0">
      <a:spcBef>
        <a:spcPct val="0"/>
      </a:spcBef>
      <a:spcAft>
        <a:spcPct val="0"/>
      </a:spcAft>
      <a:defRPr kern="1200">
        <a:solidFill>
          <a:schemeClr val="tx1"/>
        </a:solidFill>
        <a:latin typeface="Arial" pitchFamily="34" charset="0"/>
        <a:ea typeface="MS PGothic" pitchFamily="34" charset="-128"/>
        <a:cs typeface="+mn-cs"/>
      </a:defRPr>
    </a:lvl1pPr>
    <a:lvl2pPr marL="455613" indent="1588" algn="l" rtl="0" eaLnBrk="0" fontAlgn="base" hangingPunct="0">
      <a:spcBef>
        <a:spcPct val="0"/>
      </a:spcBef>
      <a:spcAft>
        <a:spcPct val="0"/>
      </a:spcAft>
      <a:defRPr kern="1200">
        <a:solidFill>
          <a:schemeClr val="tx1"/>
        </a:solidFill>
        <a:latin typeface="Arial" pitchFamily="34" charset="0"/>
        <a:ea typeface="MS PGothic" pitchFamily="34" charset="-128"/>
        <a:cs typeface="+mn-cs"/>
      </a:defRPr>
    </a:lvl2pPr>
    <a:lvl3pPr marL="912813" indent="1588" algn="l" rtl="0" eaLnBrk="0" fontAlgn="base" hangingPunct="0">
      <a:spcBef>
        <a:spcPct val="0"/>
      </a:spcBef>
      <a:spcAft>
        <a:spcPct val="0"/>
      </a:spcAft>
      <a:defRPr kern="1200">
        <a:solidFill>
          <a:schemeClr val="tx1"/>
        </a:solidFill>
        <a:latin typeface="Arial" pitchFamily="34" charset="0"/>
        <a:ea typeface="MS PGothic" pitchFamily="34" charset="-128"/>
        <a:cs typeface="+mn-cs"/>
      </a:defRPr>
    </a:lvl3pPr>
    <a:lvl4pPr marL="1370013" indent="1588" algn="l" rtl="0" eaLnBrk="0" fontAlgn="base" hangingPunct="0">
      <a:spcBef>
        <a:spcPct val="0"/>
      </a:spcBef>
      <a:spcAft>
        <a:spcPct val="0"/>
      </a:spcAft>
      <a:defRPr kern="1200">
        <a:solidFill>
          <a:schemeClr val="tx1"/>
        </a:solidFill>
        <a:latin typeface="Arial" pitchFamily="34" charset="0"/>
        <a:ea typeface="MS PGothic" pitchFamily="34" charset="-128"/>
        <a:cs typeface="+mn-cs"/>
      </a:defRPr>
    </a:lvl4pPr>
    <a:lvl5pPr marL="1827213" indent="1588" algn="l" rtl="0" eaLnBrk="0" fontAlgn="base" hangingPunct="0">
      <a:spcBef>
        <a:spcPct val="0"/>
      </a:spcBef>
      <a:spcAft>
        <a:spcPct val="0"/>
      </a:spcAft>
      <a:defRPr kern="1200">
        <a:solidFill>
          <a:schemeClr val="tx1"/>
        </a:solidFill>
        <a:latin typeface="Arial" pitchFamily="34" charset="0"/>
        <a:ea typeface="MS PGothic" pitchFamily="34" charset="-128"/>
        <a:cs typeface="+mn-cs"/>
      </a:defRPr>
    </a:lvl5pPr>
    <a:lvl6pPr marL="2286000" algn="l" defTabSz="914400" rtl="0" eaLnBrk="1" latinLnBrk="0" hangingPunct="1">
      <a:defRPr kern="1200">
        <a:solidFill>
          <a:schemeClr val="tx1"/>
        </a:solidFill>
        <a:latin typeface="Arial" pitchFamily="34" charset="0"/>
        <a:ea typeface="MS PGothic" pitchFamily="34" charset="-128"/>
        <a:cs typeface="+mn-cs"/>
      </a:defRPr>
    </a:lvl6pPr>
    <a:lvl7pPr marL="2743200" algn="l" defTabSz="914400" rtl="0" eaLnBrk="1" latinLnBrk="0" hangingPunct="1">
      <a:defRPr kern="1200">
        <a:solidFill>
          <a:schemeClr val="tx1"/>
        </a:solidFill>
        <a:latin typeface="Arial" pitchFamily="34" charset="0"/>
        <a:ea typeface="MS PGothic" pitchFamily="34" charset="-128"/>
        <a:cs typeface="+mn-cs"/>
      </a:defRPr>
    </a:lvl7pPr>
    <a:lvl8pPr marL="3200400" algn="l" defTabSz="914400" rtl="0" eaLnBrk="1" latinLnBrk="0" hangingPunct="1">
      <a:defRPr kern="1200">
        <a:solidFill>
          <a:schemeClr val="tx1"/>
        </a:solidFill>
        <a:latin typeface="Arial" pitchFamily="34" charset="0"/>
        <a:ea typeface="MS PGothic" pitchFamily="34" charset="-128"/>
        <a:cs typeface="+mn-cs"/>
      </a:defRPr>
    </a:lvl8pPr>
    <a:lvl9pPr marL="3657600" algn="l" defTabSz="914400" rtl="0" eaLnBrk="1" latinLnBrk="0" hangingPunct="1">
      <a:defRPr kern="1200">
        <a:solidFill>
          <a:schemeClr val="tx1"/>
        </a:solidFill>
        <a:latin typeface="Arial" pitchFamily="34" charset="0"/>
        <a:ea typeface="MS PGothic"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240">
          <p15:clr>
            <a:srgbClr val="A4A3A4"/>
          </p15:clr>
        </p15:guide>
      </p15:sldGuideLst>
    </p:ext>
    <p:ext uri="{2D200454-40CA-4A62-9FC3-DE9A4176ACB9}">
      <p15:notesGuideLst xmlns:p15="http://schemas.microsoft.com/office/powerpoint/2012/main">
        <p15:guide id="1" orient="horz" pos="2304">
          <p15:clr>
            <a:srgbClr val="A4A3A4"/>
          </p15:clr>
        </p15:guide>
        <p15:guide id="2" pos="302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A2212"/>
    <a:srgbClr val="26902B"/>
    <a:srgbClr val="EE1A4C"/>
    <a:srgbClr val="FFFFFF"/>
    <a:srgbClr val="000099"/>
    <a:srgbClr val="FFBDDE"/>
    <a:srgbClr val="FFCCCC"/>
    <a:srgbClr val="FFCCFF"/>
    <a:srgbClr val="0809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49" autoAdjust="0"/>
    <p:restoredTop sz="81720" autoAdjust="0"/>
  </p:normalViewPr>
  <p:slideViewPr>
    <p:cSldViewPr>
      <p:cViewPr varScale="1">
        <p:scale>
          <a:sx n="77" d="100"/>
          <a:sy n="77" d="100"/>
        </p:scale>
        <p:origin x="2088" y="176"/>
      </p:cViewPr>
      <p:guideLst>
        <p:guide orient="horz" pos="2160"/>
        <p:guide pos="324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66" d="100"/>
        <a:sy n="66" d="100"/>
      </p:scale>
      <p:origin x="0" y="3930"/>
    </p:cViewPr>
  </p:sorterViewPr>
  <p:notesViewPr>
    <p:cSldViewPr>
      <p:cViewPr varScale="1">
        <p:scale>
          <a:sx n="38" d="100"/>
          <a:sy n="38" d="100"/>
        </p:scale>
        <p:origin x="-1590" y="-90"/>
      </p:cViewPr>
      <p:guideLst>
        <p:guide orient="horz" pos="2304"/>
        <p:guide pos="302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450" name="Rectangle 2"/>
          <p:cNvSpPr>
            <a:spLocks noGrp="1" noChangeArrowheads="1"/>
          </p:cNvSpPr>
          <p:nvPr>
            <p:ph type="hdr" sz="quarter"/>
          </p:nvPr>
        </p:nvSpPr>
        <p:spPr bwMode="auto">
          <a:xfrm>
            <a:off x="0" y="0"/>
            <a:ext cx="4160838" cy="366713"/>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lvl1pPr defTabSz="966788" eaLnBrk="1" hangingPunct="1">
              <a:spcBef>
                <a:spcPct val="20000"/>
              </a:spcBef>
              <a:buClr>
                <a:schemeClr val="hlink"/>
              </a:buClr>
              <a:buSzPct val="110000"/>
              <a:buFont typeface="Wingdings" pitchFamily="2" charset="2"/>
              <a:buBlip>
                <a:blip r:embed="rId2"/>
              </a:buBlip>
              <a:defRPr sz="1200">
                <a:latin typeface=".VnTime" pitchFamily="34" charset="0"/>
                <a:cs typeface="Arial" pitchFamily="34" charset="0"/>
              </a:defRPr>
            </a:lvl1pPr>
          </a:lstStyle>
          <a:p>
            <a:endParaRPr lang="en-US"/>
          </a:p>
        </p:txBody>
      </p:sp>
      <p:sp>
        <p:nvSpPr>
          <p:cNvPr id="104451" name="Rectangle 3"/>
          <p:cNvSpPr>
            <a:spLocks noGrp="1" noChangeArrowheads="1"/>
          </p:cNvSpPr>
          <p:nvPr>
            <p:ph type="dt" sz="quarter" idx="1"/>
          </p:nvPr>
        </p:nvSpPr>
        <p:spPr bwMode="auto">
          <a:xfrm>
            <a:off x="5440363" y="0"/>
            <a:ext cx="4160837" cy="366713"/>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lvl1pPr algn="r" defTabSz="966788" eaLnBrk="1" hangingPunct="1">
              <a:spcBef>
                <a:spcPct val="20000"/>
              </a:spcBef>
              <a:buClr>
                <a:schemeClr val="hlink"/>
              </a:buClr>
              <a:buSzPct val="110000"/>
              <a:buFont typeface="Wingdings" pitchFamily="2" charset="2"/>
              <a:buBlip>
                <a:blip r:embed="rId2"/>
              </a:buBlip>
              <a:defRPr sz="1200">
                <a:latin typeface=".VnTime" pitchFamily="34" charset="0"/>
                <a:cs typeface="Arial" pitchFamily="34" charset="0"/>
              </a:defRPr>
            </a:lvl1pPr>
          </a:lstStyle>
          <a:p>
            <a:endParaRPr lang="en-US"/>
          </a:p>
        </p:txBody>
      </p:sp>
      <p:sp>
        <p:nvSpPr>
          <p:cNvPr id="104452" name="Rectangle 4"/>
          <p:cNvSpPr>
            <a:spLocks noGrp="1" noChangeArrowheads="1"/>
          </p:cNvSpPr>
          <p:nvPr>
            <p:ph type="ftr" sz="quarter" idx="2"/>
          </p:nvPr>
        </p:nvSpPr>
        <p:spPr bwMode="auto">
          <a:xfrm>
            <a:off x="0" y="6948488"/>
            <a:ext cx="4160838" cy="366712"/>
          </a:xfrm>
          <a:prstGeom prst="rect">
            <a:avLst/>
          </a:prstGeom>
          <a:noFill/>
          <a:ln w="9525">
            <a:noFill/>
            <a:miter lim="800000"/>
            <a:headEnd/>
            <a:tailEnd/>
          </a:ln>
          <a:effectLst/>
        </p:spPr>
        <p:txBody>
          <a:bodyPr vert="horz" wrap="square" lIns="96653" tIns="48327" rIns="96653" bIns="48327" numCol="1" anchor="b" anchorCtr="0" compatLnSpc="1">
            <a:prstTxWarp prst="textNoShape">
              <a:avLst/>
            </a:prstTxWarp>
          </a:bodyPr>
          <a:lstStyle>
            <a:lvl1pPr defTabSz="966788" eaLnBrk="1" hangingPunct="1">
              <a:spcBef>
                <a:spcPct val="20000"/>
              </a:spcBef>
              <a:buClr>
                <a:schemeClr val="hlink"/>
              </a:buClr>
              <a:buSzPct val="110000"/>
              <a:buFont typeface="Wingdings" pitchFamily="2" charset="2"/>
              <a:buBlip>
                <a:blip r:embed="rId2"/>
              </a:buBlip>
              <a:defRPr sz="1200">
                <a:latin typeface=".VnTime" pitchFamily="34" charset="0"/>
                <a:cs typeface="Arial" pitchFamily="34" charset="0"/>
              </a:defRPr>
            </a:lvl1pPr>
          </a:lstStyle>
          <a:p>
            <a:endParaRPr lang="en-US"/>
          </a:p>
        </p:txBody>
      </p:sp>
      <p:sp>
        <p:nvSpPr>
          <p:cNvPr id="104453" name="Rectangle 5"/>
          <p:cNvSpPr>
            <a:spLocks noGrp="1" noChangeArrowheads="1"/>
          </p:cNvSpPr>
          <p:nvPr>
            <p:ph type="sldNum" sz="quarter" idx="3"/>
          </p:nvPr>
        </p:nvSpPr>
        <p:spPr bwMode="auto">
          <a:xfrm>
            <a:off x="5440363" y="6948488"/>
            <a:ext cx="4160837" cy="366712"/>
          </a:xfrm>
          <a:prstGeom prst="rect">
            <a:avLst/>
          </a:prstGeom>
          <a:noFill/>
          <a:ln w="9525">
            <a:noFill/>
            <a:miter lim="800000"/>
            <a:headEnd/>
            <a:tailEnd/>
          </a:ln>
          <a:effectLst/>
        </p:spPr>
        <p:txBody>
          <a:bodyPr vert="horz" wrap="square" lIns="96653" tIns="48327" rIns="96653" bIns="48327" numCol="1" anchor="b" anchorCtr="0" compatLnSpc="1">
            <a:prstTxWarp prst="textNoShape">
              <a:avLst/>
            </a:prstTxWarp>
          </a:bodyPr>
          <a:lstStyle>
            <a:lvl1pPr algn="r" defTabSz="966788" eaLnBrk="1" hangingPunct="1">
              <a:spcBef>
                <a:spcPct val="20000"/>
              </a:spcBef>
              <a:buClr>
                <a:schemeClr val="hlink"/>
              </a:buClr>
              <a:buSzPct val="110000"/>
              <a:buFont typeface="Wingdings" pitchFamily="2" charset="2"/>
              <a:buBlip>
                <a:blip r:embed="rId2"/>
              </a:buBlip>
              <a:defRPr sz="1200">
                <a:latin typeface=".VnTime" pitchFamily="34" charset="0"/>
              </a:defRPr>
            </a:lvl1pPr>
          </a:lstStyle>
          <a:p>
            <a:fld id="{9FB05F6A-398C-455D-BE8A-CDE75FC5BBFC}" type="slidenum">
              <a:rPr lang="en-US"/>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8T08:07:45.063"/>
    </inkml:context>
    <inkml:brush xml:id="br0">
      <inkml:brushProperty name="width" value="0.09071" units="cm"/>
      <inkml:brushProperty name="height" value="0.09071" units="cm"/>
      <inkml:brushProperty name="color" value="#FF0000"/>
    </inkml:brush>
  </inkml:definitions>
  <inkml:trace contextRef="#ctx0" brushRef="#br0">5080 8948 5734,'-6'32'0,"0"-1"0,4 13 0,3 1 0,5 1 0,7 7 0,3-3 0,6-22 0,14 8 0,10-9 0,2-3 0,-5-1 0,9 1 0,13 3 0,-12-6 0,-4-6 0,-8-3 0,8 2 0,-4-4 0,-5-3 0,-3-3 0,0 2 0,2-1 0,25 1 0,-4-1 0,-8-2 0,-9 0 0,6-1 0,0-2 0,5-2 0,-6 0 0,-14 1 0,2-1 0,22-3 0,15-2 0,1-1 0,-15 1 0,-22 2 0,1-1 0,8-2 0,11-1 0,4-2 0,-4 1 0,-11 2 0,-7 2 0,-2-1 0,10-1 0,10-2 0,-1 1 0,-12 1-1182,7 0 1182,-10 1 0,3 0 0,4-2 0,-4 0 0,-3 1 0,24-7 0,-3 0 0,-32 6-289,22-8 1,-1-1 288,-22 7 0,20-11 0,1-4 0,-11-1 0,16-8 0,-26 5 0,-20 20 0,8-17 0,-6 3 0,1 0 1106,-2-6-1106,-5-16 0,-2 16 0,-2-5 0,-2 1 0,-1 11 0,-2-17 653,-8-8-653,2 16 0,0-1 0,-9-29 0,5 24 0,1 4-412,2 6 412,-6-7 0,-4 0 0,2 6 0,-2 1 0,-8-12 0,-4 1 0,0 3 0,7 14 0,-18-17 0,-5 12 0,17 12 0,-2 0 0,-25-12 0,21 12 0,4 2 0,9 5 0,-32-9 0,26 7 412,-18-3-412,5 4 0,-4 3 0,-3 0 0,-16-2-394,6 3 0,0 1 394,-6 2 0,22 2 0,-7-1 0,5 1 0,6 0 0,-1 0-109,-4 0 0,-7 0 0,-2 1 0,6 0 109,-12 2 0,2 1 0,15-3 0,-2 0 0,0 2 0,-5 1 0,1 2 0,7 0 0,-7 1 0,10-1 0,-4 2 0,-6 5 0,2 1 0,17-5 0,-3 2 0,-22 9 0,-10 4 0,10-3 0,21-6 0,2-1-526,-10 4 0,-4 3 0,9-3 526,0 2 0,-6 4 0,-1 0 0,5-1-70,4-2 0,2-1 70,8-4 176,-4 6 0,-3 4-176,1 2 0,0 2 0,-1-1 0,1 0 0,5-2 0,5-1 0,3 5 0,6-7 0,-7 27 0,18 3 0,-1-6 1624,20 10-1624,3-32 0,5 0 0,4 2 0,1 0-175,1 0 0,0-2 175,-3-5 0,-1-3 0,8 2 0,1-1 0</inkml:trace>
  <inkml:trace contextRef="#ctx0" brushRef="#br0" timeOffset="48384">12810 14528 7803,'-10'-10'6476,"-3"-2"-6116,1 1-1,2 2 811,6 4-900,2 2 2788,-1 0-1799,2 2-719,1 1 629,5-1-1169,14-2-540,17-2-89,-1-2-3059,9 1 0,1-1 1619,-7 0 180,5 1 0,1-2 1041,-2-1 0,0-1 0,-3-1 0</inkml:trace>
  <inkml:trace contextRef="#ctx0" brushRef="#br0" timeOffset="48981">13805 14051 7353,'-5'-7'6746,"1"2"-4317,-10-5-2250,10 6 1,-6-1 720,11 17-540,1-1 719,1 23 0,1 4-629,-1-3-382,1 3 1,-1 0 201,-1-6-3019,-1 27 2839,0-22-90,0 19-450,1-20-899,0-3-2609,1 6 2070,0-18-181,-1-6 2069,-7-41 0,2 10 0,-6-25 0</inkml:trace>
  <inkml:trace contextRef="#ctx0" brushRef="#br0" timeOffset="49156">13585 14123 8252,'-37'-35'8455,"0"-14"-8365,32 34 90,32-22-809,36 37 89,-1-8-90,3 18-359,-40-1-7940,20 12 7400,-16-7 180,13 9 1551,-21-10 0,-1-1 0,1 1 1</inkml:trace>
  <inkml:trace contextRef="#ctx0" brushRef="#br0" timeOffset="49447">14051 14298 12120,'0'9'3328,"1"-1"-3238,3 3 900,4 24-900,-4-16 89,3 22-89,-7-23 180,1 31-270,-1-26-90,1 22-90,0-37-1888,-2 2 1078,0-6-449,-2-1-90,0-6 1529,-6-19 0,4 8 0,-4-15 0</inkml:trace>
  <inkml:trace contextRef="#ctx0" brushRef="#br0" timeOffset="49677">14023 14140 8522,'-3'-11'6566,"0"3"-5486,-4-4-1260,4 1-270,0 3-1079,6 0-3058,7 9 3147,-2 0 1,2 5 1439,-5 0 0,0 3 0,1 1 0</inkml:trace>
  <inkml:trace contextRef="#ctx0" brushRef="#br0" timeOffset="50296">14251 14451 8882,'2'4'7196,"-1"2"-7016,-1-4 0,5 8-180,-1-6 90,10 17-90,-6-6 179,4 14-179,-9-17 0,0 2 0,-2-13 0,0 1-359,1-11 269,1 3 0,1-9-90,-1 5-270,16-28 450,6 6 0,0-8 0,-2 18 90,-5 16-90,-8 3 0,11 2 0,-13 4 0,2 3 90,4 14-90,-6-10 0,8 24 0,-13-27 0,0 3 0,-3-12 0,-1-17 0,2 11-90,7-12 90,1 13 0,3 1 0,-2 3 0,-3 3 90,-3 2-90,1-1 180,9 14-180,-5-7-450,23 30 0,-21-26-1438,15 14-5398,-14-35 7286,-3 3 0,-1-14 0,-6 5 0</inkml:trace>
  <inkml:trace contextRef="#ctx0" brushRef="#br0" timeOffset="50511">14168 13915 8702,'-37'-17'9445,"8"3"-9355,7-2-180,18 8-2294,34 4 0,13 5 405,-3-2-630,22 0 1,2 2 2608,-12-1 0,-11 1 0,-1 0 0,4 1 0</inkml:trace>
  <inkml:trace contextRef="#ctx0" brushRef="#br0" timeOffset="51105">15351 14289 8792,'4'0'7556,"-1"-4"-7376,-4-1-90,-1-9-90,-1 7 0,-7-5 0,3 8 0,-5 0 89,2 5 1,1 0 0,-4 2 90,-1 3 0,-2 6-180,4-2 0,2 4 0,7-2 90,3-1 0,12 20-90,-4-15 0,24 28 0,-17-26-90,16 18 90,-5-4 90,-3 8-90,-4-8 0,-14-3 90,-8-22-90,-5 3 0,-9-4-270,3-3 90,-3-1-269,9-4-1,4 0-2608,4-14 2338,1 7-90,4-11-4766,12-3 5576,-7 10 0,10-11 0,-9 13 0</inkml:trace>
  <inkml:trace contextRef="#ctx0" brushRef="#br0" timeOffset="51573">15562 14351 7623,'11'-14'7735,"-5"-2"-7375,0 3 90,-6 2-180,0 10-180,-2-1 179,-10 6-179,5 0 450,-25 32-540,21-19 90,-11 21-90,18-26 0,1 1 90,2 10-90,2-9 0,4 12 0,5-8 0,-1-4 0,5 0-90,1-10-90,0-4 0,0-3-270,-1-9 181,-6 2-271,5-12-270,2-13 720,-5 10 90,1-8 0,-6 17 360,-2 0-90,-1 6 0,-2 6-90,0 18-90,-1-2-90,1 13 0,1-12 0,10 30-90,-6-26-2069,16 27-2968,-11-41 2608,4 2 2519,-5-15 0,-2-3 0,0 3 0</inkml:trace>
  <inkml:trace contextRef="#ctx0" brushRef="#br0" timeOffset="52129">15805 14369 7892,'6'-16'6477,"-1"5"-6117,-6 14-181,-3 10 91,-5 17-180,3-5 0,-2 14-90,6-23 0,0 4 0,2-7 0,1-1 0,3 3 90,6-2-90,-1-2-90,3-4 90,0-6-90,12-8 90,-8 1-180,12-10 90,-16 6-539,13-15-1,-1-3 540,-1-1-45,-5-1 0,-1-3 675,-1-22-360,5-1-124,-14 13 124,-7 32 630,-1-6-630,-1 9 0,-3-1-91,2 11 451,-11 21-360,8-10 393,-9 33-393,13-23-180,0 10 0,5-15 0,2-6 0,2 0 90,17 16-90,-11-13 90,17 15-180,-11-15 90,-4-3 0,2 0 0,-10-5 0,-1-2 0,-1 1 0,-2 5 0,-3-4 0,-3 5-90,-9-3-629,-8-2-2340,-20-2 1620,10-4-180,-8-6-2518,0-11 4137,14 4 0,-13-10 0,19 6 0</inkml:trace>
  <inkml:trace contextRef="#ctx0" brushRef="#br0" timeOffset="52333">15776 13758 8612,'-6'-26'7376,"3"12"-6836,-4-2-271,4 23-269,2 1-90,3 12-539,1 8-4768,6 34 2069,-3-3 1932,-2-24 1,1-1 1395,-2 10 0,2-13 0,-1 0 0</inkml:trace>
  <inkml:trace contextRef="#ctx0" brushRef="#br0" timeOffset="54091">16778 14009 7353,'-2'-11'5577,"0"3"-2429,-3-5-180,3 7-2248,0-1 1798,2 5-1978,1 11-90,1-1 359,2 17-179,0 18-540,0-7-90,-1 15 90,-1-19-90,0 17 0,-1-11-135,2-1 0,-1 3-1484,1 19-79,0 1 439,-1-18-211,-2-27 31,-1-2-4497,-7-3 4946,2-7 1,-6-4-540,0-13 2363,-12-22 0,-2-3-294,2 2-316,-2-2 1,3 0 304,11 2-349,8 18 180,1-17-271,8 27 271,25-11-360,-14 14 2989,50 9-2989,-22 22 0,7-1 1580,-7 14-1490,-23-16-90,0 0 0,-1-1 90,-12-12-1,6 12-89,-9-13 0,4 7 0,-8-11-89,-5-9 89,2 1 0,-4-12 0,4 7 0,0-4 0,1-1 0,6-10 0,-2 7 0,7-7 0,-6 16 0,16-7 0,-12 10 0,28 8-90,-25 3-720,19 19-449,-19-7 179,4 4-269,-6-6-1709,0-2 1619,-4-6 1439,6 2 0,-6-7 0,5-1 0</inkml:trace>
  <inkml:trace contextRef="#ctx0" brushRef="#br0" timeOffset="55079">17245 14323 8342,'-7'-9'6297,"2"1"-6207,5 5 179,-1-7-89,-1 3-90,-2-4 720,-13 5-720,9 4 180,-14 2-180,10 13 0,3-3-180,3 27 90,7-22 0,3 16 0,0-20 0,4 12 0,-3-8 0,4 7 0,1-7-90,0-2-270,9 0 270,-7-6-90,2-3-630,4-21 720,-10 8-359,8-31 449,-15 24-90,1-14 90,-3 17 0,0-1 0,1 3 0,-3-4 0,1 5 90,-4-3-90,3 8 90,-2 2-90,4 5 0,0 7 0,3 0 0,1 2 0,2-2-3302,6 0 3302,-4-3 0,5 0 0,-7-5 0,0 0 0,0 0 0,4 1 90,4 4 3302,4 1-3392,0 2 0,2 6 0,-9-2 0,0 0-90,-4-1 0,-1-10 0,-2 1-90,1-7 0,-2-1-270,2-5-359,9-19 809,-4 5 449,6-17-179,-12 25 0,0 0 270,-4 12 719,-5 13-1079,2-3 180,-4 16 90,5 8-361,1-8-89,1 11 90,3-16 0,0 1 0,12 38-90,-7-27 0,9 28-3302,2-12 3302,-7-20-907,6 8 1,-1 0 816,-4-14 90,11 21-90,-15-19 90,-3-6 0,-6 6 0,-3-15 2763,-22 6-2223,-6-6 2532,-11-2-2713,-7-10-269,20-1 0,-4-8-90,22 6-1079,1-25 449,11 18-3643,13-14 1,4-1 2833,-1 13 591,31-29 0,-30 33 0,9-6 0</inkml:trace>
  <inkml:trace contextRef="#ctx0" brushRef="#br0" timeOffset="55498">18185 13934 10141,'-13'14'6746,"6"-4"-6296,-6 27-270,10-16-90,-2 14 270,3-4-180,3 5 0,0 2-180,0 10 0,1-11 0,1 1-360,-1-3 0,1-3-90,0 1-179,2 28-91,-3-46-180,0-2-5936,-4-3 4587,-3-11 2249,-3-1 0,1-9 0,2 1 0</inkml:trace>
  <inkml:trace contextRef="#ctx0" brushRef="#br0" timeOffset="56346">18001 14261 7443,'2'-18'6296,"18"1"-6386,14-6 0,2 10-449,27 1 359,-36 6-135,13-5 0,0-1 225,-14 2-630,32-21 91,-38 7 629,-1 1 270,-9-3 0,-8 14 1259,-11-10-1259,4 15-1,-8-4 2250,-10 37-2069,12-11 359,-14 27 91,18-5-541,1 4-269,3 1 90,4-2-3482,7 1 3302,-2-9 0,4 3 0,-3-21 0,1-1-90,9 5 0,-7-10 90,8 3-90,-11-11-629,10-12 629,-9 6 0,11-18 90,-16 16 0,3-6 0,-4 10 3392,0 3-3392,0 1 0,0 3 0,-1 2 0,0 1 0,1 1-90,7 14 90,-2-7-90,14 12-90,0-21 180,-4-1-90,1-11 90,-10-1 0,2-5 0,-3 3 90,2-5-90,-5 11 90,0-2-90,-1 13 0,-1-1 0,0 5 0,0-3 0,1-1 0,5 10 0,-1-7 0,3 5-90,1-9 90,-4-4 0,5-2 0,2-9 0,-2-2 0,2-3 0,-6-1 0,0 0 0,-3 3 360,-2 6-180,-2 27-180,-1-7-90,9 20-630,3-19 271,0-1-1171,5-6 271,-9-7-6116,10-12 7465,-10 3 0,6-9 0,-7 8 0</inkml:trace>
  <inkml:trace contextRef="#ctx0" brushRef="#br0" timeOffset="56609">18803 14099 8162,'-11'-15'6836,"5"6"-6296,-5-3 270,7 6-810,3 4 90,12 10-90,-4-2 0,7 8 0,-10-6 0,1 0-180,-1 16-90,-2-9-989,-3 16-1530,-6-11-3931,-7 3 5281,1-6 180,-1-2 1259,2-5 0,2-1 0,-1 1 0</inkml:trace>
  <inkml:trace contextRef="#ctx0" brushRef="#br0" timeOffset="57311">19341 14331 7982,'-6'-11'6747,"2"3"-5308,-4-6-360,3 2-809,1 2 0,3 0 359,3 6 1,3 1 539,7 7-809,-3 3 0,5 6 180,-4 6-1,4 15-539,-3-11 0,3 9 0,-6-22 0,1-2 0,0 0-269,8 1-811,7-10 810,-5 1-269,3-14-631,-11-12 811,-3 7 89,0-8 90,-5 14-180,5-19 360,-2 14 0,2-9 90,-4 20 270,0 7 269,2 8-359,-2-1-90,1 7 180,-2 1-270,0-3 0,9 31-180,-6-26-1889,14 29-4497,-7-45 3327,-1 2 1800,-3-19 1349,-6-2 0,0 3 0,1-1 0</inkml:trace>
  <inkml:trace contextRef="#ctx0" brushRef="#br0" timeOffset="57465">19686 14021 7623,'-3'-12'5217,"1"2"-6477,4 14 181,-1-1-2519,4 15 3598,1-2 0,0 3 0,1-2 0</inkml:trace>
  <inkml:trace contextRef="#ctx0" brushRef="#br0" timeOffset="58166">19797 14328 9152,'-1'11'6746,"5"-3"-6026,3-3-271,22-15-449,-14 4 0,16-12 0,-21 7 0,-1 1 0,-5-1 0,-4 6 0,-1 0 90,-7 0-90,3 3 0,-5-1 0,2 5 180,-8 6 0,-2 8-180,3-1 90,4 10-90,9-14 0,2 6 0,2-7 0,9 10-90,3-6 90,2 3-450,10-17 270,-14-4-539,16-16 539,-16 9-3932,13-21 3842,-11 13 180,2-4 90,-5 9 0,-8 11 90,3 6-90,-3 1 0,2 5 0,4 13 0,5-7 0,-1 7 3392,1-16-3392,-5-18 0,-5 5 0,6-10 0,-5 4 0,-2 4 90,2-1 0,-2 10-90,1 3 90,-1 2-90,1 1 90,6 18-899,8 8 359,-3-4-1079,7-3 270,-14-23-91,1-2-1348,-3-5 1850,-1-4 0,-1-2 0,-1-3 0</inkml:trace>
  <inkml:trace contextRef="#ctx0" brushRef="#br0" timeOffset="58381">19798 13980 7353,'-13'-4'9085,"-2"-3"-8816,6 3-89,19-2-270,2 5-3687,49 17 808,-36 1 1440,22 11 180,-37-5 501,-3 8 0,-2-5 0,2 10 0</inkml:trace>
  <inkml:trace contextRef="#ctx0" brushRef="#br0" timeOffset="58572">19945 14689 8522,'-6'10'9830,"4"-3"-8236,5-1-3303,1-5-2969,11-3-3057,-8-4 7735,-4 1 0,-6-2 0,-3 3 0</inkml:trace>
  <inkml:trace contextRef="#ctx0" brushRef="#br0" timeOffset="60393">20752 14211 9512,'-9'2'4947,"-3"0"-4677,1-2-360,3 0-90,1 0-630,5 1-179,2-1-4498,5 3 4408,-4 0 1079,5 1 0,-6 2 0,0 1 0</inkml:trace>
  <inkml:trace contextRef="#ctx0" brushRef="#br0" timeOffset="60566">20726 14511 7533,'-6'8'7196,"-2"1"-6747,4-3-629,-1-2-89,8-5-991,4-2-3057,3-1 2878,-2 1 1439,1 3 0,-8 2 0,0 3 0</inkml:trace>
  <inkml:trace contextRef="#ctx0" brushRef="#br0" timeOffset="83253">21161 14333 6813,'-7'4'4587,"1"0"-2788,-13 3-1439,10-3 989,-13 2-719,14-5-90,-5 1 1349,-1-2-180,-1 2 180,-6-2-1799,10 1 179,5 0-269,8 0 90,11 1 0,1-2-90,6-1 0,2-2 0,6-3 0,29-4-135,-23 5 1,1-1-46,31-4-90,-12 3-4561,-4 3 4021,-17 0-89,15 0-1080,-13 1 809,-10 2-7735,42-3 8905,-40 3 0,26-2 0,-39 2 0</inkml:trace>
  <inkml:trace contextRef="#ctx0" brushRef="#br0" timeOffset="83679">21712 14220 9062,'-7'-3'5127,"-5"1"-5037,8 1 90,-4 0-90,8 2 180,10-1-270,-4 2 0,12 2 0,3 3 0,-5-2 0,11 6 0,-11-4 0,9 5 0,-7-5 0,0 0 359,3 3-179,-13-6 360,3 11-450,-18-7-90,-2 3-360,-5 3-90,5-5-179,-3 3-5308,-8 8 4408,9-9 360,-7 7 1169,12-12 0,1-2 0,1-1 0</inkml:trace>
  <inkml:trace contextRef="#ctx0" brushRef="#br0" timeOffset="85031">22461 13978 7353,'2'-11'6656,"-1"-1"-5397,-3-8-899,0 5 0,-1-2 1979,-4-12-2160,4 18 1,-5-14 0,4 21 180,-25 1-360,14 2 90,-20 3 90,0 14-90,16-5-90,-14 9 90,16-4-90,6-2 90,-4 23-90,11-18-90,1 15 90,8-17 0,2 0 0,20 29-597,-9-19 597,16 20 0,-16-26 0,0-1-90,28 21 90,-21-18-90,19 15 0,-27-26-90,9 7 270,-13-6-90,3 1 0,-28-10 597,2-4-687,-33-5 90,25 2-90,-18-2-1349,8-8 0,14 7 629,-8-6-89,19 9-3869,9-8 3419,-2 6 90,5-7 1259,5 4 0,-2 3 0,7-2 0</inkml:trace>
  <inkml:trace contextRef="#ctx0" brushRef="#br0" timeOffset="86034">22633 14210 7263,'16'-6'7016,"-9"3"-5937,-2-8-899,-7 7 360,-19 0-450,12 4 90,-12 2-90,12 2 359,-14 16-449,12-10 0,-9 13 0,16-7 0,6 5 0,0-3 0,8 4 0,-3-13-90,21 8 90,-15-12-90,13 4-359,-4-18 359,-11 4-270,12-10 180,-17 7-809,12-26 899,-11 19 449,9-29-179,-13 34 450,2-3-630,-5 15 90,1 9-90,8 12 0,-2-8-90,8 15 90,-8-18-360,10 11 0,-3-15 91,3-2 179,-7-12-180,-5-10 180,-2 5-360,1-27 450,-1 21 270,1-34 539,-3 44-539,-1-9 0,1 54-270,0-21 90,5 30-90,-2-33 0,11 13 0,-7-17 0,7 5 0,-7-13 0,10-10 0,-7 2-180,21-23 0,-15 8 0,10-15 1,-5 0 89,-1-3 90,-3 7 90,2-11-90,-14 28 89,3-11 271,-16 19-270,2 4 270,-19 9-180,11 6-90,-10 9 0,10 5-90,5-7 0,4 8 0,6-14 0,18 26 0,-9-21 0,13 15 90,19 4-90,-25-21-90,25 20 90,-33-24 0,-4-4-90,-2 0 0,-10-3-270,-8-2 180,1 1-449,-11-4 179,10-1-6656,-45-17 5937,34 8 1169,-29-13 0,39 9 0,2 0 0</inkml:trace>
  <inkml:trace contextRef="#ctx0" brushRef="#br0" timeOffset="86216">22912 13856 7713,'-3'-12'4767,"-1"1"-3688,-1 1 720,-12-4-1619,9 9-90,-9-2-450,9 30-269,4-6-2070,-2 28 2699,5-6 0,2-1 0,0 13 0,1-12 0,0 1 0</inkml:trace>
  <inkml:trace contextRef="#ctx0" brushRef="#br0" timeOffset="87804">23770 13891 7533,'3'-16'7465,"-1"-3"-6925,-1 3 90,-2 0 1349,-2 7-1350,0 3 1,0 0 539,-2 6 1710,-10 22-5372,3 4 2853,-5 12-90,7-5 179,-1 9-224,2-2 0,0 1-947,-4 17 722,4-17 0,1-2 0,-1 9-90,2-1-1350,1 16 541,3-24-8930,14-3 9829,-1-60 0,5 12 0,-7-34 0</inkml:trace>
  <inkml:trace contextRef="#ctx0" brushRef="#br0" timeOffset="88069">23778 13844 7713,'7'-17'5576,"-3"6"-2697,8-3-1710,-5 23-359,7 14-630,-6 5-1,1 9 91,-1-3-135,-1-2 0,1 3-135,0 0 0,2 3-315,1 9 0,1 1-1349,-1-5 0,-1-3 45,4 11-180,-4-8 1799,-8-29 0,-1-8 0,-2 0 0</inkml:trace>
  <inkml:trace contextRef="#ctx0" brushRef="#br0" timeOffset="88275">23713 14182 8072,'-38'-19'7106,"9"3"-6836,14 7 360,17-5-540,2 6-90,11-5-90,9 9-720,17 1 181,-6 1-1710,19 2 810,-29 2 1529,31 9 0,-32-5 0,17 7 0</inkml:trace>
  <inkml:trace contextRef="#ctx0" brushRef="#br0" timeOffset="90739">22377 14589 6993,'-14'-14'5487,"3"3"-4498,-6-6-269,4 1 269,7 1-539,2 2 90,9 7 1529,5 7-1620,-3 1 1800,28 15-4292,19 7 2223,-7-2-180,11-1 90,-33-16 90,27 0-180,-16-2 0,21-1-616,-25-2 616,2 0 0,5-1 0,6 1-45,16-3 0,2 1 45,-9 0 0,-1 1 464,18-3 0,-8 1-644,-18 0-1514,17-2 1,1 0 1153,-10 0 381,4-1 1,1 0-1192,-2-1 991,-10 1-271,5-1 270,-31 4 0,2 0-989,0-1 1079,-10 3-2914,13-1 1924,-19 1 878,9-1 0,-11 0 0,4-2 0</inkml:trace>
  <inkml:trace contextRef="#ctx0" brushRef="#br0" timeOffset="100287">12741 16011 9691,'-13'2'6657,"-1"-1"-6567,9-1-90,9-3 0,3 1 0,21-7 0,-13 5-90,11-4-90,-3 2-2699,14-2 1,2 1 1349,3-2 809,-3 1 1,-2 2 719,-5 0 0,-9 3 0,8-2 0</inkml:trace>
  <inkml:trace contextRef="#ctx0" brushRef="#br0" timeOffset="103403">13806 15486 7623,'-10'-20'5487,"3"4"-4228,-8-10 270,1-4-989,3 8 1079,0-10-1170,8 23 91,-1-4-90,2 9 0,1 1 1978,1 1-2068,1 6 0,-1 2 449,0 49-809,0-26 0,-1 32 0,2-34 0,0 0-989,4 33-4228,3-2 2968,0 1-4227,4-9 4767,-7-39 360,2 1 1349,-4-12 0,-1-3 0,0-1 0</inkml:trace>
  <inkml:trace contextRef="#ctx0" brushRef="#br0" timeOffset="103621">13612 15451 7173,'-17'-23'6386,"7"8"-6026,-6-7 90,15-4-360,2 11-90,11-17-90,22 3-90,-9 9-1170,10 1 1,2 2 0,-8 6 0,23-5-90,-32 14 269,-1 2 1170,0 3 0,0 2 0,-1 3 0</inkml:trace>
  <inkml:trace contextRef="#ctx0" brushRef="#br0" timeOffset="103946">14033 15645 8972,'-7'-12'5757,"2"5"-4768,2 2-629,3 4 629,-2 2-719,2 1-90,-1 4 0,0-1-90,1 2 0,1 0 0,1 21-90,-1-13-270,3 24-899,0-23 539,-1 1-90,0-7-4677,0-12 3958,-1-3 0,1-5 360,-2-2 1079,1-1 0,1-1 0,-1 0 0</inkml:trace>
  <inkml:trace contextRef="#ctx0" brushRef="#br0" timeOffset="104557">14187 15539 7263,'8'3'4497,"-1"-1"-3777,3 4-90,11 16-541,-11-9 1,12 15 0,-18-18-90,0 2 90,-1 1 0,-2 5-180,-2-3 90,0-1-270,-1-15 91,1-15 179,1 3-90,1-9 90,1-2 90,1 11-90,1-10 0,-2 14 179,7-5-89,-4 8 180,11-3 90,-1 14-270,-1 0 180,2 5-90,-9-3 269,8 14-359,-10-12-90,5 10 90,-7-10-90,0-6 0,0 3-90,3-10 90,-3 2 0,4-3 0,-3 4 0,2 0-90,-1-1 90,8-4 0,0-1 0,0-1 0,0 2 0,-4 2 0,-1 1 0,14-2 0,-11 3 0,8 0 0,-11 1 0,7 3 90,-8-1-90,7 6 90,-12-2-180,8 25 0,-7-17-179,5 16-4499,-1-16 3329,-5-8 1101,3 2 1,-7-16 0,1-3 0</inkml:trace>
  <inkml:trace contextRef="#ctx0" brushRef="#br0" timeOffset="104766">14053 15259 7443,'-20'-11'5667,"6"3"-4318,-6-5-1259,16 8-90,3-3-2339,52-1 990,-25 4-91,9 0 1,2-1 1439,-1 1 0,1-1 0,-3 2 0</inkml:trace>
  <inkml:trace contextRef="#ctx0" brushRef="#br0" timeOffset="105673">15535 15681 9332,'-8'-10'6386,"-3"-2"-11417,1 2 5121,1 2 1409,0-2-1319,5 4 769,0 0-679,-5-3 180,-9-4-270,5 4 0,-7 0 899,-18 16-989,20-3 3392,-21 8-3392,13 18-90,17-17 0,-8 22-90,28-17 90,-2-5-270,12 3 0,-9-13-89,5-1-1980,14-14 1529,-13 4 1,14-11-2249,-10-7-810,-4-9 2788,1-1 1080,-9-1 0,-7 14 0,1 0 0</inkml:trace>
  <inkml:trace contextRef="#ctx0" brushRef="#br0" timeOffset="105859">15486 15156 7083,'-12'-37'7016,"7"21"-6207,-9-14 721,7 39-1261,1-3 1,-1 13-90,3-3-45,0 25 0,1 5-135,1-3-45,-1 12 0,4 3-900,6-17 1,3-5-135,1 20-1350,2-13 1,1-2 2428,-1-8 0,-1 1 0,-4-14 0</inkml:trace>
  <inkml:trace contextRef="#ctx0" brushRef="#br0" timeOffset="106075">15292 15458 8252,'-11'-17'5667,"2"5"-4767,-4-5-721,7 8-89,15-5-90,-1 7-1169,36 0 629,-23 6-269,19 4-1350,-14 2 2159,18 11 0,-14-6 0,10 7 0</inkml:trace>
  <inkml:trace contextRef="#ctx0" brushRef="#br0" timeOffset="106458">15607 15504 6993,'8'23'6027,"-2"-4"-5937,-6-13 89,0 1 1,1 4-90,0-3-90,9 8 0,-5-11-90,9 5 0,-9-9 0,3 0 0,1-3-359,6-8 269,-4 3-540,11-17 540,-14 13-90,7-15 270,-10 16 900,4-22-630,-6 21 359,2-10 451,-8 24-810,1 1-180,-3 6 179,3 2-179,1 8-90,2-4 0,2 4-809,10 3 359,-6-11-269,8 8-1440,-6-11-1709,3 1 2789,-2-3 1079,0 0 0,-3-5 0,0 0 0</inkml:trace>
  <inkml:trace contextRef="#ctx0" brushRef="#br0" timeOffset="107504">15970 15579 7892,'5'-17'6207,"0"7"-6207,-2-4 0,-2 9 0,0-2 0,0 2 0,-1 0 0,-1 0-90,-4-4 180,0 4-90,-4-2 90,-13 14 0,10-3-90,-14 10 0,20-6 0,1 26 90,16-9-180,-4 7 90,8-15 0,-5-12 0,4-3 0,-1 0 0,0-3-180,-1-4 90,-4 1 0,3-4-270,-4-2 0,-2-5 271,0 2-1,-2-2 90,-3 7-90,-1 1 90,-1-1 0,1 1 90,-6-3 89,-1 2-89,1 1-90,1 5 0,5 4 0,9 6 0,-3-3 90,21 15-3392,-4 1 3302,2-1 0,-5 1 0,-10-10 0,-3-2 0,4 4-90,-5-7-539,7 9 449,-8-10 3392,3 5-4561,-6-9 1079,0-2-180,0-3-1079,10-16 2968,6-4-899,-1 1 269,0 5-179,-7 19-630,1-1 0,0 2 0,-1 0-180,0-7 180,-2 2-90,1-5 360,-1-11-90,-5 9 360,0-14 269,-7 16 1,-3 0-540,0 11-181,3 2 1,1 7 90,5 13-90,1-11-45,9 18 0,5 5-3437,8 10 3392,-7-16 0,-1-1 0,6 10-1356,5 1 1356,-14-21-196,19 31 107,-25-37 178,7 11-89,-15-14 2714,0-1-2714,-9-3 1956,-8-4-1956,2-1 544,-19 0-94,2-3 179,-21-11-539,22 4-180,-5-19-539,31 2 179,0 2-989,9-7 180,1 16-4768,5-25 4948,-3 19 1079,1-14 0,-4 18 0,-1 0 0</inkml:trace>
  <inkml:trace contextRef="#ctx0" brushRef="#br0" timeOffset="107856">15643 15275 8522,'-1'-4'5757,"1"-1"-5757,1 4 0,7 0-540,18 7 540,-11-2-90,11 5-360,-18 1-1259,4 6 630,-3-3-2429,6 12 3508,-8-10 0,2 4 0,-1-5 0</inkml:trace>
  <inkml:trace contextRef="#ctx0" brushRef="#br0" timeOffset="108129">15963 15404 6723,'7'-6'4588,"-2"3"-2969,5-4-1529,-6 5 0,4-1-1,-3 5-89,0 0 180,2 21-180,-5-13 0,1 14 90,-14-5-1079,-8-3 179,1 2-1528,-7-8 988,14-10 1350,-10-4 0,10-1 0,-4-2 0</inkml:trace>
  <inkml:trace contextRef="#ctx0" brushRef="#br0" timeOffset="108310">15860 15074 7443,'2'-13'6386,"1"3"-4947,15-9-1439,-5 11-899,33-10-1260,-8 9 289,8 0 341,-7 3 90,-10 3 441,14 0 1,-10 2-1,10 1 1</inkml:trace>
  <inkml:trace contextRef="#ctx0" brushRef="#br0" timeOffset="108785">16883 15568 12750,'-7'-14'2518,"0"1"-1708,-8-6-720,7 9-90,-12-12 90,12 15 270,-29-3-271,23 8-89,-30 10 0,35-1 0,-6 8 0,12-4-89,6 7 89,-1-5-900,14 8 540,-7-15-1169,15-2-1079,-3-15-1,2-6 1350,-4-5 179,-7 1 1080,-4 3 0,0-2 0,2-1 0</inkml:trace>
  <inkml:trace contextRef="#ctx0" brushRef="#br0" timeOffset="109018">16882 14985 7173,'-6'-15'6386,"1"4"-5846,2 11 899,-2 18-719,4 3-450,-2 9-1,5-4 451,1 27-630,0 7 0,1 6-90,-1-29 0,-1-3 0,2 0-1260,5 14 1,0 1-267,-1-12 896,1 0 1,-1-1 629,-6-13 0,-1-16 0,-2 4 0</inkml:trace>
  <inkml:trace contextRef="#ctx0" brushRef="#br0" timeOffset="109206">16785 15388 7803,'-17'-31'3822,"1"1"1,15-18-3913,5 20 0,27 15 0,-13 13-989,28 9 719,-19-2-180,20 7-989,-21 1-3148,8 12 4677,-6-4 0,1 2 0,-15-13 0</inkml:trace>
  <inkml:trace contextRef="#ctx0" brushRef="#br0" timeOffset="109377">17123 15398 6993,'3'8'7646,"0"1"-7556,-3 5-90,1-3 0,1 2-90,1 1-990,2 10 361,-3-10 719,-1-4 0,0-12 0,-2-6 0</inkml:trace>
  <inkml:trace contextRef="#ctx0" brushRef="#br0" timeOffset="109514">17133 15196 7623,'-2'-9'4137,"-1"1"-3417,0 1-1530,2 1-1618,3 5 1078,3 1 1350,4 7 0,-2-1 0,3 2 0</inkml:trace>
  <inkml:trace contextRef="#ctx0" brushRef="#br0" timeOffset="110538">17517 15408 8162,'-1'-9'5307,"0"-2"-3868,-1-1-989,0 2 90,1-1 359,1 4-179,1 0-2789,1 3-2428,4 6 2788,-3 4-1080,1 8 2789,-3-6 0,-2 4 0,1-3 0</inkml:trace>
  <inkml:trace contextRef="#ctx0" brushRef="#br0" timeOffset="110682">17542 15545 7263,'-6'5'5757,"11"-6"-6927,-1 0 1170,11-5 0,-9 5 0,1-1 0</inkml:trace>
  <inkml:trace contextRef="#ctx0" brushRef="#br0" timeOffset="111336">17906 15100 7443,'-7'-7'6296,"-2"-4"-6026,2 2 0,1-9-180,6 9 0,2-5 0,1 7 0,1 0-90,1-1 359,9-7-269,-6 8 0,5-6 0,-4 8 0,1 3 0,0 1-90,0 3 0,-4 2 0,-1 1 90,7 14 0,-7-8 0,3 10 90,-6-11 629,-5 23-269,-8 6-540,2 0 0,-4-5 0,5-17-989,-11 25 449,6-16-899,-9 22-3598,8-17 2428,2-3 2609,0 0 0,6-14 0,3-4 0</inkml:trace>
  <inkml:trace contextRef="#ctx0" brushRef="#br0" timeOffset="111510">17905 15519 10771,'-6'1'2518,"2"0"-3417,5-1-3688,4 0 3327,0 0 1260,1 0 0,-4 0 0,1-1 0</inkml:trace>
  <inkml:trace contextRef="#ctx0" brushRef="#br0" timeOffset="127520">17732 16414 9422,'-12'-16'4947,"0"0"-3868,2 4-89,3-3-810,2 3 719,2 3-629,3 9 539,-3 5-449,-3 18-360,2-4 90,-2 13-90,4-14 90,0 1-90,-1 18 0,0-13 0,0 14-270,-1-8 90,2-7-1619,1 11 0,0 1 990,2-8-91,1 28-6655,2-41 7555,0-11 0,2-2 0,-1-9 0</inkml:trace>
  <inkml:trace contextRef="#ctx0" brushRef="#br0" timeOffset="127790">17783 16370 7173,'5'-23'6656,"-2"-1"-6566,1 3 0,-1 4 450,4 11-360,-3 4 89,5 1 991,7 39-1170,-10-18-1696,6 27 0,0 3 1606,-7-18-135,2 6 0,0 3-3912,6 15 899,-6-14 1709,1 8 90,-8-33 1349,-1-8 0,0-2 0,0 0 0</inkml:trace>
  <inkml:trace contextRef="#ctx0" brushRef="#br0" timeOffset="127975">17697 16638 7713,'-55'-24'7915,"10"-1"-7915,47 18 0,2-3 0,13 5-1799,27 1 0,5 1 270,-2 0 119,-2-1 1,8 0 0,-7 0 730,5-2 1,-10 2 0,-1 0 0,5-1-1</inkml:trace>
  <inkml:trace contextRef="#ctx0" brushRef="#br0" timeOffset="128762">22516 16274 9602,'-14'3'6476,"-5"0"-5397,-2 2-719,4-1 360,-13 8-541,18-5-89,-8 6 0,10-4-90,-3 7 90,-9 14-90,8-11-270,-8 10-1349,13-11 900,2-6-1,1 3-89,4-11-1,2-1-3238,-3-1 1710,2-4 2338,-3-4 0,2-1 0,0-2 0</inkml:trace>
  <inkml:trace contextRef="#ctx0" brushRef="#br0" timeOffset="128942">22261 16393 6813,'3'-19'6656,"-2"4"-6386,-1 13 1259,2-1-1259,0 3 0,2-1 90,2 2-90,4 4-270,-1-1 0,4 4-270,11 6 90,-11-6-180,12 8-809,-8-5-2789,3 4 3958,9 5 0,-8-6 0,0 0 0</inkml:trace>
  <inkml:trace contextRef="#ctx0" brushRef="#br0" timeOffset="129301">22848 16025 8522,'-3'-8'7916,"-4"5"-7736,0 3-91,0 7 1,6 4 0,4 32-90,0-19 0,2 26-90,0-12 90,1 1-719,2 15 179,-2-22-90,0-6-2788,-1-17-899,-1-8 3148,2-1 1169,-2-8 0,0-1 0,0-1 0</inkml:trace>
  <inkml:trace contextRef="#ctx0" brushRef="#br0" timeOffset="129808">22836 15938 7713,'-10'-36'6026,"2"7"-5756,7 16-90,4-3-180,1 4 0,3-2 0,10 6 0,-7 5 0,8-1 0,-6 7 0,4 9 0,-4-2 0,0 6 90,-7 1 180,-12 13-90,2-8 179,-11 12-269,8-20 270,-17 18-360,14-18 0,-10 10 0,15-9 0,8-1 0,-2 1 0,8-5 0,0-3-270,16 6 270,-7-3-270,17 8 180,-18-11-269,30 19 269,-26-15 90,17 11 180,-17 0-90,-11-11 719,-4 22-719,-10-22 0,-10 9 0,3-13 0,-25 8-180,14-6-180,-19 5-180,22-8-179,-2 0-720,0-2-4858,-39 3 6207,13-4 0,13 0 0,1-2 0,-9-1 0</inkml:trace>
  <inkml:trace contextRef="#ctx0" brushRef="#br0" timeOffset="130450">18526 16493 6993,'-12'3'5937,"3"0"-3599,-18 12-2248,15-7 180,-20 32-360,25-26-1259,-8 32 629,13-35-2968,-5 11-89,-1-22 3777,2 1 0,-1-8 0,5 2 0</inkml:trace>
  <inkml:trace contextRef="#ctx0" brushRef="#br0" timeOffset="130623">18353 16441 8162,'1'11'6297,"1"-2"-6297,6 0 0,0-3-810,23 15-989,-8-7-989,17 11 1349,-16-10 179,-3 0 1260,-6-4 0,0 0 0,0 0 0</inkml:trace>
  <inkml:trace contextRef="#ctx0" brushRef="#br0" timeOffset="133978">19345 15590 8342,'0'-9'6387,"-2"1"-4948,-3-3-989,-1 5 269,-7 13-719,6-2 270,-9 19-180,4 2-180,0-4 0,0 4-270,4-9-2518,-2 8 1439,3-7-1799,-5 7 359,6-18 2031,-1-2 0,3-4 0,3-2 0</inkml:trace>
  <inkml:trace contextRef="#ctx0" brushRef="#br0" timeOffset="134161">19207 15640 8072,'4'-3'6387,"35"9"-6477,-20-1-540,35 9 90,-36-8-6655,28 22 7195,-27-16 0,15 16 0,-26-18 0</inkml:trace>
  <inkml:trace contextRef="#ctx0" brushRef="#br0" timeOffset="136056">18857 15145 7353,'1'-13'6296,"-2"-6"-5936,1 2-90,-2-1 899,-1-5-809,2 10 180,-2-12 629,-5 12-899,3 4 0,-6 1 89,-1 7-89,-8 9-270,3 0 90,-3 7-90,7 5 0,4-4 0,-2 35-90,10-26-45,13 17 0,6 0-134,1-17 89,2 3 0,2-4-450,-1-14-3913,20-13 1,3-6 3013,-1-1 1434,4-4 1,-2-2-1,-12-8 1,-1 0 0</inkml:trace>
  <inkml:trace contextRef="#ctx0" brushRef="#br0" timeOffset="137090">20718 15480 6903,'2'-8'5937,"-2"3"-4408,-4-2-720,-6 7-449,-7 8-360,3 0 0,0 8 90,1 4-90,5-8-90,-4 9 0,4-7-1439,-6 7-1979,-1-4 720,-3 0 1940,6-12 0,5-6 0,1-1 0</inkml:trace>
  <inkml:trace contextRef="#ctx0" brushRef="#br0" timeOffset="137279">20530 15493 7892,'-8'-10'6747,"5"5"-6298,-2-3-359,6 7-90,6 3 90,18 14-719,7 10 179,1-1-1529,1 7 540,-22-19 1439,20 11 0,-16-15 0,11 5 0</inkml:trace>
  <inkml:trace contextRef="#ctx0" brushRef="#br0" timeOffset="137890">21035 15230 6993,'3'-7'6386,"-2"2"-3777,-1 5-2339,-2 2-90,0 6 89,2 0-89,0 2 360,2 20-540,-1-12 90,3 15 0,-1-18 0,1 14-90,-1-9-90,1 15 0,-2-23-450,-1-2-269,0-20 539,0 0 0,0-14 180,-2 8 0,-2-33 90,0 24 0,-1-21 0,1 15 0,2-11 0,0 11 0,3-9 90,1 24 0,4-4-90,-1 10 90,3 3 90,-1 13-90,-2-1-90,7 8 0,-6-6 0,16 18 0,-10-12 0,15 18 0,-7 6 0,-5-11 135,-3 9 0,-2 1-45,-6-11 269,-1 42-269,-16-32-90,-1-1-90,-3-5-179,6-16-1,-1 0-7286,-33 14 6027,22-14 681,-31 15 0,35-17 0,-3 3 0</inkml:trace>
  <inkml:trace contextRef="#ctx0" brushRef="#br0" timeOffset="138404">20655 16923 9332,'4'2'5037,"0"1"-4677,-2-2 359,0 6-629,0-3 360,4 15-450,-3-9 0,7 28 0,-7-24-90,4 16 0,-6-22-450,-1 4 91,0-4-1171,0 5-5216,-5-12 6836,3-1 0,-4-8 0,5-1 0</inkml:trace>
  <inkml:trace contextRef="#ctx0" brushRef="#br0" timeOffset="138626">20660 16880 7083,'-10'-17'6206,"3"1"-6026,13 4-90,28-17-90,-15 11 0,19-8-180,-16 17 90,-9 5-179,8-2-1,-13 5-4228,8 3 3329,-10 0 90,8 2 1079,-11-1 0,-1 1 0,1 2 0</inkml:trace>
  <inkml:trace contextRef="#ctx0" brushRef="#br0" timeOffset="138876">20760 16865 7713,'-9'5'4587,"3"-2"-4137,-3 2-180,7-2-270,1-1 90,3-1-90,4-1 89,3-1-358,12-1 89,-7 1-3328,22 4 2338,-26 0-898,10 6 2068,-18-4 0,-2 3 0,0-2 0</inkml:trace>
  <inkml:trace contextRef="#ctx0" brushRef="#br0" timeOffset="139031">20733 17073 7083,'-15'28'6566,"-1"-7"-7195,57-22 359,-25 0-1169,23-2-3329,-15-7 4768,-6 4 0,4-6 0,-12 6 0</inkml:trace>
  <inkml:trace contextRef="#ctx0" brushRef="#br0" timeOffset="139411">20777 16549 8252,'-3'-6'5937,"-5"2"-5757,5 3-90,-4 2 90,4 4 89,0 11-269,2-6-179,-5 20 89,5-20-180,-5 9-630,5-12-4766,-6-3 4496,3-2 1170,-2-4 0,4-2 0,1-1 0</inkml:trace>
  <inkml:trace contextRef="#ctx0" brushRef="#br0" timeOffset="139585">20690 16520 8792,'7'1'4318,"4"5"-4229,4 4-7374,33 20 7285,-24-16 0,18 10 0,-34-20 0</inkml:trace>
  <inkml:trace contextRef="#ctx0" brushRef="#br0" timeOffset="140781">18400 16598 8162,'-9'-2'5217,"-2"-6"-4947,6 2 90,0-9 270,7 1-540,1 3-90,2-3 179,4-1-89,-2 6 0,5-7 0,-4 6 0,1 0 450,19-23-315,-4 7 0,2-2-490,16-18 265,-17 19 0,0 0 90,5-3-90,-7 7 90,14-16 269,5-7-269,-17 18 0,0-1-90,5-6 0,-1 0 0,0-1 0,-2 3 0,6-9 355,-5 5-355,-15 21 0,14-15 0,-3 5 0,13-14 0,-20 23 0,5-5-90,-13 13 90,10-11 90,-11 10-90,6-6 0,-9 10-90,13-11 90,-8 6 0,9-6-180,-6 6 180,-7 8-90,3-4 1,-5 4-721,2 0 450,-2 0-2158,-1 0-1440,-4 2 3958,-5 2 0,3 1 0,-4 0 0</inkml:trace>
  <inkml:trace contextRef="#ctx0" brushRef="#br0" timeOffset="141582">19282 15632 6813,'-7'-6'3688,"0"-1"-2789,-1 1 91,-3-3-270,-1 0-541,3 2 1,2 0 810,8 1-181,15 3-539,1-1-90,8 5-90,-4 1 270,27 5-791,-18-3 431,25 4 0,-25-4 0,1 0 90,3-1-90,8 1 0,1-1 0,7 1 0,-8-1 0,5-1-225,17-4 0,3-3-270,-6 0 1,2-2 404,-5 3 0,3-1 0,-3 0-815,10-3 0,-8 2 905,6 0 0,-13 3 429,-27 1-429,9-1 0,-12 1 0,1-2 0,-14 2 0,9-3-180,2 0 90,-2 0 1722,-2 3-1902,-12 3-1439,7 2 810,-5-1-1350,4 1 1080,-8-3 1169,0-1 0,-1 0 0,1-2 0</inkml:trace>
  <inkml:trace contextRef="#ctx0" brushRef="#br0" timeOffset="142130">20632 15521 11311,'-1'23'1799,"1"9"-1530,3 4-179,2 13-1248,1-5 1158,0-8 318,0-7-318,-1-6 45,2 11 0,2 2-45,-2-5 0,9 30 0,-6-20-1542,-3 2 0,0 1 1542,3 12 45,-3-13 0,-2-4 542,-1-11-677,4 14 90,-3-11 0,3 10 0,-5-25 0,4 23 0,-4-22 35,3 16-35,-3-7 0,1 9 0,-1-3 3392,1 6-3392,-3-21 0,0-1-90,-3-3 0,1-8-4677,-3-7 2338,3-6 2429,0-4 0,3 0 0,0 4 0</inkml:trace>
  <inkml:trace contextRef="#ctx0" brushRef="#br0" timeOffset="143033">20765 16605 8162,'-13'2'4948,"3"-1"-4319,-4 0-359,6-2-180,2-1-90,6-4 90,1 3 0,11-5-90,-6 3 0,11-4 0,5 0 0,0 1 0,2 1 90,-6 2-90,3 0-90,10-2 90,-3 1-90,14-5 0,-20 6 0,11-3 0,1 0 90,-2 2 90,27-6-3482,5 1 3392,-31 6-968,19 0 0,-1 1 968,-18 2-317,6 1 0,0 0 317,-15 0 0,20-2 0,-4-2 2164,-11 2-2164,7-2 0,-21 3 2574,0 0-2574,33-5 0,-18 4-45,6 0 0,-1 2 45,-11 1-2258,18 3 2258,-31-1 0,7 0 0,-9 0 0,-1-1 0,1 1 0,15 1 0,-11-1 3392,11 1-3482,3-1 90,-13 0-90,14 0 0,-9 0 0,23 3 90,-17-2 0,19 3 0,-31-5 0,0 0 0,-2-1 0,-7 0 0,5 1 0,-3-1 0,1 0 0,5-3 90,-5 0 0,3-1-180,-8 1-90,-2 1-179,-3 2-1350,2-2 449,-1 1 1260,-5-2 0,2 1 0,-3 0 0</inkml:trace>
  <inkml:trace contextRef="#ctx0" brushRef="#br0" timeOffset="152821">19325 15538 7803,'-7'-17'4677,"4"6"-4497,-2 1-90,3 5 90,-2-4 0,2 3-91,-1-1 1,1 4 90,0 1 90,-2 0-180,1 1-90,-2 0 90,1 2 0,-7 9-90,3-3 90,-2 6-90,6-6 0,-1 9 0,2-6 90,0 8-90,0-3 0,2-3 180,0 30-180,2-24 0,3 20 0,8-9 0,-5-15 90,15 18-90,-3-20-3392,5-3 3392,-5-5 0,-7-7 0,-4-3 0,-2-1 0,6-16 0,-7 10-90,3-38 90,-7 32 0,-3-26 0,-4 20 3392,-3-1-3392,0 4 0,-4 6-90,-5 7 0,6 2-270,-8 4 90,13 6-3328,-11 13 3598,5 6 0,0 1 0,6 0 0</inkml:trace>
  <inkml:trace contextRef="#ctx0" brushRef="#br0" timeOffset="175547">18528 18121 7443,'9'-4'4497,"-3"1"-3777,3-6-630,-4 4 90,7-8-180,-6 8 90,5-3-90,-3 4 269,24-2-89,-6 5-90,15-1 0,-15 5 0,-6-1-90,1 1 180,35 2-90,-23-4-45,26-1 0,2-1-45,-19-1 0,4 0 0,-3 0 0,-14 0 45,11 0 0,2 0-45,1 1 30,1 0 0,9 0 0,-8 1-120,1 1 135,5 1 0,2 2 315,12 9-451,-10-3 181,6 4 90,-14-5-180,-11-2 90,11 2-90,-15-4 89,2-2 1,29-4-1696,-21 0 0,0-1 1606,-5 0 0,0 0 0,0 0 0,-1 0-2208,22 3 2208,-28 0 121,21 1-31,-27 0-180,6 1 90,-5 0 0,3-1 0,-11-1 0,9 2 0,13 1 0,22 3 0,-15-3 2268,4 0-2268,-29-3 0,19 0 0,-14 0 3392,22 1-3302,-7 1-90,2 1 0,-1 0 0,-10-2 0,5-2 0,1-1 0,-1 0 0,1-1 0,1 0 0,6-2 0,4 2 0,10 1 0,5 0 0,-28 1-1696,10-2 0,0 0 1696,-11 0 0,12-1 0,1 0 0,1 3 0,-1-1-313,-6 2 313,-22 0-90,-1 0 90,-1 0 3237,8 1-3237,8-1 0,-5-1 0,3 0 0,-16-1 0,0-1 0,38 0 0,-30 1 468,34-1-468,-44 0 0,15-5 0,-13 3 0,9-3 0,-7 4 0,1-1 0,-1 1 0,-1 1 0,-8 1 0,0-1 0,0 2 0,8-2 0,-7 1 0,6-1 0,6-1 0,0-1 0,7 0 0,-9 1 0,2 0 0,-11 2 0,8 0 0,-9 0 0,-1 1-180,7 1-539,-3 0-1,2 0-539,-7 1 1259,-7 9 0,-2-6 0,-3 7 0</inkml:trace>
  <inkml:trace contextRef="#ctx0" brushRef="#br0" timeOffset="189145">14027 12478 8972,'-4'-7'3778,"9"-2"-3508,0 5 449,19-2-449,-10 6 0,8 0 629,9 9-629,-9-2 90,14 4 629,9 1 1,7-1-541,11-3 1,2 0-405,-1 3 0,1 0-1146,-15-7 1,1-1-1,-9-1 1101,10 1 0,-7 0 0,1 0 0,8 1 0,2 0 0,0-1 0,2 0-60,-14-1 0,7-1 0,-8 0-30,9 1-406,-7-2 1,-3 0 315,-13 1-1619,17 3-90,-20 2 3439,8 2-4878,-25 0 1709,-6-3 180,-3 0 1742,0-4 1,-1 2-1,0-2 1</inkml:trace>
  <inkml:trace contextRef="#ctx0" brushRef="#br0" timeOffset="193659">16123 12518 8342,'-22'-3'5667,"8"0"-5577,0 0 90,14 3 180,17-2-270,-2 2 0,23-2-1,-6 3-89,3-1-1651,19 0 0,3 0 1651,-5 0 0,2-1 0,2-1-90,5-3 45,-8 0 1,6 2 73,-12 3 1,2 0 0,0 1-328,2-1 1,-1 1 0,1 0 297,-2 2 0,0 1 0,-5 0 0,-3 0 0,-2 0-90,21 0 0,6-1-538,-1-5 1,5-1 0,-3-1 627,-17 3 0,-2 0 0,6-1-36,0-1 0,7-2 0,3 0 0,-5 0 0,-8 1 883,2-1 1,3 1-893,-8 1 0,10 1 0,6 0 0,2 0 0,-3 1 0,-6 2 45,0 1 0,-5 1 0,0 1 0,2-1 0,0-1 0,3 0 0,0-1 0,1 1 0,-2 1 22,14 2 1,2 3 0,-5-1-1,-12-1-22,-13-2 0,0-1-23,15 1 1,13 0 0,0 0-1,-15-1 23,-20-2 0,0 1-68,23 1 1,16 2 0,0 0-1,-15 0 371,-21-3 0,-1 1-348,10 1 0,11 0 0,-2 1 0,-13-2 3157,1-1-3172,0-1 0,8 0 0,-7 0 60,6 0-998,-2 1 1,8 0 0,-8 2 1087,2 3-135,-4 0 0,3 0 90,-1 3 0,-2-1-45,-8-4 0,0 1 0,4 0 0,-4 0 0,1-3 0,-18 0 0,-5-1 174,4 1-84,21 4-90,-21-4 0,22 4 0,-8-7 0,-1 0 0,-3 0 0,5-1 0,-2 1 0,-15-1 3392,1 0-3392,32-1 0,-24 1-1696,16 0 0,0 0 1606,-16 0 0,26 0-719,-25 1-1980,-5 2 1530,-1 0 0,-12 0 1259,-11-1 0,-4 0 0,-1 2 0</inkml:trace>
  <inkml:trace contextRef="#ctx0" brushRef="#br0" timeOffset="195449">14101 13648 8342,'-2'2'5037,"15"3"-4587,16-5 0,11 3 0,3-1-181,12 0-179,-17-1 0,5 1 390,2 0 0,5 0 0,-5 0-436,-4 0 1,3 0-706,2 0 1,11-1 0,4 1 0,-3-1-1,-9 0 661,2 0 0,-2-1 30,6 0 0,5 0 0,-1-2-756,-5-4 0,-1-1 0,-6 1 726,-8 1 0,-1 1 0,7-3 0,6 1 0,-3 0 45,13 4 0,-8 1-45,1-2 157,-9-1 1,11-2-1,0-1 1,-10 1-248,19-5-151,1-2 1,-5 1-30,-25 5-90,-15 4 1940,-4 1-10575,-1 21 9787,-18-2 0,0 13 0,-15-8 1</inkml:trace>
  <inkml:trace contextRef="#ctx0" brushRef="#br0" timeOffset="196769">23135 15639 8072,'-7'-12'5127,"1"3"-4677,-3-4 899,-19-11-1079,13 12 270,-25-15-90,9 14-360,4 3 0,-3 2 629,-22 19-359,17 1-579,-22 9 398,29-4 181,-1 4-180,6-4-90,-5 6-1105,-1 9 0,2 2 1285,1 1-135,-1-2 0,3 7-77,13 5 1,6 5 0,1-6 30,-3 22-400,7-14 1,1 13 0,2 1 0,1-14 355,1-17 0,4-2-302,7 11 0,5 10 1,2-2-1,-3-10 257,17 9 588,0-2 0,4-3-588,-7-23 0,0-6-90,10 7-153,3-9 1,11 0 0,-9-4 152,8-2 90,1 0 0,2-6-270,-15-16 0,-6-4 180,3-2 793,-3 1 0,0-7-928,-6-19 0,-6-3 135,3-4 67,-14 0 1,1-17-1,-2-2 1,-6 10 22,-6 6 0,-7-3-30,-3 10 0,-2-11 0,-3-4 0,-2 1 0,1 4 0,0 11 18,-6-9 0,-6 4-762,-2 8 1,-7-8-1,-4 0 1,1 6-1,7 12 1243,-21-2-469,-7 22 0,-14 5 0,13 9 0,4 22 0,-3 8 0,1 0 0</inkml:trace>
  <inkml:trace contextRef="#ctx0" brushRef="#br0" timeOffset="200131">24146 15449 7263,'7'-9'4587,"-3"2"-4047,1-2 1978,-6-3-2068,1 8 2069,-2 0-1350,-3 15 360,-2 20-1169,-1-8 180,-9 34-450,11-33 0,-10 35 0,3-21-1786,-1-3 0,-2-1 1696,-3 8 0,-9 6-773,8-24 773,5-4 0,-21 20 0,0-1-90,1-1 0,3-3-1259,-1 2 3273,15-17-2734,-12 13-6844,9-13 6035,11-12 90,-7 7 359,14-14 1170,0 0 0,0 1 0,1-1 0</inkml:trace>
  <inkml:trace contextRef="#ctx0" brushRef="#br0" timeOffset="200692">23752 15925 8792,'-12'-13'5397,"5"5"-5037,-4 6 89,7 8 181,-1 9-450,3-2 360,1 16-360,1-13 989,-3 38-989,1-33 89,-3 13 1,-1 0-270,3-16 90,-4 27-90,6-26 0,1-1 0,0-2 0,-3-3 0,0-5 0,-3 4 0,-1-5-90,-6 2 1,2-2 89,2-2 0,9-3-90,4-2 90,3 0-180,2 0-270,8 0 0,-2 0-4047,34 2 2788,-23-1-3059,41 3 4768,-41-1 0,14 2 0,-20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7T00:09:22.538"/>
    </inkml:context>
    <inkml:brush xml:id="br0">
      <inkml:brushProperty name="width" value="0.09071" units="cm"/>
      <inkml:brushProperty name="height" value="0.09071" units="cm"/>
      <inkml:brushProperty name="color" value="#FF0000"/>
    </inkml:brush>
  </inkml:definitions>
  <inkml:trace contextRef="#ctx0" brushRef="#br0">21651 15410 10951,'55'2'-594,"1"-1"0,0 1 1,-7 0-1,0-1 0,-7-1 235,19-5 140,-20 0-591,22-2 630,-32 0 303,18-4-213,-20 4 0,13-4 66,-18 5-156,-6 2-90,4-1 270,-7 3 0,8-2 809,32 3-1528,-18 1 550,23 1 169,-32 1 0,1-1 0,1 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8T08:14:27.684"/>
    </inkml:context>
    <inkml:brush xml:id="br0">
      <inkml:brushProperty name="width" value="0.09071" units="cm"/>
      <inkml:brushProperty name="height" value="0.09071" units="cm"/>
      <inkml:brushProperty name="color" value="#FF0000"/>
    </inkml:brush>
    <inkml:brush xml:id="br1">
      <inkml:brushProperty name="width" value="0.05292" units="cm"/>
      <inkml:brushProperty name="height" value="0.05292" units="cm"/>
      <inkml:brushProperty name="color" value="#FF0000"/>
    </inkml:brush>
  </inkml:definitions>
  <inkml:trace contextRef="#ctx0" brushRef="#br0">5081 16226 9512,'-11'1'8545,"1"0"-7466,2 0 90,-4 4 990,0 22-1079,5 0-586,8 8 1,5 4-405,6 15 0,5 11-90,-2-9-270,-8-17 0,0-1-180,3 12 180,-5-15 1,0-2-5848,-2-3-3058,-15-33 9175,1 2 0,-10-30 0,6 3 0</inkml:trace>
  <inkml:trace contextRef="#ctx0" brushRef="#br0" timeOffset="212">4870 16393 8162,'-27'-40'8905,"16"23"-8455,-1-20-450,19 33 90,12-2-180,-1 8-360,14 2 1,4 0 89,0 1 90,2 0 0,-2 0-180,-8-2-1169,8-2 0,1-2 720,-1 0 121,-1-1 0,-3-2-392,-13-3 91,-4-2 1079,6-13 0,-9 7 0,3-10 0</inkml:trace>
  <inkml:trace contextRef="#ctx0" brushRef="#br0" timeOffset="586">5338 16175 7353,'-10'-29'7196,"4"16"-6657,-8-10-89,8 20 1259,-8 12-899,4 9 269,3 36 0,2 7-899,2-6-45,3 11 0,4 3 45,4-25 0,0-4-180,3 15-45,-3-17 0,2-3-495,10 0 271,-10-20-1,9 8-90,-12-25-1979,11-28 180,6-29 1979,-9 27 1,0-1 313,-1 0 1,0 5-45,0 4 90,-2 19 0,-8 9 360,6 17-450,-5-7 0,7 18 0,-5-16-90,1 5-90,6 11 0,-6-14-90,6 12-90,-9-20-539,3 0-2789,6-8 2158,-5-1-1168,5-11 1760,-7-3 0,0 0 0,0-1 0</inkml:trace>
  <inkml:trace contextRef="#ctx0" brushRef="#br0" timeOffset="1119">5728 16511 13469,'-15'10'2159,"2"-1"-2069,9-4 90,-5 8-180,3-1 0,-1 3 0,4-4 90,1 13-90,3-5 0,1 6 0,3-10-90,6-6 0,-4-3 0,6 1-90,-6-6-90,1 0-1259,18-15 1439,-14 7-90,14-11 180,-17-3 180,-5 9-90,2-7 0,-6 12 270,1 4-270,2 5-90,-1 0 0,3 12 0,2-4 0,-1 3-90,2-3 90,-3-6 0,-1 0-180,3 0-1169,18-12 1079,-12 3 90,12-9 0,-19 5 90,-1 1 540,1-9-270,-4 9 0,2-5 719,-4 12-629,2 19-270,1-10 0,2 15 0,-2-15-90,2-1-1079,7 2 359,-4-6-359,7 0-90,-8-8-1,0 0 1,-1-3 411,2-6 0,-2 3 0,2-4 0</inkml:trace>
  <inkml:trace contextRef="#ctx0" brushRef="#br0" timeOffset="1271">6050 16355 7982,'-6'-14'6387,"2"5"-6027,-6-2-810,3 8-180,1 1-449,3 0-270,3 2-181,0-1-1258,-2-1 2788,1-3 0,0 0 0,1-1 0</inkml:trace>
  <inkml:trace contextRef="#ctx0" brushRef="#br0" timeOffset="1436">5931 15911 8072,'-26'-38'9830,"12"22"-8686,-6 11-1414,18 20-179,7 19-361,2-10-269,3 3-720,0 2-4048,13 30 2792,-7-20 1706,10 21 1349,-11-29 0,2-2 0,0 1 0</inkml:trace>
  <inkml:trace contextRef="#ctx0" brushRef="#br0" timeOffset="2770">6568 16276 9512,'-2'-5'5666,"0"0"-4586,2 4 179,2 15-1259,0-5 90,2 14 90,5 27-90,-5-24-90,1 9 0,0 0 0,-5-1 0,0 1 0,-2-8-90,0-17-990,-1-3-269,0-17 989,-1 0-225,-2-26 1,0-5 584,1 6 0,-1-4 0,0-1 90,2 2 90,2-9-180,0 9 90,3 1-90,2 21 0,0 2 90,5-3 0,5 3-90,7 5 90,-2 4-90,0 6 90,-8 2-90,0 1 0,0 2 270,9 18-181,-10-9 1,7 14 0,-12-13 90,-1 0-90,-1 0 360,-4 15 90,-8 11-1198,1-7 658,-4 0 180,3-21-180,3-4-3144,-10 5 3144,9-8 0,-4 2 0,7-7 410,0 0-410,2-1-360,11 2 360,-3-2 3392,10 2-3392,-6-2 0,2 1 0,-1 0 0,29 13 0,-21-6 45,9 11 0,-2 3 45,-15-9 0,6 21 0,-24-26-90,0-2 0,-7-3-90,7-6-360,-17-18 270,14 3 0,-8-9-90,16-2 0,12 5 270,29-10 0,-15 16 0,24 5 0,-35 13 90,5 3 90,8 13-180,-14-7 0,10 11 90,-17-13 0,1 11 0,-3-10-90,0 6-270,-3-13 180,0-15 0,0 4-90,2-25 1,5 4 179,6-18 89,-3 18-89,2 3 180,-5 18 180,4 6-90,-2 4-180,1 6 90,-3 4-90,-2 6 0,1 10-90,-1-5 0,2 11 0,-3-19 0,2 6 0,1-9 0,-1-1 0,1-4 0,-1-5 0,0-2-90,1-2-180,14-19-180,-3-5 360,6-5 0,-9 5 0,-7 13 0,4-6 0,4-5 90,-3 5 90,3-2-90,-10 14 270,1-2 90,-5 9-180,0 0 0,-4 7-90,2 2 90,-2 0 449,-4 25-539,5-17 0,-4 17 0,7-22 180,5 11-270,4-5 0,2 4 0,15 4 0,-8-8 0,4 3 0,-9-6 0,-9-8 0,-1 0 0,-2 2 90,-18 9-1439,-6-10-540,-11 1 450,5-12-3419,-5-16 4010,10 1 0,-7-5 0,10 2 0</inkml:trace>
  <inkml:trace contextRef="#ctx0" brushRef="#br0" timeOffset="2932">6915 16154 7443,'-14'-12'5667,"1"1"-4138,-1 0 90,-5-1-1439,-2 0-900,4 2-8275,0-1 8995,12 8 0,1-1 0,4 4 0</inkml:trace>
  <inkml:trace contextRef="#ctx0" brushRef="#br0" timeOffset="3054">6783 16053 7083,'-8'-18'9830,"2"4"-5358,3 7-3483,5 1-809,12-2-4318,36-1 1800,-11 3-181,26 1-1349,-22 3 1,-1 2 3867,7-1 0,-5 1 0,-1 0 0,-7 3 0</inkml:trace>
  <inkml:trace contextRef="#ctx0" brushRef="#br0" timeOffset="4197">7727 16404 8972,'8'-12'6206,"-1"1"-4856,-3 1 538,-1-2-1528,-2 6 810,-4 1-631,0 10-359,-2 2-90,1 2 0,1 0-90,-1 1 90,-2 5-4857,-22 21 3507,14-18-1798,-20 10-1439,18-39 3327,3 1 1170,-1-6 0,7 4 0,1 0 0</inkml:trace>
  <inkml:trace contextRef="#ctx0" brushRef="#br0" timeOffset="4331">7585 16370 7173,'5'-28'9830,"1"8"-7067,-5 15-2314,3 6 1,0 2 180,8 5-1260,25 17-777,-9-8 58,18 11-630,-18-17-360,1 1-1664,7 2 1,3 0 4002,3 2 0,-3-2 0,-1 0 0,-4-2 0</inkml:trace>
  <inkml:trace contextRef="#ctx0" brushRef="#br0" timeOffset="4971">14701 16060 9602,'-9'-5'6476,"-1"2"-5127,-2 2 360,-20 14-1529,14-5 0,-20 17-90,21-7-630,-5 14 0,8-10-89,4 3-181,6-12-179,0 0-181,1-1-3597,-5 3 4767,-6-7 0,2-1 0,-2-8 0</inkml:trace>
  <inkml:trace contextRef="#ctx0" brushRef="#br0" timeOffset="5161">14462 16116 8342,'3'-9'5757,"-2"0"-4408,0 2-269,-1 0 808,6 2-1798,-2 5 90,10 8-180,-5 2-629,21 19 89,-13-11-180,12 11-89,-13-13-181,0 0-6745,24 21 6476,-20-19 1259,17 16 0,-26-25 0,0-1 0</inkml:trace>
  <inkml:trace contextRef="#ctx0" brushRef="#br0" timeOffset="5488">15279 15998 9242,'4'4'4767,"-2"1"-2698,-12 31-1889,6-16 0,-6 24 0,9-24-1,4 33-179,-1-23-269,5 34-1,-2-40-4588,6 34 3329,-7-38-1259,4 16 2788,-6-36 0,0-3 0,1-1 0</inkml:trace>
  <inkml:trace contextRef="#ctx0" brushRef="#br0" timeOffset="5730">15486 15979 8072,'4'-5'5217,"-1"2"-4047,-1 1 539,2 28-1709,-3-11 0,4 31 0,-2 11 0,0-17-616,0 18 616,-1-33-180,-1-2-629,1 17 269,-1-16-1325,-1 17 695,-1-27-179,-2 4 1349,-6-3 0,4-9 0,-6 3 0</inkml:trace>
  <inkml:trace contextRef="#ctx0" brushRef="#br0" timeOffset="5906">15341 16308 8612,'-15'-9'6027,"0"1"-4588,-2 2-360,1 0 720,-14 1-1619,18 3-180,-7 0-1169,45 1 359,-7 1-179,20-1-360,-14-1-360,0 0-4768,31-4 5629,-24 4 0,21-3 0,-32 5 0</inkml:trace>
  <inkml:trace contextRef="#ctx0" brushRef="#br0" timeOffset="6308">15815 16175 7173,'5'-8'5847,"-1"0"-4048,-2 2 1888,-8-4-3237,2 5 0,-4-1 539,-6 14-989,5 5 0,-7 15-899,12 31 719,1-28-90,6 15-1709,13-41 1619,-7-5 1,10-3 89,-12-4 0,2-2-90,4-14 360,-4 8 0,3-10 0,-6 12 0,-2 0 630,2-9-360,-2 10 719,0-2-809,-3 20-90,0 1-270,4 24-90,-2-16-90,5 12-89,-4-17-3059,9 5 2068,-6-9-89,6 3 0,-7-12 180,-2 0 1349,3-6 0,-1 0 0,3-3 0</inkml:trace>
  <inkml:trace contextRef="#ctx0" brushRef="#br0" timeOffset="6474">15900 15976 8792,'-46'-48'9830,"16"8"-8057,20 27-2492,14 7-361,8 6-359,0 2-5037,13 4 4497,-7-3 1979,31 6 0,-25-5 0,16 3 0</inkml:trace>
  <inkml:trace contextRef="#ctx0" brushRef="#br0" timeOffset="6873">16543 16056 8882,'1'-5'5937,"-1"1"-4408,-1 2-450,-1 1 2249,-5 10-2878,4-3 539,-8 36-989,8-22-90,-2 18 0,0 2-179,2-13-91,-3 27-180,4-36-3148,-2 12 2429,2-14-180,-2 6-270,1-18-1709,-1-6 3418,-3-12 0,2 2 0,-1-7 0</inkml:trace>
  <inkml:trace contextRef="#ctx0" brushRef="#br0" timeOffset="7159">16483 16065 7353,'20'-30'9175,"-9"20"-7916,22 8-1169,-21 15 0,10 14 0,-11-11-90,5 10 0,8 11-90,-4-6 0,20 23-270,-15-30 90,4 6 0,-9-20 0,-10-10-89,-1-3-1710,11-24 1529,-9 10-360,3-16 1,-1-1 539,-4 4-89,8-30 269,-12 38-990,5-19 361,-6 26-91,3-8 900,-7 25 0,0 3 0,0 3 0</inkml:trace>
  <inkml:trace contextRef="#ctx0" brushRef="#br0" timeOffset="7707">17003 16173 8612,'4'-10'6027,"-1"4"-5847,-2-5-1,0 2-179,2-8 0,1 6-90,0-4 90,-3 10-89,-2 1 89,-8 4 0,3 1 179,-12 13-179,11-4 90,-3 8-90,6-7 0,1-1 0,2 1 0,2-1 0,4 4-180,11 9 91,-6-8-361,16 6 0,-6-23 270,0 1 90,-2-9-90,-8 2 0,5-12 90,-8 8 90,4-9 0,-11 13 0,-2-2 0,-2 0 0,-1 0-3571,-3-7 3571,3 6-90,-2-4 0,4 9 90,0 1 0,-5 1 0,4 2 90,-3 2 3392,6 3-3392,7 4-90,-2-3 0,7 2 0,-4-4 0,1-1 0,1-1 89,21 2 91,-16 0-90,15 0 630,-12 4-90,0 6-541,2 2-89,-6 1-89,-7-4-631,1 11 450,-3-9-3868,2 24 2879,-6-26 0,0 9 180,-1-17 1079,-1-1 0,2 0 0,0-2 0</inkml:trace>
  <inkml:trace contextRef="#ctx0" brushRef="#br0" timeOffset="7835">17316 16062 7892,'0'-6'4858,"-1"-1"-4588,0 3-450,-1-1-360,1 3-5577,-6-1 6117,4 2 0,-7 0 0,7 2 0</inkml:trace>
  <inkml:trace contextRef="#ctx0" brushRef="#br0" timeOffset="8038">16976 15824 7892,'-21'-20'5757,"5"6"-4408,-7-6-179,8 7-990,4 4 0,4 2-90,8 7-900,24 12 180,-11-4-4497,36 31 3598,-32-20-1079,15 28 1760,-26-23 0,1 10 0,-5-8 0</inkml:trace>
  <inkml:trace contextRef="#ctx0" brushRef="#br0" timeOffset="8203">17002 16510 8252,'-4'16'8096,"-1"0"-11328,0-2 6650,-3 7-3238,4-9 1319,-1 6-3478,8-7 1399,-1-5-1669,3 1-2698,1-5-809,-6-3 6604,-1-1 0,-8-2 0,0 1 0</inkml:trace>
  <inkml:trace contextRef="#ctx0" brushRef="#br0" timeOffset="12207">7855 16476 7263,'11'1'3598,"-1"0"-2429,8 1-360,22 16 1,5 3-630,-1 0 30,0 4 0,8 7 0,-4-1 59,-9-1 1,1 3-1094,-1-3 0,5 5 0,1 0 0,-5-3 914,8 6 0,-1-2-60,-7-4 0,2 0 0,-6-5 1001,10 4-896,-4-4 0,5 2-90,-7-5 0,1 0-280,7 4 0,1 1 280,-1-4 0,-2-2-45,-9-4 0,-2-1 0,1 1 0,-1-1 0,-5-2 0,0 0-126,22 14 126,-15-8 0,7 4 0,-18-10-539,18 17 89,-23-18-2432,10 7 1353,-31-23 90,-6-5 306,-1-1 1304,-2 0 0,1-1 1,-1 0-1</inkml:trace>
  <inkml:trace contextRef="#ctx0" brushRef="#br0" timeOffset="12695">9460 17301 7173,'1'-5'4407,"1"1"-2068,0-3-2069,-1 5 629,8 7-269,1 9-450,1 0 0,-2 1 0,-6-8 180,2 2-271,-2-3 1,0 4 0,-1-3-90,0 1 90,0 0-90,0 10 0,-2-6 90,-5 18 0,0-17-90,-6 10 90,1-10 90,-20 20-180,12-14-90,-15 14-90,18-20-180,1 1-2068,-7 6-2519,4-3 3328,0 1 269,6-9 1350,8-6 0,1-3 0,2 0 0</inkml:trace>
  <inkml:trace contextRef="#ctx0" brushRef="#br0" timeOffset="12953">9197 17580 7892,'-3'-4'4858,"1"1"-3149,2-2-1349,1 2 89,10-3-269,13-1-180,1 0 90,8 0-90,-11 1 0,1 0-540,34-11 91,-24 7-271,24-8-5037,-9 5 4909,-15 5 0,12-2 0,-22 6 0</inkml:trace>
  <inkml:trace contextRef="#ctx0" brushRef="#br0" timeOffset="13509">9853 17500 11041,'-3'10'4407,"-1"0"-3777,0 1 269,-1 15-629,2-10 180,-1 20-90,1 4-450,-2 21-540,0-9 90,-1-6-2518,-1-21-180,-1-15 1619,-1 0-1080,-4-13 1851,5-4 0,-3-5 0,6-1 0</inkml:trace>
  <inkml:trace contextRef="#ctx0" brushRef="#br0" timeOffset="13959">9808 17544 7263,'7'-6'4137,"-2"0"-3147,0 0-270,-2 1 2158,26 12-2608,-16-2-90,24 17 89,-16 6-179,3 7-90,-4-4-3302,-2-1 3212,-9-18-1415,5 6 1415,-7-9 90,4 1-90,-7-6 0,-3-9 1,1 1 2645,-4-14-2556,1 4 2161,-1-5-2161,1 3-90,0-1-360,-2-21 270,2 13-90,0-15-899,4-4-1530,6 7 1530,-2-2-90,3 20 411,-2 27 0,-4 0 0,4 8 0</inkml:trace>
  <inkml:trace contextRef="#ctx0" brushRef="#br0" timeOffset="14493">10222 17624 9332,'7'-2'3238,"-1"1"-2698,-1 0 539,3 2-719,-2 1 89,3 1 271,-2 4 359,4 16-899,-3-5-90,1 11 0,-6-14 0,1 11-270,0-5 0,0 3-449,0-9-1530,-2-14 1619,-1-3-2788,-10-60 2878,4 31 405,0-4 0,-1-2 1665,0-21-1081,4 29 91,-1-25-360,5 41 359,8-11-89,4 11-450,1 1 0,1 8 0,-6 7 0,5 6 270,5 11-270,-2-3 0,3 8 89,-4 0-89,1 13-3392,-1 13 3302,-7-8 0,-7-3-1464,-12 5 655,2-24-451,-7 17-179,5-30 1439,-23 4 0,13-6 0,-18 2 0</inkml:trace>
  <inkml:trace contextRef="#ctx0" brushRef="#br0" timeOffset="14646">10230 17768 7803,'5'-9'5037,"0"-1"-3958,1 1 270,26-17-1529,-11 12-179,21-12-361,-16 15-449,3 0 1169,5 8 0,1 0 0,0 1 0,28 3 0</inkml:trace>
  <inkml:trace contextRef="#ctx0" brushRef="#br0" timeOffset="15376">9477 17391 7713,'24'12'5576,"24"-1"-5486,-24-9 90,22 0 90,-3-8-90,10-2-1471,5-3 0,3 0 1425,-23 5 1,1-1 0,18-3 0,-3 1-2223,1 2 2268,3-1-472,-10 2 1,10-2-1,-6 2 247,-5 0 0,0 0 15,7 0 0,6-2 0,-5 2-195,3-1 1,-3 1-705,4 1 0,0 0 704,0-1 0,-1 2 45,-4 0 1,-4 1 328,-14 0 1,-3 2-420,33-2-315,1-1 1,0 0 314,-30 1 0,-1 0 241,27-2 1,-4-1-961,-17-2-181,-3-1 1087,-7-1 1,1-1 0,8-1 0,21-9-1</inkml:trace>
  <inkml:trace contextRef="#ctx0" brushRef="#br0" timeOffset="15823">11771 16970 9961,'-21'0'8096,"10"1"-7647,-8-2-359,14 0 0,0 1 0,9 5 0,0-3-90,6 4 0,-2-3 0,7 4 0,14 10 0,-8-5-90,8 8 90,5 8 0,-18-13-90,14 15 180,-22-18 0,-3 20-90,-4-14-90,-7 21 0,-2-24-1978,-19 23 718,12-22-449,-13 13-90,14-20-3148,-12 8 5037,10-5 0,-8 7 0,12-8 0</inkml:trace>
  <inkml:trace contextRef="#ctx0" brushRef="#br0" timeOffset="16642">12058 17486 8612,'2'-6'5577,"-1"0"-2879,-1-3-2338,0 5 630,3 1-721,-1 6 91,3 4 270,4 9 179,4 14-269,3 5-270,-1 0 90,-2 1-360,0-2-540,1 0 270,-3-8-90,-5-12-1349,-7-32 1440,-1 5-631,-10-41 630,4 26 45,-2-8 0,-1-3-3346,-3-10 3481,-1-11 90,5 16-90,5 16 270,2-21-90,2 21-1,2-14 181,5 19-180,0 10 90,3-4-90,-1 11 3392,1 1-3302,1 1 540,33 24-631,-24-8-89,26 18 180,-19 17-90,-11-5 0,3 15-90,-17-22 0,-19-5-90,6-15-180,-7 7-89,8-12-271,-1-1-4407,-11 2 3238,10-4 90,-8 1 1709,14-6 0,6-2 0,1-1 0</inkml:trace>
  <inkml:trace contextRef="#ctx0" brushRef="#br0" timeOffset="17000">12362 17366 8252,'14'-9'4768,"-1"0"-3779,-1 1-359,-1 1 539,11 0-809,-7 4 359,18 7-539,-19 1 0,7 8 90,-12-2 1439,1 25-540,-8-5-629,0 14 809,-13 5-899,1-14-360,-1 6 0,2-14-90,4-11 90,1 11-180,3-10 90,4 13 0,2-18-90,3 1 90,0-6-90,1-3-899,22 3 179,-12-5-179,17 1-1890,-10-6-1438,2 0 2158,0-1-1439,1 3 2423,-13 0 327,2 1 0,-7-2 0,0-1 0</inkml:trace>
  <inkml:trace contextRef="#ctx0" brushRef="#br0" timeOffset="18172">11856 17084 6813,'9'-1'3958,"-1"-1"-2969,0 0 450,11-5-1349,-8 3 0,11-4 0,-11 3 0,1-1 270,15-5-270,-9 3 90,12-4 180,-4 1 269,37-13-539,-22 9-593,-8 2 1,-1 2 592,-5 2 89,1 0-669,29-10 670,-18 7-1404,14-4 0,3 0 1224,-8 3 45,-5 1 0,-1 0-397,-4 2 352,1 0 672,-1 0-672,6-1 0,1-2 297,4 0-297,-6 1 0,1 1 45,-11 1 0,-1 1 1466,2 0 1,2-2-1512,27-9 0,0-1-193,-25 9 0,-1-1 238,7-3 0,-2 1-45,5-2-2895,15-7 2895,-10 6 90,6-3-319,-30 11 229,-1 1 0,11-5 0,3 0 0,6 0 0,1-2 0,0 1 0,-4 2 422,-4 2-422,-12 2 0,-9 3 2991,7-3-3080,37-8 89,-27 6 499,24-3-589,-43 10 59,-1 0-59,-1 0 361,1 1-541,20-3 180,3-3 90,1 1 0,6-6 0,-25 7 0,4-2 347,-11 4-347,-7 3 34,-1-1-34,0 1 0,11-4 0,-2 2 0,4 0 0,-8 1 0,-5 1 0,1-1-810,-4 2 360,1-1-1978,-7 0 1169,1 0-2879,-6-4 3059,3 3 1079,-3-2 0,3 3 0,2-1 0</inkml:trace>
  <inkml:trace contextRef="#ctx0" brushRef="#br0" timeOffset="18546">14428 16106 9961,'0'-4'4408,"0"0"-3599,-1 1-359,0 1-180,1 0 180,3-1-450,0 2 90,10-2-90,4 4 90,10 7 0,-7-2-1,-1 6 1,-11-5-90,1 0 360,11 16-270,-9-12 0,8 11 270,-13-10 0,-3 7-270,-1-3-90,-5 9-180,-1-11-180,-2 4-5936,-13 22 4497,9-19-1350,-15 25 2301,16-30 0,-4 3 0,4-6 0</inkml:trace>
  <inkml:trace contextRef="#ctx0" brushRef="#br0" timeOffset="23983">9340 17446 9961,'-7'0'2699,"1"0"-1800,1 0-539,1-1-90,0 0 360,3 0-1,1 1 91,-1-5 269,2-3-719,0-1-90,1-4 0,1 3 90,6-16-180,2-1 90,11-26-91,-8 18-44,4-3 0,-1 1 45,-1 3-892,13-25 802,-16 33 45,5-15 0,1-2-45,1-1 0,3-8 0,-2 1-90,-6 11 90,2-13 0,-1-2 90,-2 1-903,-1 6 1,-1 1 812,-3 5 0,-1-1-260,3 4 0,2-9 1,0 5 259,0 4 0,0 1-361,1-6 0,0-2 1,0 6 360,8-10 0,-7 18 424,0 0-424,1 1 681,16-21 1,5-5-682,-15 24 0,-1 1 0,17-24 0,-3 4 0,-10 18 0,-15 20 766,2-2-766,-8 9 1555,5-5-1555,-8 9 0,3-3-90,-2 2 1,2-2-991,-4 4-1259,1 1-2698,-4-1 5037,-3-2 0,3 2 0,-2-2 0</inkml:trace>
  <inkml:trace contextRef="#ctx0" brushRef="#br0" timeOffset="24498">10140 15533 7353,'3'-7'4227,"0"0"-3147,-2 0-361,-1 0-179,-1 1-180,0 1 989,2-5-899,0 4 2878,0-7-2878,-2 10-1,-2-3-89,-1 6 0,-1 1 0,-1 1 629,-23 23-989,15-12-90,-22 24-899,17-8 269,3-6-179,-2 5-181,9-15-89,1-1-90,1 0-5307,-5 3 6566,2-9 0,0 1 0,5-10 0</inkml:trace>
  <inkml:trace contextRef="#ctx0" brushRef="#br0" timeOffset="24697">9977 15548 6903,'9'-12'8725,"4"0"-8545,-7 10 0,5-1 90,-3 3-90,1 1 89,14 5-269,-7-2 0,13 5 0,-12-1-179,1 1-1800,21 14-810,-11-3 1260,10 5 0,-19-9 90,-8-6 1439,4 5 0,-5-4 0,5 4 0</inkml:trace>
  <inkml:trace contextRef="#ctx0" brushRef="#br0" timeOffset="25087">10532 15536 8252,'-1'-7'5397,"0"0"-4227,-3 1-271,0 1-359,-1 1 359,-4 2-719,4 2 90,-3 2-90,6 3 360,-1 22-540,2-10 0,-1 43 0,1-36-90,-1 28-90,1-33-1529,-3 21 1079,3-24-90,-1 8 1,2-19-990,1-3-2069,-1-11 2519,1-1 179,-2-8 1080,0 3 0,0-1 0,-1-1 0</inkml:trace>
  <inkml:trace contextRef="#ctx0" brushRef="#br0" timeOffset="25396">10488 15510 7533,'5'-13'6116,"5"-6"-5756,-3 9 0,3-4-90,-4 14-1,1 0 901,23 17-720,-9-1-181,13 8-89,-15-6 1170,13 14-811,-9-9-89,14 14 0,-5-13-360,-12-10-90,4-3 90,-15-10-90,4-6 0,9-25 0,-8 11 0,6-29-360,-14-7 90,-2 15-450,0-27 181,-3 41-9292,-5-31 8148,2 41 1683,-3-15 0,3 38 0,-1 0 0</inkml:trace>
  <inkml:trace contextRef="#ctx0" brushRef="#br0" timeOffset="26232">11180 15462 9242,'-1'-4'4137,"0"0"-2158,1 5-989,2 10-720,0-2 629,6 29-449,-3-8-270,2 6-90,-2-9 0,-2-14-1,-1 0-178,3 8-91,-3-10-90,2 6-180,-2-13-90,-1-1-6386,0-1 6926,-7-15 0,4 6 0,-6-12 0</inkml:trace>
  <inkml:trace contextRef="#ctx0" brushRef="#br0" timeOffset="26701">11185 15493 7533,'1'-15'5217,"-1"6"-3958,3-16-1079,-2 14-90,2-8 0,0 10 90,7-11-180,-5 8 0,12-12 0,-10 16 0,5-2 0,-5 6 0,0 1 0,8 8 0,-7-1 180,12 19-1,-14-6 271,1 15 90,-10-6-450,-2-5 0,-2-4 0,3-10 0,-1 1-90,2-1 0,-7 7-90,6-4 90,-4 3 0,7-6 0,2-2 0,0-1 0,7 8 0,-2-5 0,19 13 0,-13-11-90,15 8 90,-16-10-450,26 15 270,-22-14-809,16 15-1620,-40-11 1530,3-1-180,-16 0-1260,-1-7 1671,-7 0 0,-1 0 0,1-1 0</inkml:trace>
  <inkml:trace contextRef="#ctx0" brushRef="#br0" timeOffset="27484">10070 15656 9332,'5'2'3418,"0"-1"-2969,-3 1-179,1 1 360,11 11-360,-5-5 539,28 18 1,5 4-450,-9-9-181,6 6 1,3-1 630,-2-4-226,-7-5 1,0 0-225,23 13-225,-22-13 0,0 1 315,22 14-1966,-11-4 0,1 3 1516,-13-10 0,0 0 0,11 9 0,-4-1-532,-7-4 532,1-1-1046,0 4 0,1 1 1046,4 2 0,-1 0 0,-1-1 0,-10-8-90,17 12 90,5 6 0,-14-13 1670,9 8-1670,-27-22 0,32 20 0,-25-15 0,24 14-1711,-8 3 1711,-19-19 0,17 17 1992,-26-23-1992,-1-1-90,19 14 90,-14-12-90,13 10-90,2 1 180,-6-1 0,7 3 450,-14-8-450,-13-13 2966,2 4-3236,-2-4 109,1 2-288,-4-3-181,1-1-3777,1 8 3057,-2-6-179,1 6-2429,-5-7 3958,0-2 0,-2 2 0,2-1 0</inkml:trace>
  <inkml:trace contextRef="#ctx0" brushRef="#br0" timeOffset="27930">11731 16796 8792,'-2'-10'6926,"0"4"-6476,0-1 0,0 3-91,0 2-179,4 9-180,-1-3 0,3 7 90,-1-6-90,0 0 0,1 1 90,11 14-90,-8-10-90,9 10 0,5-3 0,-11-8 0,11 9 90,-14-12-90,1 2 90,1 3 90,-2-3 270,-3 2 0,-5-6 0,-2 1 1709,-18 10-1710,10-8 1,-20 12-720,3-7-899,-2 0 270,-1 0-181,7-4-8094,-19 5 7824,23-7 1440,-20 7 0,29-8 0,2 2 0</inkml:trace>
  <inkml:trace contextRef="#ctx0" brushRef="#br0" timeOffset="41677">10277 13235 8342,'6'-3'6027,"-3"1"-4588,0-3-1349,-2 2 270,5-4-90,1 4 899,26-8-899,-12 6 0,21-2-567,-17 4 567,4 3 224,29 4 1,4 0-315,-2 0-90,2 1 0,6 1 30,-19-3 0,0-1 0,-5 0-120,-6 0 0,0-1-339,10 1 1,6 0 0,-7-1 338,12-1 0,-12-1 0,6-1 0,-4 0 0,-7 0 0,2-1 0,5 0 0,8-1 0,1 0 0,-10 1 0,-7 0 0,-2-1-488,23-1 1,-1 0 397,1 1 90,-2 2-150,-11 2 0,9 1 0,-8 0-32,-13-1 0,-1 1 122,9 0 0,6 0 0,-5 3-1919,1 3 0,-9 2 1260,-4-2 224,4 1 0,-6 1 16,-24-5-5368,0 6 5847,-5-2 0,-1 5 0,-5-5 0</inkml:trace>
  <inkml:trace contextRef="#ctx0" brushRef="#br0" timeOffset="45592">18545 16369 10591,'-4'-5'4048,"1"1"-3419,0 2 721,-5-3-1081,5 2 1,-3-1 0,5 2-180,6-2 0,0 1-90,6-3 0,-3 3 0,1-1 0,1 1-180,29-5-3572,-9 2 3303,16-3-91,-16 4-324,-9 1-126,-1 0-2158,8-1 3148,6-1 0,-8 2 0,1-1 0</inkml:trace>
  <inkml:trace contextRef="#ctx0" brushRef="#br0" timeOffset="46580">19543 15866 9152,'2'-7'3508,"-1"1"-2159,-4-1-1079,0 3 0,-1-1 89,1 3 181,1 0 450,-9 4-990,6 0 359,-15 18-269,13-8 180,-12 29-180,11-20-206,-3 14 116,6-14 90,0 1 0,2 41-90,3-31 0,2 30-180,16-15 0,-3-19-809,26 24 809,-23-38-540,22-1 91,-16-25 539,0 3 206,-1-18-206,-17 15 90,3-7 0,-5 4 180,0-3 269,-3 1-179,-5 8-180,-1 11-90,-1 4-90,3 5-359,2-2-721,0 1 810,0-3 1,1-2-811,-2-7 361,2 0-91,-3-2-179,1 1-90,-2-1 179,-1 1 990,-4-4 0,3 1 0,-3-2 0</inkml:trace>
  <inkml:trace contextRef="#ctx0" brushRef="#br0" timeOffset="46728">19576 16156 7533,'3'-24'6476,"12"14"-6656,20-12-270,9 20 181,-6 2-4049,18-2 3059,-36 1 179,18-2 1080,-28 1 0,0-1 0,1 0 0</inkml:trace>
  <inkml:trace contextRef="#ctx0" brushRef="#br0" timeOffset="47318">20015 16111 8882,'-2'7'3778,"1"-1"-3149,-1-1-269,0 2-90,0 12-540,4 4 0,-1-1-539,5 1 179,-3-16-359,2 2-2519,-3-3 2428,-2-3 1080,-1 1 0,-1-4 0,1-1 0</inkml:trace>
  <inkml:trace contextRef="#ctx0" brushRef="#br0" timeOffset="47524">19963 15973 8432,'0'-8'3688,"0"2"-3598,4 6-3058,3 6 539,3 5 1440,-1 1 989,-2 1 0,-1-2 0,0 0 0</inkml:trace>
  <inkml:trace contextRef="#ctx0" brushRef="#br0" timeOffset="47990">20196 16134 7083,'5'-3'3868,"0"0"-2969,0 0-359,-2 1 359,1-3-809,-2 2 0,0-2 0,-2 4 90,-2-2-180,1 3 90,-3-2-90,1 2 0,-1 3 0,0 0 0,0 4 0,3-2 0,0 2 0,1 4 0,1-4 0,1 5 0,-1-5 0,1-1-90,1 4-539,11 1 89,1-8 450,1 1 0,-6-10-90,-1-15 270,-5 13 180,4-13 0,-8 19 0,1 1-270,-1 6 89,2-1 1,5 16-90,-3-9-90,5 9 90,-4-12-179,1 1-1530,11 1-2969,-3-10 4678,3 1 0,-7-13 0,-5 1 0</inkml:trace>
  <inkml:trace contextRef="#ctx0" brushRef="#br0" timeOffset="48192">20311 15640 8432,'-3'-8'4947,"-1"1"-3058,-4 6-1709,3 3-90,-2 4 0,6 9-4291,6 22 3661,-1-10-360,6 16-546,-4-21-84,1 1-1348,3 9 2878,-1 4 0,1 0 0,-2-1 0</inkml:trace>
  <inkml:trace contextRef="#ctx0" brushRef="#br0" timeOffset="48581">20811 15884 11850,'-12'16'2969,"2"-1"-2790,7 18-89,5-1-90,-1 8-90,6 16 0,-4-35-89,1 18-1,-2-27-2339,2 7 1260,-1-10 0,0 4-91,-2-11 91,-2-1 1259,-1-5 0,-1 0 0,0-2 0</inkml:trace>
  <inkml:trace contextRef="#ctx0" brushRef="#br0" timeOffset="49829">20718 16054 6993,'-12'-14'6746,"1"3"-5397,6 3-1259,6 6-90,11 0 0,2 6 0,7 1 0,-9-1 0,2 0 0,-2 0-4201,44 6 4021,-34-6-90,31 4-180,-39-11-449,11-10 539,-1-5 360,-1-1-90,-10 1 3572,-3-2-3122,0-8-90,1-1-180,-3 3 179,-5 4 91,-1 3-180,-1 3 0,0 0 989,-2 4-449,1 6-90,-1 0-1,-4 11-629,2 1 90,-3 5-90,2-3 0,1 2 0,-2 10 90,1-6-90,0 7 0,3-10 0,-1 0 0,2 0-90,1 13 90,1-12-90,3 12 0,2-19-629,6-2 539,-4-4 0,3-4-540,2-6 630,-6 6 0,7-4 0,-9 7 90,-1 0-89,1 2 178,2 3 91,0 9-180,-1-2 90,-2 9-90,1 3 0,-3-7 0,5 3 0,-4-14-90,1-1-269,3-2 89,-1-3-90,6-3 270,-6-1 0,1-2 90,-5 4 0,-1 0-90,0 1 90,3-1 90,-3 3 0,3-1 0,-4 3 90,1 11-90,-2-5-90,1 8-90,-1-9 90,7 7 0,-3-8-90,5 4 90,-6-9-360,3-8 270,-2 4 0,4-7 0,-3 5-539,17-25 539,-12 17-90,15-21 180,-20 26-90,3-2 90,-4 5 0,0 1 90,-1 1 629,0-2-449,-3 6 0,-2 9-270,0-2 0,0 9 0,4-11-90,6 2 90,-3-3-180,7 1 180,-5-6-180,4-2 90,-1-4 90,0 1-90,0-3 90,-4 2-90,1 0 1,13-21 268,-8 11 1,7-11 0,-13 18 0,-5 6 0,1 1 90,-2 1 899,-1 1-629,-3 2-450,0 1 0,0 3-90,-2 4 0,3-3 0,0 5 0,2-5 0,1 1 0,8 17 0,-4-13-90,9 17 90,2-14 0,-3-2 0,4 1 0,-8-7-90,0 0 90,0 0-90,5 4 180,-4 1-90,0 0 90,-7-1-90,-7-5-270,-9 4-90,4-4-1709,-14 5-5127,-11-8 7196,11 0 0,-10-6 0,24-1 0</inkml:trace>
  <inkml:trace contextRef="#ctx0" brushRef="#br0" timeOffset="50015">21320 15699 7443,'-26'-24'9830,"5"5"-8147,13 14-2852,21 4 269,-6 1-2158,25 7 1169,-15-3 1889,26 9 0,-21-6 0,16 5 0</inkml:trace>
  <inkml:trace contextRef="#ctx0" brushRef="#br0" timeOffset="50336">22010 16074 10141,'4'-4'6387,"-2"1"-3509,-3-1-3688,2 1 181,-2 0-4408,5 3-90,-4 6 5127,-1 5 0,-3 2 0,-2 0 0</inkml:trace>
  <inkml:trace contextRef="#ctx0" brushRef="#br0" timeOffset="50502">22048 16249 10141,'4'3'6117,"0"-1"-7197,-2-2-1769,-2 0 1,2-1 0</inkml:trace>
  <inkml:trace contextRef="#ctx0" brushRef="#br0" timeOffset="59246">22707 15890 9242,'-2'-9'7286,"-3"-1"-6927,0 8 271,-9 8-450,10 1-90,-4 8 0,11 11 0,5 9-90,5 16-90,-2-12 90,0-3-360,-4-3 0,-2-12-899,3 15 359,-6-22-6475,-8 9 6115,1-16 1260,-7 2 0,3-12 0,0 0 0</inkml:trace>
  <inkml:trace contextRef="#ctx0" brushRef="#br0" timeOffset="59415">22535 16084 7443,'-8'-14'5936,"2"2"-4766,1 2-721,34-13-539,-14 11-89,29-10-91,-22 17-90,2 1-180,1-1-4407,31 0 4099,-8 3 0,7 0 0,-21 4 0</inkml:trace>
  <inkml:trace contextRef="#ctx0" brushRef="#br0" timeOffset="59600">22991 16028 7083,'1'3'6027,"-1"1"-4318,-5 4-1440,1-3-179,-3 5 0,3-3 0,1 1-90,1 15-1619,10 5-3328,-3 2 4947,0-9 0,-6-15 0,-5-7 0</inkml:trace>
  <inkml:trace contextRef="#ctx0" brushRef="#br0" timeOffset="59756">22977 15919 7623,'3'-6'4047,"0"0"-2787,1-1-1350,-1 4-900,4 1-4766,3 20 5756,-3-6 0,2 13 0,-5-11 0</inkml:trace>
  <inkml:trace contextRef="#ctx0" brushRef="#br0" timeOffset="60383">23078 16185 6993,'2'-6'5667,"1"0"-10608,7-10 5031,-3 7 1319,8-10-1409,-7 12 0,17-17 0,-14 13 859,11-12-769,-17 17 270,0-5-270,-2 5 3482,-1-4-3392,-2 7 0,-2 0 0,0 1 179,-4 0-269,2 2 0,-4 2-90,4 1 90,-5 9-180,6-5 90,-1 17 0,5-14 0,3 7 0,-1-8 0,1 0 0,8 8-90,-5-7 0,11 6 0,-9-11-89,2-2-721,16-11 810,-15 3-90,14-9 0,-16 1 90,4-6 90,-2-3 90,2 2 0,-7 14-90,-3 4 0,-2 10 0,0-2 0,0 0 0,0 1 0,4 6 90,1-3-90,-1 2 0,4-10 0,-6-8 0,3 0 0,-3-3 0,-2 4 0,0 0 90,1-6 0,-1 6-90,0-2 90,0 11-90,3 9 0,-2-3-90,3 6 0,-1-9-90,0-1-180,0-1-3957,8 0 4317,-4-8 0,1 2 0,-5-8 0</inkml:trace>
  <inkml:trace contextRef="#ctx0" brushRef="#br0" timeOffset="60634">23162 15783 7982,'-2'-8'4678,"-2"1"-3689,1 1 1,-2-1-721,16-2-358,-6 5-91,15 0-90,-9 7-4318,15 12 3239,-13-7 0,9 10 270,-17-12 1079,-1 1 0,-1-1 0,0 1 0</inkml:trace>
  <inkml:trace contextRef="#ctx0" brushRef="#br0" timeOffset="60832">23241 15603 7173,'-20'-52'8995,"6"9"-8905,16 37 0,2 2-270,30 2-360,1 2 0,16 1-2024,-8 3 1,0-1 1034,-1 3 854,-5-1 1,0 1 674,4 9 0,-11-2 0,8 7 0</inkml:trace>
  <inkml:trace contextRef="#ctx0" brushRef="#br0" timeOffset="61118">24047 15889 9332,'1'-6'6746,"-7"2"-6206,-1 3-181,-5 1 541,-5 5-720,5 0 90,-12 10-181,-4 11-89,9-6-89,-10 15-91,20-20-450,-5 10-1349,3-5 1080,2-3-1710,-1-1 1080,7-11 0,1-1 1529,-4-7 0,3-1 0,-3-4 0</inkml:trace>
  <inkml:trace contextRef="#ctx0" brushRef="#br0" timeOffset="61325">23825 15890 7623,'14'-7'6116,"-4"2"-5576,6 12-540,-1 5-450,15 18-2968,8 11-270,-2-3 2789,-6-5 899,-13-19 0,-7-8 0,0-1 0</inkml:trace>
  <inkml:trace contextRef="#ctx0" brushRef="#br0" timeOffset="62377">24210 16045 7443,'5'-24'8905,"0"4"-8635,-7 18 269,-1 0-89,-1 1-360,-5 4-90,2 0 0,-2 4 0,4-3 0,1 0 0,-1 17-90,3-11-180,6 19 90,1-23-899,16 4 89,-4-14 810,2 2 1,-1-8 89,-9 0 90,3-7 0,-6 5 0,0-2 0,-5 7 0,1 2 90,-1-3 0,0 4-90,0-1 179,0 4-89,0 2-90,0 1 90,1 4 0,-1-1 0,5 18-90,-2-13-90,3 9-90,-1-13 0,-1-4 91,3-1-181,2-5 90,-2 0-270,11-13 450,-12 9 0,9-12 0,-12 14 0,1-2 0,-3 5-90,-1 1-90,0 1 0,2 9 90,0-1 0,1 6 0,0-6 1,0-2-1,0-2-90,-1 2-1170,7 2-449,-2-4 1170,3 2-1,-3-5 180,-3 0 1,0-2 269,4-3 630,-3 1 269,3-1 1,-5 3 2248,2-2-2518,-3 2-90,3 0-181,-4 2 1,-2 0 90,4 11-360,-3-6 0,6 8-269,4-11 89,9-6 180,-5 0 90,2-6 0,-10 3-90,-1 1 180,3-10 0,-5 8 90,4-10-90,-7 13-1,0-2 271,-1 3-270,1 2 180,-2 1 0,1 16-180,0-1-90,0 8 90,3-5-90,-1-4 0,4 20 0,-3-13 0,4 14 0,-3-19 90,15 29-90,-10-23-90,17 31 90,-18-35 0,1 2 0,-6-8 0,-4-6 0,-4 2 0,0-3 0,-4 2 90,3-5 0,-10-3-90,8 0 0,-7-2 0,10 2 0,0 0-720,-4-5-1709,6-5-2698,-6-18 4279,9 8 0,-4-7 0,4 14 0</inkml:trace>
  <inkml:trace contextRef="#ctx0" brushRef="#br0" timeOffset="62646">24286 15483 7892,'-13'-8'5577,"4"3"-4947,-3 1 179,1 9-719,4 0 0,0 6 0,7-2-90,2 1 90,5 5-90,13 7 0,-3-5-270,15 3 1,-13-13-4769,41-1 3599,-33-7-190,25-5 541,-35-2 263,-1-2 0,0 0 1,0-2-1</inkml:trace>
  <inkml:trace contextRef="#ctx0" brushRef="#br0" timeOffset="63237">22152 16176 9871,'-8'1'3059,"0"0"-1710,-3 3-1169,5-1 180,-3 3-181,8-3 91,4 2 0,10-1-180,11 2-90,-1-1 0,6-1 0,-12-2-630,31-1-359,-10 0-1665,-1-1 1,-1-1 1304,-3 0 90,3-1 1259,-26 0 0,-1 1 0,-1 0 0</inkml:trace>
  <inkml:trace contextRef="#ctx0" brushRef="#br0" timeOffset="63566">22455 16124 8612,'5'-6'6117,"-1"2"-5848,5 7-269,-5 0 0,5 3 90,5 7-90,1 2 0,2 1 0,-4-2 0,-8-7 0,3 5 0,-4-2 0,0 2 0,-5-3-90,-2-3 0,-1 0-1349,-15 5-5127,-11-2 5487,2 2 1079,-3-4 0,18-2 0,1 1 0</inkml:trace>
  <inkml:trace contextRef="#ctx0" brushRef="#br0" timeOffset="64002">22001 16275 7173,'7'0'3958,"0"0"-3059,0 0-269,-1 0-270,1 0 989,20 11-1169,-13-5 0,24 15-90,-24-11-90,7 5 89,12 12-89,-11-9-326,14 13 326,-16-12 0,1 1 0,1 1 0,15 15 0,10 11 0,-5-6-45,-18-16 0,1 0-176,18 18 0,8 7 0,-8-7-2207,1 1 183,-10-8 806,2 0 90,-22-20 383,-2-3 966,-1 0 0,-1-1 0,1-1 0</inkml:trace>
  <inkml:trace contextRef="#ctx0" brushRef="#br0" timeOffset="64436">22868 16830 11670,'-6'-3'3598,"1"0"-3418,3 2 0,0 1 0,0 0-180,6 3 0,-2 0 0,4 3 0,3 2-90,5 5 90,-1-2 0,1 1 0,-7-7 0,-2 2 0,1-2 90,-1 9-90,-6-3 0,-1 3 0,-7-5 0,0-4 0,-1 1-900,-30 19-629,14-7 270,-19 10 1259,0-4 0,26-15 0,-18 7 0</inkml:trace>
  <inkml:trace contextRef="#ctx0" brushRef="#br0" timeOffset="70264">23398 16951 14908,'-6'-2'2519,"2"2"-2519,3 3 90,1 28-90,0-14 0,0 21 90,0-19-90,-1 2 180,-1 24-3482,-1-4 3212,-1 10-1929,-3 5-590,3-22 810,-2 8 0,1-20 90,1-10 1709,1-4 0,1-6 0,2-5 0</inkml:trace>
  <inkml:trace contextRef="#ctx0" brushRef="#br0" timeOffset="70560">23381 17030 7623,'1'-21'5666,"0"4"-5306,1 8-360,1 4 0,1-3 0,2 4 0,1-1 0,7 0 0,3 0-180,20 1 180,-17 2 0,8 3 90,-19 6 90,-3 4-180,-1 1 90,-8 9-90,-1-10 0,-26 27-90,16-23-900,-11 7 1,-3-1-2699,-1-8 2429,-8 4 411,11-15 0,18-4 0,-1-1 0</inkml:trace>
  <inkml:trace contextRef="#ctx0" brushRef="#br0" timeOffset="71231">23725 16865 7263,'8'-9'4947,"-2"3"-3148,-5-11 630,-19-3-2070,2 7-269,-9 1 90,11 18-90,5 1 0,-1 3 270,-10 23-270,10-13 45,-3 11 0,1 2-45,6-1 45,1 11 0,2 1-225,3-11 90,4 23 0,0-43-1619,25 14 539,-8-24 181,20 2 809,-23-20 0,-2-4 0,-10 10 0,-1 1 90,5-8 629,-2 6-629,0-2 90,-4 10-90,-4 5 90,0 0-90,1 7 0,1-4 0,0 4 0,1-7 0,1 1 0,1 0-90,5-1 0,4-4 1,-3 0-1,0-4 0,-6 2-90,0-1-360,3-6 180,-2 0 90,5-4 270,-7 5 90,1 1-90,-4 5 90,-1 0 0,1 1 270,-4 5-360,-1 6 90,-1 1-180,1 9-90,5-7-1349,5 7 540,-2-11-271,4-1 1,-5-9 90,-1-1 1169,1-5 0,-3 2 0,2-3 0</inkml:trace>
  <inkml:trace contextRef="#ctx0" brushRef="#br0" timeOffset="71346">23923 17019 7623,'-7'-15'5397,"1"4"-12054,2 0 6657,3 5 0,-2-6 0,3 6 0</inkml:trace>
  <inkml:trace contextRef="#ctx0" brushRef="#br0" timeOffset="71537">24040 16536 7083,'3'-17'7915,"-2"11"-7825,-2-2-3463,-5 35 0,-1 13 1934,0-12 1439,-2 17 0,0 1 0,4-17 0,-2 10 0</inkml:trace>
  <inkml:trace contextRef="#ctx0" brushRef="#br0" timeOffset="72287">24452 16919 9691,'-11'-6'6477,"4"3"-5938,-4-3 361,4 5-450,1 0-91,-3 2 1,3 2-90,-2 1 360,-9 20-540,9-11-90,-7 15 90,12-17-90,1 1-180,6 17 90,0-13-90,5 12 0,-2-18-809,6 4-1620,8 1 1350,-2-2-3508,15-5 4767,-8-16 0,1 0 0,-5-7 0</inkml:trace>
  <inkml:trace contextRef="#ctx0" brushRef="#br0" timeOffset="72715">24716 16945 7533,'3'-4'4137,"-1"1"-3237,0-1 809,-12-6-1619,-3 10-90,-3-5 0,-4 17 90,10-2 0,-5 8-90,6-6 0,2 0 90,2-5-90,2 1 0,6 13-90,4-4 0,2 5 0,3-11 0,-3-7-90,-1 0-450,13-1-179,3-12 629,0 5-90,-3-11 90,-12 7-989,13-22 1349,-13 16 90,9-15 89,-16 23 91,-1 0 1259,-5-2-1529,2 5 0,-3-2 0,2 8-180,1 6 0,1-1-90,2 4 0,2-4-90,1 0-3058,11 16-630,-4-9 2879,5 6 989,-7-13 0,-4-6 0,0 1 0</inkml:trace>
  <inkml:trace contextRef="#ctx0" brushRef="#br0" timeOffset="73072">25058 17006 7623,'7'-10'5756,"-1"2"-5306,-7 1-360,0 2-90,0-1 0,-1 3 360,-4 0 90,-4 11-360,0-4-1,0 9 1,5-5 90,-3 9-90,5 5-90,0-1 0,15 11-180,15-21 90,0 1 0,4-13 1,-15-7-1,7-23 90,-13 16 0,7-17 0,-17 24-810,-6-10 360,1 8-359,-3-10-451,2 11-89,0 1 0,-1 0 1349,-6-3 0,6 6 0,-3-3 0</inkml:trace>
  <inkml:trace contextRef="#ctx0" brushRef="#br0" timeOffset="73421">25460 16611 8252,'2'6'4678,"0"0"-3869,-2 2-269,-1 0-270,0 1 269,-5 38-449,3-24-90,-4 30 0,4-13-90,1-15 90,1 14-90,1-20-1349,2 27 630,-1-24-1620,-1 22 2429,-4-30 0,1-3 0,-2-2 0</inkml:trace>
  <inkml:trace contextRef="#ctx0" brushRef="#br0" timeOffset="73622">25345 16990 6993,'-4'-5'5847,"1"1"-4048,3-12-1799,3 9 0,7-9-90,-1 13 0,5 0-90,-2 2-90,1 0-2069,21-1 1170,-16 1-90,14-1-1,-19 0 91,-3 1 321,5-2 0,-4 1 0,3-1 0</inkml:trace>
  <inkml:trace contextRef="#ctx0" brushRef="#br0" timeOffset="74023">25627 16914 9332,'4'-5'6026,"-2"1"-5216,-4 1 539,-1 0-989,-1 0 269,-1 1-449,2 2 0,-1 2-90,-5 10-90,5-5 0,-5 9 0,6-5 0,2 3 0,1-3-90,3 2 90,0-8-450,11 1-89,-3-5 179,5-1 0,-4-2-539,0-3-271,4-2 631,1-5 449,-2 2 0,-6-1 90,-5 5 90,-1-3 0,0 3 539,-1-5-269,-2 6 180,-1-1-360,-1 5-90,-2 2 180,-4 14-270,5-2-90,-4 8 0,7-7-90,2-4 0,0 0-180,1 0-3508,10 13 1350,-5-14 1258,7 7 1260,-4-23 0,-5 1 0,5-4 0</inkml:trace>
  <inkml:trace contextRef="#ctx0" brushRef="#br0" timeOffset="74291">25906 16924 7803,'6'-10'8185,"-3"-1"-7825,-5 8-90,-1-2-91,0 4 1,1 0-90,-1 1 0,-4 6-90,-1 7 0,-2 0 0,-3 11 0,8-13-90,-4 14 90,7-13 0,0 7 0,3-9-360,7 11-719,4-6-810,10 4 990,-6-12-271,-1-7 1170,7-18 0,-12 7 0,11-12 0</inkml:trace>
  <inkml:trace contextRef="#ctx0" brushRef="#br0" timeOffset="75472">25608 16761 9062,'2'4'6476,"-1"2"-6206,0-4 0,1 2 0,0-3 89,5-3-269,-1 1-90,3-1 90,-2-2-90,7-3 0,-1 0 0,10-4 0,-10 6 0,1 0 0,-10 4 0,1 0-90,1 2 0,-1 1-89,1 2-181,-2 0-6836,7 11 5847,-7-8 1349,4 11 0,-8-13 0,0 2 0</inkml:trace>
  <inkml:trace contextRef="#ctx0" brushRef="#br0" timeOffset="75712">25960 16345 7083,'5'-4'6027,"0"0"-1620,-3 1-3328,-2 3-809,-2 4-180,0 1 90,0 3-180,1-1-270,-2 19-180,1-9-269,-1 14-271,2-14-539,-1 1-7619,-8 15 7439,2-12-193,-6 11 1902,5-14 0,-1-2 0,2 1 0</inkml:trace>
  <inkml:trace contextRef="#ctx0" brushRef="#br0" timeOffset="76667">25650 16895 11760,'-7'-9'2249,"3"3"-2069,-3 0 90,3 3 899,-4-4-899,4 2 0,-4-1 90,5 4-1,0 2 631,-6 2-900,4 0 270,-9 7-271,9-3 1,-7 16 0,8-11-90,-1 14-90,12 7 0,3-2 90,2 2 0,4-8-89,-6-14 89,2 2-90,-2-7 90,-3-3-450,12-5 360,-9 1-90,10-5-270,0-4 1,7-8 359,-4 2 90,1-3 0,-17 10 0,1 0 0,-3 0 0,-2-13 90,-6 2-90,0-3-90,-5 7-4858,-27-5 541,1 17 3238,-12-6 1091,12 21 0,14 1 0,0 3 1</inkml:trace>
  <inkml:trace contextRef="#ctx0" brushRef="#br0" timeOffset="86086">19180 15496 7353,'-7'17'7825,"0"-4"-5846,-12 7-1169,-8 7-540,5-5 1169,-8 38-270,28-5-1684,-2 7 695,15-5 0,0-22 0,4 11 0,2 3-90,1 7-697,-1-5 0,0-1 607,-4-5 0,-1 0-527,-2 0 527,-2-1 293,0 10 1,-2 5-339,-5-10 0,0 2 45,-1-5 0,1 3 0,-2-5 0,-2-3 0,-2-5 0,-10 23 0,7-35-90,-3 6 90,-4 9 0,9-18 1209,-3 15-1299,15-17 735,11 8-734,4 2-1,3-2 264,-4-5-354,14 24 180,-14-4 90,8 17 269,-27-11 1,-8 4 270,-5-5 0,-3 1-821,2 6 1,-2 0 370,-2-9 0,0-3 180,-4 21-360,8-18-180,1 11-90,13-22-1574,16-5 0,6-1 315,4 3-815,10-4 0,3-4 6,1-10-451,2-5 1,1-1 2788,0-2 0,22 0 0,-35-5 0</inkml:trace>
  <inkml:trace contextRef="#ctx0" brushRef="#br1" timeOffset="423020">1085 4959 24575,'0'26'0,"0"15"0,0 8 0,0-4 0,0 6-2299,0 2 0,0 9 1,0 2-1,0-4 2299,0 0 0,0-3 0,0 8-463,0-14 1,0 6 0,0 4 0,0 2 0,0 0 0,0-2 0,0-4 462,0 6 0,0-3 0,0-2 0,0 2 0,0 5-157,0-10 1,0 3 0,0 3-1,0 0 1,0 2 0,0-1-1,0-1 1,0 0 156,0 1 0,0-3 0,0-1 0,0 1 0,0 4 0,0 6 0,0 9-103,0-29 1,0 5-1,0 3 1,0 4 0,0 2-1,0 3 1,0 3 0,0 1-1,0 2 1,0 0 0,0 2-1,0 0 1,0 0 0,0 0-1,0-1 1,0-1 0,0-1-1,0-3 1,0-1 0,0-3-1,0-2 1,0-4 102,0 16 0,0-5 0,0-3 0,0-3 0,0-2 0,0 0 0,0 0 0,0 1 0,0 2 0,0 2 0,0 5 0,0 4-19,0-19 1,0 3 0,0 2 0,0 3 0,0 2 0,0 2 0,0 2 0,0 1 0,0 1 0,0 1 0,0 0 0,0 1 0,0-1 0,0 0 0,0 0 0,0-2 0,0-1 0,0-2 0,0-1 0,0-3 0,0-2 0,0-2 0,0-4 0,0-3 0,0-4 18,0 30 0,0-7 0,0-6 0,0-4 0,0-3 0,0 1 0,0 1 0,0 2 24,0-2 1,0 0 0,0 1-1,0-1 1,0 1 0,0-1 0,0 1-1,0-1 1,0-1-25,0 6 0,0 1 0,0 1 0,0-2 0,0 0 0,0-2 0,0-1 0,0-4 0,0 2 0,0-3 0,0-3 0,0 0 0,0 1 0,0 2 0,0 10 0,0 3 0,0 1 0,0-2 0,0-5 0,0-8 0,0 2 0,0-7 0,0-8 0,0 17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8T08:21:54.506"/>
    </inkml:context>
    <inkml:brush xml:id="br0">
      <inkml:brushProperty name="width" value="0.09071" units="cm"/>
      <inkml:brushProperty name="height" value="0.09071" units="cm"/>
      <inkml:brushProperty name="color" value="#FF0000"/>
    </inkml:brush>
  </inkml:definitions>
  <inkml:trace contextRef="#ctx0" brushRef="#br0">17050 8563 8522,'-15'-6'5217,"2"-3"-5127,9 6 0,2-2 1169,20 2-989,-9 1 810,57-3-990,-41 3-180,27-1 0,2 0-90,-18 0-585,11-1 1,3 0-3194,8-4 1360,-2 0 1159,-7-1 1405,-18 0 0,-9 3 0,5-2 0</inkml:trace>
  <inkml:trace contextRef="#ctx0" brushRef="#br0" timeOffset="365">17635 8409 7533,'-14'0'4497,"6"0"-4137,-3-1-180,8-1 0,0 2 449,0-2-359,2 2-180,14 0-90,6 4 0,3 0 0,-2 3 0,-10 0-3392,16 16 3392,-14-12 0,12 13 0,-22-2 0,-2-10-90,-2 10 0,-3-14-180,-2 0-3867,-16 14 6180,8-10-2043,-17 15 0,18-17 0,-3 3 0</inkml:trace>
  <inkml:trace contextRef="#ctx0" brushRef="#br0" timeOffset="1883">19625 8661 7353,'-13'1'6116,"3"-2"-4407,-13-6-1439,13 3-180,-4-4 0,14 4-450,12-1-179,-3 2-309,34 5 0,-30 0 0,21 4 0</inkml:trace>
  <inkml:trace contextRef="#ctx0" brushRef="#br0" timeOffset="2298">21201 8724 10591,'-9'6'-120,"4"-3"0,-2 3 0</inkml:trace>
  <inkml:trace contextRef="#ctx0" brushRef="#br0" timeOffset="2810">18346 8771 7083,'8'-3'5937,"-3"0"-4588,1-4-1169,-6 2-630,3-1 0,-1 3-359,1 2-61,0 0 1,-1 0-1</inkml:trace>
  <inkml:trace contextRef="#ctx0" brushRef="#br0" timeOffset="4338">18723 12256 9152,'-25'-6'3058,"12"4"-4857,-10 3-1709,15 4 3508,3 4 0,3 0 0,5 0 0</inkml:trace>
  <inkml:trace contextRef="#ctx0" brushRef="#br0" timeOffset="4677">20540 12206 9332,'-2'-10'3778,"-3"-1"-9085,2 7 5307,-3-1 0,3 6 0,-1 1 0</inkml:trace>
  <inkml:trace contextRef="#ctx0" brushRef="#br0" timeOffset="5346">18780 10568 7443,'7'1'4767,"-2"1"-2428,-7-5-2159,1 2-1,-5-5-358,5 3-1171,5-1-4226,7 2 4316,0 0 1260,4 0 0,-7 2 0,1-2 0</inkml:trace>
  <inkml:trace contextRef="#ctx0" brushRef="#br0" timeOffset="5700">20100 10709 7083,'1'-10'6116,"-1"4"-5666,0-5-540,3 7-90,-1 1-359,3 3-1710,1 3-450,2 2 1350,0 1 1349,-1-1 0,-4-1 0,0-1 0</inkml:trace>
  <inkml:trace contextRef="#ctx0" brushRef="#br0" timeOffset="6086">21783 10601 8522,'-11'-11'-293,"2"4"1,-4 5 0,5 4 0</inkml:trace>
  <inkml:trace contextRef="#ctx0" brushRef="#br0" timeOffset="54737">10418 8323 9242,'0'-5'3508,"0"1"-3148,-3 1 89,3-1-359,0 0 180,2 0-180,1 2 0,0 1 719,0-1-719,-2 2-1349,11-6 90,-5 3-4768,14-14 5937,-13 8 0,2-8 0,-10 8 0</inkml:trace>
  <inkml:trace contextRef="#ctx0" brushRef="#br0" timeOffset="56503">9240 8316 7803,'-3'2'5217,"1"-1"-5127,-4-1-90,3-1 0,8-1-90,4-1-270,10-1-360,-3 0-1618,5 0 1078,-10 2 412,0-2 0,-10 2 0,-2-2 0</inkml:trace>
  <inkml:trace contextRef="#ctx0" brushRef="#br0" timeOffset="57182">9418 8388 8072,'-4'0'3868,"1"1"-3688,3-2 90,2-2-270,1 1 90,6-6-90,11-4 180,22-9-180,-9 5 90,19 0 0,1 1-90,-13 6 30,8 0 0,11-2 0,-9 3-30,-2 3-471,3 0 1,-2 0 470,-21 5 0,-3 0-360,21 4 1,-22-1-3869,20 0 3059,-36-4 140,4-3 1029,-13-1 0,0 0 0,-1-2 0</inkml:trace>
  <inkml:trace contextRef="#ctx0" brushRef="#br0" timeOffset="57514">10155 8113 8882,'-19'-6'3328,"7"2"-3328,10 0 0,5 3 0,7-2 90,-3 1-90,21-2 0,-7 1 0,22 1 0,-20 2 0,27 6 0,-29 0 0,12 3 90,-26 2 0,-11 6-90,0-2 0,-16 17 0,7-16 0,-8 9-180,0-1-270,5-5-2788,-28 21 2069,18-20 1169,-28 14 0,26-21 0,-8 4 0</inkml:trace>
  <inkml:trace contextRef="#ctx0" brushRef="#br0" timeOffset="94747">4580 10169 7713,'-53'17'9830,"14"-8"-9226,-11 2-245,25-10-179,20-2 629,34-11 1,14-5-720,-9 5 0,19-6 0,6-2-45,-14 8 0,2 0-285,8-4 0,7-2 1,-4 2-686,4-1 0,-1 0 175,-1-1 1,2 0 0,-11 2-1050,0-1-270,11-2 2069,-21 0 0,-3 1 0,-2 0 0,-4 1 0,0-1 0</inkml:trace>
  <inkml:trace contextRef="#ctx0" brushRef="#br0" timeOffset="95111">5355 9610 7803,'-34'-3'8994,"14"2"-8994,-8 1 0,25 4 0,9 0 0,5 1 0,0 0 0,7 4 0,2 2 0,0 0 0,0 0 0,1-1 0,-5-1 0,15 7 0,1 1 0,-4 2 90,3 1 0,-4 1 90,-15-4 0,-6 4 90,-8-5-2763,-24 37 2673,10-21-135,-1-2 0,0 0-135,0-1-3463,-5 16 0,2 6 3553,8-18 0,1 0 0,-7 13 0,2-3 0,10-10 0</inkml:trace>
  <inkml:trace contextRef="#ctx0" brushRef="#br0" timeOffset="100167">1717 3975 7623,'-4'-32'5756,"-1"8"-5036,-4-7 1169,-9-19-630,8 12-539,-4-11-540,12 30-90,4 15 719,2 28-179,-1 13-1221,-2 3 0,-1 11 0,1-5 771,-1-5 0,0 1 59,0 15 1,0 6 0,0-7-193,0-19 0,0 1 282,-1 25 1,0 11 0,0-9-1068,0-14 1,1-2 767,-1 7 0,-1 5 0,1-2 30,-1-9 0,1-1 0,0-3-15,0 0 0,0 1-45,0-2 0,0 3 0,1 4 22,0 9 1,1 7 0,0-1-1,0-9-22,0-1 0,0 0 0,1 1 0,-1 11 0,0-3 0,1-15 0,0 7-564,-1-15 0,0 6 1,1-5 563,0 23-45,0-6 0,-1 0 179,-2-20 0,0-6-44,0 2-223,-1 4 1,-1-4 132,1-21 957,-3 14-957,3-24 2213,0 4-2393,2-18 2760,0 3-2580,0-8 981,2-5-981,-1 9 0,2-8-90,11-4 90,-6 10 45,20-10 0,4 2-45,-7 8 0,33-14 0,-7 15 45,2 0 0,3 0-45,-15 2 0,1 0-240,4 0 1,4-1 0,0 0 269,1 1 0,0 0 0,-2 1-679,6-1 0,1 1 649,4 0 0,7 1 0,-10 1 0,-19 4 0,0 1 0,9 1 0,6 1 0,3 3 67,-3 1 1,4 3-1,0 1 1,1-2 44,0-1 0,1-1 1,0 0-1,-1 0-534,2 3 1,1 0 0,-2 0 0,-1-2 451,12-2 0,-3-2 0,-7-1-30,-10-1 0,4-2-15,-2 0 0,11-1 0,7-1 0,3 0 0,-3 1 0,-7-1-632,2 2 1,-5-1 0,-1 0 0,6 0 541,-4 0 0,5-1 0,2 0 0,-1 1 0,-4-1 0,-8 2-202,7-1 1,-7 2-1,-8-1 82,-9 2 0,-4-1-1323,6 1 1,-4-1-252,-6 0-6090,-14-11 6360,-34 4 444,-31-11 1085,25 7 0,-2-2 0,-2 0 0</inkml:trace>
  <inkml:trace contextRef="#ctx0" brushRef="#br0" timeOffset="101427">1655 3606 8342,'-9'-10'4408,"3"-1"-4228,3 3-90,4-1 0,0 4-1,1 0 91,1 1 810,11-4-361,13 2-449,-1-1 0,7 6 90,24 1 0,2 2-270,-2-1 0,-11-1 0,12 0 0,1 0 0,-11 0-1539,-9-1 1,-3 0 1538,7 0 0,5 0 0,-1 0 0,0 0 0,-1 0 0,-3 0-160,1 0 1,3 0 177,3 0 0,11-1 0,5 0 0,-3 0 0,-11 1-490,8-1 1,-1 1 471,3-1 0,10 0 0,0 0 0,-13 0 0,-13 1 0,-4 0 0,5 1 0,4-1 0,-5 1 0,-7 0 0,0 0 29,18 0 1,7 1 0,-7-1-30,-15 1 0,-2-1 30,5 1 0,4 0 0,-2-1 15,12 0 0,-3-1-45,-4 0 0,0 0-531,11 0 0,-2 0 576,-13 0 0,-5 0-45,18 0 0,-2 0 0,-11 0 0,8 1 0,-5 0 0,-9 0 0,-1 0 0,5 0 0,4 1 0,-6-1 1574,17 1-1484,-41 0 385,18 2-385,-34-2 1058,3 2-159,-6 3 1057,-2-1-1776,0 5 719,-17 42-899,10-25-928,-1 15 0,-1 12 1,2-8 837,2 7 0,-1 14 0,2 0-59,4-19 59,0 7 0,0 3 0,0 4 30,1-5 0,1 10 0,-1-7-139,1-20 0,1 1 109,-1 4 0,1 8 0,0 2 0,0-5-452,1-3 0,1-3 0,-1 1 482,0 0 0,0 0 0,0 0-30,2 15 0,1 0 45,0-5 0,0 0-45,0 2 0,0 1 0,1-1 0,-1 1 45,0 3 0,0-6-2,-1-3-43,-1-1 0,1 11 0,-1-6 90,-1-8 0,-1 0-399,2 9 0,0 5 0,-1-8 309,-1 13 90,-1-13 359,-1-17 1,0-2-450,0-5-135,1 9 0,-1-6-45,0-23 2369,0 4-3808,-1-14-1440,-4 8-4047,-10-4 8185,3 3-1079,-7-13 0,11-3 0,-1-5 0</inkml:trace>
  <inkml:trace contextRef="#ctx0" brushRef="#br0" timeOffset="102253">1906 5201 7533,'3'8'4407,"-2"-2"-2968,-2 5-899,-5-4-270,0 2 180,-4-5 359,-5-1-719,3-1 0,-5 0 540,-15-1-540,18-1 180,-21 1-91,19 1-179,4-1-90,1 0 180,26 0-90,34-7 0,10-2 0,8 1-499,-9 0 0,12-2 1,-2 0 498,-16 3 0,-3 1 0,6 0 18,-3 0 0,5 0 0,2 1 0,0-1 0,-2 1-584,4 0 1,-1 1 0,0-1-1,-1 1 633,2 0 1,0 1 0,-2-1-1,-4 2-7,-6 0 0,-4 0 0,5 1-316,1 0 1,8-1-1,1 1 1,-2 0-1,-6-1 256,-2 1 0,-5 0 0,5-1-43,0 1 0,6 0 0,3-1 0,-1 1 0,-3-1 43,2 0 0,0-1 0,-4 1 0,-4 0 0,10 0 0,2 0 0,-5 0 0,11 0 0,3 0 0,-4 0 0,-14 1-198,-5 0 0,-4 1 198,11-1 0,6 1 0,-14 1-90,-10 1 409,14 3-679,-25-4 2076,9 3-10441,-28-5 7651,-32-5 1074,10 2 0,-26-6 0,18 5 0</inkml:trace>
  <inkml:trace contextRef="#ctx0" brushRef="#br0" timeOffset="103000">1532 4440 6993,'-9'5'4407,"4"-2"-3957,-2 2-180,6-5 540,3-5-181,8-2-449,-1-3 0,8 2 270,2 0 224,19 1 1,7 1-450,-8 2 0,1 0-536,17-2 1,2 1 490,-3 3 0,-3 2-90,-17-1 0,3 0 0,10-1 0,9 0 0,1 0 0,-7 1-45,2-1 0,3 0 164,-5 1 1,11 0 0,6-1 0,1 1 0,-6 0 0,-9 0-1624,15 0 1,-2 0 1480,-7 1 1,6-1-1,3 0 1,1 2-15,-5-1 1,3 1 0,0 1 0,-3-1 0,-7 0-474,-5-1 0,-6 1 0,6-1 420,0 1 0,6 0 0,5 1 0,0-1 0,-3 0 0,-7 0-651,15 0 0,-7 0 0,-4 0 606,10 0 0,-1 0 45,-13-1 0,2 1 0,-8 1 143,20 2-188,-33 0 0,-1-1 45,20 2 1933,3 2-2023,-40-5 90,5 0 742,-9-1-2451,2-3 1349,-3 2 0,-1-1 3391,-8 1-3390,0 0-1887,0 0 1526,-5 2-269,1-2 989,-12-2 0,9 1 0,-6-3 0</inkml:trace>
  <inkml:trace contextRef="#ctx0" brushRef="#br0" timeOffset="104008">2637 3568 7353,'-8'3'3508,"1"-1"-2159,-12 3-719,8-4-450,-4 1 809,8-2-899,5 0 90,0 0-90,2 2 270,2 10-270,-1-2 179,4 20 1,-1 5-180,1 0 270,4 29-225,-3-26 0,0 1-45,2 10 0,-1 3 90,2 10 0,-2 2-815,0 1 0,-2-3 770,-1-14 0,-1-2 179,0 11 1,-1 1-136,0 4 0,1 3 0,-2-13 1,-1 2 0,1 2-766,0-5 0,1 2 0,0 1 1,-1-5 585,0-1 0,-1-4 0,0 2 0,2 8 0,-1 2 0,0-3-284,0 4 0,0-2 284,0 3 0,0-2-365,0-6 1,-2-6 364,1 2 271,-1 17-361,2-7 180,0 9-135,-2-5 0,1-2 45,-1-16 0,-1 26 0,0-3 0,2-33 2015,0 31-2195,4-24 90,-1-12 314,2 14-1933,-2-13-90,0-2 540,-1-2 1323,1-10-1683,-1-10 771,6-12 0,-2-3 0,5-9 0</inkml:trace>
  <inkml:trace contextRef="#ctx0" brushRef="#br0" timeOffset="104843">3793 3631 7353,'7'-8'4317,"-2"2"-3867,1-3 180,-1 0 179,0-5 540,0 0-989,-2 2 720,-3 6-900,-1 7-1,-2 4 1,-5 34 0,-1 10-90,1-4 45,1 0 0,-1 13 0,1 3 0,1-11-1741,2-10 0,1 0 1636,-1 10 0,0 7 0,0-3 105,2 11 0,1-3-1180,0-6 1,1 1 1044,-1-12 0,0 1 0,1-2 31,0 3 0,0 3-31,1 9 0,1 7 0,-1-7 0,0-13 0,0 3 0,1 8 0,1 15 0,0 5 0,0-4 0,-1-16 0,0-8 0,-1-1 0,1 5 0,-1 13 0,0 4 0,0-5 0,-1-16-45,-1-13 0,0-3-14,-1 12 1,0 5 0,0-9 58,-2-6 1023,0 0 0,1 0-1113,-1 3-135,0 5 0,2-2-45,0-12 3136,1 15-5924,1 6-2249,-3-19 3868,1 9 1454,-4-32 0,2-12 0,-1-2 0</inkml:trace>
  <inkml:trace contextRef="#ctx0" brushRef="#br0" timeOffset="106868">1987 4050 10771,'-5'0'4317,"-4"0"-3687,5 0 4677,-7-2-4767,8 1 1259,-2-2-1619,5 1-90,0 0 89,4-4-179,-1 0-90,14-17 90,-8 10 0,14-15-269,-3-1 179,-6 10 0,7-13 90,-17 26 0,3-4-90,-5 6 90,-5 18 0,2-5 0,-6 22-90,5-14 90,-1 6-1259,3 10-2879,4 2 1889,-1 0-7375,11 13 9624,-8-32 0,8 10 0,-7-21 0</inkml:trace>
  <inkml:trace contextRef="#ctx0" brushRef="#br0" timeOffset="107565">3083 3874 7083,'6'-19'7376,"-3"10"-6297,8-14-719,-7 18-180,3-3 0,-5 7-90,-1 3 0,0 1 359,-6 29-449,3-17 0,-3 46-90,14-37 90,8 17 0,1-25 0,11-1 0,-10-4 0,0 1 0,-7 0 0,-14 17 0,-1-15-3508,-30 34 1979,19-38-90,-19 10 90,22-20 1529,-7-9 0,8 1 0,-5-6 0</inkml:trace>
  <inkml:trace contextRef="#ctx0" brushRef="#br0" timeOffset="107742">3083 3923 7173,'26'-46'7646,"-2"8"-7467,-4 26-179,29-3-269,-13 4-1216,5 3 1,0 2-45,-6 2 0,21 0-1169,-15 5 2698,-10 0 0,9 2 0,-13 1 0</inkml:trace>
  <inkml:trace contextRef="#ctx0" brushRef="#br0" timeOffset="108571">4353 3775 9781,'-2'-8'5217,"-2"-1"-4857,2 0-360,1 2 0,2-2 0,3 1-90,2 3 90,11-1 0,-6 3-90,4 3 90,-6 4 0,-3 0 0,2 3 0,-4-2 0,1 15 0,-3-9 0,0 11 0,-15 3 0,3-5 0,-6 7 0,5-8 0,4-2 90,3-4-180,7 13 90,1-16 0,6 8 0,2-6 0,9 3 0,20 17 0,-15-12 0,7 11 0,-28-22 0,-2 2-899,-20 13 449,6-11-1979,-34 17 1170,20-20-90,-14 3-1170,-1-4 2519,8-3 0,-12 1 0,13-2 0</inkml:trace>
  <inkml:trace contextRef="#ctx0" brushRef="#br0" timeOffset="109263">3346 4571 9602,'-6'-5'4497,"6"-6"-4497,1 7 0,4-4 90,14 4-90,-10 3 0,10-1 90,-16 30-90,-4-14 45,-9 23 0,-5 3-45,0-12 45,-4 6 0,-2 2 494,-17 13-359,11-14 45,3-3 0,1-2-135,9-10 0,-7 10 90,24 4-180,0-22-360,33 13 0,-15-25-3957,46-6 2788,-40 3-1350,31-4 2879,-36 5 0,5 1 0,-11 0 0</inkml:trace>
  <inkml:trace contextRef="#ctx0" brushRef="#br0" timeOffset="110250">4552 5451 10321,'-22'6'7466,"9"-2"-7106,-7 2-180,14-3 359,-7 6-179,-6 10-270,-3 4 180,-17 20-90,14-16-90,-7 7 314,8-5 1,2 0-405,3-5 0,-17 29-180,53-45 180,-4-4-90,47-14 0,-30 1-1304,17-7 0,3-3-4543,-4 0 4408,16-7 0,-39 12 180,-20 11 1349,-1-4 0,0 2 0,1-1 0</inkml:trace>
  <inkml:trace contextRef="#ctx0" brushRef="#br0" timeOffset="110475">4622 5551 7353,'-6'0'8455,"1"1"-7466,2 2-269,0 6-360,-1 12-270,3-2-90,1 7-360,8 37 0,-3-28-3418,5 26 0,1 1 2159,-4-24 899,1 1 1,-2-3 719,-2-20 0,-2-2 0,2-2 0</inkml:trace>
  <inkml:trace contextRef="#ctx0" brushRef="#br0" timeOffset="111388">2258 5525 7263,'6'-13'6026,"-4"-7"-5846,0 5-180,-3-4 270,-2 9-270,0 4 90,-3-2 180,-6 5 0,-6 8-90,0 1 0,-3 8 89,9 0 181,-8 10-180,5-2-90,-6 8 404,2 12 1,2 2-495,1-3-45,-1 3 0,2 0-45,11-7 90,12 16-180,-1-15 45,12-7 0,4-6-45,-4-13-180,27 4-269,-22-27-451,0-22 900,-9 11-180,-16-17 91,-8 27 89,-6-2-90,3 5-180,-10-2-360,-13 4 271,7 2-91,-6 6-4047,-2 11 3327,17-5 1260,-13 7 0,23-8 0,1 0 0</inkml:trace>
  <inkml:trace contextRef="#ctx0" brushRef="#br0" timeOffset="112420">2078 4748 8162,'-11'-10'5937,"-5"-5"-5757,3 2 629,1-13-719,12 16 0,2-10 90,16-2-180,-4 8 0,14-9 0,-13 16 0,-1 3 0,-5 4 0,1 2 0,-1 0 90,18 32-90,-14 8 90,-7 13 0,-2 3-90,-8 3 0,-7-8 0,1 1 45,9-16 0,1-4-45,-4 13-45,13-9 0,3-7 45,-2-24 0,15 7 0,-19-15-90,2-2 180,-4-12-90,-3 5 0,0-9 0,-21-35 0,9 30 0,-13-20 0,-4 2 0,10 20 0,-7-4 0,2 2 0,9 12 0,-5-5-90,9 8-90,3 4-1709,-3-7 720,8 6-180,-2-3-2789,7-2 3059,0 5 1079,3-5 0,0 5 0,1 1 0</inkml:trace>
  <inkml:trace contextRef="#ctx0" brushRef="#br0" timeOffset="113228">3053 5496 7353,'-15'-14'7645,"9"8"-7555,-9-9-90,14 12 90,7-5-90,0 5 0,17-4 0,-12 5 0,16 1 0,-13 4 0,5 2 0,-8 2 90,-1 2-90,-3-2 0,-2 2 90,0 1 180,2 15 0,-3 0-180,1 6 360,-6 21-360,1-26-135,-2 11 0,0-1-45,0-8-1395,0 10 1,0 1 45,1-16 1439,-6 31 0,6-46 0,-3 6 0</inkml:trace>
  <inkml:trace contextRef="#ctx0" brushRef="#br0" timeOffset="113408">3090 5784 8072,'-16'-10'7196,"5"-2"-7196,1 1 0,16-2 0,4 10-180,8-2-89,-1 2-181,2 1-4767,38-8 3778,-24 4 1439,4-1 0,-2 0 0,-6 1 0,9-2 0</inkml:trace>
  <inkml:trace contextRef="#ctx0" brushRef="#br0" timeOffset="114427">1720 7988 8702,'-8'-2'6566,"-1"-4"-5846,12-15-630,1 4-2426,21-19 1,6-2 2515,-3 6-135,10-10 0,0 1 473,-8 8-518,9-13-90,0-4 0,1-3 90,0-1-60,-11 14 0,5-6 0,-6 7-120,3-5 90,-12 17 0,3-3-1050,12-17 1,7-8 0,-4 6 104,-7 8 1,1 1 614,5-8 0,5-6 1,-5 4 419,-1-1 0,-6 8 0,-2-1 0,-4 7 0,1-1 0</inkml:trace>
  <inkml:trace contextRef="#ctx0" brushRef="#br0" timeOffset="114857">2300 6741 7982,'-10'5'6387,"5"-2"-4318,-4 0-1710,9-3 991,23-11-1350,-10 5 0,19-8 90,15-8-90,-22 11-90,18-6 0,0 0 90,-15 8 0,35-10 0,-43 15-90,5 1 90,-5 5 90,-5 15-90,-4-4 90,-7 12-90,-8-8 0,-7 30-90,6-21 0,-4 22-630,8-19-89,-1-6-7467,2 38 6837,-1-35 1439,1 24 0,-2-35 0,0 0 0</inkml:trace>
  <inkml:trace contextRef="#ctx0" brushRef="#br0" timeOffset="124778">4300 4724 9422,'-7'1'4947,"3"0"-8365,6 6 1889,1-3 1529,9 3 0,-9-5 0,3 0 0</inkml:trace>
  <inkml:trace contextRef="#ctx0" brushRef="#br0" timeOffset="130810">4700 4439 8612,'-3'-5'3958,"1"-1"-3778,1 4 0,0-1 449,0 2 541,0 0-541,0 1 541,-1 0-721,0 0-449,1 2 90,1 0-90,0 2 0,1 0 180,8 10-180,-3-7 0,6 8-90,17-5 0,-15-6-180,17 4-2788,-7-6 1529,-10-1-180,9 2-2609,-11 0 3470,-5 0 0,1 1 0,-6-1 0</inkml:trace>
  <inkml:trace contextRef="#ctx0" brushRef="#br0" timeOffset="131471">4853 5209 11041,'17'-7'-3958,"-3"1"2969,-7 1 989,1 0 0,0 1 0,1 0 0</inkml:trace>
  <inkml:trace contextRef="#ctx0" brushRef="#br0" timeOffset="139512">6267 14239 7263,'-23'6'7376,"16"-4"-7376,-7 3 90,19-4 89,21-1 451,14 1-360,-4-1 0,5 2 180,-12 1 89,26 0 1,6 1-540,0 0-915,-14-1 1,7 0 0,-9 1 914,1 0-263,-4 2 0,7 1 0,-5-1 263,-9-1 0,-1 0-531,29 5 0,-1 0 531,-4-2-60,-1 0 0,12 0 0,-7-1 60,-17-1 0,0 0 0,16 1 0,7 1 0,-11-2 0,-2 0-253,-6-3 0,9 1 0,-5-1 253,-7 0 0,-1 0 0,5 1 0,5-1 0,-8-1 0,18 2 832,-26-4 1,1-1-833,3-1 0,1 0 45,-5 0 0,3 0-45,5 2 0,4 2 0,-8-1 0,7 4 429,3-1 0,3 4-429,-20 1 0,-3 2 0,17 5 0,-15-5 0,0 0 0,14 2 1489,-20-7-1399,27 0 710,-28-5-710,14-1 90,4-8-90,-20 3 0,17-4 0,-25 4 180,26-10-270,-17 7 0,4-2 0,4-1-180,23-2 180,-7 0-45,-17 7 0,-1 1 620,-4 1-755,36 0 326,-30 2-236,20-1-45,-20 2 0,-1 0 45,6 0-1786,19-1 0,1 1 1606,-20-2-540,13 0 1,0-2-1619,-7-2 839,6-2 150,-21 4-90,-19 0 179,-3 1 1350,1-2 0,-3 1 0,0-2 0</inkml:trace>
  <inkml:trace contextRef="#ctx0" brushRef="#br0" timeOffset="148706">11333 5694 8522,'-11'-10'5397,"-2"0"-5037,7 6-270,-1 0 90,4 3 359,5-1-359,2 1 1349,62 7-1349,-32 0-90,13 2 0,7 3-806,0 1 1,0 1 715,-14-4 0,0 0 0,18 4 0,-1-1 90,-2-2-90,-13-4 0,6 0 0,-3-1-507,-5 0 0,0 0 507,4-1 0,4 2 0,0-2 0,2-1 0,-1-2 0,-4 0 0,-6 1 0,3-2-108,8 0 0,12-1 0,6 1 0,-5-1 0,-12 0 18,-7 0 1,0 0-646,17-1 0,13 1 1,-2 0-1,-17 0 285,-3 2 225,-4 0 1,-2 0-766,-5 0-449,9 0 899,-9 0-2428,22-2 2159,-40 0 911,14-1-822,-24 1 153,6-1 0,-6 0 0,4-1 0</inkml:trace>
  <inkml:trace contextRef="#ctx0" brushRef="#br0" timeOffset="163629">6111 13288 7803,'-15'14'8095,"5"-3"-7106,-13 16-899,14-12 0,-2 11 450,12 19-360,1-17 90,2 25 719,-3 4 1,-1 0-2217,-1 0 1362,1 1 0,-2 6 225,-6 0 0,-1-5-360,1 4 0,-1-3 0,1 2-990,4-15 1,1-5-925,0 1 1284,-1-2 1,4-7 629,7-27 0,-5-8 0,7-10 0</inkml:trace>
  <inkml:trace contextRef="#ctx0" brushRef="#br0" timeOffset="164832">6248 13095 7443,'5'-2'3868,"2"0"-2879,13 2-719,-5 0-90,10 3 809,16 6-809,-15-4 419,13 0 1,13 0 0,-8-1-420,10-2-1018,-3-3 0,13-1 0,2 0 0,-12 0 883,-17-1 0,0 0-45,9-1 0,9-1 0,2 0 0,-7 1-452,11 0 0,-5 0 542,1 0 0,5 0 45,-9 0 0,5-1 0,1 0 0,-8 1-135,0 0 0,0 0 0,5-1 0,7-1 0,5 1-571,-6 2 0,7 1 0,2 0 0,-3 0 0,-10 1 451,-8-1 0,-6 1 1,9 1-216,2 0 1,13 1 0,8 0 0,1 1 0,-3 0 0,-9 0 0,-14 0 145,4 2 1,-5 2 143,9 0 0,10 2 0,-1 0 1,-12-1-1,-14 0 0,-4 0 0,11 1 0,-2 0 45,17 1-45,-13-7 0,0-2 45,7 2 748,-10-2 1,7 0-689,-3-1 0,4 0 0,-7 1-60,-15 0 0,1 0 22,14-1 1,12-1-1,-2 0 1,-13 1-23,4 0 954,-2-1 1,-2 0-955,-6 0 90,19-1-90,-17 1 45,0 0 0,-1-1-45,-12 1 3185,24-1-3230,-16 4 0,-1 1 45,0 0 267,-1 0 1,3 0-358,28 1 90,-34-2 0,3 0 0,1-1-90,-2-1 90,-6 0 0,18 5 0,-25 1 90,11 3 0,-20-3 0,-1-1 270,-6 5-270,-2-2 0,-2 4 0,-3-3 0,-1 0 0,-3 12 0,-6 18-90,3-7 0,-1 11 0,5-20 0,-2 41-90,6 3 90,2-14 0,2 2-45,2-11 0,1-3 0,1-5 0,1-2-45,10 28 0,-7-27-45,5 17 0,1 1 135,-3-10-45,5 22 0,0-1 45,-10-30 0,8 30-180,-10-30 0,-2-3 90,0 0 90,-4-9-179,-9-6 179,2-6 89,-6 4-1470,-15 6 0,-4 1 1471,2-1 210,-9 4 0,-10 5 0,6-4-31,-5 1-587,-1 0 0,0-2 588,4-4-125,12-7 1,-5 0 348,-12 3 1,-5-1-285,6-2 0,-3 0 0,2-1-255,-6 2 0,-1-1-585,4-3 0,-2 0 1,10-3 1926,-2 0-2017,10-3 1,-1-1 222,-17-5 1,31 0-1,-20-2 1</inkml:trace>
  <inkml:trace contextRef="#ctx0" brushRef="#br0" timeOffset="176208">13977 9846 8882,'-16'-8'5937,"4"-1"-5488,17 4 631,18-2-721,-2 3 1,11 1 1259,19 11-1259,-20-2 0,3 1 0,6 1-1427,16 3 1,1-1 1156,-20-3 0,1 0 0,8 0 0,5 0 0,0-1 0,0-2 0,0-2 0,-3 0-90,7 1 0,0-1-45,-7 0 0,4 0 0,3 0 67,4-2 1,6 0-1,-1 0 1,-8 0-23,1 0 0,3-1-103,-10 0 0,11-1 0,6 0 0,4-1 1,-4 1-1,-6-1 0,-13 1-535,10-1 0,-4-1 458,6 0 0,11-1 0,-1-1 0,-9 1-810,0 0 1,-7 0 89,-7 1 1,-1 0 539,3 0 1,-4 2-1530,-2 1 540,-27 0-4318,11-9 6373,-15 4 1,6-8 0,-12 6 0</inkml:trace>
  <inkml:trace contextRef="#ctx0" brushRef="#br0" timeOffset="176625">16485 9638 8072,'-24'-5'7106,"8"4"-6566,-9-3 809,2 3-1349,14 1 90,1 4-180,26 4 90,26 7 0,-11-4-45,9 2 0,0-1 45,-11-3-45,15 4 0,1 3 405,-7 15 90,2 3-90,-28 1-1,-26-12 1,-2-4-1651,-7 7 0,-3 2 1291,-2 4-45,2-3 0,0 0-315,4-2-2339,4 4 1,1 1 539,0 1 1705,2 3 1,3-4-1,7-18 1,1 3-1</inkml:trace>
  <inkml:trace contextRef="#ctx0" brushRef="#br0" timeOffset="179050">17913 14455 8612,'-20'6'6926,"4"-2"-5846,-16 1-811,4 2-179,9-3 90,51 2-180,-6-6 314,14 0 1,17 1 0,3 0 0,-9 0-135,-2 0 0,0 1-1063,6 0 0,10-1 0,-1 2 0,-11-1 1018,-9 1 0,-1 1 195,13 2 0,9 1 0,-1 0-560,-5-2 0,-1 0 0,0 1 260,-2 0 0,0 0 0,4-1-226,-7-3 1,5 0 0,1-1-1,-3 0 1,-9-1 285,6 0 0,1-2-280,-8 1 0,10-1 0,6-1 0,0 0 0,-2 1 0,-7 0-50,12 1 0,-5 0 0,2-1 195,-3 0 0,2-1 0,1 0 0,1 3-90,6 3 0,2 2 0,-3 1 0,-12 0 722,-11-2 1,0 1-588,12 3 0,13 2 0,-2-1 0,-16-2 1495,8 0-1495,-9 1 0,9-4-30,-2-13 0,4-6 0,-7 1-60,-14 6 0,0-1 30,16-5 0,8-2 0,-3 2-521,3 4 0,-8 3 401,-23 3 0,0 1 45,26-2 0,-4 2-135,-12 7-250,-3 2 340,-3 3-738,-2 5 0,0 1 918,2 1 0,-5 0 0,-2-1 1645,-2 2-1645,13 1-90,-8-4 384,12 1-834,-29-10-6777,-9 13 6147,-13-11 2018,-8 9 0,-2-9 0,-1-1 0</inkml:trace>
  <inkml:trace contextRef="#ctx0" brushRef="#br0" timeOffset="182481">18665 6686 6993,'-3'-29'5937,"-1"6"-4318,1-11 0,0-3-450,2-4-539,0-21 2968,20 12-3059,-11 32 1080,14-11 90,-14 56-1079,-4 22-540,-2 5-741,-4-16 0,-1-1 740,1-1-1038,0 15 1,1 0 48,1-8-4016,1 11 1,0-6-455,-1-31 3661,1 10 360,-2-36 684,-2-1 0,0-3 0,-1 0 0</inkml:trace>
  <inkml:trace contextRef="#ctx0" brushRef="#br0" timeOffset="182661">18501 6515 7803,'-24'-40'3148,"0"0"0,-1 4 0,14 5-3283,42 11 0,10 7-404,-6-1-2190,14 3 1,13 0-1,-11 4 1290,-2 8 1161,5 0 0,-5 2 0,-25 5 0,0 1 0</inkml:trace>
  <inkml:trace contextRef="#ctx0" brushRef="#br0" timeOffset="183098">18956 6763 8072,'-9'17'5757,"2"-5"-4498,4 12-1259,6-16 90,29-6 0,-17-9-90,18-11 1260,-13-31-1081,-12 26-44,1-17 0,-1 1-135,-6 18 90,1-17-90,-5 26 90,-2 2-90,-4 11 0,0 1 0,0 12 90,0 12-90,4-10 0,-1 11 0,12 11 0,-2-21 0,8 19-180,10-15 90,-11-11-90,13 8-539,-10-14-1530,10-5-539,0-5 1618,-2-1-179,-9-2 1349,-5-1 0,-4 3 0,3-3 0</inkml:trace>
  <inkml:trace contextRef="#ctx0" brushRef="#br0" timeOffset="183877">19302 6703 7263,'22'-23'7825,"-4"4"-6475,-20 13-1081,0 3 271,-10 2-450,5 4 0,-7 4 90,-4 18-180,11-11 90,-2 37-180,13-36 90,5 15-90,2-22-90,5-3 90,-1-1 0,2-4-449,7-14 449,-12 5-315,11-16 0,-1-4 405,-10 11 90,18-35 0,-27 45 0,1-3 0,-4 12 180,-1 9-270,0-3 180,0 20-180,1-14 0,0 11 0,6 0 0,14-4-90,7-3 90,-1-10-180,5-24-180,-14-5 270,2 1 0,-5-2-90,-2-3 180,-7 12 90,3-11 0,-11 16 180,0 10-180,-2-1 90,2 14-180,3-5 90,0 4 359,13 31-359,-6-22-45,7 15 0,1 1 45,-2-12-90,3 4 0,1 2 90,4 6-90,11 22 0,-16-25 0,-4 3 0,-13-26 0,-4 1 0,-29 13 0,17-16-225,-16 4 0,-1-3-44,10-8-181,-20 0-9381,-20-12 7995,33 3 486,-31-5 1350,46 7 0,2 1 0,1 1 0</inkml:trace>
  <inkml:trace contextRef="#ctx0" brushRef="#br0" timeOffset="184021">19367 7140 7713,'-16'-9'9830,"10"5"-8147,-6-8-4291,30 3 809,-6 4-2429,22-8 2249,-17 6 1131,27-16 0,-20 8 0,15-10 0</inkml:trace>
  <inkml:trace contextRef="#ctx0" brushRef="#br0" timeOffset="184376">20410 6225 7353,'-34'-11'9830,"18"9"-8597,-15-3-693,23 17 450,3 25-810,1-9-1,4 16 1,2 1-180,-1-5 0,1-4 0,-1 0 0,1 10-180,1 15-675,-3-22 1,1 0 45,0 19-2429,-4 1-2969,-8-44 6207,-5-6 0,0-12 0,2-10 0</inkml:trace>
  <inkml:trace contextRef="#ctx0" brushRef="#br0" timeOffset="184960">20182 6670 7443,'-18'-51'9830,"41"-4"-8956,0 47-874,13-2 0,5 1-180,18 4 180,0 0-180,-3 2-1079,7-6 809,-28 3-1259,15-13 0,-2-4 1439,-21 6 90,3-17 0,-6-1 270,-21 17 180,-9-28 180,-13 31 539,-14 6-629,8 9 1349,-15 32-1259,27-13-1,-11 18 360,12 4 1,4 0-630,0-3-90,3 29 0,2-2-180,7-32 0,4 10 0,2-3-89,-3-25-721,14 10 450,-13-24-89,7-2-1530,6-13 1709,-8 4 0,9-7-359,3-13 719,-14 17 359,16-16-179,-23 27 0,1 4-90,-5 4 0,0 4 0,-1 22-180,2-16 90,1 18-1259,15-11 539,-7-13-1618,14 6 1078,-15-16 412,9-9 0,-8 3 0,5-6 0</inkml:trace>
  <inkml:trace contextRef="#ctx0" brushRef="#br0" timeOffset="185564">20937 6696 7713,'-1'-9'6386,"-3"0"-6296,0 9 0,-3 0 0,-1 5 0,-5 6-90,3-1 90,-5 8 0,9-8 0,-3 18-90,10-6-180,11 17 90,-1-19 0,10 0 0,-11-16-270,5 0-270,11-7 540,-7 2 1,4-7 89,-14-1 0,-2 1 0,-1-2 0,-3-1 89,-2-12 181,-3 2-180,-1-1 90,-1 10 90,2 7-180,0 4 0,-1 0 450,1 14-540,2-6 90,1 9-90,7-2-90,4-1-450,13 3 0,-4-10-89,3-5-631,-4-16 900,-5-10 540,-4 7 990,-6-8-990,-6 23 1259,-2 21-1349,2-6 90,1 26-90,0-23-180,9 21-3328,10-14 1888,-4 1 91,5-14-989,-12-19 1580,-1 2 0,2-6 0,-3 4 0</inkml:trace>
  <inkml:trace contextRef="#ctx0" brushRef="#br0" timeOffset="185692">21253 6646 6993,'-13'-42'8365,"6"11"-9084,4 19-3779,7 5 4498,-1-6 0,0 2 0,-2-3 0</inkml:trace>
  <inkml:trace contextRef="#ctx0" brushRef="#br0" timeOffset="185905">21230 6113 8252,'-10'-15'5937,"-6"40"-6747,10-5-1304,0 14 1,2 3 584,5-7 179,1 16 1350,0-20 0,1 0 0,-1 1 0</inkml:trace>
  <inkml:trace contextRef="#ctx0" brushRef="#br0" timeOffset="186277">21757 6776 10231,'-5'-3'6207,"0"-1"-5578,3 1 631,1-8-991,2 6-89,0-6 270,1 0-450,-2 2 0,0-4 0,-6 2 0,1 4-90,-18-5 90,0 8 90,-3-1-90,-4 24 0,19-8 0,-7 33-90,16-26 90,1 16-90,4-18-2069,25 12 1440,-13-17-91,18 7 1,-19-21-1260,6-9 720,-6 1 1349,22-43 0,-21 26 0,12-29 0</inkml:trace>
  <inkml:trace contextRef="#ctx0" brushRef="#br0" timeOffset="186488">21900 6066 8072,'-3'-11'8905,"-7"39"-8725,5-3-45,-1 23 0,1 3-45,3-7-270,1 6 0,0 11 0,1-9-179,0 5-266,0 3 0,0-2-814,0-16 270,0-12-40,-1 4 1209,-6-8 0,3-15 0,-5 3 0</inkml:trace>
  <inkml:trace contextRef="#ctx0" brushRef="#br0" timeOffset="186867">21739 6506 7353,'-9'-27'8005,"2"6"-7465,13 13-540,0 8 0,11 2-180,4 6 0,-4-1-990,17 9 1,4 2-2852,7 6 3976,-12-7 0,-1 0-45,-3 1 90,-14-7 90,-7-4 0,5 5 0,-8-6 629,2 9-539,-6-6 3752,0 11-2673,-9 15-899,1-6-270,-3 10-1529,5 13-2159,6-38 2159,-1 20-1,6-41 91,-3-2 1349,2-3 0,2-3 0,0-2 0</inkml:trace>
  <inkml:trace contextRef="#ctx0" brushRef="#br0" timeOffset="186996">22170 6450 7982,'11'-38'2429,"-1"4"-3868,-10 29 0,1-3 1439,0 0 0,0 1 0,1-2 0</inkml:trace>
  <inkml:trace contextRef="#ctx0" brushRef="#br0" timeOffset="187190">22491 5425 7623,'16'-54'6206,"-5"17"-3957,2-8-2159,-11 38-450,-11 34-1919,-3 10 0,-4 12 1,1-4 1468,-2 4 1,0-1-30,-1 3 1,-1 4 0,0-7 838,2-11 0,1-3 0,-2 3 0,-1 1 0,-1 0 0,1 1 0</inkml:trace>
  <inkml:trace contextRef="#ctx0" brushRef="#br0" timeOffset="188766">11433 13805 8162,'-11'2'5397,"2"-1"-3688,-9 1-1529,12-2 90,-2-1 1439,17-8-1439,-3 3 90,6-4 1529,14-14-1799,-13 13-90,23-15 0,4 1 0,-14 10 45,26-4 0,0 3-45,-24 12 0,31 1 0,-33 4-360,12-2 0,-5 1-360,4-1-5666,10 0 4317,-22 1 270,19-1 1799,-22-5 0,-5 2 0,4-3 0</inkml:trace>
  <inkml:trace contextRef="#ctx0" brushRef="#br0" timeOffset="191094">12521 13435 8522,'-6'-9'5937,"1"2"-4588,-6-3-899,5 5-360,-1 1 269,6 16 91,9 28-225,-2 6 0,1 3-225,5 17-90,-2 3 0,-2-8-90,-4-32-2069,7 21 1890,-8-54-3933,-2-47 4202,-3 23 90,-3-32 0,-1 25 0,1 2 0,-2-6 45,1 5 0,0-3 180,0-10 0,2 3-638,0 2 503,-1 0 0,4-1 3956,20-6-3866,-9 28 180,19-19 179,3 49-359,-3 6-180,13 19 90,-19-5 648,0 3-693,-2 13 0,-1 6 0,-9-13 0,0 1-516,8 16 0,-3-1 471,-11 8 0,-9-16-90,-2-12-720,-6 3 1,-2-1-90,-1-6-1395,-6 0 0,-2-5 765,2-14 1529,-29-5 0,25-11 0,-12-6 0</inkml:trace>
  <inkml:trace contextRef="#ctx0" brushRef="#br0" timeOffset="191239">12340 13591 7533,'-32'-41'9714,"13"12"-9624,30 9-180,7 13-90,16-1-1214,2 6 0,1 3-135,5 0-900,9 2 0,0 3 2429,-3 6 0,9 3 0,-20 1 0</inkml:trace>
  <inkml:trace contextRef="#ctx0" brushRef="#br0" timeOffset="191609">12957 13720 10051,'-8'2'6656,"5"-2"-6656,2-1 0,11-5-179,20-7 89,2-4 0,2 0 90,-7-4 0,-20 10 0,0-3 0,-9 5 90,-28-5-90,15 9 45,-19 7 0,0 4 45,15 3-90,-29 37 0,43-29-90,9 34 90,5-34-1170,29 22 631,-20-29-811,19 5-4496,-11-30 5846,-7-1 0,0-10 0,-14 6 0</inkml:trace>
  <inkml:trace contextRef="#ctx0" brushRef="#br0" timeOffset="191835">12960 13484 7083,'-41'-28'8725,"11"6"-8635,16 13 0,11 5-90,5 2-180,30 6 0,-16-1-90,22 5-2338,-6 6-181,-10-4 1440,9 5 501,-12-4 0,-11-7 0,4 2 0</inkml:trace>
  <inkml:trace contextRef="#ctx0" brushRef="#br0" timeOffset="191981">13030 13293 7892,'-14'-34'4632,"1"1"1,8-19-5892,43 55 359,3 2-2068,20 3 1259,-23-3 765,10 4 1,0 2 0,-3 0-1,-6 0 1,0 0 0</inkml:trace>
  <inkml:trace contextRef="#ctx0" brushRef="#br0" timeOffset="192473">13691 13253 7533,'-16'-11'7915,"5"6"-6566,-17 14-1259,19 1 0,-5 16 0,14 7 0,4 2-90,-2 3 45,1 24 0,0 1-45,-3-19 0,0-6 0,1 2-270,10 22 90,-5-38 1,8 18-1171,-3-64 1170,-5 7 0,1-16-89,-6-10 269,0 14 0,11-24 0,8 39 90,10 10-90,-8 13 0,-5 8 0,-11-8 359,-5 35-269,-3-21-90,-11 28-90,3-38-359,-8 0 89,8-11-5307,-18-6 3238,12 0 2429,-7-4 0,16 1 0,6 2 0</inkml:trace>
  <inkml:trace contextRef="#ctx0" brushRef="#br0" timeOffset="192943">13918 13576 8072,'35'-23'6926,"-8"4"-6296,-27 7-630,-3 8 90,-11-1 0,-4 13 0,-10 12 0,7 17-90,6-9 0,13 4-180,26-9-720,11-10 631,-1 4-1,5-18 180,-27-5 0,3-5 0,1-17 90,-9 13 0,5-13-90,-10 10 180,-1 7-90,0-4 0,-2 8 90,-2 4-90,0 3 90,-1 3-90,1 3 90,1 6 0,0-1-90,2 14 0,7-3-90,-1 0-540,19-4-539,-4-18 629,4 1-179,-7-8-2340,-4-7 1980,-6 4 179,2-7 900,-7 6 0,1 1 0,-2-1 0</inkml:trace>
  <inkml:trace contextRef="#ctx0" brushRef="#br0" timeOffset="193090">14216 13543 8162,'-9'57'4948,"4"-16"-4859,4-16-268,8-4 89,-2-9-180,5 6-90,-3-12-5936,6-13 6296,-6 2 0,6-11 0,-8 6 0</inkml:trace>
  <inkml:trace contextRef="#ctx0" brushRef="#br0" timeOffset="193185">14272 13571 7263,'-1'-25'1229,"0"8"0,2 9 1</inkml:trace>
  <inkml:trace contextRef="#ctx0" brushRef="#br0" timeOffset="193359">13951 13156 7443,'-40'-33'3276,"-1"-1"1,13 1 0,9 4-2403,18 13-3213,34 1 360,-8 15-90,12 2 1218,29 6 1,-28-3 0,-5 0 0,1-1 0</inkml:trace>
  <inkml:trace contextRef="#ctx0" brushRef="#br0" timeOffset="195102">22486 6684 7803,'-12'-15'5936,"5"4"-4317,-15-26-1529,15 22 450,-9-31-450,12 34 90,-4-12-90,4 21 90,-11 5-90,8 1-90,-7 5 89,7 5-89,4-2 0,0 5-3302,12 26 3302,-2-20 0,9 22 0,7-18 0,18-4-2268,22-11 2268,-12-8 0,-2-19-706,-16-6 706,-7 4 824,0-3 1,3-5-960,2-6 0,-1-1 135,-4 5 0,0 1 0,2-7 0,-3 1 0,3-9 0,3-17 0,-6 11 0,-9 12 0,-3-1 90,-4-22-90,-1 15 2869,-9 2-2869,-19 42 1579,9 3-1489,-24 21 90,10 13-46,6-1 1,1 2-45,-5 15 0,9-2 0,3-2-90,6-12 90,-2 27-90,9-26 90,10 17-90,-3-16 90,15 13-90,-10-36 0,7 3 90,14 1-90,8 2 0,-1 0 0,6 2 0,-26-12 0,22 17 0,-27-17 0,10 10 0,-24-8 0,-3-8-180,-26 11 0,12-14 0,-18 4-179,18-5-91,-1 1-3508,-22 7 2339,16-5-2699,-25 5 4318,32-8 0,-5 0 0,14-1 0</inkml:trace>
  <inkml:trace contextRef="#ctx0" brushRef="#br0" timeOffset="197557">22552 13876 9691,'-6'-3'3778,"1"0"-2249,-4 1-359,4 0-1,-2-1-719,5-1-90,2 2 1439,5-2-1350,-2 2-89,5-1 899,13-3-1169,-10 2 0,43-12-90,-34 10-90,30-7-90,-11 13 1,-3 4 179,-1 3 0,-16 4-90,-12-3-90,9 13 0,-6-9-5397,47 11 3688,-34-19 1889,18-5 0,1-3 0,-18-3 0,22-8 0</inkml:trace>
  <inkml:trace contextRef="#ctx0" brushRef="#br0" timeOffset="199908">23577 13500 7803,'-12'-28'5666,"6"11"-3057,-15-33-1890,16 32-89,-5-15 2608,11 18-2968,1 11 989,6 49-1034,-4 2 0,-1 6-180,2 3 0,-1 1-1286,0 10 1,0-4 1150,-1 0-135,1-20 1,0 1-1665,6 21-405,-3-23 0,1-2-944,7 6-1709,0-24 3598,-7-24 1349,0-11 0,-4 1 0,2-3 0</inkml:trace>
  <inkml:trace contextRef="#ctx0" brushRef="#br0" timeOffset="200487">23752 13708 6813,'-3'-22'7106,"-2"0"-7016,-2-2 90,0 6-90,-1 9 0,3 4-90,-4-2 90,-2 4 180,-9 7-180,6-1 89,-10 14 271,10 8-270,4 10-90,2-4-45,16 5 0,4-2-45,-2-6 0,4 4 0,3 1 0,13 11 0,1-10 0,1 2 0,-11-24 0,-9-10-180,24-11 90,-17 2 0,19-9 0,-24 6-360,19-28 450,-18 20 0,13-20 90,-26 1-90,-3 21 0,-3-18 90,-14 19-90,8 10 0,-10-4 0,11 11 90,0 3 90,-11 11-90,10-5 90,-8 22-180,15-18 0,2 9 90,4-11-180,21 24-90,-11-21-1394,18 4 0,3-3 315,-11-14-180,26 1 89,-34-9 502,8-9 0,-8 3 0,7-7 0</inkml:trace>
  <inkml:trace contextRef="#ctx0" brushRef="#br0" timeOffset="200747">24288 13531 8162,'1'-17'7106,"0"11"-6206,-3 16-630,3 14-136,1 15 1,0 4-135,2-3 0,-1-7 0,2 3-809,7 23 359,-6-31-179,7 26-1620,-5-38-2249,4-5 3149,-2-2 1349,3-7 0,-8-5 0,1-1 0</inkml:trace>
  <inkml:trace contextRef="#ctx0" brushRef="#br0" timeOffset="200942">24277 13751 7982,'-25'-17'7376,"12"-1"-7376,17 15 0,9-4-809,25 5 269,-15 2-3418,12 3 1,1 2 3957,-14-1 0,18 6 0,-34-6 0</inkml:trace>
  <inkml:trace contextRef="#ctx0" brushRef="#br0" timeOffset="201174">23955 13553 7353,'-17'-18'5936,"9"6"-4586,2-19-1170,9 19-91,8-10 1,-2 16-539,30 2-721,-4 8 451,10 1-4228,-5 11 3777,-27-9 1170,9 4 0,-17-6 0,1 0 0</inkml:trace>
  <inkml:trace contextRef="#ctx0" brushRef="#br0" timeOffset="201363">24245 13108 7892,'0'-38'4093,"0"0"0,1-19-4453,9 100-1349,1-8 0,1 4-585,4 13 1,0 1 1140,-1-6 1,0-3 1152,-2-4 0,0-5 0,1 6 0,2 1 0</inkml:trace>
  <inkml:trace contextRef="#ctx0" brushRef="#br0" timeOffset="201956">24952 13788 8612,'-6'-12'7196,"3"5"-6746,-3-3 1259,3-6-990,6 0-629,-3-6 0,-4 9-90,-3 8 0,-12 7 0,7 2 90,-19 8-90,16-5 0,-10 5 0,2 22 0,14-16 0,-9 21-90,31 15 90,-5-30-360,10 9 1,6-6-991,11-24 361,15-3 809,-17-14-360,-4-23 540,-20 20 90,6-30 0,-12 33 990,-3-13-631,-3 28-89,-5 4-90,2 8 0,-2 11-90,3-8 270,-7 47-450,7-33 89,-3 32-178,5-15-3631,6-4 0,2 1 2730,-2 8 405,1-11 1,4-14-2204,-2-28 1438,-1-3 1350,2-18 0,-4 7 0,1-12 0</inkml:trace>
  <inkml:trace contextRef="#ctx0" brushRef="#br0" timeOffset="202408">25095 13770 7263,'8'-17'7556,"2"-1"-7107,1 3-269,-3 7 360,12 25-540,-3 9 0,4 3 0,0 8-90,-14-26 90,7 8-540,2-21 450,-6 1 0,7-7 0,-12 2-90,2-5 91,-2 3-91,6-19 90,-6 13 90,3-14 180,-5 13-90,-1 4 179,-2 3-89,0 9 270,-6 19-450,4-9 0,-5 14 0,15 5-90,-4-17-2159,21 19 1260,-14-29-360,10 2 1349,-5-22 0,-6 9 0,6-11 0</inkml:trace>
  <inkml:trace contextRef="#ctx0" brushRef="#br0" timeOffset="202802">25493 13733 7173,'11'-32'8455,"-3"7"-7915,-7 10-360,-1 7-90,-2-3 0,-2 9-90,-8 9 0,4 0 0,-6 12 0,8-8 90,-3 23-90,6-17 0,-2 18-90,8-16 90,0-1-90,2-3-990,16-2 361,-2-13 539,7 3-270,-6-16 360,-11 4-270,12-25 360,-13 19 0,7-15 90,-12 17-90,-3 8-180,0 16 0,0-1-1529,4 19-3058,3-18 4767,5-1 0,-2-6 0,0-5 0</inkml:trace>
  <inkml:trace contextRef="#ctx0" brushRef="#br0" timeOffset="203095">25625 13054 8432,'-8'-38'8635,"-6"-12"-8095,6 15 719,0-13-1169,9 39 0,5-7-90,11 28-180,2 21 180,-1-5-270,-7 21 1,-13-29-91,-2 6-4408,-19 30 1679,9-27 1380,-12 29 1686,4-18 0,9-13 1,-6 13-1</inkml:trace>
  <inkml:trace contextRef="#ctx0" brushRef="#br0" timeOffset="203427">26048 13919 9152,'-4'-12'8275,"0"4"-5576,-13-9-2520,10 11-179,-5-3-9831,31 22 9635,-6-5 0,11 8 1,-14-10-1</inkml:trace>
  <inkml:trace contextRef="#ctx0" brushRef="#br0" timeOffset="205381">26050 13968 8612,'-10'-9'6656,"-2"0"-4857,0 4-629,3 0-991,1 0 1,7 2 90,7 0-270,-3 1 270,12 13-180,-11-3-90,5 12-180,-16 17-90,2-17 0,-8 20-3867,-22 4-541,5-21 3149,-11 17 1529,12-32 0,18-9 0,-2-1 0</inkml:trace>
  <inkml:trace contextRef="#ctx0" brushRef="#br0" timeOffset="206464">26468 13898 9422,'5'-3'6386,"-1"-2"-6386,-3 3-270,2-1-809,2 3-3239,3 0 2969,-3 0 1349,-3 6 0,-3-2 0,-2 5 0</inkml:trace>
  <inkml:trace contextRef="#ctx0" brushRef="#br0" timeOffset="206642">26622 13913 8702,'14'-3'2698,"-2"0"-4047,-5 3-2788,3 4 4137,-2-1 0,0 5 0,-4-1 0</inkml:trace>
  <inkml:trace contextRef="#ctx0" brushRef="#br0" timeOffset="216214">17758 13069 7443,'-23'-15'9175,"14"11"-8366,-16 23-629,22 0 0,1 27 359,7 6 1,2 0-360,-1 6-45,0-2 0,2 8 75,-1-5 0,-1 4 0,0-7-210,-2-15 0,0 3-162,0 8 0,1 13 0,0 5 0,0-5 0,-1-15-108,-2-10 0,0-2-1664,1 14 0,1 11 0,1-1 1,-2-17 224,1-5 1709,1 2 0,1-9 0,-4-29 0,1-3 0</inkml:trace>
  <inkml:trace contextRef="#ctx0" brushRef="#br0" timeOffset="217420">17913 12865 7443,'-20'-26'7555,"2"4"-7105,8 14-90,12 7-180,20 8-180,2 2 0,31 12 0,-13-7 0,4-1-45,16 3 0,2-1 45,-9 0 0,2-2 449,3-3 1,5-2 0,-8-2-1065,-19-3 1,-2-1 928,28 2 1,6-2-15,-23-4 0,2-1 0,-4 1-255,1-1 0,3 1-75,11-1 0,7-1 0,3 0-83,-14 1 1,2 0-1,1 0 1,0 0-68,3 0 0,0 1 0,1 0 0,-1-1-589,0 1 0,0-1 0,-1 1 1,-3 0 708,3 0 0,-3 1 0,-7 0-318,-8 1 0,-3 0 333,-1 0 0,3 0 15,9 1 0,7-1 0,-2 0 30,-9 0 0,-2 0 0,2 0 0,8 0 0,1 0 0,-4 0 0,-1-1 0,-1 1-45,19-1 0,-3 1-45,-4 1-180,-4 1 0,9 1 0,-12 1 1,-10 1 179,-5 0 0,4 2-945,5 2 1,-4 1 764,-3 0-30,5-4 0,10 1 1,-11-2 299,-8-4-90,24-1 0,0 1 90,-20-1 90,20 0 935,-38 2-935,-12-2 2850,-3 0-2760,12 1 825,-13-1-916,6 1 632,-10 1-631,-2 0 90,0 3-180,-2 0-90,3 7 90,-1-6-180,7 10 90,-4-11 0,4 4-89,10 12 179,-10-10 0,22 28 0,-22-26 0,9 12 0,-12-17 0,0 2 89,9 13-89,-7-8 180,12 34-180,-13-27 0,3 19 45,-9-3 0,0 0-3308,1 0 3263,-2 3 0,1-2 90,2-13-767,0 9 1,0 2 676,0 0-962,2 19 1,0 0 871,-2-23 90,4 31-301,-6-34 301,0-6-45,-2 17 0,-1 2 45,0-7 12,-2 18 0,0-2-12,2-21 0,-3 22 1005,3-24-825,0 31-180,0-25 90,0 26 0,1-44-90,1 4 270,-3 25-270,3-25 2284,-3 29-2284,2-28 135,1 1-225,0-1 0,0-8 3032,3-1-3122,-1-7-3957,4 4 2967,-5-7 1170,1-1 0,-4-4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8T08:25:53.951"/>
    </inkml:context>
    <inkml:brush xml:id="br0">
      <inkml:brushProperty name="width" value="0.09071" units="cm"/>
      <inkml:brushProperty name="height" value="0.09071" units="cm"/>
      <inkml:brushProperty name="color" value="#FF0000"/>
    </inkml:brush>
  </inkml:definitions>
  <inkml:trace contextRef="#ctx0" brushRef="#br0">15736 4618 8792,'7'0'4138,"2"0"-4048,-6 0 89,2 1 721,-3-1-720,-1 0 1619,5 0-1619,-4 0 449,17 0-539,-10 1 90,11 0 45,15 2 0,2 1-225,-3-1 30,16-1 0,16 1 0,-11-1-30,-3-1 0,5-1 0,13 0 0,-13-1-90,-7 0 90,16-1 0,-2 0 0,-21 2 0,2-1 0,11-1 0,-10 0 0,6 0 0,2-1 0,10-1 0,-12 0 0,-16-1 0,6 1 0,-5-1 0,-22 3 0,18-6 0,-18 4-90,14-4-1889,-26 9-3688,-4-3 5667,-13-2 0,1-2 0,-5-2 0</inkml:trace>
  <inkml:trace contextRef="#ctx0" brushRef="#br0" timeOffset="984">13506 3008 7173,'-13'7'7646,"-3"2"-7557,5-4 721,16 3-540,5-6 179,37 2 1,9 1-360,-11-1 30,6-1 0,12 1 0,-4 0 60,-2-1 0,-2 0-135,8 0 0,2 0 45,0 0 0,4 0-90,-5-3 0,4 0 0,-6 0 0,-6 0 0,4 0-36,-2-1 0,11-1 0,4-1 0,-6 0 0,-13 0 36,-11 1 0,0-2 18,5 0 0,13 0 0,3-2 0,-2 1 0,-10 0-18,5 0 0,-4 1 0,-4-1 0,1-1 0,-4 2 0,2 1 0,-11 0 0,-16 3 90,28-2-360,-30 1 90,10 1-90,-19-1-2248,0 1 1348,-5-1 1170,0-6 0,-6 2 0,-3-4 0</inkml:trace>
  <inkml:trace contextRef="#ctx0" brushRef="#br0" timeOffset="17398">767 3895 9512,'2'-3'7106,"-1"-1"-6387,-1 5-359,2 3-90,-2 1 90,3 7 539,-6 20-629,1-8-90,-2 17-90,-1 18 0,0 5-495,4-23 0,1 1-885,-1 11 1,1 6 0,1-9-510,5 13-3418,6 0 3778,-8-46 1439,1 4 0,-2-16 0,2-1 0</inkml:trace>
  <inkml:trace contextRef="#ctx0" brushRef="#br0" timeOffset="17718">1145 3931 7623,'3'17'6746,"0"16"-5757,0 27-809,-2-12-360,1-3 0,0 8 0,0-8-269,0-1-2472,-2 3 0,-2 9 1,0-15 2920,-2-22 0,-8 21 0,7-38 0</inkml:trace>
  <inkml:trace contextRef="#ctx0" brushRef="#br0" timeOffset="17951">821 4264 6993,'-38'-13'7106,"14"6"-5847,-18-7-1079,29 10-90,-2-2 90,16 2-180,5 2-90,6-2-1709,31 2 0,7 2 450,-9-1 101,11 1 0,-2 1-101,-23 2 588,12 1 1,-10 1-1,9 1 1</inkml:trace>
  <inkml:trace contextRef="#ctx0" brushRef="#br0" timeOffset="19053">1427 4279 8882,'-6'-10'4767,"-6"-15"-4677,7 16-90,-6-12 630,-10 5-450,10 9 359,-29-3-449,24 13 0,-20 14 0,24-6-90,-5 22 0,15-20 0,20 47 0,-7-41 0,15 26-450,14-34 361,-22-7-811,46-26 810,-50 8-45,9-19 0,-1-2 135,-15 16 270,14-37-180,-19 47 0,2-6 270,-2 32-360,0-9 90,1 13 0,0 5-90,-1-14 0,6 16 0,-5-25 0,2 1 0,5-20 0,-5 8 0,7-12-90,0-1 90,-6 11 0,5-9 0,3 17 0,-8 1 180,22 21-180,-21-12 0,11 16 359,-10-1-359,-4-12 540,6 15-450,-8-23-90,9-14 0,-5 2 0,16-21 0,-13 24 0,7-6 0,-11 14 0,9 20 0,-8-11 0,7 16 90,-1 0-90,-8-16 180,9 0-180,-11-16-90,15-40 90,-11 30 0,10-21 0,-6 32-90,-5 3 90,5 2 0,7 30 0,-10-17 0,11 20-540,3-11 270,-12-13-3058,21 6 450,-21-20 1529,6-3 179,-8-2 1170,-1 0 0,0-1 0,1-2 0</inkml:trace>
  <inkml:trace contextRef="#ctx0" brushRef="#br0" timeOffset="19281">1401 3943 8432,'-27'4'6836,"12"-2"-5936,0 4-990,42 1-180,-5-2-2729,17-1 1,13-2 0,-7 0 2857,9-1 1,9 0 0,-3 0 0,-21-1 0</inkml:trace>
  <inkml:trace contextRef="#ctx0" brushRef="#br0" timeOffset="19949">2428 3995 8252,'-10'-11'6027,"3"4"-5218,-5-8-629,10 3-180,0 2 0,5 0 0,3 6 0,-2 2 0,11 3 0,-8 0 0,22 24 0,-20-14 0,17 40 0,-21-36 90,4 19 720,-18 8-540,5-24 89,-22 41-449,17-46-179,-10 14-8906,-6 5 8006,14-18 1169,-14 18 0,20-22 0,0 1 0</inkml:trace>
  <inkml:trace contextRef="#ctx0" brushRef="#br0" timeOffset="20116">2345 4550 7713,'-2'7'6386,"2"-2"-7196,3-6-1528,0 0 1618,0-1 0,-9 8 1,-3 3-1</inkml:trace>
  <inkml:trace contextRef="#ctx0" brushRef="#br0" timeOffset="78108">3312 5292 8972,'-2'-16'4677,"0"0"-4137,-1 4 269,-2-8-179,0 1-540,0 3 450,-1 7-450,5 8 449,-3 29-539,4-12 90,1 39 0,0 6-90,2-18 0,-1 5 0,2 6 45,-1 4 0,0-5-45,0 1-223,1 11 0,-1 1 133,-1-11 90,0 2 45,0-11 0,0 4 45,-1 0 0,0 0-90,1-5 0,-1 0 45,0 7 0,0-7-45,-1-13 0,0 9 45,-2-3 0,0-1-45,1-3-382,-1 2 0,1-4 382,2-16 0,0 15 0,0-14 0,1 22-90,2-16-179,-1 0 320,2-5-1490,-2-6-1710,2-2 3149,-1-12 0,0-1 0,-3-12 0</inkml:trace>
  <inkml:trace contextRef="#ctx0" brushRef="#br0" timeOffset="79033">3311 6743 7533,'0'7'5217,"1"-3"-4138,-1 2-179,1-5-721,0 1 631,26-14-810,-15 7 0,21-8 0,0 3 0,-1 1 0,-1 1 0,11-1 0,12 0 0,-9 2 0,-2 3-390,11 0 0,14 2 1,-12 0 29,-6 1 180,3 1 0,6 0-630,1-1 1,-6-1 719,-4 2 90,2 0 0,13 0 0,-10 1 90,6 2-204,-15-1 1,-2-1 113,6-3 0,-31-1 0,23-2 0,-21 1 0,12 0 0,14-5 0,-24 6 45,18 0 0,0 3-45,-19 3-45,14 7 0,-3 2 45,-18-4 0,13 11-3239,-13-8 2298,-9-8-139,5 3 164,-10-9 916,1-2 0,-1-1 0,1-1 0</inkml:trace>
  <inkml:trace contextRef="#ctx0" brushRef="#br0" timeOffset="80657">3302 5136 8252,'11'-2'4588,"29"-16"-4498,-24 10 314,24-7 1,3 0-315,-16 7 0,34-8 90,-17 11 0,-2 2-180,1 0 45,0 0 0,7-1-75,-4 3 0,3 1 0,-6-1 30,20 1-23,-9-1 1,14 0-1,0 1 1,-14-1 22,-19 1 0,1 1-135,18-1 0,15 1 0,-1 1 0,-13-1 45,-20 0 0,0 0-180,20 1 0,15 1 1,0 0-1,-16-1 270,8 0-60,1 0 0,12 0 0,-17 0 60,-21-2-360,25 1 0,-3 0 270,-32-1 1,31-1 89,-23-1 0,-20 1 179,15 1 541,-24 5-630,-4-2 450,-5 10-540,0-8 90,-7 10 90,1 1-91,2-2 1,-4 10 0,0 4-90,1 3 0,1 1 90,2 2-90,2 28 0,2-21 0,-1 14 0,2 1 0,1-19 0,-1-1 0,0 3-45,-1 0 0,0-2 45,1 14 0,-1-13 0,1 3-45,1 8 0,2-5 45,-1-5-180,2 25 1,0-2 179,1-29-90,2 32-270,-1-16 360,-1-26-180,-2 11 0,-1-1 180,0-18 0,-11 30 0,7-34 0,-21 31 0,19-30 90,-12 22-90,16-26 0,-2 3 0,2 2 0,2-7 180,-3 16-90,2-16 180,-8 15-270,6-16 90,-5 6 0,-5 2-90,8-6 90,-15 17-90,16-19 179,-6 10-179,8-14 0,-9 2 0,6-3 90,-8 0 810,-22 1-720,17 0-90,-25 1 0,-2-1-360,18 0-180,-35 0-5846,21-14 4946,21 5 1350,-20-8 0,28 8 0,-1 0 0</inkml:trace>
  <inkml:trace contextRef="#ctx0" brushRef="#br0" timeOffset="81657">3677 5798 8522,'9'1'5847,"7"-7"-5757,-8 1 0,7-5 0,13-11-90,-11 8 45,17-14 0,3-3-45,-13 10 0,3-2 0,0-2 90,0-8-1,-14 15 1,8-13 1080,-14 16-810,-4 7-91,2-3 91,-6 10 1079,-5 7-1439,4-2 180,-10 49-90,10-31-45,-1 27 0,1 2 45,3-21-90,2 36 90,1-31 0,0-4-90,0 2-45,-1 25 0,0 0 45,-3-28 45,-3 17 0,-2-2-45,1-29-90,-23 26 90,17-38 90,-30 3-90,29-9 0,-13-2-1709,4-21 1349,11 12-809,-3-52 1079,13 43 90,7-27-360,19 8 90,-12 22-2878,13-13 0,2 2 1799,-12 14 1349,25-20 0,-31 25 0,3-3 0</inkml:trace>
  <inkml:trace contextRef="#ctx0" brushRef="#br0" timeOffset="82578">4156 5683 7353,'3'-15'6926,"-2"5"-6656,2-3 359,-3 7-269,0 6-90,0 14-180,0-4-90,5 33 0,-2-28 0,4 17-90,6-10 0,-6-11-90,16 9 90,-14-20 90,6 0-180,2-21 90,-9 10 90,7-13-180,-1-7 180,-8 19 180,7-17-90,-12 27-90,-2 25 0,0-11 0,6 40-90,-1-38-2428,22 14 2068,-18-27-2158,33-31 2787,-31 14 2250,25-31-2249,-29 39 0,7-8 629,-9 21-719,-3-1 270,6 31-360,-5-21 90,8 36-90,-8-39 90,10 7-90,-9-20 0,10-24 0,-10 16 90,11-23-90,-11 27 0,4-4 180,0 17-90,-4-3-90,5 7 0,4 11 0,-5-11-3958,20 20 2519,-20-27 90,10 3 1349,-10-17 0,1 1 0,4-4 0</inkml:trace>
  <inkml:trace contextRef="#ctx0" brushRef="#br0" timeOffset="82906">4836 5704 8252,'3'-2'6567,"-4"-4"-6388,-1 4 181,-5-6 180,-1 6-360,-5 7-180,2-1 0,-5 22 0,11-13 0,-3 13 0,15 16-90,-1-24-1170,17 8 1,5-5-90,-6-15 670,19-10 1,0-6 0,-16-4-1,24-19 1</inkml:trace>
  <inkml:trace contextRef="#ctx0" brushRef="#br0" timeOffset="127660">1770 5670 8882,'-18'-11'6926,"5"-2"-6476,30-3-450,-8 7 0,19-6 90,17 10-90,-21 3 0,34 3 0,6 2 0,-10 1 0,-5-3 0,10 0 0,-9-1 0,6-2-30,-3-3 0,10-1 0,-11 0 30,-3 0 0,5 0 0,-1-1 0,-4 4-90,-23 2-90,29 1 90,-39 3-540,27 8 360,-26-6-269,17 4 179,-21-7-90,2-1-5127,10-6 4408,-14 2 180,9-4 989,-16 3 0,-1 0 0,1 0 0</inkml:trace>
  <inkml:trace contextRef="#ctx0" brushRef="#br0" timeOffset="128198">2862 5500 9242,'-9'3'6386,"-1"-1"-5396,8-4-721,0 1-89,3-2 450,3 0-540,-2 2 0,3-1 0,20 3 0,-13 1-270,50 13 180,-41-8-90,25 11-90,-20-2 90,-9-2 90,4 3 270,-11 0-90,-10-10-180,2 4 90,-13-4-90,4-2 0,-12 4-180,8-2-1619,-19 14 809,16-9-449,-10 8-5037,9 0 5307,8-9 1169,-3 7 0,10-13 0,1 1 0</inkml:trace>
  <inkml:trace contextRef="#ctx0" brushRef="#br0" timeOffset="129041">1906 6593 8252,'0'6'5487,"0"-2"-5217,0 0 180,23-13-450,-10 5 90,43-15-90,-12 9 0,7-2 90,-6 3-90,-5 2 0,0 0 0,3 0-1131,11-1 0,13-1 1,-11 1 1040,1 1 90,5 0 0,4 1-1145,-13 2 0,-5 2 965,-1 0-270,1 1 1,9-1-1,-11 1 0,-9 1 341,19-5 1,-4 0 0,-28 1 0,23-7 0</inkml:trace>
  <inkml:trace contextRef="#ctx0" brushRef="#br0" timeOffset="129563">3136 6314 9242,'-10'-1'4587,"1"0"-4497,8 1 90,2 2-180,0 0 0,2 3 180,10 11-180,-6-8 90,9 10-90,15 3 0,-18-12 90,27 26-90,-34-26 90,-8 35-180,-5-28-180,-13 17-6296,-16 9 5306,16-20 1260,-21 23 0,25-28 0,1-2 0</inkml:trace>
  <inkml:trace contextRef="#ctx0" brushRef="#br0" timeOffset="139204">872 5859 7263,'-10'6'9175,"3"0"-7286,-9 48-1889,12-29 89,3 28 1,4 1-180,2-24-1023,6 33 1023,-8-49-2909,0 18 1650,-2-18-11,-2 12 1360,-18-31 0,8 0 0,-11-8 0</inkml:trace>
  <inkml:trace contextRef="#ctx0" brushRef="#br0" timeOffset="139403">645 6011 7623,'-47'-46'9830,"29"18"-9079,4-5 1,7 1-662,17 8-90,16-8-1439,13 14 0,4 5-1979,0 2 3418,8 9 0,-4 8 0,-26 11 0,0 22 0</inkml:trace>
  <inkml:trace contextRef="#ctx0" brushRef="#br0" timeOffset="139613">667 6304 7713,'-21'13'8994,"2"-4"-7015,6-3-1889,9-6-3148,65-20 1619,-32 10 629,5 0 1,0 0 809,11-4 0,-23 8 0,18-6 0</inkml:trace>
  <inkml:trace contextRef="#ctx0" brushRef="#br0" timeOffset="140043">940 6201 7892,'4'-2'7646,"-1"0"-6746,6 10-810,-5-3 89,17 26-179,-14-19 90,6 13 0,-7-12-90,-3-10-90,12-30 90,-10 10 0,8-25-179,9-4 179,-13 27 0,29-20 0,-29 39-90,30 51-90,-28-24-90,13 31-4587,-10-32 2068,-10-18 1440,6 5 1349,-6-16 0,0 0 0,2-2 0</inkml:trace>
  <inkml:trace contextRef="#ctx0" brushRef="#br0" timeOffset="140921">1351 6104 7713,'8'-3'6566,"-4"3"-6386,3 1 1259,3 38-1259,-5-21 449,5 35 1,1 4-450,-6-21 180,4 27 0,-1-1-360,-5-32 0,3 29-90,-4-43-630,0-8 360,-1-1-1259,-1-24 1349,-1 4 0,0-14 45,-5-20 1,0-1 224,2 6 120,1-5 0,0-12 0,1 12-120,3 14 89,7-13 1,3 5-90,-3 29 90,11-8 0,-13 20 0,20 22-90,-12-7 225,1 16 0,-2 3-135,-7-10 0,-4 24-90,-27-23-90,14-15-180,-15 9-1979,13-37 1890,8 6-1,-4-17-360,31-21 810,-12 28 539,14-8 1,1 3-360,-12 20 0,16-7 1619,-9 28-1709,-12-6 450,17 38-630,-22-30-270,12 37 90,-11-43-1079,16 2 1079,-12-16-90,16-26 270,-19 21 180,13-7-90,-14 20 0,14 26-90,-10-14 0,6 13-270,3-19 0,-8-8-450,10-1 91,-11-5-3869,10-15 3239,-11 7 180,6-10 1079,-7 10 0,0 0 0,0 0 0</inkml:trace>
  <inkml:trace contextRef="#ctx0" brushRef="#br0" timeOffset="141117">1948 5989 7443,'2'39'4632,"-1"1"0,2 13-4632,-1-2-179,4-12-1,-2-11-4857,5 22 3597,-7-39 1,1 8 1439,-3-31 0,0 2 0,1-7 0</inkml:trace>
  <inkml:trace contextRef="#ctx0" brushRef="#br0" timeOffset="141282">1862 6073 7892,'8'-38'9830,"3"8"-14746,27 25 1,5 6 2938,-7-2 1977,6 0 0,-2 1 0,-22 2 0,0 1 0</inkml:trace>
  <inkml:trace contextRef="#ctx0" brushRef="#br0" timeOffset="156759">2857 8406 7713,'-16'17'9084,"8"-7"-8364,8 2-630,6-11-90,14-4 90,35-25 0,-31 14 719,14-20 1,-3-3-270,-23 17-1,12-28 2430,-40 41-2879,9 9 89,-13 6 316,5 34 0,3 9-315,0-4-135,-1 3 0,1 8 104,8-5 1,3 2 0,1-6-195,-2-14 1,2 1-1148,1 21 0,2 15 0,1 0 0,-2-14-1507,-1-15 1,0-3 1053,2 29 1,-4-7 1284,-10-26 495,-30-38 0,-7-9 314,9 2 91,-14-4 0,-2-5 1708,15-7 1,5-1-1709,-8-4 89,24-19 1,18-2-990,28 26 1,13 4-961,-4-7 1,4-3 0,2 2-1680,8 2 1,3 3 0,-2 0 2998,7-6 0,-4 1 0,-4-1 0,-7 1 0,-3-6 0</inkml:trace>
  <inkml:trace contextRef="#ctx0" brushRef="#br0" timeOffset="157031">3353 8159 7533,'-15'-15'9830,"7"8"-7427,-10-1-829,-4 37 0,1 15-3475,6-7 0,1 2 1901,-9 11 0,1 1 0,11-12 0,3-2 295,4-3 0,3 0-1465,1 3 1,0 0 404,-1 0 1,3 0-4152,9 11 1,4-6 2333,-1-18 2582,17 13 0,-15-41 0,1-3 0</inkml:trace>
  <inkml:trace contextRef="#ctx0" brushRef="#br0" timeOffset="157355">3493 8349 8522,'-22'-10'9085,"11"5"-7286,-15-8-1799,23 8 90,0-3 90,44 23-180,-22-6 0,25 16 0,-30 7 0,-7 2 0,1-3-315,-11 28 0,-6-1-315,-4-29-269,-3 6 0,-4-6-7377,-7-31 6837,10 0 326,-4-14 1113,19 1 0,3-2 0,1-1 0</inkml:trace>
  <inkml:trace contextRef="#ctx0" brushRef="#br0" timeOffset="157526">3607 8344 8432,'37'-42'9265,"-23"27"-9175,1 17-180,-22 17-1260,-2 29 1,2 3 630,8-21 269,-2 6 0,6-4 450,41-17 0,-22-12 0,27-1 0</inkml:trace>
  <inkml:trace contextRef="#ctx0" brushRef="#br0" timeOffset="157780">3878 8071 7803,'-8'-18'9830,"4"8"-3919,20-14-5911,-3 22-45,35 25 0,5 11 45,-16 0-45,9 4 0,-4 10-1035,-28 17 1,-11 1-270,0 1 599,-1-24 0,-1 6 1,-7 1 749,-12-4 0,-9 3 0,-1-3 0,3-5 0,0 2 0,-2 0 0,-2 3 0,0 0 0,0 0 0,0 0 0</inkml:trace>
  <inkml:trace contextRef="#ctx0" brushRef="#br0" timeOffset="163473">3623 7589 14819,'-3'6'8185,"-1"0"-7466,-7 33 1,-1 8-630,1-7-210,-1 0 0,-1 10 0,2-5-2039,2-7 1,2-1-2758,0 11 1,1-2 4494,3 5 0,9-27 1,1-30-1</inkml:trace>
  <inkml:trace contextRef="#ctx0" brushRef="#br0" timeOffset="163928">3340 7990 7533,'-14'-8'7196,"7"4"-5487,-9-5-1619,13 8-90,-2 0 90,5 5 539,12 37-359,-5-20 224,15 24 1,3 2-405,-8-19-45,11 8 0,1-2-45,-5-19 0,3 4 90,1-20-90,-19-4 0,8-7-90,-9-20 0,-3 11-90,3-16-1889,-3-1 1,-1 1 629,2 5 1439,5-20 0,3 2 0,-4 28 0,11-20 0</inkml:trace>
  <inkml:trace contextRef="#ctx0" brushRef="#br0" timeOffset="165604">3901 7359 8522,'-2'-10'8815,"0"-4"-7915,1 10-181,1-2 810,5 31-1349,-1-4-360,5 36-90,-5-30-1888,3 26 988,-3-33-4047,2 22 3328,-4-26 1889,-1 9 0,-1-20 0,-1 2 0</inkml:trace>
  <inkml:trace contextRef="#ctx0" brushRef="#br0" timeOffset="165836">3833 7545 7803,'-28'-9'8725,"6"1"-7556,38-4-1169,-6 6-2486,31-8 1,5-1 2035,-12 7-380,17-7 1,2-3-3039,-8-7 2699,2 1-1979,-10-10 3148,-28 21 0,3-6 0,-8 9 0</inkml:trace>
  <inkml:trace contextRef="#ctx0" brushRef="#br0" timeOffset="166249">4187 7278 7533,'-36'-10'9804,"-1"20"-9534,28 17-180,-2 5 90,11 11 0,3 1-180,2-3-45,1 3 0,1-3 45,1-16-180,4 0-180,0-18 0,0-5 180,1-5-449,2-17 449,-7 7 0,4-9-180,6-20 360,-11 24 270,16-20-180,-19 38 90,17 29-180,-13-13-90,8 22-1349,3-10 899,-10-16-7286,28-4 7826,-27-14 0,14-13 0,-17 10 0</inkml:trace>
  <inkml:trace contextRef="#ctx0" brushRef="#br0" timeOffset="166930">4463 7491 6903,'17'-12'9830,"-4"2"-9586,-16 12 26,-15 6-270,8-1 0,-11 6-90,5 28 90,10-22-180,12 43 180,3-48-90,12 13 0,4-29 90,-10-3 0,11-9-90,-15-2 90,-4 2 0,0 2-89,-2 0 89,4-5-90,-3 5 90,3 0 0,-5 8 0,-1 2 0,1 1-90,5 14 90,-5-7 0,6 10 90,1-2-90,-5-9-90,6 5-450,0-27 450,-8 9 0,11-26 90,-13 25 0,2-7 0,-3 17 90,4 27-90,-3-17 90,7 28-90,-7-31 0,2 5 90,3-17-90,-4 1-90,5-7-180,3-13 270,-7 14 0,6-12-90,-8 19 90,2 4 0,-1 0-180,8 16-90,-6-9-6566,26 23 6836,-9-26 0,10 9 0,-11-20 0</inkml:trace>
  <inkml:trace contextRef="#ctx0" brushRef="#br0" timeOffset="167300">5001 7485 7263,'0'-10'7376,"0"2"-7286,-10 15-90,5-3-90,-9 25 90,13-19-180,13 25 180,-2-27-360,33 21 360,-29-22 0,16 8 360,-25 5-270,-4-12-270,-18 21 0,7-23-180,-12 6-6026,5-15 6386,14-3 0,-4-3 0,15 1 0</inkml:trace>
  <inkml:trace contextRef="#ctx0" brushRef="#br0" timeOffset="167569">5163 7568 7263,'17'-9'7645,"-2"1"-7465,-15 6 540,0-2-270,-2 2-90,-15 12-360,11-4-90,-8 26 0,16-22-90,4 10-4678,20-14 3419,-15-5 1439,19-12 0,-24 2 0,3-10 0</inkml:trace>
  <inkml:trace contextRef="#ctx0" brushRef="#br0" timeOffset="167768">5146 7395 7353,'-21'-20'9830,"14"11"-7787,-8-8-1773,31 13-450,-7 3 0,13 0-2428,1 16 1708,-11-7-359,9 11 1259,-2-2 0,-10-10 0,9 5 0</inkml:trace>
  <inkml:trace contextRef="#ctx0" brushRef="#br0" timeOffset="167932">5337 7131 7713,'-1'-44'5576,"6"49"-7195,-4 12 1619,3 39 0,1 8 0,-2-15 0,-1 1 0,0-1 0</inkml:trace>
  <inkml:trace contextRef="#ctx0" brushRef="#br0" timeOffset="168206">5501 7735 8162,'0'7'9625,"1"-1"-9265,6 15-450,-3-11 90,4 17-450,-10 9 270,-1-17-3643,-15 13 0,-4 0 2294,2-16 1529,-33 17 0,37-32 0,-4-1 0</inkml:trace>
  <inkml:trace contextRef="#ctx0" brushRef="#br0" timeOffset="168594">6026 7428 9422,'-27'-3'9830,"5"3"-8867,10 4-963,5 1-89,-19 37 89,14-23 0,-8 22 0,1 1 0,13-18-450,3 11 0,5-2 0,4-21-4857,37-13 4318,-28-11 989,10-30 0,-3-6 0,-12 14 0,-1-6 0,0 1 0</inkml:trace>
  <inkml:trace contextRef="#ctx0" brushRef="#br0" timeOffset="168786">6012 7220 7533,'-7'13'9830,"3"-14"-9676,2 60-64,10 4-90,-2-27-180,6 26-2834,-1-27 1,0-3 1394,-2-6 1619,11 28 0,-19-53 0,-1-1 0</inkml:trace>
  <inkml:trace contextRef="#ctx0" brushRef="#br0" timeOffset="168953">5922 7435 6993,'-1'-33'7106,"0"13"-7376,20 7-3418,14 14 0,3 6 3688,-5-2 0,7 1 0,-3 1 0,-15-1 0</inkml:trace>
  <inkml:trace contextRef="#ctx0" brushRef="#br0" timeOffset="169620">6277 7475 8162,'-23'-5'8276,"4"2"-8007,8 16-269,6-5 0,-4 8-269,14 8 179,-2-14-1439,19 19 1169,-14-25 90,10 3-989,-1-26 1259,-10 9 449,9-26-269,-15 26 270,-2-8-450,1 19 90,4 24-180,-1-15-90,14 17 90,-11-26 90,8-1-629,-1-19 539,-6 10-90,6-15 180,-11 21 0,1 0 0,-2 7 90,4 27-90,-1-16 90,6 21 0,1-29-90,-2-1-90,6-14 90,-9 2-90,3-8 0,-1-16 90,-6 17 90,2-15 179,-6 30-269,1 2 0,0 7-1079,8 18 90,-4-15-181,4 13 322,3-21 0,-4-4 0,8-3 0</inkml:trace>
  <inkml:trace contextRef="#ctx0" brushRef="#br0" timeOffset="169854">6190 7264 7713,'-15'-4'9830,"8"2"-9136,-2-2 115,26 0-989,-8 2-270,16 0-6835,9 22 5756,-19-10 1529,20 24 0,-29-23 0,2 6 0</inkml:trace>
  <inkml:trace contextRef="#ctx0" brushRef="#br0" timeOffset="170036">6275 7108 8612,'-13'-45'9830,"5"9"-15612,53 35 3803,-22 2 847,21 11 0,1 3 0,-13 3 0,26 15 0</inkml:trace>
  <inkml:trace contextRef="#ctx0" brushRef="#br0" timeOffset="170385">6881 7390 9332,'-4'3'9830,"4"6"-8956,0-3-874,5 14 0,-2-8 0,2 7-540,13 13 360,-10-19 0,16 9 90,-19-26 90,5-6-450,-1-29 91,-5 20-181,5-22-6116,1 19 5127,-5 12 681,16-5 0,-13 15 0,8 2 0</inkml:trace>
  <inkml:trace contextRef="#ctx0" brushRef="#br0" timeOffset="170768">7107 7384 18866,'-12'20'-90,"6"-9"90,0 21-899,14-8 629,-3-5-180,7 0 180,-8-16 90,3-1-359,10-17 449,-7 3 90,17-26 90,-19 22-90,2-8 90,-8 25-90,-1 3-2519,6 40 1260,-4-25 1259,18 35 0,-12-46 0,10 6 0</inkml:trace>
  <inkml:trace contextRef="#ctx0" brushRef="#br0" timeOffset="171097">7401 7423 8612,'4'-11'9355,"-1"4"-9085,-6 5 269,-9 7-539,5 0 450,-21 36-450,20-24-360,5 47 180,10-49-1529,32 20 1260,-26-32-1,17 2-5577,-6-33 4588,-16 13-990,12-27 1581,-19 24 0,1-6 0,-1 7 0</inkml:trace>
  <inkml:trace contextRef="#ctx0" brushRef="#br0" timeOffset="171251">7198 7019 10141,'-39'-16'4915,"1"-1"0,-19-7-3411,85 15-4293,-10 7-359,31-2 3148,-2 13 0,-25-3 0,18 7 0</inkml:trace>
  <inkml:trace contextRef="#ctx0" brushRef="#br0" timeOffset="178762">4067 6458 7713,'6'3'8994,"-2"-1"-8904,8-14-2698,-1 2 1169,1-5-180,-3 7 1619,-2 2 0,-3 4 0,2-3 0</inkml:trace>
  <inkml:trace contextRef="#ctx0" brushRef="#br0" timeOffset="178965">4375 6424 9152,'9'4'-3396,"23"-15"3396,-19 5 0,19-11 0,-22 12 0</inkml:trace>
  <inkml:trace contextRef="#ctx0" brushRef="#br0" timeOffset="179140">4616 6390 6993,'16'-4'2159,"-4"2"-2159,10-10 0,-10 6 0,10-4 0</inkml:trace>
  <inkml:trace contextRef="#ctx0" brushRef="#br0" timeOffset="179341">4887 6314 9512,'13'-17'3867,"-2"3"-10613,3 1 6746,-6 8 0,6-7 0,-9 8 0</inkml:trace>
  <inkml:trace contextRef="#ctx0" brushRef="#br0" timeOffset="180227">3786 5514 9871,'2'-13'5397,"0"3"-5217,10-8-90,-4 10-90,7-7-3148,25 0 1709,-24 9 1439,37-4 0,-39 9 0,11 1 0</inkml:trace>
  <inkml:trace contextRef="#ctx0" brushRef="#br0" timeOffset="180439">4433 5349 9781,'21'5'4048,"8"-5"-4498,-9-2-6746,25-6 7196,-28 5 0,14-1 0,-20 3 0</inkml:trace>
  <inkml:trace contextRef="#ctx0" brushRef="#br0" timeOffset="180612">4785 5365 7803,'20'8'3777,"7"-2"-8454,-10-3 4677,6-2 0,-5 1 0,-5-1 0</inkml:trace>
  <inkml:trace contextRef="#ctx0" brushRef="#br0" timeOffset="180778">5087 5645 6903,'-1'45'1079,"0"-25"-2248,-1 24 270,1-32 899,0 0 0,0 2 0,1 0 0</inkml:trace>
  <inkml:trace contextRef="#ctx0" brushRef="#br0" timeOffset="180938">5150 6211 7713,'-15'11'-315,"6"-3"0,-2 0 0,4-3 0</inkml:trace>
  <inkml:trace contextRef="#ctx0" brushRef="#br0" timeOffset="181349">3693 6393 9062,'-1'-9'3508,"0"1"-5217,11-14 629,-7 13 1080,2-17 0,-7 21 0,-2-4 0</inkml:trace>
  <inkml:trace contextRef="#ctx0" brushRef="#br0" timeOffset="181540">3642 5935 7892,'-12'-37'4858,"2"5"-5398,15-11-989,1 16 360,3-18-2339,0 16 3508,-4 15 0,2-8 0,-2 10 0</inkml:trace>
  <inkml:trace contextRef="#ctx0" brushRef="#br0" timeOffset="181745">3796 5463 7173,'1'-17'5667,"-1"6"-5128,1-15-1078,6-4 89,0 5-450,7-5-2787,3 7 2427,-6 9 1260,7-7 0,-8 12 0,1 0 0</inkml:trace>
  <inkml:trace contextRef="#ctx0" brushRef="#br0" timeOffset="182225">4993 5473 13829,'10'1'-1642,"1"0"1,-6 0-1,2 1 1</inkml:trace>
  <inkml:trace contextRef="#ctx0" brushRef="#br0" timeOffset="182397">5121 5616 6363,'-1'12'270,"0"-5"-270,-2 7 0,2-8 0,-1 3 0</inkml:trace>
  <inkml:trace contextRef="#ctx0" brushRef="#br0" timeOffset="182910">4217 6149 8702,'-4'4'1079,"1"0"-4497,5 1 3418,0 0 0,1 4 0,0-2 0</inkml:trace>
  <inkml:trace contextRef="#ctx0" brushRef="#br0" timeOffset="188564">5318 5955 9242,'-15'-11'7465,"4"4"-6835,8 0-450,5 5 0,3-2 359,30-4 1,10 1-450,-7 0-893,6-1 0,16-2 0,1 0 0,-11 2 803,-13 1 0,-1 1 0,14-3 0,7-1 0,1 0-292,-2 0 1,1 0 0,-3 0 336,2 0 0,5-2-477,-11 3 0,10-3 1,3 1-1,-4-1 0,-8 3 342,8-3 0,-4 2 30,-1-1 0,4 0 1,-11 2-211,0 0-1125,6 2 1,0 0 765,-8 0-3509,7-4 0,-8-1 4138,-34 4 0,5-8 0,-14 10 0</inkml:trace>
  <inkml:trace contextRef="#ctx0" brushRef="#br0" timeOffset="188960">6900 5490 17247,'28'3'630,"35"5"-720,-39-5 90,29 6 0,-30-1 90,12 14 0,-13-7 90,4 8 2068,-26 12-2158,-2-19-3733,-19 18 0,-6 0 1395,4-14 2248,-17 11 0,-1 0 0,16-15 0,-19 12 0</inkml:trace>
  <inkml:trace contextRef="#ctx0" brushRef="#br0" timeOffset="190101">6146 5108 7083,'7'-4'6566,"-1"1"-5486,-1 0 898,4-9-1798,-5 7 90,4-8-90,-7 9 360,-9-2-540,3 4 90,-31 18 90,18 0-90,-21 33-90,29-11 0,2 1-90,47 14 0,-20-39-90,18-4 0,2-7 90,-17-12 0,20-14-225,-22-6 0,-5-1 225,0 3 45,2-19 0,-4 1 45,-13 24-89,-18-28 89,10 43 0,-15-5 0,22 11 0,0 0 0,17-2 0,-3 2 0,8-2 89,13 8 1,-20-2 0,15 6 900,-13 23-810,-9-18 90,11 49-270,-16-47 0,9 28 0,-7-40-90,22-11 0,-16-3-180,21-32 270,-24 28 0,6-14-90,-6 11 90,-4 10 0,4-6 0,-3 25 0,-1-6 0,18 21 0,-12-21-1349,27 5 899,-25-13-180,12-2-5396,-1-27 4766,-12 16 91,11-21 1169,-14 17 0,-2 5 0,3-5 0</inkml:trace>
  <inkml:trace contextRef="#ctx0" brushRef="#br0" timeOffset="190550">6788 4933 7173,'2'4'7466,"-2"-1"-8726,-1-3-1438,-3-2 1978,2 0 1,-1-3-1260,6-13 1979,-2 7 270,4-10 4857,-4-22-4138,-2 19 1260,-4-32-1799,1 40 1259,-1-5-1529,4 18-1,1 1 1620,3 29-1529,-1-13 180,4 35 0,-1 7-450,0-10 0,0 0 0,0-1-180,3 3-180,-4-26-1619,8 18 900,-7-28-180,2 4-5128,-1-16 4858,-5-3 90,2-4 270,-4-2 1169,1-1 0,0-1 0,0-1 0</inkml:trace>
  <inkml:trace contextRef="#ctx0" brushRef="#br0" timeOffset="190713">6785 4964 7623,'-16'-20'7285,"8"11"-6565,1-16-1260,29 9 91,-6 3-7377,42 3 6837,-39 12 989,22 3 0,-30 0 0,1-1 0</inkml:trace>
  <inkml:trace contextRef="#ctx0" brushRef="#br0" timeOffset="191152">7012 4944 7353,'1'50'9830,"0"-7"-8866,0-28-155,3 37-719,-3-28-90,2 29-90,2-26-90,-2-18 90,2 8-899,-2-37 719,-2 8 90,0-13-809,-7-33 899,4 29 90,-2-27 0,2 0 0,3 25 90,2-35 90,13 41-180,-8 15 90,27 18-90,-25 3 134,1 20 1,-4 3-135,-9-12 0,-3 23-1079,-15-15 449,11-18-269,-10 10-270,15-22 1169,1-25 0,6 12 0,0-20 0</inkml:trace>
  <inkml:trace contextRef="#ctx0" brushRef="#br0" timeOffset="191562">7142 4904 7533,'26'14'6926,"-4"-1"-6746,-19-5 0,1 2 449,5 30-539,-4-23-90,14 34 0,-12-44-360,22-6 270,-19-9 90,10-12-180,-5-15 180,-7 18 90,13-39 0,-16 43 0,5-12 990,-12 39-990,2-6 180,6 33-270,-2-27 0,7 14-900,11-14 450,-11-8-5216,27-13 2068,-23-15 3598,7-6 0,-12 2 0,-4 9 0</inkml:trace>
  <inkml:trace contextRef="#ctx0" brushRef="#br0" timeOffset="191832">7541 4635 7892,'8'-20'9085,"-1"6"-8815,-7 17 810,4 38-991,-2-18-89,3 30-135,0-10 1,1-2-226,-1-4-2159,3 17 1,-1-4 809,-4-33 90,2 14-1260,-7-29 2879,1-3 0,-1-1 0,2-2 0</inkml:trace>
  <inkml:trace contextRef="#ctx0" brushRef="#br0" timeOffset="191961">7498 4835 7443,'-15'-29'9804,"4"6"-10254,40 18-179,-15 5-1530,32 1-4407,-11 9 5306,-9-3 1260,5 3 0,-19-4 0,-1 0 0</inkml:trace>
  <inkml:trace contextRef="#ctx0" brushRef="#br0" timeOffset="192484">6050 5526 7533,'-24'-6'8365,"2"-4"-7825,1 1 989,10-6-1080,13 10 1,6-3 944,38-1 1,10 3-1215,-4-1-171,-8 2 1,9-1 0,2 1 80,3 0 0,2 1 0,-4 1-90,-1-1 0,3 0-288,-4 1 0,12 0 0,2 0 1,-4-1-1,-12 2-1300,-6 0 1,-3 0 1257,14 1 0,7-1 1,-3-3-2948,-10-3 0,-2-2 0,-7 2-1261,17-4 4538,8-3 0,-7-1 0,-40 7 0,0-1 0</inkml:trace>
  <inkml:trace contextRef="#ctx0" brushRef="#br0" timeOffset="222492">17498 4591 7533,'31'-12'4947,"-18"6"-4767,18-7 719,13 10-719,-23 3 674,29-1 1,3 1-675,-18 1-45,8-1 0,4 1 0,-3-1 0,-3 0-4220,22 0 4085,-21 0 0,6 0-376,7-1 1,7 0-1,-8 1 376,-15-1 0,0 1 0,15-1 0,7 1 0,-1-1 0,-7-2 0,-1 1 0,-6-1 0,-11 2 0,1-1 0,15-1 0,8 0 0,-5 0-146,-4 0 1,-5 1 190,-3 1 0,1 0-45,15 0 0,4-1-30,-14 1 0,1-1 0,-5 0 30,-3 1 0,0-1 734,3-1 0,3 0 1,-3-1-780,-1-1 0,-3 1-45,26 0 45,-23 1 0,-4 2 45,-12 4-720,22 0 450,-32-5-1259,26-3 540,-33 1 1088,4-3-99,-10 6 0,0-1 0,-3 2 0</inkml:trace>
  <inkml:trace contextRef="#ctx0" brushRef="#br0" timeOffset="224986">21201 4465 8162,'-27'-1'6207,"10"1"-5398,3-5-719,17 3 719,54-1 1,17 2-630,-13 1-126,-10 1 0,19 0 0,6 1 0,-4-1 0,-14 0-277,-6 1 0,2 0 261,-4-1 1,14 1-1,8 0 1,3-1 0,-2 1-1,-7 0 1,-13-1-39,11 0 0,2 0 11,-18 0 0,12 0 0,8 0 1,3 0-1,1 0 0,-5 0 1,-7-1-1,-11 1-850,16-1 0,-4 0 839,-11 1 0,6 0 0,4-1 0,-1 0 0,-4 0-23,3-2 1,-2 0-1,-3 0 1,-6 0 22,3 0 0,2-1 0,5 1 0,14-1 0,3 0 0,-4 0 0,-15 1 0,-12 0 0,-1 1 18,10 1 0,13 1 0,5-1 0,-5 1 0,-14 1 27,-10-1 0,0 1-81,13 1 0,15 1 0,6 1 0,-6-1 0,-15-1 156,-12-1 0,-2 1-255,14 0 0,11 1 0,1 0 1,-12-1-91,-11 1 0,-5-1 1122,8 0 0,3 1-927,-5 1 0,2 2 0,-2 1 30,4 3 0,-1 0 0,9 0 0,5 2 0,-12 0 0,6 2 0,-2-1 0,-8-2 0,-10-2 0,1-1 18,12 2 0,14 3 0,5 1 0,-6-2 0,-13-3-18,17 2 0,-6-3 0,9 1 0,-18-3 0,-26-6-3392,33-1 3392,-39-1-90,15-1-1440,21 2 1261,-30 0-2610,19 3 1,-1 0 1529,-23-1 89,22 3 1260,-28-5 0,-4 0 0,4-1 0</inkml:trace>
  <inkml:trace contextRef="#ctx0" brushRef="#br0" timeOffset="229620">1196 5323 7533,'-56'11'3867,"20"-4"-6472,-6 1 0,0 0 2785,4-2-90,-19 2 221,19-3 0,3 0-222,-5 1 292,0 7 0,-8 5 1,9-1-112,-1 7-136,0 0 1,-2 7 824,12 5 1,1 6 0,4-4-690,5-11 0,-1 3 539,-8 17 1,-7 14-1,0 1 1,9-12-631,11-17 1,3-1 120,-8 22 0,-2 10 0,8-12-30,12-5-135,2-12 0,3 1 619,11 1 0,4-1-619,2-3 0,1 1-90,12 16 0,3 1-567,2-5 0,0-3 522,-6-8 0,1 1 30,0-1 0,3 2 0,0-1-30,1-2 0,1-1 0,0-1 0,8 14 0,5-3 60,4-10 0,6-3 0,-9-8-1187,6-9 1172,-6-1 0,7-10-15,-4-22 0,3-12 0,-8 2-30,-12 12 0,0-3 0,12-9 0,10-8 0,1-2 0,-10 2-208,-13 4 1,-5 1 0,0 0 177,3 1 0,0 0 0,-1-4-10,6-12 1,-2-4-1,-6 7 130,3-10-90,-5 3 1,5-10-1,-7 9 90,1-6 577,-1 6 1,-1-6-533,-7-5 0,-6 5-45,0 4 388,1-1 0,-7-5-388,-24 10 0,-5 6-90,1 2-23,-8 7 1,-13-10-1,-3 1 1,5 11-23,3 10 0,-5 6-45,-14-6 0,-14-2 0,-2 1 0,13 8 1123,11 8 0,-1 8-1771,-3 4 0,-11 4 1,-4 4-1,5 0 1,13-1 242,7 1 0,2 3-517,-8 3 0,-10 4 0,1 1 1,14-4-968,-1 5 989,11-6 1,2-1-2699,-8 4 5438,14-6-1750,-6 2 0,17-6 0,2-1 0</inkml:trace>
  <inkml:trace contextRef="#ctx0" brushRef="#br0" timeOffset="231501">17983 5674 8432,'-21'-1'6476,"8"1"-4497,-18-4-1529,22 2 0,-6-1 1889,15 1-2070,1 1 2790,30-4-2610,-14 3 405,42-3 1,6 0-675,-16 1-135,4 0 0,9 1 75,-14 0 0,2 2 0,-5-1-75,-11 1 0,4 0-27,12 0 0,15 0 0,6 0 0,-4 0 0,-14 0-18,-6 1 0,0-1 18,11 0 0,14 0 0,6-1 0,-6 1 0,-15-1-1609,-12 0 1,-3 0 1590,15 0 0,6-1 0,-2 0-30,-6 0 0,-3 0 0,-5 0 30,-13 1 0,3 0-630,16 0 1,13-1-1,-1 0 1,-14 1 539,7 0 0,2-1 0,4 1-955,-15 0 1,-6-1 955,1 1-1,0-1 0,2 1-135,-6-1 0,-5 0 225,-1 0 795,0 0 1,2 1-796,17-2 0,-29 2 0,15-1 0,-2 1 0,-19 1 2538,18-1-2538,-21 1 2669,11 1-2669,-8-1 0,6 1-899,-6 0 269,-10 0-4317,8 2 3058,-17-3 0,-7 1 0,-5-3 0</inkml:trace>
  <inkml:trace contextRef="#ctx0" brushRef="#br0" timeOffset="250254">8165 6721 8162,'0'9'7556,"1"-5"-7196,1 2 90,52-20-450,-26 6-68,13-6 1,18-7-1,1-2 1,-12 5-23,-15 5 0,1 0-495,17-8 0,13-4 1,-2-1-1,-16 7-314,-6 2 269,-2 1 0,-1-1 630,-7-3 0,-14 9 0,10-9 0</inkml:trace>
  <inkml:trace contextRef="#ctx0" brushRef="#br0" timeOffset="250563">8923 6298 9512,'-4'-4'5037,"2"1"-4408,3 2-539,3 5 540,4 7-270,10 26-270,-5-12-180,12 31-90,-16-34-3598,1 11 0,-2 0 2249,-6-9 359,0 22 1170,-12-34 0,-4-1 0,-2-1 0</inkml:trace>
  <inkml:trace contextRef="#ctx0" brushRef="#br0" timeOffset="251038">7578 6118 8252,'-8'11'7376,"3"-1"-6881,1 21 0,2 5-406,2-7-179,9 31 1,4 1-181,-2-29-4138,7 13 1,-3-4 3237,-10-29 1170,4 9 0,-13-25 0,0 0 0</inkml:trace>
  <inkml:trace contextRef="#ctx0" brushRef="#br0" timeOffset="251209">7422 6284 7892,'-18'-39'3148,"0"1"1,0 4-1,11 5-3463,37 11 0,8 7-224,-4-1 539,22 9 0,-2 8 0,-31 7 0,26 25 0</inkml:trace>
  <inkml:trace contextRef="#ctx0" brushRef="#br0" timeOffset="251423">7465 6458 7353,'-36'27'8905,"35"-19"-8905,-18 12-450,68-34 0,-24 6-629,34-11-3598,-7 2 1348,-9 2 3329,2-1 0,-26 8 0,-8 5 0</inkml:trace>
  <inkml:trace contextRef="#ctx0" brushRef="#br0" timeOffset="251806">7756 6373 7803,'26'3'7645,"-4"1"-7465,-18 3 0,10 13-180,-8-11 0,13 7 0,-13-16-90,17-32 0,-16 17 90,8-22 90,-6 4-180,-5 19 90,7-13 0,-8 26-90,20 21 0,-13-11-90,12 15-180,-16-17-3957,10 6 2878,-9-9 90,6 4 89,-9-8 1260,1-2 0,0 1 0,1 0 0</inkml:trace>
  <inkml:trace contextRef="#ctx0" brushRef="#br0" timeOffset="252992">8127 6205 8432,'7'3'5487,"11"21"-5307,-11-11 269,10 26 1,0 3-270,-6-14 45,9 26 0,-1 0-315,-10-25 90,9 20 0,-14-44-90,-2-12-180,-3-42 270,-1 24 0,-2-32-90,-3 22 90,-2-29 0,1 18 0,3 11 0,2-1-90,4-19 90,0 21 0,17-9 0,-10 42 90,24 44-90,-25-21 0,3 21 0,-3 0 0,-7-21-2158,-8 32 1528,6-48-4407,-1-28 4407,5 3 2069,13-23 1,3 1-631,-5 17-89,21-26 989,-10 40-1529,-13 7 629,22 21-719,-27-6-90,9 17 90,-10 2-90,-2-18 0,15 8 0,-11-25-90,24-36 90,-22 22 0,10-23 0,-7 10 0,-8 18 180,11 0-180,-4 45 0,3 1-90,0 7-719,27-22 629,-23-16-90,23-6-1259,-24-26 0,-5-5 629,0 3-441,-3-11 1,0-11-1,-2 10 2511,-4 7-586,-2-8 1,1 4 3373,-2 23-3688,0 11 1349,2 23-1439,-1-1-46,5 30 1,1 5-135,-1-16-1349,9 28 0,1-3 180,-7-32-360,11 29 1529,-21-57 0,-1-1 0,-3-7 0</inkml:trace>
  <inkml:trace contextRef="#ctx0" brushRef="#br0" timeOffset="253134">8761 5956 7083,'17'-44'419,"0"0"1,9 1 0,5 13-420,16 30 0,7 1 0,-21 9 0</inkml:trace>
  <inkml:trace contextRef="#ctx0" brushRef="#br0" timeOffset="254119">11248 8863 9152,'6'-4'6116,"0"1"-5666,19-2-810,-13 1-6836,54-11 5847,-45 10 1349,33-6 0,-39 10 0,5 0 0</inkml:trace>
  <inkml:trace contextRef="#ctx0" brushRef="#br0" timeOffset="254282">11892 8824 7173,'17'3'7016,"-3"0"-10434,11 1 1979,-14-2 89,16 2 1350,-16-3 0,-2 0 0,3 0 0</inkml:trace>
  <inkml:trace contextRef="#ctx0" brushRef="#br0" timeOffset="256717">7956 9358 8792,'3'-9'7196,"4"-9"-7016,-4 10 180,12-22-270,-5 16 269,26-36-269,-21 30 0,13-18 1349,-12 15-1169,-9 14 450,10 3-630,-14 12-90,4 9 90,-2-5-5006,13 19 1,4 3 2243,-6-9 1993,8 10 1,-1-3 0,-13-20-1,4 3 1</inkml:trace>
  <inkml:trace contextRef="#ctx0" brushRef="#br0" timeOffset="257310">11266 9438 10231,'-15'-6'7466,"2"-1"-7466,11 5 90,12 5-180,-1 1 180,24 19-90,-21-13 899,9 40-629,-20-32-90,-4 22 270,-16-2-450,12-20-4767,14 34 2788,6-42-3418,46 7 5397,-8-22 0,11-2 0,-6-2 0</inkml:trace>
  <inkml:trace contextRef="#ctx0" brushRef="#br0" timeOffset="258147">15291 9006 7713,'-14'-10'7555,"0"-2"-7285,4-2-360,7 5 0,13 5 90,2 5-180,6 5 180,-7-1 0,6 7 90,-18 22-90,2-14 360,-14 13 0,-4 0-270,5-14 270,-22 39-360,29-46 0,-2 13 0,31 2 0,-12-15 0,34 31 90,-21-20-180,9 14 90,-20-9-90,-10-8-2519,-51-5 1170,21-11-90,-32 3 1529,21-4 0,1-1 0,-7 2 0,4-1 0,1 0 0</inkml:trace>
  <inkml:trace contextRef="#ctx0" brushRef="#br0" timeOffset="303832">477 14179 7623,'-2'13'8095,"2"-6"-5486,43-20-2250,-19 3 1,16-9 0,14-7 0,-9 4-360,6-2 0,2-2 0,7-1-1979,-1 4 0,-3 3-1349,-22 6 0,0-1 3328,25-10 0,-4-1 0,-23 4 0,-19 3 0</inkml:trace>
  <inkml:trace contextRef="#ctx0" brushRef="#br0" timeOffset="304189">1111 13741 7083,'-44'18'9830,"28"-11"-8776,-9-5-964,46-10 0,35 0-90,-19 7 0,9 8 269,6 10 361,-30-7 3148,14 31-3418,-37-26-3509,-9 17 1,-2 1 540,6-13-2429,-7 29 5037,20-33 0,0-4 0,6-1 0</inkml:trace>
  <inkml:trace contextRef="#ctx0" brushRef="#br0" timeOffset="304870">8417 13607 8342,'0'11'9355,"4"-8"-9355,-1 0 180,31-28-90,-14 11-180,29-17 0,6-1-270,-15 10 180,3-2 0,2 0-1079,-13 8 0,-2 2-3329,23-14 4588,-19 8 0,-3-1 0,3-3 0,-20 5 0</inkml:trace>
  <inkml:trace contextRef="#ctx0" brushRef="#br0" timeOffset="305183">8847 13174 7803,'-31'-5'9830,"6"2"-7877,19 1-1863,5 1-90,3-1 180,47-1-180,-26 2-45,21 6 0,0 3 45,-22 1-90,6 13 0,-4 3-90,-17-8-3778,-12 20 0,-7 1 2070,-4-14 1888,-13 10 0,-2 0 0,5-13 0,-15 12 0</inkml:trace>
  <inkml:trace contextRef="#ctx0" brushRef="#br0" timeOffset="306018">15665 13668 8162,'-28'18'6567,"4"-1"-6208,-6 2 2160,2-4-2249,21-11 269,18-12-449,1 1-90,24-14 0,4-2 0,-9 4 0,0 1 0,4-4-675,12-10 1,-3 2-135,-2 1 359,3-2 0,-1-1-5666,-5-1 6116,-19 9 0,7-4 0,-23 14 0</inkml:trace>
  <inkml:trace contextRef="#ctx0" brushRef="#br0" timeOffset="306362">15982 13324 8072,'-39'-14'8905,"6"3"-8635,27 8 899,7-4-989,0 3 90,37-2-270,-20 5 45,23 4 0,1 1-45,-18-1 2879,27 36-2340,-67 11-1708,5 8-90,-15-4-8572,15-1 9005,9-36 1,0 21-1,5-35 1</inkml:trace>
  <inkml:trace contextRef="#ctx0" brushRef="#br0" timeOffset="317957">8397 7975 6993,'-19'-18'4587,"8"8"-2698,-34-23-1439,28 23 899,-26-15-809,31 20-90,-7-2 1708,3 1-1978,9 3 630,10-12-450,25-2-180,24-12-1831,-20 11 0,0 2 1651,15-9 0,-6 2-1040,15-11 1040,-28 15-450,8-4 0,9-7 1,-7 4-361,-1 1-1211,-1 1 1,7-4 0,-9 6 490,-5 5 1,20-12-2796,-23 8 4325,-11 8 0,5-7 0,-13 11 0</inkml:trace>
  <inkml:trace contextRef="#ctx0" brushRef="#br0" timeOffset="318287">8918 7348 7623,'-52'-16'6296,"32"11"-6026,-33-9 1439,31 12-1619,13 1 360,-5 2-450,17 0 90,4 2 269,45 11-359,-26-7 90,27 5 0,1 1-90,-23-7 405,9 3 0,-5 1-225,-24-6-810,-14 40-269,-7-26 899,-16 24 0,-3 2 0,12-21 0,-21 30 0</inkml:trace>
  <inkml:trace contextRef="#ctx0" brushRef="#br0" timeOffset="330850">15601 6006 7443,'-22'-14'7196,"-1"-2"-6837,-2-2 991,-1-7-1080,20 15-91,-4-8 451,26-16-450,-7 19 180,30-30-90,-3 26-3572,0 0 3481,27 3-89,-31 12-90,22-3 90,-4 5 0,1 2-90,11-2 0,-10 2 0,11-1-23,-3 1 1,9 0 0,0 0-1,-9 0-248,-6 0 0,2 0 289,1-1 0,11 1 0,4-1 0,-6 0 0,-14 0 675,-13 0 0,-3-1-693,19 0 0,2-2 45,-3-1 0,-3 0-45,15-3 45,-19 2 0,6-1-905,6-3 1,5-1 0,-8 1 859,-20 3 0,2 1-431,16-4 0,13-1 0,-2 0 0,-17 4 431,-5 0 123,15 0 1,-1 0-394,-16 6 0,5-2-2227,-9 2 1,-4-1-653,-7 0 3149,26-6 0,-44 3 0,-2-3 0</inkml:trace>
  <inkml:trace contextRef="#ctx0" brushRef="#br0" timeOffset="361507">13356 6476 8522,'-17'-8'5397,"2"-2"-5037,10 6 719,1-3-449,1 3-450,1 0-270,8 0-270,-3 2-8545,26-3 8905,-19 3 0,14-1 0,-20 0 0</inkml:trace>
  <inkml:trace contextRef="#ctx0" brushRef="#br0" timeOffset="426310">3493 16749 8432,'-25'-1'5757,"-6"0"-5038,14 1 361,-3-1-720,10 0-90,5 0 989,3 0-989,1 0 449,7 12-629,-1-4 270,25 22-270,-13-17 0,19 8 90,16-6-180,-16-6 0,18 2 0,8-2 0,-16-5 0,2 0-1161,7 0 0,7-1 1,-4 0 1160,-7-1 0,3-2 22,-3-1 1,8-2-1,-1 0 1,-9 0 22,-11 0 0,3-1-9,13-2 0,15-3 0,5-1 0,-3 1 0,-15 2 9,-8 0 0,1 1 149,-1-1 1,13-1 0,6-2 0,0 1 0,-7 1 0,-14 2-105,-6 1 0,-1 0 44,21-3 1,15-3 0,-1 0 0,-17 3-135,0 0 0,-5 1 0,9 0 0,-15 3 0,-19 5 3392,23 1-7889,-21 7 2788,-16-4-360,13 4 2069,-23-14 0,-2 1 0,-3-6 0</inkml:trace>
  <inkml:trace contextRef="#ctx0" brushRef="#br0" timeOffset="441769">19150 17106 8522,'-17'-9'7106,"-9"-15"-6836,19 15 1169,0-23-1079,20 23 719,20-8-719,-7 13 854,30 8 1,6 3-945,-11-2-136,3 2 1,12 1 112,-16-5 1,7-1-1,-1 0 1,-8 0-1311,1 0 1,1-1 1062,0 1 0,9 0 0,1 0 0,-4-1 0,4-2 0,-2-1 0,-6 0 0,-3 1 0,2-1 18,0 0 0,10-1 0,5 1 0,-4-1 0,-10 0-18,2 0 0,4 1 56,-12 0 0,12-1 0,8 1 1,4-1-1,0 1 0,-2 0 1,-7-1-1,-10 2-942,8-1 0,-10 1 0,7-1 886,-1 1 0,7-1 0,4 0 0,3 0 0,-2 0 0,-2 2 0,-5 0 0,1 1 0,0 0 0,-3 0 0,-3 0 0,-6 0-146,3 0 0,-6 0 0,8 0 158,1 1 1,8 0 0,7 1 0,3 0 0,-1 0 0,-3 1 0,-7 0-340,-2 2 1,-3 1-1,-3-1 1,-1 1-1,0-1 327,6 1 0,-2-2 0,1 1 0,2 0 0,2 0 0,5 1 0,0 0 0,-8-1 0,-12-2 910,18-1-933,-13-3 1,14 0-1,1 0 1,-14 0 492,-16 0 0,-1-1-470,12 0 0,8 0 0,0 1-437,-1 2 1,1 3-1,-7-2 437,-13 0 0,1 0 0,15 1 0,8 0 0,-12 1 1766,-5 0-1991,21 3 0,2 1 45,-4 0 0,-4-1 0,10 2 1,-8-2 134,-20-2 0,-3 0 45,13 1 0,0 0 0,-13-3 0,-2 0 577,1-3 1,1-1-533,1-2 0,0 0-45,-2 0 0,1-1-90,13-7 0,-5-1 90,-13 3-1079,21-7 0,-1 1 539,-27 7-1484,17-3 0,-2 1 1305,-21 6 2132,24-3-1413,-18-1 0,-8 3 0,3-7 0</inkml:trace>
  <inkml:trace contextRef="#ctx0" brushRef="#br0" timeOffset="448543">13320 14549 9422,'-16'1'8815,"-20"-2"-8815,23 0 0,-14-2-2879,27-4 1800,3 3 1079,16-19 0,-11 14 0,7-12 0</inkml:trace>
  <inkml:trace contextRef="#ctx0" brushRef="#br0" timeOffset="449928">13668 14636 8792,'-36'-3'8095,"15"1"-8185,-6-1 0,21 3-89,-1 0-6478,22 2 5128,-9-2 90,13 3 1439,-13-5 0,-3 2 0,-1-1 0</inkml:trace>
  <inkml:trace contextRef="#ctx0" brushRef="#br0" timeOffset="455612">19581 15930 7173,'3'-25'6206,"-2"11"-4677,-8-30-1259,3 30 540,-4-20 629,5 22-1079,-1 0 0,1 5 359,-36 52-629,19-16 60,-4 11 0,-5 14 0,3 2 0,6 1 0,3 2 0,0 0-487,-2-4 0,0-1 0,3 6 319,5-6 0,0 7 0,3 0 0,1-2 0,2-10-72,1 5 0,5 0-450,4-2 0,3 11 1,3 3-1,0-3 1,1-12-91,3 3 0,11-4 630,8-8 0,14 7 0,8 2 0,3-1 0,-3-6 0,-8-9 0,-5-10 0,-4-7 0,7 1 0,14 6 0,-1-1 0,1 1 0,0-1 0,0 1 0</inkml:trace>
  <inkml:trace contextRef="#ctx0" brushRef="#br0" timeOffset="456372">25976 15668 8072,'-22'-13'7376,"5"-2"-7286,1 1 90,11 3 1259,45 20-809,-18 0-1,28 10 1020,-15 13 0,3 9 1,-4-3-1515,-12-13 0,1 3-670,5 13 1,6 13-1,2 6 1,-3-3-1,-9-10 535,-6-4 0,-4-1-35,8 14 0,2 8 0,-7 3-190,-13-10 0,-5 5 0,-4-3 1,1-7-493,0 1 1,-2 0 108,-2 7 1,-1 11 0,-4 0 0,-4-12-1507,-13-5 1,-5-6 853,2 3 1,-7 0-360,4-15 0,-6 2 0,-3-2 0,1-4 1440,-6 0 0,0-4 0,-2 0 0,5-2 0,-1 1 1,0-2-1,1-2 0,-6-3 0,0-1 0,0 1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8T08:34:49.506"/>
    </inkml:context>
    <inkml:brush xml:id="br0">
      <inkml:brushProperty name="width" value="0.09071" units="cm"/>
      <inkml:brushProperty name="height" value="0.09071" units="cm"/>
      <inkml:brushProperty name="color" value="#FF0000"/>
    </inkml:brush>
  </inkml:definitions>
  <inkml:trace contextRef="#ctx0" brushRef="#br0">17445 6111 6813,'-25'-17'4138,"6"7"-3778,-7 2-181,7 10-2427,-19 37 1168,15-6-1513,-4 14 0,1 4 2593,12-18 0,1 1 0,-6 14 0,-1 1 0,6-11 0,-1 1 0</inkml:trace>
  <inkml:trace contextRef="#ctx0" brushRef="#br0" timeOffset="8407">11550 6281 7533,'4'2'5756,"-1"-1"-4766,1-5-450,6-4-361,0 0 91,8-3 0,-2 4 0,2-1 989,43-14-899,-22 10-908,-2 1 0,0 1 817,5 3-370,25-2 281,-19 6 0,6 1-1039,6 0 0,7 1 0,-4 0 904,3 1 0,-2 0-45,-8 0 0,2 1 0,-9 0-62,10 0 62,-17 0 0,7 0 0,-5 0-155,-5 0 0,0-1 110,30 1 0,-3-1-135,-10-1-334,-11-1 1,4-1-2950,18-2 0,0-1 2743,-18 3 1,-2-1 1194,9-1 1,-10-1-1736,-29 3 1260,-3-1 0,-2 1 0,0 0 0</inkml:trace>
  <inkml:trace contextRef="#ctx0" brushRef="#br0" timeOffset="9740">15617 6259 7263,'1'5'5037,"-1"0"-1979,-2-3-2968,3-1 0,1-2 180,11-5 180,8-2-270,1-1 89,5-1 1,-3 2-90,2 1 0,5 0 135,26 0 0,9 1-270,-21 2 0,2 1-320,-1-1 0,4 0 0,-2 1 275,10 2 0,-6 0 0,16 1-30,-15 1 0,10 2 0,0-1 60,-1 0 0,0 0 0,2 0-30,-11 0 0,2 0 0,-1 0 0,-1 0-828,9 1 1,-2-1-1,-5-1 828,-4 1 0,0-1-240,7 1 0,6 0 1,-8 0 59,-11-1 0,0 1 30,11 0 0,5 0 0,-10 0-390,2 2-2099,-5-1 1,8 0 0,-6-1 1289,15 0 1349,-15 0 0,6-1 0,-13-2 0,-17-2 0,7-2 0</inkml:trace>
  <inkml:trace contextRef="#ctx0" brushRef="#br0" timeOffset="51429">9165 11010 7353,'14'-2'3328,"-2"0"-2698,9-4-451,-7 1 91,29-11-270,-20 7 45,7-2 0,5 1 0,-2 3 0,2 2-1786,16-1 0,1 1 1741,-10 1 0,-2 1 45,-1 2 0,2 0-1134,20-2 0,-2-1 1089,3-2-549,3 1 0,-3-1 549,-13-1 45,-16 1 0,7-2-23,3-2 1,7-2-1,4-2 1,-4 2 37,6-1 0,-1 0 0,2 0 362,-7 0 0,2 0 0,-1 0 0,-1 1-333,8 0 1,-2 0 0,-7 3-45,-9 2 0,-2 1-45,16-2 0,-1 0 0,11-1-105,-19 2 105,0 0 0,-3 0 0,8-2 30,7-2 0,6-1 0,-3 1-30,3 0 0,-1-1-303,-4 1 0,4 0 0,-12 1 393,-2 2-90,0 1 813,10 1 1,6 0-769,-16 3 0,2 1-45,8-1 0,6 1 0,-5 1 0,-3 2 0,-5 0 961,-2 1 0,1 1-1006,17-2 0,-4-1 45,-4 0-528,-2 0 0,-2-1 528,-15 0 0,0-2-45,12 2 0,2-1 45,2 0 0,-3 0 0,-2 1 1644,-14 2-1644,4 0 0,2 0 0,3 1-193,-4-1 1,-3 1 192,-6-1-100,2 0 1,3 1 99,-4-1 0,0 1 0,4-1 0,3 1 45,24 3 0,-4 2-45,-14-2-296,4 1 0,-3 0 296,-18-1-93,29 6 93,-24-4 0,0 0 0,-1 0 0,3 0 0,24 3 0,-2-1 0,-7-3 54,-6 0 1,-1-1-55,-5-2 0,-1 1-90,0 0 45,12-1 0,2 0 45,1 0 135,-5 0 0,4-1-135,3-1 0,-5-1-90,-1 0 1043,-1 1 0,4-2-908,-8 0 0,-5-1-565,-1 0 520,2 0 0,-1-1 1006,-9 0-1006,0 1 0,0-1 0,-2 1 0,-10 1 90,1-1-90,0 0-3155,20-1 3155,-14 2 568,26 0-568,-6 6 0,-1 3-656,7-1 656,-4 1 0,-4 1 0,-17-1 0,27 8 0,-19-7-169,8 3 1,-1-1 168,-3-3 0,6 0 0,12 0 0,-9-2 0,5 0 1071,10 1 0,-5-3-1071,-28-4 0,0 0 270,34-4-270,-27 2 45,0-1 0,-1 0-45,-8-1 0,8-1 0,13 0 0,-17 2 929,18-2-929,-13 1 45,8 2 0,1-1-45,8 0 251,-10 0 0,2 2-251,-3 1 0,-2 1 0,4 0 496,-3 0 0,3 1-496,17 4-90,-7-1-562,10 2 562,-18-1 90,12 4-45,-22-4 0,0 0-45,28 4-1096,-1 0 1186,-40-7-226,31 2 46,-15-1 90,15-1 472,-25-2-2900,7-2 1349,-18-1-1260,13-6 1440,-25 2 989,1-2 0,-4 0 0,-1 0 0</inkml:trace>
  <inkml:trace contextRef="#ctx0" brushRef="#br0" timeOffset="114142">795 10495 7982,'-11'-2'3958,"0"-2"-2429,-8-4-899,5-1-360,-2-2 0,8 3 629,6-9-359,8-4-360,0-3 269,21-13-269,-10 17-216,12-12 216,-7 12-90,1-1 90,15-14 0,6-3-180,-13 10 0,0 1 0,14-13 0,5-4 30,-13 12 0,2-1 0,-3 2-1034,1 0 1,0 0 1003,15-13 0,-2 2 0,-20 16 0,0 1-1328,14-14 0,0 0 1418,4-4-90,-6 5 0,-1 2-132,-10 7 132,-1 3 0,8-9 0,6-6 0,-9 7 911,0 1-911,-20 18 0,-2 1 3042,-1 1-3132,10-12 0,-10 12 0,5-8 345,-13 17-435,-1 2-539,0 1-361,-2 0-276,1 0-2242,-8 2 2429,2-1-90,-5 1 269,3-1 990,0 0 0,1 0 0,0 0 0</inkml:trace>
  <inkml:trace contextRef="#ctx0" brushRef="#br0" timeOffset="114549">1892 9233 9691,'-5'2'2879,"1"-1"-1080,-3-2-1529,4 0-1,-3-2 1,5 1 0,0 0-90,1 0 360,3-5-540,7-1-90,24-6 90,-13 6 0,15 1 0,8 2 0,-22 2 0,19-2 90,-33 5 0,-4 0 0,-1 1 269,0 1 91,-3 6-270,-1-1-180,-3 9 0,0-6-1439,-6 17-810,3-7 630,-2 7-90,3-10 90,-1-5 771,-7 8 0,5-7 0,-6 7 0</inkml:trace>
  <inkml:trace contextRef="#ctx0" brushRef="#br0" timeOffset="115262">811 10510 7623,'-8'0'4317,"0"-1"-3327,-2 1-451,1-1 181,-4-2-540,5 2-180,-1-2 270,7 1-270,11 2 90,0-1-90,10 1 90,8-3 179,17-3 1,3-1-90,7-2-135,-6 1 0,2-1 90,-12 1 0,-4-1-934,12-2 844,-8 3 0,-2-1-45,4 1 0,0-1 45,11 0 0,1 0-45,0 1-45,10-1 0,1 0-3442,2 5 3217,-8 0-90,-7 2-35,-35 1-144,-2 1-4948,9-4 4137,-14 2 802,5-2 548,-14 3 0,-2-1 0,1 0 0</inkml:trace>
  <inkml:trace contextRef="#ctx0" brushRef="#br0" timeOffset="115626">1760 10253 10591,'-4'-6'2698,"1"2"-2158,1 1 1169,0-6-1529,2 5-90,0-5 0,2 5 0,7-3 0,3 1-90,16 1 0,-9 5 0,7 2-90,-7 5 90,14 11 0,-9-5 0,7 7 0,-19-10 0,-1 0-90,-1 0-450,4 19 360,-9-13-90,2 15-89,-11-17-1890,-16 22 1080,6-14-91,-15 17-89,10-23 1349,-28 16 0,14-12 0,-19 12 0</inkml:trace>
  <inkml:trace contextRef="#ctx0" brushRef="#br0" timeOffset="116131">757 10590 7353,'-16'-9'7016,"7"4"-6926,-3-4 0,15 5 0,9 6 224,28 21 1,6 7-225,-1-1-1413,4 6 1,-1 0 1502,-13-3-90,2 1-530,-2 2 0,6 7 0,-3-3 485,-8-10 0,0 2-15,8 8 0,4 5 0,-5-6-58,7 8 58,-13-13 0,6 4 0,-4-3-30,-4-5 0,0 1-370,4 3 0,3 3 0,-5-5 370,10 9 568,-4-1 0,5 4-868,-9-9 0,1 0 1,-2-1 29,8 9 0,-2-2 1025,3 1 1,-10-10-2015,-24-24-9,-2-2-351,-3-1 2169,-3-3-550,-8-12 0,2 1 0,-6-8 0</inkml:trace>
  <inkml:trace contextRef="#ctx0" brushRef="#br0" timeOffset="116635">1630 11793 6993,'5'4'4587,"-1"0"-3327,0-1-541,-1 1 181,8-1-810,-3-1-90,8 1 539,20 7-449,-17-3 0,21 7 90,-23-5 0,9 6 315,2 5 0,0 2-316,7 1-89,18 17 270,-16-25-270,-17-9 0,14 4 0,-21-10 90,0-1 450,22-15-451,-14 0-89,12-10 90,-14-23-180,-11 23-492,4-24 492,-10 25 0,-1-1 0,-1 0 90,-4-25-180,1 19 90,-3-17-90,2 25-179,0 1-1081,-8-13-2569,4 14 3110,-5-9-11,4 19-439,-1 1-270,0 2-1,-1 2 1530,-19 0 0,13 5 0,-15-2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8T08:37:34.366"/>
    </inkml:context>
    <inkml:brush xml:id="br0">
      <inkml:brushProperty name="width" value="0.09071" units="cm"/>
      <inkml:brushProperty name="height" value="0.09071" units="cm"/>
      <inkml:brushProperty name="color" value="#FF0000"/>
    </inkml:brush>
    <inkml:brush xml:id="br1">
      <inkml:brushProperty name="width" value="0.05292" units="cm"/>
      <inkml:brushProperty name="height" value="0.05292" units="cm"/>
      <inkml:brushProperty name="color" value="#FF0000"/>
    </inkml:brush>
  </inkml:definitions>
  <inkml:trace contextRef="#ctx0" brushRef="#br0">7793 5349 7443,'-12'-7'5487,"-2"0"-3149,-18-9-1798,13 7 0,-6-4 1888,10 1-2158,9 7 90,-7-6-180,11 8 629,0-3-629,0 5 0,2-2-90,3 3-90,23-16 0,-8 7 0,22-13 0,-15 11-45,10-5 0,1 0-45,5-2-225,12-5 1,-1 1-1209,-12 5 1163,-8 4 0,-1 1-539,1 0-3644,7 4 1,1 0 1844,1 2 2698,-4 1 0,-4 1 0,-16 5 0,-6 1 0</inkml:trace>
  <inkml:trace contextRef="#ctx0" brushRef="#br0" timeOffset="350">8302 4989 6903,'-15'-12'5397,"3"3"-3328,-11-13-1799,13 13-1,-3-6-89,10 11 0,1 0 0,2-1-90,4 0-90,1 0 0,39-4 0,-26 6 0,28-1 0,-28 6 0,6 5 0,-4-1 0,6 6 0,-13-1 0,2 6 0,-11 13 0,-3-7-90,-9 8-90,0-13-3148,-10 21 0,-1 3 1889,0-3 1439,-2 10 0,1-3 0,10-19 0,-1 5 0</inkml:trace>
  <inkml:trace contextRef="#ctx0" brushRef="#br0" timeOffset="5532">4002 4544 6993,'-9'-14'4587,"-1"-2"-7549,-8-13 3502,6 11-180,-5-8 1409,11 17-1500,1 1 861,0 1-411,-1-2-539,4 5 270,0-2 3572,6 12-3033,4 43-4201,-1 0 3212,-4-15 0,0 3-1009,-1 14 0,0-2 829,1-2-106,0-5 1,0-2-345,2-10-5936,13 26 4857,-9-31 1709,17 10 0,-18-38 0,5-8 0</inkml:trace>
  <inkml:trace contextRef="#ctx0" brushRef="#br0" timeOffset="5754">4257 4356 7443,'9'-17'7465,"-2"7"-7375,-1 1 90,-5 16-180,-1 4 90,-2 43-90,3-10 0,0 19-360,2-5-899,2-6-3148,-4 9 1888,-1-18 2519,-5-15 0,-1-21 0,0-5 0</inkml:trace>
  <inkml:trace contextRef="#ctx0" brushRef="#br0" timeOffset="5951">4097 4716 7353,'-53'-16'7196,"-1"-2"-6926,42 11-270,-2-2 0,13 6-180,32-4-90,-12 3-90,24-3-1194,-19 5 835,1 0-181,0-1-2968,20-2 2699,-17 2-108,15-3 1277,-22 2 0,0 1 0,-1 0 0</inkml:trace>
  <inkml:trace contextRef="#ctx0" brushRef="#br0" timeOffset="6492">4518 4585 8252,'4'-5'3958,"1"-2"-3958,-3 4 0,1-1 0,-2 3 0,2 0 0,-2 1 720,2 0 719,-3 2-1349,-1-1 0,-2 2-90,-1-2 90,-4 3-180,-4 12 90,4-6 0,-1 9 90,8-11-90,1-2 0,3 10 0,0-8 0,4 8-90,13-11 90,-6-5 0,7-3-90,-6-9 90,-8 3-3392,11-25 3392,-12 20 0,6-15 0,-12 23 90,1-2-90,-1 4 0,0-1 0,0 4 3392,0 0-3392,3 13 0,0-6-180,7 20 90,-4-16-180,4 8-360,-1-9-1618,5-4 1078,-1-1-89,0-5 0,-7-3 179,-1-1 1080,1-2 0,1-1 0,0-2 0</inkml:trace>
  <inkml:trace contextRef="#ctx0" brushRef="#br0" timeOffset="6826">4788 4550 7533,'8'-4'6116,"0"12"-6026,-5 7 0,7 24-90,-5-19 0,4 8 0,-6-25 0,-2 0 0,5-5 0,-3-1-90,2-4-360,6-15 181,3 0 269,1-2-90,-1 9 180,-5 15-90,-5 1 0,3 3 0,-4 0 0,1 1 90,2 15-90,-1-9-90,4 14-810,-1-10 270,-2-5-359,1 1-180,-6-9-1,0-1 1170,3-5 0,0 0 0,3-4 0</inkml:trace>
  <inkml:trace contextRef="#ctx0" brushRef="#br0" timeOffset="7401">5110 4510 6903,'2'-11'6117,"1"2"-5758,-5 7 1,-1 0-180,-4 0-90,2 0-90,-4 0 0,5 1 90,-6 2-90,5 0-90,-4 1 90,6-1 0,-2 11 0,6 3 0,1 7 90,8 3-90,-1-11 0,2 1 0,-4-9 0,5 0-180,12-5 90,2-7 0,-1-2 0,-7-4 90,-10 4-90,1 1-90,1-10 180,-4 8-90,1-10 0,-14 7 90,4 5 0,-8-1 0,9 9 0,-2 2 0,4-2 0,5 4 0,-1-4 0,5 4-89,9-5 89,-7 0 0,9-1 0,-5 1 0,-6 1 0,3 0 0,-5 1 0,6 11 0,-5 7 0,4 3 0,-8-2 0,-1-4 0,-1-6-1710,5 16 631,-4-16-1350,2 8 2429,-2-18 0,-1-1 0,3-4 0</inkml:trace>
  <inkml:trace contextRef="#ctx0" brushRef="#br0" timeOffset="7636">5432 4335 8342,'-4'-11'4857,"1"4"-4767,1 3-359,2 4-3599,2 7 1349,-2 0 2519,3 5 0,-4-3 0,1-2 0</inkml:trace>
  <inkml:trace contextRef="#ctx0" brushRef="#br0" timeOffset="8111">5846 4119 7892,'-2'-20'4588,"-1"-7"-4138,1 6 89,2-20-449,1 26-90,2-9 180,6 26-90,-2 24-90,0 8 0,0 2-601,-2 22 601,-2-18 0,0-3 0,-2-2-135,0 4 1,0 2-496,0 14 225,1-16 0,-1-1-1933,1 5-1260,-3-19 3598,1-6 0,-1-8 0,1-10 0</inkml:trace>
  <inkml:trace contextRef="#ctx0" brushRef="#br0" timeOffset="8290">5726 4209 7803,'-13'-25'3597,"2"0"-2967,0 1 450,0-23-1080,8 23 89,0-17-89,10 27-539,49-10-6501,-8 21 6410,-13-3 1,-1 2 229,7 18 400,-13 2 0,-8-2 0,7 5 0</inkml:trace>
  <inkml:trace contextRef="#ctx0" brushRef="#br0" timeOffset="9003">6130 4221 9332,'-10'3'3418,"3"-1"-2699,-13 3-629,3 9-90,-2-2 0,5 13 0,10 8 0,2-9 90,3 11-90,1-21-90,1 0-180,23 18 1,-12-21-91,29-5 360,-29-17-90,13-34 90,-20 26 90,6-27 0,-11 19 0,1 1-90,-4 7 90,1 13-180,0 1 90,-1 13 0,1-3 0,4 27 0,-1-16 0,9 22 0,-6-23 0,4 7-90,-5-13 90,2 1 0,10-4 0,-7-3 0,7-6 0,0-19 0,-9 9 0,7-12 0,-8 13 0,-2 0 180,7-19-180,-6 19 90,3-13 89,-11 30-179,2-1 0,5 22 0,0-14 0,5 14 0,-5-17 0,3 6 0,-2-7 0,2 2 0,-3-8 0,0-1 0,-1-1 90,9-13-90,-6 4 0,6-10-90,-1-7-269,2-9-1170,8-17 539,-9 17-89,-1 3-91,-9 23 1,-1 2 1169,-1 1 0,-1 2 0,1 2 0</inkml:trace>
  <inkml:trace contextRef="#ctx0" brushRef="#br0" timeOffset="9871">6495 4419 7353,'8'-8'3148,"0"-1"-1439,10-18-1529,-6 9 90,14-24-270,-12 7 90,-1 10-90,-8-1 0,-7 20 90,-9 0-90,4 3 0,-7 2 0,6 2 0,1 1 0,-11 12 0,10-7 0,-8 14 90,13 1-90,12 10-90,-3-7 90,10-1-720,10-17 450,-12-5-180,13 0 1,-17-6-1710,7-6 630,-4-1 539,5-10 1800,-8 3-1,-2 1 91,-1 2-1,-2 6 1170,4-5-1709,-4 6-90,1-1-90,-4 6 0,0 1-90,-1 0 180,1 3-181,2 6-89,-1 1 0,2 5 0,1 5 0,-2-7 0,4 8 0,-3-10 0,0-1 0,9 9 0,-8-11 0,8 6 0,-5-19 0,-1 1-89,4-6 89,-5 2-90,3-9-180,7-19 270,2-3 0,0 0 0,-5 14 0,1 8 0,-4 10 0,6-4-90,-1 7-1170,13 4 271,-6 1-180,6 3-1,-16 2 322,9 2 0,-8-3 0,10 3 0</inkml:trace>
  <inkml:trace contextRef="#ctx0" brushRef="#br0" timeOffset="10419">4128 5006 7803,'-17'-5'3777,"0"-2"-3147,-2 1 270,-29-10-451,-7 1-269,0 0 270,5 3-180,33 8-90,4-4-90,11 2-90,12-1 0,6 1 179,19-2 1,15-2 0,0 0-60,-2 1 0,1 2 0,8-2-626,-1 0 1,9-1 0,5 0-1,1 0 1,-1 0 0,-6 1 505,-5 2 0,-5 0 0,0 1 0,2-1 0,5 1 0,-5 0 0,6-1 0,4 1 0,0-1 0,1 0 0,-3 1 0,-4 0 0,-7 1-433,8 0 1,-7 0 0,-2 0 0,4 1 450,1-1 0,3 0 0,1 0 0,-1 0 0,-3 1 27,5-1 0,-2 1 0,-2 0 0,-4 1-611,-4 0 1,-2 0 0,2 0 565,5 0 0,4-1 0,0 1 0,-7 0-271,5 1 1,-4 0 270,-3 0 0,5 0-203,-8-1 1,8 1 0,-1-1 0,-6 0-23,7 0 0,-1 0 15,6 0 0,5-1 1,-12 0 205,4 0-806,-8 0-1754,-12-3 1,-1 0 1492,0-2 1071,14-8 0,-42 9 0,-3 0 0</inkml:trace>
  <inkml:trace contextRef="#ctx0" brushRef="#br0" timeOffset="143904">2991 14145 7353,'-19'-2'6746,"4"1"-5307,-11-5-809,7 0-450,5-1-90,6 2 449,32 1-269,2 7-180,11-1 0,-5 4-90,-7 0 90,1 1 0,29 11-180,-1-2 0,3 1-90,-18-5 0,0 0-1081,25 6 1,-5-3 450,-22-7-2551,3-1 1,0-1 1921,-6-2 1439,30 0 0,-46-6 0,5-2 0</inkml:trace>
  <inkml:trace contextRef="#ctx0" brushRef="#br0" timeOffset="144251">3631 14150 8342,'-22'-8'6477,"-1"3"-6388,0-2 181,3 3-270,15 2 270,0 1-270,12 3 0,-1 0 0,8 3 0,-3-1 0,13 5 0,-7-2 90,22 10-90,-1 3 0,-6-3 0,2 2 0,-21-10 0,4 8 90,-17 32 0,-12 10-90,-6 2-774,-11-11 594,15-26-90,0 1-3777,-15 33 2518,14-26 1529,-2 2 0,2 0 0,7-14 0,-4 8 0</inkml:trace>
  <inkml:trace contextRef="#ctx0" brushRef="#br1" timeOffset="184223">25205 9773 24575,'0'0'0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7T01:09:01.686"/>
    </inkml:context>
    <inkml:brush xml:id="br0">
      <inkml:brushProperty name="width" value="0.09071" units="cm"/>
      <inkml:brushProperty name="height" value="0.09071" units="cm"/>
      <inkml:brushProperty name="color" value="#FF0000"/>
    </inkml:brush>
  </inkml:definitions>
  <inkml:trace contextRef="#ctx0" brushRef="#br0">2610 10156 7623,'-10'-2'3688,"1"1"-2879,-1-3 181,-6-1-811,7 2 91,-3-4-180,32 13-90,-9-5 0,19 9 90,-9-7 0,-4-1-90,6 0 180,17-1-180,-16 0 0,20 0 0,-23-1 90,1 0-180,1-2-450,35-4-5010,-3-2 4290,8 0-1258,-11 1 1348,-31 4 1170,5-1 0,-11-1 0,1 1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8T06:50:25.517"/>
    </inkml:context>
    <inkml:brush xml:id="br0">
      <inkml:brushProperty name="width" value="0.05292" units="cm"/>
      <inkml:brushProperty name="height" value="0.05292" units="cm"/>
      <inkml:brushProperty name="color" value="#FF0000"/>
    </inkml:brush>
  </inkml:definitions>
  <inkml:trace contextRef="#ctx0" brushRef="#br0">22728 6466 24575,'0'3'0,"0"0"0</inkml:trace>
  <inkml:trace contextRef="#ctx0" brushRef="#br0" timeOffset="109678">24288 6304 24575,'4'0'0,"-2"0"0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8T06:56:21.284"/>
    </inkml:context>
    <inkml:brush xml:id="br0">
      <inkml:brushProperty name="width" value="0.09071" units="cm"/>
      <inkml:brushProperty name="height" value="0.09071" units="cm"/>
      <inkml:brushProperty name="color" value="#FF0000"/>
    </inkml:brush>
  </inkml:definitions>
  <inkml:trace contextRef="#ctx0" brushRef="#br0">16071 14345 9512,'-3'-5'5576,"1"-3"-5396,2 6 180,1-3-270,2 4 90,1 0 360,2 2-271,-1-1 1,2 2 450,2 1-630,2-2 0,1 2-180,0-2-270,1-1 0,-3 1-2698,15 0 1799,-14-1-270,9 2-1440,-12-1 1710,-2-1 1259,1 3 0,-3-1 0,-1 2 0</inkml:trace>
  <inkml:trace contextRef="#ctx0" brushRef="#br0" timeOffset="255">16115 14474 8072,'-1'6'5217,"0"0"-3687,6-2-1351,-3-1 361,11 1-450,-1-2-90,2 0 90,3 0-180,-5-2-2069,20 2 810,-17-2 1349,23 4 0,-28-3 0,7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8T06:58:12.968"/>
    </inkml:context>
    <inkml:brush xml:id="br0">
      <inkml:brushProperty name="width" value="0.05292" units="cm"/>
      <inkml:brushProperty name="height" value="0.05292" units="cm"/>
      <inkml:brushProperty name="color" value="#FF0000"/>
    </inkml:brush>
  </inkml:definitions>
  <inkml:trace contextRef="#ctx0" brushRef="#br0">9141 9519 24575,'11'-3'0,"12"0"0,8 3 0,5 0 0,-10 0 0,5 0 0,-17 0 0,13 0 0,-20 0 0,7-2 0,-9-1 0,0-6 0,-5 3 0,0-2 0,0 2 0,0 0 0,0 1 0,0-1 0,0 0 0,5-2 0,8-2 0,-2 4 0,9-2 0,-15 4 0,6-2 0,-7 3 0,-1-2 0,0 4 0,-3-1 0</inkml:trace>
  <inkml:trace contextRef="#ctx0" brushRef="#br0" timeOffset="16647">12011 15723 24575,'0'-22'0,"0"8"0,0-5 0,0 9 0,0 1 0,0-29 0,0 14 0,3-30 0,2-6 0,-1 25 0,1 2 0,0-16 0,0 3 0,3 1 0,-6 28 0,-1 2 0,2 3 0,-3 6 0,0 0 0,0-2 0,0-6 0,0 0 0,0-19 0,0-4 0,-4 2 0,2-15 0,0 2 0,-2 24 0,1-12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7T01:39:41.319"/>
    </inkml:context>
    <inkml:brush xml:id="br0">
      <inkml:brushProperty name="width" value="0.05292" units="cm"/>
      <inkml:brushProperty name="height" value="0.05292" units="cm"/>
      <inkml:brushProperty name="color" value="#FF0000"/>
    </inkml:brush>
  </inkml:definitions>
  <inkml:trace contextRef="#ctx0" brushRef="#br0">14562 14419 24575,'0'-15'0,"0"-10"0,0-7 0,0-3 0,0-2 0,0-18 0,0 19 0,0 1 0,0-7 0,0 9 0,-3 7 0,-1 2 0,1 8 0,0 10 0,3 3 0</inkml:trace>
  <inkml:trace contextRef="#ctx0" brushRef="#br0" timeOffset="1394">24209 9702 24575,'0'0'0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7T01:39:55.753"/>
    </inkml:context>
    <inkml:brush xml:id="br0">
      <inkml:brushProperty name="width" value="0.05292" units="cm"/>
      <inkml:brushProperty name="height" value="0.05292" units="cm"/>
      <inkml:brushProperty name="color" value="#FF0000"/>
    </inkml:brush>
  </inkml:definitions>
  <inkml:trace contextRef="#ctx0" brushRef="#br0">16701 13625 24575,'0'0'0</inkml:trace>
  <inkml:trace contextRef="#ctx0" brushRef="#br0" timeOffset="2090">14804 10595 24575,'0'0'0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8T07:02:00.063"/>
    </inkml:context>
    <inkml:brush xml:id="br0">
      <inkml:brushProperty name="width" value="0.09071" units="cm"/>
      <inkml:brushProperty name="height" value="0.09071" units="cm"/>
      <inkml:brushProperty name="color" value="#FF0000"/>
    </inkml:brush>
  </inkml:definitions>
  <inkml:trace contextRef="#ctx0" brushRef="#br0">21983 5536 7083,'7'6'5847,"-3"-3"-5757,1 1 0,-3-2 449,0 5-449,-1-4 1259,14 19-1169,-9-14 180,14 18-270,-14-17 180,10 19 0,5 10-270,-3-7 90,6 6 0,1-1-90,-4-9 0,20 24 45,-9-15 0,-2-4-45,-4-1 30,5 3 0,7 8 0,-7-9-30,-6-4 44,5 3 1,4 2 0,-2-8 0,0-3-45,19 18-1696,-18-16 0,-2-2 1696,-3 1 0,-13-12-550,15 16 640,-13-12-90,13 13 45,-3-1 0,0 0-45,-3-4 90,23 20 0,0 0-90,-21-21 45,12 10 0,4 4 0,-13-10 0,-1-1-45,2 2 0,-1-1 45,-2-2 0,-4-3-45,-4-1 90,-9-9 3209,5 14-3209,-6-4 0,14 34-90,-15-33 411,7 11 1,1-1-412,-6-12 0,17 31 0,-19-36 0,8 30 0,-12-32 90,6 30-90,-7-33-90,0 9 90,0-1 0,-2-8 0,4 27 0,-3-25 0,0 15 0,3-2 0,-4-14 0,3 15-90,-3-4 90,-1-9 0,3 20 0,-2-19 0,1 7 0,3 24 0,-3-25 0,4 26 0,6 6 0,-6-28-45,6 20 0,-1 0 45,-5-18 0,7 26 90,-6 10-90,-3-30 0,1 2 0,-1-2 0,0-13 0,3 11 0,-4-15 0,3 9 90,10 36-90,-10-36 0,6 20 0,1-1 0,-7-24 0,8 22 180,3 2-180,-9-24 0,12 32-90,-8-12-3302,-2-6 3392,1 6 0,-7-20-246,3 15 246,-4-14 0,3 16 0,4 15 0,-5-28 0,6 25 0,4-4 0,-2-13 0,4 13 3270,-5-20-3270,-9-16 0,5 26 0,-4-19 0,2 19 0,0 2 0,-2-15 368,5 28-368,0-4 0,-5-27 0,4 27-90,-4-9 90,-3-19 0,3 22 0,2 0 0,-3-16 45,6 16 0,0-1-45,-3-21 0,7 25-90,-8-14 90,0-4-90,-3 27 180,-2-14-90,0 5 90,4 22-90,-2-42 0,4 22 0,0-7 0,-3-19 0,3 43 360,-7-1-271,2-10-89,-4 7 45,4-22 0,1-4-45,-1-1 450,1 25 0,-1 0 0,-2-25 359,-1 31 1,0 5-720,1-16-90,-1-4 0,2-3 0,1-11 0,2 0 0,-1-16 0,1 24 0,-2-24 809,-2 34-629,1-29 0,2 22 0,2 0-180,-1-13 0,4 16 0,-1-2 0,-2-27 0,8 43 0,-9-46 0,3 18-1079,-2 15 629,-1-16-135,3 13 0,1 6 495,-2-11 1,-1-1 89,2-3 0,-1 2 629,-3 27 1,-1-1-720,1-9 90,1 3 0,1-2 0,1-16 0,4 16 0,-8-28 0,-1 5 719,-7 27-449,4-33-135,0 16 0,2 1-135,2-14 0,1 10 0,1 0 0,-1-17 0,1 25 0,-7-14 0,3-12 0,-5 25 0,2-26-270,-1 9-179,2-8-1881,6 19 0,3 15 0,-1-7 2240,0 14 120,0-9 0,2 11 0,-3-11-1774,-4 11 1744,-2-14 0,-2 6 90,2-17-90,2-3-90,1-4 90,2 2 2574,-3-20-2395,-7 39-179,4-36 1506,-3 16 0,0 0-1596,5-16-225,1 24 1,2 0 404,0-18 0,6 32 269,-9-17-269,1-23 0,-4 24-90,3-34 90,-2 5 360,6-6-360,-4-2 180,-1 8-180,0-5-90,-3 2 0,5-5-540,1 11 270,-1-8-180,-1 8-89,-2-11-181,1-2-3867,2 0 4587,-9-14 0,5 3 0,-7-11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18T07:05:36.215"/>
    </inkml:context>
    <inkml:brush xml:id="br0">
      <inkml:brushProperty name="width" value="0.09071" units="cm"/>
      <inkml:brushProperty name="height" value="0.09071" units="cm"/>
      <inkml:brushProperty name="color" value="#FF0000"/>
    </inkml:brush>
  </inkml:definitions>
  <inkml:trace contextRef="#ctx0" brushRef="#br0">6636 12046 8342,'-19'-12'3148,"3"3"-3058,3 0-90,6 4 180,-3-2 90,-1 0-180,1 0 0,-1 2 540,-9-1-360,7 2 899,-42-9-1536,32 8 457,-24-5 630,-15 1-720,21 8-115,-23-3 115,35 10 0,6 5 90,-26 23-90,5 2-97,17-12 1,1 0 186,-5 16-1630,4 8 1,2 3 1584,11-21 0,0 2-45,-5 13 0,-2 7 0,4-6 45,7-14 0,2 3-425,0 14 0,0 11 0,1 1 0,2-9 425,2-6 0,0-1-17,-1 15 0,-1 7 0,9-6 17,18-4 0,4-9-45,2 1 166,-2-2 0,8-8-121,20-29 0,1-13-45,4 0 45,-17-8 0,9-5 0,2-4 0,-7-2-15,-3-7 0,-5-4 0,0 0-30,8-2 0,1-1 0,-3-1 0,-8 3 0,-2 0 0,-1-3 0,7-13 0,-1-3 0,-4 5 0,-4 4 0,0 1-27,3-4 1,3-5 0,-3-3-19,-10 5 0,-2-4 0,-3 1 0,-2 7-484,1-2 1,-2 1 528,1 2 0,2-7 0,-2 0 0,-10 6 0,-19-15 0,-8 8 0,-2-2 504,0 17 1,-6-4 0,-3 8-505,-4 15 0,-2 5-45,2-3 1,-1 1 44,2 6 0,-1 4-360,-1 5 0,2 2 90,-3 0-2519,-2 23 1,5 6 1349,20-6 1406,2 12 0,5 0 33,10-12 0,2 7 0,1-10 0</inkml:trace>
  <inkml:trace contextRef="#ctx0" brushRef="#br0" timeOffset="882">9668 12138 7533,'-21'-15'5577,"7"5"-5218,-13-6 901,-20-7-1081,22 12 1,-24-11 180,11 11 0,-9 0-270,0 1-90,0 3 180,2 11 0,1 4-180,-5 1 30,2 7 0,-9 6 0,10-1-30,-6 12-404,-1 5 1,1 5 403,26-14 0,4 5 30,0 8 0,1 8 0,2-4-30,1-3 0,4 3 0,3 11 0,3 6 0,6-4 0,8-1 0,7-2 0,2-3 0,4 4 0,2-5 0,6 4 0,6-5 0,-2-16 0,5-1 0,-2-8 0,-3-7 0,-1-6 0,8 2 0,-1-5 0,7-5 0,-3-11 0,7-5 0,-4 0 0,-9 2 0,0-1-142,9-3 1,6-2-1,-6-3 97,-6-4 0,-4-4 0,13-14 0,0-4-45,0 1 0,-2-8-23,-13-2 1,0-12 0,-3-1 0,-5 9 112,2 4 0,-8-3-90,-12 2 0,-3-12 0,-4-2 0,-2 5 0,-3 15 0,-4 13 0,-3 4-90,-8-19 0,-4-6 0,1 13-4963,-12 9 3794,5 8-493,1 9 402,15 17 181,2 4 1259,2 1 0,1 3 0,3 0 0</inkml:trace>
  <inkml:trace contextRef="#ctx0" brushRef="#br0" timeOffset="1853">13820 12211 6993,'-26'-30'5667,"8"10"-5218,-10-5 1,-1 0-360,4 5 90,-11-4 0,0 1 0,10 8-90,-21-11 359,9 14 1,1 4-360,0 1-45,0-3 0,-2 8 0,4 19 0,4 7 45,-3 1-90,2 0 0,-1 8 30,12 10 0,4 8 0,2-5-1494,4-11 1,1 2 1463,-6 10 0,0 6 0,6 3-838,13 10 1,9 3 0,-1-9 837,-3-14 0,2-1 0,2 17 0,3 9 0,1-16 0,12-8 0,18-2 0,6-2 0,1-2 30,-8-16 0,9 1 0,-8-8-504,8-15 519,-15 0 0,5-7-15,5-22 0,3-11 0,-6 0-30,-6 4 0,-2-5 0,2-5 0,7-10 0,-3-2 0,-10 8 0,-10 3 0,-8-2-23,-3-4 1,-3-11-1,-2 1 1,-2 11 281,-5 10 1,-2 1-290,2-8 0,-2-6 0,-4 5-2309,-14-2 1,-3 8 898,2 3 1290,-5 1 1,-1 8 149,10 27 0,-3 4 0,8 2 0</inkml:trace>
  <inkml:trace contextRef="#ctx0" brushRef="#br0" timeOffset="2680">19610 12199 7443,'3'-12'4227,"-1"3"-3597,-3-8-180,-10-1-360,2 3 449,-40-10-539,26 19 90,-28-4 0,6 20 90,10 4 0,-1 4-90,-25 8-529,17 1 0,4 3 529,5 2 0,-9 16-90,13-8-934,11 5 0,0 11 1,3-6 933,3-11 0,2 1 22,1 12 1,0 12-1,2 0 1,3-13-755,7-14 0,1-3 732,0 26 0,7 2-740,19-3 1,4-8 739,-1-3-34,15-15 1,15-2-1,-9-11 124,2-21-90,9-3 0,-3-6 0,-22-12 45,4-11 0,0-4-45,4-5 0,-12 0 0,5-10 0,-9 7 0,-4-14 715,-3 10 1,-6-9-926,-18-1 0,-10-6 0,1 9-15,5 17 0,-2 0-1439,-9-12 0,-5-10 0,-3 3 0,4 15 405,-11 4 1433,-1 5 0,2 4 1,12 16-1,2 3 1</inkml:trace>
  <inkml:trace contextRef="#ctx0" brushRef="#br0" timeOffset="3372">21686 12104 7892,'18'-14'4768,"-8"4"-4139,6-9 721,-11-3-991,-1 6 1350,-16-22-1529,4 28 0,-14-11-180,14 21 180,-37 51-90,24-22-1191,-2 25 1,-5 17-1,7-8 1101,11-26 0,2 1 30,-4 13 0,-2 7 0,5-2-1164,10 12 0,4-7 1134,-3-26 0,2 2-455,7 20 0,4 9 0,0-12 455,8 2-355,2-14 0,6 4 0,-3-9 355,10-3 385,4-10 0,12-2 0,-2-10-385,5-22 0,0-8 572,7 15 1,-1-5-573,-4-25 0,-11-6 0,-14 2 0,-12 11 0,-2-3 800,0-4 0,-2-4-800,5-19 0,-1-3 0,-3 11 0,-1 0 0,1-9 0,-3-4-30,-11 7 0,-4-3 0,-2 6 30,2 11 0,-4 0 0,-8-8 0,-5-10 0,-3 3 0,1 13 0,-17-3-90,-6-1 1,-6 13-1504,12 35 1,2 9 693,-16 2 224,18 4 1,4 5-2554,1 23 1699,9-9 1529,9 0 0,3 1 0,5 0 0,8 19 0</inkml:trace>
  <inkml:trace contextRef="#ctx0" brushRef="#br0" timeOffset="3959">23760 12348 7353,'34'-25'5037,"-3"3"-3958,7-18-899,-20 22-90,17-21 270,-17 15-270,-9 12 0,4-10 180,-9 11-180,-2 4 449,-2-7-449,-1 9-90,-3-4 180,-6 11-90,5 0 0,-24 41-90,18-19 90,-7 37 0,1 5-90,10-17-370,-1 12 0,2 0 370,6-20 0,9 10 0,2 0 0,1-10 0,4 1 0,1-4 0,-1-21 90,5 2 90,30-14-90,-26-7-90,29-6 90,-26-28 0,-4-7-90,0 1 0,2-1 0,-2-10-60,-15-4 0,-6-7 0,-4 6 15,-2 7 0,-3 1-114,5-11 0,0-6 1,-8 9-292,-13 14 0,-4 9-809,-11-4-870,-4 16 0,-12 0 1,0 5 2128,-10 3 0,-2 4 0,6 0 0,-3-1 0,2 4 0,13 6 0,-1-1 0,1 1 0</inkml:trace>
  <inkml:trace contextRef="#ctx0" brushRef="#br0" timeOffset="4686">19207 13948 7443,'10'-20'4137,"-3"4"-3777,2-8 450,0-34-720,-5 28 134,-2-10 1,-5-2 315,-17-7-180,-5 9 0,-3 1-180,-14-11-91,15 23 1,-4 3 270,-16 3 0,0 5-270,-11-3-625,15 16 1,-14 4-1,-6 2 1,3 1 0,11 1 534,-1 2 0,-2 6 30,4 2 0,-13 5 0,-5 4 0,0 1 0,6-1 0,13-4-646,-3 7 1,5 1 615,2-3 0,-5 3 0,0 2 0,6-2-65,-4 10 1,7 2 109,4 4 0,3 5-45,7-6 0,2 3 0,3-1-159,2 5 1,7-2 158,5-3 0,10 0 45,18 4 0,6-4-45,7 4 0,4-2 0,10-7 1221,4-26 1,4-13-1252,-12-8 0,1-6 0,-1 0 51,17 0 0,-4-5-21,-6-15 0,-6-8 0,-11-5 0,-5 0-45,-10 16 0,0-2 45,2-7 0,2-6 0,-4 1-1180,-4-18 0,-5 1 1180,0 10 0,-2 0 0,-3-7 0,-6-2-615,-17-6 0,-6 4 660,11 28 0,-3 1-38,-6-9 1,-4-3-1,-4 8-7,-10 10 0,-8 12-60,-14 14 0,-10 10 1,5 0 140,5-6 0,0 7-149,11 8 1,-5 8-1,4 2 1,10-2-68,12 1 0,5 2-270,-19 23 0,2 2 135,19-22 1,0 2-691,-2 10 1,-3 7-1,5-6 639,6-9 0,1-1-444,-7 18 1,3 2 913,11-11 1,3-4-1,1 10 1,3-14 0,0 1-1</inkml:trace>
  <inkml:trace contextRef="#ctx0" brushRef="#br0" timeOffset="5552">14187 14001 7713,'-17'-42'4407,"-3"-18"-4317,3 9-45,8 18 0,1 1 315,0-24-180,2 17 179,-8-27-269,6 44 450,-18-7 0,-4 2-360,1 9-1131,-13 6 0,-14 2 0,8 3 1041,-6 9-666,-7 7 0,-13 6 0,14 0 576,9 6 45,-6-2 0,9 11 0,46 25 0,15 3-674,0-2 629,4 6 0,10 2 45,10-21 0,7-3 0,6 3 0,3 0 408,-19-15 0,0 1 1,3-1-454,16 4 0,3-2 0,-5-6 0,-14-8 0,1-4 0,17 3 0,9-2 0,-2-5 0,-12-10 0,-2-5 0,1 0 432,0 3 1,1 0 0,0-3-463,9-10 0,1-4 0,-7 1 30,-10 2 0,0-4-18,-2-1 0,7-7 0,3-3 0,-2 0 0,-6 3 18,-1-1 0,-6 2 0,3-5 18,1-1 0,5-4 0,1-3 0,-5 1 0,-7 3-18,2-19 0,-9 1 0,-1 4 0,-8-3 45,-12-6 0,-11-4-685,-10 11 0,-7-2 1,2 4 684,2-8 0,-1 3-45,-1 9 0,-5-1 0,-3 9 373,-9 9 0,-4 9-328,3 5 0,-2 3-45,-3-8 0,-3 8-540,-18 24 1,7 11-1,18 1-1620,8 9 0,-2 9 1,8-1 2159,10 19 0,4-12 0,1-2 0,6 6 0</inkml:trace>
  <inkml:trace contextRef="#ctx0" brushRef="#br0" timeOffset="6935">5461 15466 6034,'-60'-8'557,"0"1"1,1-1 0,-1 0 0,0 0-1,1 0 1,-6 0 0,-2-2 0,3 2-1,6 1 1,12 5-468,8 3 0,4 5 180,-16 4 0,-7 4 0,5-1-1585,8-2 1,-1 2 1404,-6 2 0,-4 2 0,8-1 544,16-3 1,1 4-253,-6 9 0,-7 8 1,0 3-1,7 0-262,7 1 0,5 2 0,-2 1-303,-8-2 0,-4 2 0,2 2 1,10 0 212,12 7 0,10 2 0,2-5-30,1-6 0,5 1-23,4 5 1,3 9-1,3 1 1,-2-8 22,3 0 0,1-1-30,1 7 0,3 4 0,6-5-674,11-10 1,6-5 0,-3-5 703,-6-2 0,7-4 45,0-9 0,11 1 0,7-1 0,3-3 0,-1-4 0,-5-8-190,-2-9 1,-1-9-1,0-4 1,-1-1-1,2 5 145,5 6 0,1 3 0,1 1 0,-2-4 0,-3-6-263,8-15 1,0-8 0,-8-3-1,-12 5 263,-14 4 0,-6-1 243,7-7 0,-4-5-243,-5-11 0,-7-5 0,-7-4 0,-3-1 599,4 0 0,-5 0-659,-7 16 0,-3 0 0,-2 1-165,-5-15 0,-2 3 483,4 9 1,0 0-439,-4-3 1,3-3-2220,11 9 0,3-2 1,1 6 1138,4-18 1260,2-5 0,7 9 0,10 34 0,4 1 0</inkml:trace>
  <inkml:trace contextRef="#ctx0" brushRef="#br0" timeOffset="7604">10311 15326 7533,'-7'28'4137,"2"-10"-3957,-1 7 360,2 7-360,2-18 0,1 14 1349,2-11-1259,0-10 539,1 13-179,-6-2-180,-11 36-360,3-14 0,-9 22 89,7-16 1,1-1 0,-1 9-90,0 2 0,3 6-79,9-4 0,7 3 19,2-4 0,5 3 0,-1-2-254,-5-11 1,1-2 0,2 1 223,10 14 0,5 3 0,-3-13 0,5 0 0,2-5 0,2-3 0,1-8-1559,8-8 0,3-3 1559,6-6 45,-11-5 0,5-6-740,5-13 0,5-9 0,-5 2 740,-10 4 0,3-4-274,6-9 0,12-8 0,3-3 0,-3-1 1,-12 6 228,-3-1 0,-4-2 38,1 3 0,5-2 1,0-5-1,-8-4-16,-9-9 1,-6-6 0,-5 0-1,-1 8-22,1 0 0,-4-2 18,-6-7 0,-1-13 0,-3-6 0,-6 2 0,-5 10-18,-17-1 0,-8 8 0,0-2-23,11 8 1,-1-2 0,1 1-1,-3 4-37,-7-4 0,-3 4 1,-1 6-391,-14 1 0,1 8 225,15 11 0,1 3 708,-16-11 0,-8 9-1945,10 24 0,-6 10 1,-1 4-1,9-3 1155,1-2 0,1 1-31,-3 3 1,-7 4 0,2 1 0,13-1-923,0 17 954,4 1 1,5 0-1,2 1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4160838" cy="366713"/>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lvl1pPr defTabSz="966788" eaLnBrk="1" hangingPunct="1">
              <a:defRPr sz="1200">
                <a:latin typeface="Tahoma" pitchFamily="34" charset="0"/>
                <a:cs typeface="Arial" pitchFamily="34" charset="0"/>
              </a:defRPr>
            </a:lvl1pPr>
          </a:lstStyle>
          <a:p>
            <a:endParaRPr lang="en-US"/>
          </a:p>
        </p:txBody>
      </p:sp>
      <p:sp>
        <p:nvSpPr>
          <p:cNvPr id="48131" name="Rectangle 3"/>
          <p:cNvSpPr>
            <a:spLocks noGrp="1" noChangeArrowheads="1"/>
          </p:cNvSpPr>
          <p:nvPr>
            <p:ph type="dt" idx="1"/>
          </p:nvPr>
        </p:nvSpPr>
        <p:spPr bwMode="auto">
          <a:xfrm>
            <a:off x="5440363" y="0"/>
            <a:ext cx="4160837" cy="366713"/>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lvl1pPr algn="r" defTabSz="966788" eaLnBrk="1" hangingPunct="1">
              <a:defRPr sz="1200">
                <a:latin typeface="Tahoma" pitchFamily="34" charset="0"/>
                <a:cs typeface="Arial" pitchFamily="34" charset="0"/>
              </a:defRPr>
            </a:lvl1pPr>
          </a:lstStyle>
          <a:p>
            <a:endParaRPr lang="en-US"/>
          </a:p>
        </p:txBody>
      </p:sp>
      <p:sp>
        <p:nvSpPr>
          <p:cNvPr id="13316" name="Rectangle 4"/>
          <p:cNvSpPr>
            <a:spLocks noGrp="1" noRot="1" noChangeAspect="1" noChangeArrowheads="1" noTextEdit="1"/>
          </p:cNvSpPr>
          <p:nvPr>
            <p:ph type="sldImg" idx="2"/>
          </p:nvPr>
        </p:nvSpPr>
        <p:spPr bwMode="auto">
          <a:xfrm>
            <a:off x="2743200" y="547688"/>
            <a:ext cx="4114800" cy="2743200"/>
          </a:xfrm>
          <a:prstGeom prst="rect">
            <a:avLst/>
          </a:prstGeom>
          <a:noFill/>
          <a:ln w="9525">
            <a:solidFill>
              <a:srgbClr val="000000"/>
            </a:solidFill>
            <a:miter lim="800000"/>
            <a:headEnd/>
            <a:tailEnd/>
          </a:ln>
        </p:spPr>
      </p:sp>
      <p:sp>
        <p:nvSpPr>
          <p:cNvPr id="48133" name="Rectangle 5"/>
          <p:cNvSpPr>
            <a:spLocks noGrp="1" noChangeArrowheads="1"/>
          </p:cNvSpPr>
          <p:nvPr>
            <p:ph type="body" sz="quarter" idx="3"/>
          </p:nvPr>
        </p:nvSpPr>
        <p:spPr bwMode="auto">
          <a:xfrm>
            <a:off x="1281113" y="3475038"/>
            <a:ext cx="7038975" cy="3292475"/>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8134" name="Rectangle 6"/>
          <p:cNvSpPr>
            <a:spLocks noGrp="1" noChangeArrowheads="1"/>
          </p:cNvSpPr>
          <p:nvPr>
            <p:ph type="ftr" sz="quarter" idx="4"/>
          </p:nvPr>
        </p:nvSpPr>
        <p:spPr bwMode="auto">
          <a:xfrm>
            <a:off x="0" y="6948488"/>
            <a:ext cx="4160838" cy="366712"/>
          </a:xfrm>
          <a:prstGeom prst="rect">
            <a:avLst/>
          </a:prstGeom>
          <a:noFill/>
          <a:ln w="9525">
            <a:noFill/>
            <a:miter lim="800000"/>
            <a:headEnd/>
            <a:tailEnd/>
          </a:ln>
          <a:effectLst/>
        </p:spPr>
        <p:txBody>
          <a:bodyPr vert="horz" wrap="square" lIns="96653" tIns="48327" rIns="96653" bIns="48327" numCol="1" anchor="b" anchorCtr="0" compatLnSpc="1">
            <a:prstTxWarp prst="textNoShape">
              <a:avLst/>
            </a:prstTxWarp>
          </a:bodyPr>
          <a:lstStyle>
            <a:lvl1pPr defTabSz="966788" eaLnBrk="1" hangingPunct="1">
              <a:defRPr sz="1200">
                <a:latin typeface="Tahoma" pitchFamily="34" charset="0"/>
                <a:cs typeface="Arial" pitchFamily="34" charset="0"/>
              </a:defRPr>
            </a:lvl1pPr>
          </a:lstStyle>
          <a:p>
            <a:endParaRPr lang="en-US"/>
          </a:p>
        </p:txBody>
      </p:sp>
      <p:sp>
        <p:nvSpPr>
          <p:cNvPr id="48135" name="Rectangle 7"/>
          <p:cNvSpPr>
            <a:spLocks noGrp="1" noChangeArrowheads="1"/>
          </p:cNvSpPr>
          <p:nvPr>
            <p:ph type="sldNum" sz="quarter" idx="5"/>
          </p:nvPr>
        </p:nvSpPr>
        <p:spPr bwMode="auto">
          <a:xfrm>
            <a:off x="5440363" y="6948488"/>
            <a:ext cx="4160837" cy="366712"/>
          </a:xfrm>
          <a:prstGeom prst="rect">
            <a:avLst/>
          </a:prstGeom>
          <a:noFill/>
          <a:ln w="9525">
            <a:noFill/>
            <a:miter lim="800000"/>
            <a:headEnd/>
            <a:tailEnd/>
          </a:ln>
          <a:effectLst/>
        </p:spPr>
        <p:txBody>
          <a:bodyPr vert="horz" wrap="square" lIns="96653" tIns="48327" rIns="96653" bIns="48327" numCol="1" anchor="b" anchorCtr="0" compatLnSpc="1">
            <a:prstTxWarp prst="textNoShape">
              <a:avLst/>
            </a:prstTxWarp>
          </a:bodyPr>
          <a:lstStyle>
            <a:lvl1pPr algn="r" defTabSz="966788" eaLnBrk="1" hangingPunct="1">
              <a:defRPr sz="1200">
                <a:latin typeface="Tahoma" pitchFamily="34" charset="0"/>
              </a:defRPr>
            </a:lvl1pPr>
          </a:lstStyle>
          <a:p>
            <a:fld id="{077C5485-9747-4CF4-B9B9-77ADA2DD2249}" type="slidenum">
              <a:rPr lang="en-US"/>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VnTime" pitchFamily="34" charset="0"/>
        <a:ea typeface="MS PGothic" pitchFamily="34" charset="-128"/>
        <a:cs typeface="ＭＳ Ｐゴシック" charset="0"/>
      </a:defRPr>
    </a:lvl1pPr>
    <a:lvl2pPr marL="455613" algn="l" rtl="0" eaLnBrk="0" fontAlgn="base" hangingPunct="0">
      <a:spcBef>
        <a:spcPct val="30000"/>
      </a:spcBef>
      <a:spcAft>
        <a:spcPct val="0"/>
      </a:spcAft>
      <a:defRPr kumimoji="1" sz="1200" kern="1200">
        <a:solidFill>
          <a:schemeClr val="tx1"/>
        </a:solidFill>
        <a:latin typeface=".VnTime" pitchFamily="34" charset="0"/>
        <a:ea typeface="MS PGothic" pitchFamily="34" charset="-128"/>
        <a:cs typeface="+mn-cs"/>
      </a:defRPr>
    </a:lvl2pPr>
    <a:lvl3pPr marL="912813" algn="l" rtl="0" eaLnBrk="0" fontAlgn="base" hangingPunct="0">
      <a:spcBef>
        <a:spcPct val="30000"/>
      </a:spcBef>
      <a:spcAft>
        <a:spcPct val="0"/>
      </a:spcAft>
      <a:defRPr kumimoji="1" sz="1200" kern="1200">
        <a:solidFill>
          <a:schemeClr val="tx1"/>
        </a:solidFill>
        <a:latin typeface=".VnTime" pitchFamily="34" charset="0"/>
        <a:ea typeface="MS PGothic" pitchFamily="34" charset="-128"/>
        <a:cs typeface="+mn-cs"/>
      </a:defRPr>
    </a:lvl3pPr>
    <a:lvl4pPr marL="1370013" algn="l" rtl="0" eaLnBrk="0" fontAlgn="base" hangingPunct="0">
      <a:spcBef>
        <a:spcPct val="30000"/>
      </a:spcBef>
      <a:spcAft>
        <a:spcPct val="0"/>
      </a:spcAft>
      <a:defRPr kumimoji="1" sz="1200" kern="1200">
        <a:solidFill>
          <a:schemeClr val="tx1"/>
        </a:solidFill>
        <a:latin typeface=".VnTime" pitchFamily="34" charset="0"/>
        <a:ea typeface="MS PGothic" pitchFamily="34" charset="-128"/>
        <a:cs typeface="+mn-cs"/>
      </a:defRPr>
    </a:lvl4pPr>
    <a:lvl5pPr marL="1827213" algn="l" rtl="0" eaLnBrk="0" fontAlgn="base" hangingPunct="0">
      <a:spcBef>
        <a:spcPct val="30000"/>
      </a:spcBef>
      <a:spcAft>
        <a:spcPct val="0"/>
      </a:spcAft>
      <a:defRPr kumimoji="1" sz="1200" kern="1200">
        <a:solidFill>
          <a:schemeClr val="tx1"/>
        </a:solidFill>
        <a:latin typeface=".VnTime" pitchFamily="34" charset="0"/>
        <a:ea typeface="MS PGothic" pitchFamily="34" charset="-128"/>
        <a:cs typeface="+mn-cs"/>
      </a:defRPr>
    </a:lvl5pPr>
    <a:lvl6pPr marL="2285740" algn="l" defTabSz="914296" rtl="0" eaLnBrk="1" latinLnBrk="0" hangingPunct="1">
      <a:defRPr sz="1200" kern="1200">
        <a:solidFill>
          <a:schemeClr val="tx1"/>
        </a:solidFill>
        <a:latin typeface="+mn-lt"/>
        <a:ea typeface="+mn-ea"/>
        <a:cs typeface="+mn-cs"/>
      </a:defRPr>
    </a:lvl6pPr>
    <a:lvl7pPr marL="2742888" algn="l" defTabSz="914296" rtl="0" eaLnBrk="1" latinLnBrk="0" hangingPunct="1">
      <a:defRPr sz="1200" kern="1200">
        <a:solidFill>
          <a:schemeClr val="tx1"/>
        </a:solidFill>
        <a:latin typeface="+mn-lt"/>
        <a:ea typeface="+mn-ea"/>
        <a:cs typeface="+mn-cs"/>
      </a:defRPr>
    </a:lvl7pPr>
    <a:lvl8pPr marL="3200036" algn="l" defTabSz="914296" rtl="0" eaLnBrk="1" latinLnBrk="0" hangingPunct="1">
      <a:defRPr sz="1200" kern="1200">
        <a:solidFill>
          <a:schemeClr val="tx1"/>
        </a:solidFill>
        <a:latin typeface="+mn-lt"/>
        <a:ea typeface="+mn-ea"/>
        <a:cs typeface="+mn-cs"/>
      </a:defRPr>
    </a:lvl8pPr>
    <a:lvl9pPr marL="3657184" algn="l" defTabSz="914296"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077C5485-9747-4CF4-B9B9-77ADA2DD2249}" type="slidenum">
              <a:rPr lang="en-US"/>
              <a:pPr/>
              <a:t>9</a:t>
            </a:fld>
            <a:endParaRPr lang="en-US"/>
          </a:p>
        </p:txBody>
      </p:sp>
    </p:spTree>
    <p:extLst>
      <p:ext uri="{BB962C8B-B14F-4D97-AF65-F5344CB8AC3E}">
        <p14:creationId xmlns:p14="http://schemas.microsoft.com/office/powerpoint/2010/main" val="10106834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77C5485-9747-4CF4-B9B9-77ADA2DD2249}" type="slidenum">
              <a:rPr lang="en-US"/>
              <a:pPr/>
              <a:t>18</a:t>
            </a:fld>
            <a:endParaRPr lang="en-US"/>
          </a:p>
        </p:txBody>
      </p:sp>
    </p:spTree>
    <p:extLst>
      <p:ext uri="{BB962C8B-B14F-4D97-AF65-F5344CB8AC3E}">
        <p14:creationId xmlns:p14="http://schemas.microsoft.com/office/powerpoint/2010/main" val="2017751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9AAB5FE4-DDAE-2D43-8C59-0445130AE46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9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fld id="{00EC687B-4EE0-1247-A258-11D36FBE86C7}" type="slidenum">
              <a:rPr lang="en-US" altLang="en-US" sz="1300">
                <a:latin typeface="Tahoma" panose="020B0604030504040204" pitchFamily="34" charset="0"/>
              </a:rPr>
              <a:pPr eaLnBrk="1" hangingPunct="1"/>
              <a:t>27</a:t>
            </a:fld>
            <a:endParaRPr lang="en-US" altLang="en-US" sz="1300">
              <a:latin typeface="Tahoma" panose="020B0604030504040204" pitchFamily="34" charset="0"/>
            </a:endParaRPr>
          </a:p>
        </p:txBody>
      </p:sp>
      <p:sp>
        <p:nvSpPr>
          <p:cNvPr id="93187" name="Rectangle 2">
            <a:extLst>
              <a:ext uri="{FF2B5EF4-FFF2-40B4-BE49-F238E27FC236}">
                <a16:creationId xmlns:a16="http://schemas.microsoft.com/office/drawing/2014/main" id="{0B79283D-B4A5-F240-B039-BDB66C36A314}"/>
              </a:ext>
            </a:extLst>
          </p:cNvPr>
          <p:cNvSpPr>
            <a:spLocks noGrp="1" noRot="1" noChangeAspect="1" noChangeArrowheads="1" noTextEdit="1"/>
          </p:cNvSpPr>
          <p:nvPr>
            <p:ph type="sldImg"/>
          </p:nvPr>
        </p:nvSpPr>
        <p:spPr>
          <a:ln/>
        </p:spPr>
      </p:sp>
      <p:sp>
        <p:nvSpPr>
          <p:cNvPr id="93188" name="Rectangle 3">
            <a:extLst>
              <a:ext uri="{FF2B5EF4-FFF2-40B4-BE49-F238E27FC236}">
                <a16:creationId xmlns:a16="http://schemas.microsoft.com/office/drawing/2014/main" id="{6CAEFDCA-6A2E-174C-99D4-C05CE31BFDA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876067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47C3E05F-57E0-CA4A-8BA7-B3C964F71E2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9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fld id="{287D7F3D-DCAF-8A4B-9FBF-564B388C55D2}" type="slidenum">
              <a:rPr lang="en-US" altLang="en-US" sz="1300">
                <a:latin typeface="Tahoma" panose="020B0604030504040204" pitchFamily="34" charset="0"/>
              </a:rPr>
              <a:pPr eaLnBrk="1" hangingPunct="1"/>
              <a:t>28</a:t>
            </a:fld>
            <a:endParaRPr lang="en-US" altLang="en-US" sz="1300">
              <a:latin typeface="Tahoma" panose="020B0604030504040204" pitchFamily="34" charset="0"/>
            </a:endParaRPr>
          </a:p>
        </p:txBody>
      </p:sp>
      <p:sp>
        <p:nvSpPr>
          <p:cNvPr id="94211" name="Rectangle 2">
            <a:extLst>
              <a:ext uri="{FF2B5EF4-FFF2-40B4-BE49-F238E27FC236}">
                <a16:creationId xmlns:a16="http://schemas.microsoft.com/office/drawing/2014/main" id="{04C31072-FB8F-574D-A845-35EBF5D9B161}"/>
              </a:ext>
            </a:extLst>
          </p:cNvPr>
          <p:cNvSpPr>
            <a:spLocks noGrp="1" noRot="1" noChangeAspect="1" noChangeArrowheads="1" noTextEdit="1"/>
          </p:cNvSpPr>
          <p:nvPr>
            <p:ph type="sldImg"/>
          </p:nvPr>
        </p:nvSpPr>
        <p:spPr>
          <a:ln/>
        </p:spPr>
      </p:sp>
      <p:sp>
        <p:nvSpPr>
          <p:cNvPr id="94212" name="Rectangle 3">
            <a:extLst>
              <a:ext uri="{FF2B5EF4-FFF2-40B4-BE49-F238E27FC236}">
                <a16:creationId xmlns:a16="http://schemas.microsoft.com/office/drawing/2014/main" id="{B08FEE89-3D1A-1849-94AB-A9407FDB34C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3614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1546E0CE-C9BD-9A44-97B0-BF4B0947A2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9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fld id="{275DFEF7-A898-6D40-BD38-942D6A89A7A9}" type="slidenum">
              <a:rPr lang="en-US" altLang="en-US" sz="1300">
                <a:latin typeface="Tahoma" panose="020B0604030504040204" pitchFamily="34" charset="0"/>
              </a:rPr>
              <a:pPr eaLnBrk="1" hangingPunct="1"/>
              <a:t>29</a:t>
            </a:fld>
            <a:endParaRPr lang="en-US" altLang="en-US" sz="1300">
              <a:latin typeface="Tahoma" panose="020B0604030504040204" pitchFamily="34" charset="0"/>
            </a:endParaRPr>
          </a:p>
        </p:txBody>
      </p:sp>
      <p:sp>
        <p:nvSpPr>
          <p:cNvPr id="95235" name="Rectangle 2">
            <a:extLst>
              <a:ext uri="{FF2B5EF4-FFF2-40B4-BE49-F238E27FC236}">
                <a16:creationId xmlns:a16="http://schemas.microsoft.com/office/drawing/2014/main" id="{9FF0A594-554B-2B4E-98BD-44791747AD88}"/>
              </a:ext>
            </a:extLst>
          </p:cNvPr>
          <p:cNvSpPr>
            <a:spLocks noGrp="1" noRot="1" noChangeAspect="1" noChangeArrowheads="1" noTextEdit="1"/>
          </p:cNvSpPr>
          <p:nvPr>
            <p:ph type="sldImg"/>
          </p:nvPr>
        </p:nvSpPr>
        <p:spPr>
          <a:ln/>
        </p:spPr>
      </p:sp>
      <p:sp>
        <p:nvSpPr>
          <p:cNvPr id="95236" name="Rectangle 3">
            <a:extLst>
              <a:ext uri="{FF2B5EF4-FFF2-40B4-BE49-F238E27FC236}">
                <a16:creationId xmlns:a16="http://schemas.microsoft.com/office/drawing/2014/main" id="{7F462C70-D7C2-534C-B227-15455846569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121198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BE4F7759-8F77-ED4B-A3A4-ED33BF13AC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9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fld id="{F2D143F2-D709-5640-A1BD-A4AC21FD7C22}" type="slidenum">
              <a:rPr lang="en-US" altLang="en-US" sz="1300">
                <a:latin typeface="Tahoma" panose="020B0604030504040204" pitchFamily="34" charset="0"/>
              </a:rPr>
              <a:pPr eaLnBrk="1" hangingPunct="1"/>
              <a:t>30</a:t>
            </a:fld>
            <a:endParaRPr lang="en-US" altLang="en-US" sz="1300">
              <a:latin typeface="Tahoma" panose="020B0604030504040204" pitchFamily="34" charset="0"/>
            </a:endParaRPr>
          </a:p>
        </p:txBody>
      </p:sp>
      <p:sp>
        <p:nvSpPr>
          <p:cNvPr id="96259" name="Rectangle 2">
            <a:extLst>
              <a:ext uri="{FF2B5EF4-FFF2-40B4-BE49-F238E27FC236}">
                <a16:creationId xmlns:a16="http://schemas.microsoft.com/office/drawing/2014/main" id="{2BCAE5B3-2C4C-034D-A2D3-DA905A9A52AF}"/>
              </a:ext>
            </a:extLst>
          </p:cNvPr>
          <p:cNvSpPr>
            <a:spLocks noGrp="1" noRot="1" noChangeAspect="1" noChangeArrowheads="1" noTextEdit="1"/>
          </p:cNvSpPr>
          <p:nvPr>
            <p:ph type="sldImg"/>
          </p:nvPr>
        </p:nvSpPr>
        <p:spPr>
          <a:ln/>
        </p:spPr>
      </p:sp>
      <p:sp>
        <p:nvSpPr>
          <p:cNvPr id="96260" name="Rectangle 3">
            <a:extLst>
              <a:ext uri="{FF2B5EF4-FFF2-40B4-BE49-F238E27FC236}">
                <a16:creationId xmlns:a16="http://schemas.microsoft.com/office/drawing/2014/main" id="{61AC6215-52B8-0242-BB22-05636BAF20A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300594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B7046FBE-0474-E149-87D0-D4283402860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9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fld id="{45F5139C-2A52-AC46-95C8-029ABF9B9A7F}" type="slidenum">
              <a:rPr lang="en-US" altLang="en-US" sz="1300">
                <a:latin typeface="Tahoma" panose="020B0604030504040204" pitchFamily="34" charset="0"/>
              </a:rPr>
              <a:pPr eaLnBrk="1" hangingPunct="1"/>
              <a:t>31</a:t>
            </a:fld>
            <a:endParaRPr lang="en-US" altLang="en-US" sz="1300">
              <a:latin typeface="Tahoma" panose="020B0604030504040204" pitchFamily="34" charset="0"/>
            </a:endParaRPr>
          </a:p>
        </p:txBody>
      </p:sp>
      <p:sp>
        <p:nvSpPr>
          <p:cNvPr id="97283" name="Rectangle 2">
            <a:extLst>
              <a:ext uri="{FF2B5EF4-FFF2-40B4-BE49-F238E27FC236}">
                <a16:creationId xmlns:a16="http://schemas.microsoft.com/office/drawing/2014/main" id="{3CC1F913-5D70-194E-B0A5-EB404B6EFD7E}"/>
              </a:ext>
            </a:extLst>
          </p:cNvPr>
          <p:cNvSpPr>
            <a:spLocks noGrp="1" noRot="1" noChangeAspect="1" noChangeArrowheads="1" noTextEdit="1"/>
          </p:cNvSpPr>
          <p:nvPr>
            <p:ph type="sldImg"/>
          </p:nvPr>
        </p:nvSpPr>
        <p:spPr>
          <a:ln/>
        </p:spPr>
      </p:sp>
      <p:sp>
        <p:nvSpPr>
          <p:cNvPr id="97284" name="Rectangle 3">
            <a:extLst>
              <a:ext uri="{FF2B5EF4-FFF2-40B4-BE49-F238E27FC236}">
                <a16:creationId xmlns:a16="http://schemas.microsoft.com/office/drawing/2014/main" id="{7B19DC29-0286-4F4A-8F1A-BA4D24AA9D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099988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0D7FFAEA-66A7-7D44-A96B-0631CEE9465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9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fld id="{C0A2A4F5-565A-DA4C-8328-CC66097C122B}" type="slidenum">
              <a:rPr lang="en-US" altLang="en-US" sz="1300">
                <a:latin typeface="Tahoma" panose="020B0604030504040204" pitchFamily="34" charset="0"/>
              </a:rPr>
              <a:pPr eaLnBrk="1" hangingPunct="1"/>
              <a:t>32</a:t>
            </a:fld>
            <a:endParaRPr lang="en-US" altLang="en-US" sz="1300">
              <a:latin typeface="Tahoma" panose="020B0604030504040204" pitchFamily="34" charset="0"/>
            </a:endParaRPr>
          </a:p>
        </p:txBody>
      </p:sp>
      <p:sp>
        <p:nvSpPr>
          <p:cNvPr id="98307" name="Rectangle 2">
            <a:extLst>
              <a:ext uri="{FF2B5EF4-FFF2-40B4-BE49-F238E27FC236}">
                <a16:creationId xmlns:a16="http://schemas.microsoft.com/office/drawing/2014/main" id="{2970FD81-5B78-2341-9034-3F63F123CD3A}"/>
              </a:ext>
            </a:extLst>
          </p:cNvPr>
          <p:cNvSpPr>
            <a:spLocks noGrp="1" noRot="1" noChangeAspect="1" noChangeArrowheads="1" noTextEdit="1"/>
          </p:cNvSpPr>
          <p:nvPr>
            <p:ph type="sldImg"/>
          </p:nvPr>
        </p:nvSpPr>
        <p:spPr>
          <a:ln/>
        </p:spPr>
      </p:sp>
      <p:sp>
        <p:nvSpPr>
          <p:cNvPr id="98308" name="Rectangle 3">
            <a:extLst>
              <a:ext uri="{FF2B5EF4-FFF2-40B4-BE49-F238E27FC236}">
                <a16:creationId xmlns:a16="http://schemas.microsoft.com/office/drawing/2014/main" id="{0C7DA359-C481-0343-A8C4-CF4995E269B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209026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85875" y="1122363"/>
            <a:ext cx="7715250" cy="2387600"/>
          </a:xfrm>
        </p:spPr>
        <p:txBody>
          <a:bodyPr anchor="b"/>
          <a:lstStyle>
            <a:lvl1pPr algn="ctr">
              <a:defRPr sz="5063"/>
            </a:lvl1pPr>
          </a:lstStyle>
          <a:p>
            <a:r>
              <a:rPr lang="en-US"/>
              <a:t>Click to edit Master title style</a:t>
            </a:r>
          </a:p>
        </p:txBody>
      </p:sp>
      <p:sp>
        <p:nvSpPr>
          <p:cNvPr id="3" name="Subtitle 2"/>
          <p:cNvSpPr>
            <a:spLocks noGrp="1"/>
          </p:cNvSpPr>
          <p:nvPr>
            <p:ph type="subTitle" idx="1"/>
          </p:nvPr>
        </p:nvSpPr>
        <p:spPr>
          <a:xfrm>
            <a:off x="1285875" y="3602038"/>
            <a:ext cx="7715250" cy="1655762"/>
          </a:xfrm>
        </p:spPr>
        <p:txBody>
          <a:bodyPr/>
          <a:lstStyle>
            <a:lvl1pPr marL="0" indent="0" algn="ctr">
              <a:buNone/>
              <a:defRPr sz="2025"/>
            </a:lvl1pPr>
            <a:lvl2pPr marL="385785" indent="0" algn="ctr">
              <a:buNone/>
              <a:defRPr sz="1688"/>
            </a:lvl2pPr>
            <a:lvl3pPr marL="771571" indent="0" algn="ctr">
              <a:buNone/>
              <a:defRPr sz="1519"/>
            </a:lvl3pPr>
            <a:lvl4pPr marL="1157356" indent="0" algn="ctr">
              <a:buNone/>
              <a:defRPr sz="1350"/>
            </a:lvl4pPr>
            <a:lvl5pPr marL="1543141" indent="0" algn="ctr">
              <a:buNone/>
              <a:defRPr sz="1350"/>
            </a:lvl5pPr>
            <a:lvl6pPr marL="1928927" indent="0" algn="ctr">
              <a:buNone/>
              <a:defRPr sz="1350"/>
            </a:lvl6pPr>
            <a:lvl7pPr marL="2314712" indent="0" algn="ctr">
              <a:buNone/>
              <a:defRPr sz="1350"/>
            </a:lvl7pPr>
            <a:lvl8pPr marL="2700498" indent="0" algn="ctr">
              <a:buNone/>
              <a:defRPr sz="1350"/>
            </a:lvl8pPr>
            <a:lvl9pPr marL="3086283" indent="0" algn="ctr">
              <a:buNone/>
              <a:defRPr sz="1350"/>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6BB53E1D-A0B1-4171-ABED-667787C30A3E}"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51012" y="188640"/>
            <a:ext cx="8874125" cy="1325563"/>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65EEBBBD-F88C-4D0A-B00C-08302391C972}" type="datetimeFigureOut">
              <a:rPr lang="en-US"/>
              <a:pPr/>
              <a:t>2/18/22</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DA8C51A7-BEEA-471D-933F-7E35BC04A30F}"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01873" y="1709739"/>
            <a:ext cx="8872538" cy="2852737"/>
          </a:xfrm>
        </p:spPr>
        <p:txBody>
          <a:bodyPr anchor="b"/>
          <a:lstStyle>
            <a:lvl1pPr>
              <a:defRPr sz="5063"/>
            </a:lvl1pPr>
          </a:lstStyle>
          <a:p>
            <a:r>
              <a:rPr lang="en-US"/>
              <a:t>Click to edit Master title style</a:t>
            </a:r>
          </a:p>
        </p:txBody>
      </p:sp>
      <p:sp>
        <p:nvSpPr>
          <p:cNvPr id="3" name="Text Placeholder 2"/>
          <p:cNvSpPr>
            <a:spLocks noGrp="1"/>
          </p:cNvSpPr>
          <p:nvPr>
            <p:ph type="body" idx="1"/>
          </p:nvPr>
        </p:nvSpPr>
        <p:spPr>
          <a:xfrm>
            <a:off x="701873" y="4589464"/>
            <a:ext cx="8872538" cy="1500187"/>
          </a:xfrm>
        </p:spPr>
        <p:txBody>
          <a:bodyPr/>
          <a:lstStyle>
            <a:lvl1pPr marL="0" indent="0">
              <a:buNone/>
              <a:defRPr sz="2025">
                <a:solidFill>
                  <a:schemeClr val="tx1">
                    <a:tint val="75000"/>
                  </a:schemeClr>
                </a:solidFill>
              </a:defRPr>
            </a:lvl1pPr>
            <a:lvl2pPr marL="385785" indent="0">
              <a:buNone/>
              <a:defRPr sz="1688">
                <a:solidFill>
                  <a:schemeClr val="tx1">
                    <a:tint val="75000"/>
                  </a:schemeClr>
                </a:solidFill>
              </a:defRPr>
            </a:lvl2pPr>
            <a:lvl3pPr marL="771571" indent="0">
              <a:buNone/>
              <a:defRPr sz="1519">
                <a:solidFill>
                  <a:schemeClr val="tx1">
                    <a:tint val="75000"/>
                  </a:schemeClr>
                </a:solidFill>
              </a:defRPr>
            </a:lvl3pPr>
            <a:lvl4pPr marL="1157356" indent="0">
              <a:buNone/>
              <a:defRPr sz="1350">
                <a:solidFill>
                  <a:schemeClr val="tx1">
                    <a:tint val="75000"/>
                  </a:schemeClr>
                </a:solidFill>
              </a:defRPr>
            </a:lvl4pPr>
            <a:lvl5pPr marL="1543141" indent="0">
              <a:buNone/>
              <a:defRPr sz="1350">
                <a:solidFill>
                  <a:schemeClr val="tx1">
                    <a:tint val="75000"/>
                  </a:schemeClr>
                </a:solidFill>
              </a:defRPr>
            </a:lvl5pPr>
            <a:lvl6pPr marL="1928927" indent="0">
              <a:buNone/>
              <a:defRPr sz="1350">
                <a:solidFill>
                  <a:schemeClr val="tx1">
                    <a:tint val="75000"/>
                  </a:schemeClr>
                </a:solidFill>
              </a:defRPr>
            </a:lvl6pPr>
            <a:lvl7pPr marL="2314712" indent="0">
              <a:buNone/>
              <a:defRPr sz="1350">
                <a:solidFill>
                  <a:schemeClr val="tx1">
                    <a:tint val="75000"/>
                  </a:schemeClr>
                </a:solidFill>
              </a:defRPr>
            </a:lvl7pPr>
            <a:lvl8pPr marL="2700498" indent="0">
              <a:buNone/>
              <a:defRPr sz="1350">
                <a:solidFill>
                  <a:schemeClr val="tx1">
                    <a:tint val="75000"/>
                  </a:schemeClr>
                </a:solidFill>
              </a:defRPr>
            </a:lvl8pPr>
            <a:lvl9pPr marL="3086283" indent="0">
              <a:buNone/>
              <a:defRPr sz="13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29D9EDF6-B61E-473A-9275-BAC1BDA0029B}" type="datetimeFigureOut">
              <a:rPr lang="en-US"/>
              <a:pPr/>
              <a:t>2/18/22</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588B2AA1-AEA7-40B9-AD8E-776A8F689794}"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07231" y="1825625"/>
            <a:ext cx="4371975"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07794" y="1825625"/>
            <a:ext cx="4371975"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36FBD08F-42E1-467C-8482-6F32381C3348}" type="datetimeFigureOut">
              <a:rPr lang="en-US"/>
              <a:pPr/>
              <a:t>2/18/22</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6E4EFCDD-D768-4613-87BA-5A10354114E3}"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08571" y="365126"/>
            <a:ext cx="8872538" cy="1325563"/>
          </a:xfrm>
        </p:spPr>
        <p:txBody>
          <a:bodyPr/>
          <a:lstStyle/>
          <a:p>
            <a:r>
              <a:rPr lang="en-US"/>
              <a:t>Click to edit Master title style</a:t>
            </a:r>
          </a:p>
        </p:txBody>
      </p:sp>
      <p:sp>
        <p:nvSpPr>
          <p:cNvPr id="3" name="Text Placeholder 2"/>
          <p:cNvSpPr>
            <a:spLocks noGrp="1"/>
          </p:cNvSpPr>
          <p:nvPr>
            <p:ph type="body" idx="1"/>
          </p:nvPr>
        </p:nvSpPr>
        <p:spPr>
          <a:xfrm>
            <a:off x="708571" y="1681163"/>
            <a:ext cx="4351883" cy="823912"/>
          </a:xfrm>
        </p:spPr>
        <p:txBody>
          <a:bodyPr anchor="b"/>
          <a:lstStyle>
            <a:lvl1pPr marL="0" indent="0">
              <a:buNone/>
              <a:defRPr sz="2025" b="1"/>
            </a:lvl1pPr>
            <a:lvl2pPr marL="385785" indent="0">
              <a:buNone/>
              <a:defRPr sz="1688" b="1"/>
            </a:lvl2pPr>
            <a:lvl3pPr marL="771571" indent="0">
              <a:buNone/>
              <a:defRPr sz="1519" b="1"/>
            </a:lvl3pPr>
            <a:lvl4pPr marL="1157356" indent="0">
              <a:buNone/>
              <a:defRPr sz="1350" b="1"/>
            </a:lvl4pPr>
            <a:lvl5pPr marL="1543141" indent="0">
              <a:buNone/>
              <a:defRPr sz="1350" b="1"/>
            </a:lvl5pPr>
            <a:lvl6pPr marL="1928927" indent="0">
              <a:buNone/>
              <a:defRPr sz="1350" b="1"/>
            </a:lvl6pPr>
            <a:lvl7pPr marL="2314712" indent="0">
              <a:buNone/>
              <a:defRPr sz="1350" b="1"/>
            </a:lvl7pPr>
            <a:lvl8pPr marL="2700498" indent="0">
              <a:buNone/>
              <a:defRPr sz="1350" b="1"/>
            </a:lvl8pPr>
            <a:lvl9pPr marL="3086283" indent="0">
              <a:buNone/>
              <a:defRPr sz="1350" b="1"/>
            </a:lvl9pPr>
          </a:lstStyle>
          <a:p>
            <a:pPr lvl="0"/>
            <a:r>
              <a:rPr lang="en-US"/>
              <a:t>Click to edit Master text styles</a:t>
            </a:r>
          </a:p>
        </p:txBody>
      </p:sp>
      <p:sp>
        <p:nvSpPr>
          <p:cNvPr id="4" name="Content Placeholder 3"/>
          <p:cNvSpPr>
            <a:spLocks noGrp="1"/>
          </p:cNvSpPr>
          <p:nvPr>
            <p:ph sz="half" idx="2"/>
          </p:nvPr>
        </p:nvSpPr>
        <p:spPr>
          <a:xfrm>
            <a:off x="708571" y="2505075"/>
            <a:ext cx="4351883"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207794" y="1681163"/>
            <a:ext cx="4373315" cy="823912"/>
          </a:xfrm>
        </p:spPr>
        <p:txBody>
          <a:bodyPr anchor="b"/>
          <a:lstStyle>
            <a:lvl1pPr marL="0" indent="0">
              <a:buNone/>
              <a:defRPr sz="2025" b="1"/>
            </a:lvl1pPr>
            <a:lvl2pPr marL="385785" indent="0">
              <a:buNone/>
              <a:defRPr sz="1688" b="1"/>
            </a:lvl2pPr>
            <a:lvl3pPr marL="771571" indent="0">
              <a:buNone/>
              <a:defRPr sz="1519" b="1"/>
            </a:lvl3pPr>
            <a:lvl4pPr marL="1157356" indent="0">
              <a:buNone/>
              <a:defRPr sz="1350" b="1"/>
            </a:lvl4pPr>
            <a:lvl5pPr marL="1543141" indent="0">
              <a:buNone/>
              <a:defRPr sz="1350" b="1"/>
            </a:lvl5pPr>
            <a:lvl6pPr marL="1928927" indent="0">
              <a:buNone/>
              <a:defRPr sz="1350" b="1"/>
            </a:lvl6pPr>
            <a:lvl7pPr marL="2314712" indent="0">
              <a:buNone/>
              <a:defRPr sz="1350" b="1"/>
            </a:lvl7pPr>
            <a:lvl8pPr marL="2700498" indent="0">
              <a:buNone/>
              <a:defRPr sz="1350" b="1"/>
            </a:lvl8pPr>
            <a:lvl9pPr marL="3086283" indent="0">
              <a:buNone/>
              <a:defRPr sz="1350" b="1"/>
            </a:lvl9pPr>
          </a:lstStyle>
          <a:p>
            <a:pPr lvl="0"/>
            <a:r>
              <a:rPr lang="en-US"/>
              <a:t>Click to edit Master text styles</a:t>
            </a:r>
          </a:p>
        </p:txBody>
      </p:sp>
      <p:sp>
        <p:nvSpPr>
          <p:cNvPr id="6" name="Content Placeholder 5"/>
          <p:cNvSpPr>
            <a:spLocks noGrp="1"/>
          </p:cNvSpPr>
          <p:nvPr>
            <p:ph sz="quarter" idx="4"/>
          </p:nvPr>
        </p:nvSpPr>
        <p:spPr>
          <a:xfrm>
            <a:off x="5207794" y="2505075"/>
            <a:ext cx="4373315"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CE3E18D6-E874-45EF-BDE1-3F1C6A343A99}" type="datetimeFigureOut">
              <a:rPr lang="en-US"/>
              <a:pPr/>
              <a:t>2/18/22</a:t>
            </a:fld>
            <a:endParaRPr lang="en-US"/>
          </a:p>
        </p:txBody>
      </p:sp>
      <p:sp>
        <p:nvSpPr>
          <p:cNvPr id="8" name="Footer Placeholder 4"/>
          <p:cNvSpPr>
            <a:spLocks noGrp="1"/>
          </p:cNvSpPr>
          <p:nvPr>
            <p:ph type="ftr" sz="quarter" idx="11"/>
          </p:nvPr>
        </p:nvSpPr>
        <p:spPr/>
        <p:txBody>
          <a:bodyPr/>
          <a:lstStyle>
            <a:lvl1pPr>
              <a:defRPr/>
            </a:lvl1pPr>
          </a:lstStyle>
          <a:p>
            <a:endParaRPr lang="en-US"/>
          </a:p>
        </p:txBody>
      </p:sp>
      <p:sp>
        <p:nvSpPr>
          <p:cNvPr id="9" name="Slide Number Placeholder 5"/>
          <p:cNvSpPr>
            <a:spLocks noGrp="1"/>
          </p:cNvSpPr>
          <p:nvPr>
            <p:ph type="sldNum" sz="quarter" idx="12"/>
          </p:nvPr>
        </p:nvSpPr>
        <p:spPr/>
        <p:txBody>
          <a:bodyPr/>
          <a:lstStyle>
            <a:lvl1pPr>
              <a:defRPr/>
            </a:lvl1pPr>
          </a:lstStyle>
          <a:p>
            <a:fld id="{08EB50A5-30BD-43BB-AD4F-B4E94F8C7DAA}"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B5F168BB-F8B5-4B60-A2D9-15D6AAE85ECB}" type="datetimeFigureOut">
              <a:rPr lang="en-US"/>
              <a:pPr/>
              <a:t>2/18/22</a:t>
            </a:fld>
            <a:endParaRPr lang="en-US"/>
          </a:p>
        </p:txBody>
      </p:sp>
      <p:sp>
        <p:nvSpPr>
          <p:cNvPr id="4" name="Footer Placeholder 4"/>
          <p:cNvSpPr>
            <a:spLocks noGrp="1"/>
          </p:cNvSpPr>
          <p:nvPr>
            <p:ph type="ftr" sz="quarter" idx="11"/>
          </p:nvPr>
        </p:nvSpPr>
        <p:spPr/>
        <p:txBody>
          <a:bodyPr/>
          <a:lstStyle>
            <a:lvl1pPr>
              <a:defRPr/>
            </a:lvl1pPr>
          </a:lstStyle>
          <a:p>
            <a:endParaRPr lang="en-US"/>
          </a:p>
        </p:txBody>
      </p:sp>
      <p:sp>
        <p:nvSpPr>
          <p:cNvPr id="5" name="Slide Number Placeholder 5"/>
          <p:cNvSpPr>
            <a:spLocks noGrp="1"/>
          </p:cNvSpPr>
          <p:nvPr>
            <p:ph type="sldNum" sz="quarter" idx="12"/>
          </p:nvPr>
        </p:nvSpPr>
        <p:spPr/>
        <p:txBody>
          <a:bodyPr/>
          <a:lstStyle>
            <a:lvl1pPr>
              <a:defRPr/>
            </a:lvl1pPr>
          </a:lstStyle>
          <a:p>
            <a:fld id="{789E71C2-40FC-46B0-9F54-054079C07FA8}"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1BDEA76D-4E6C-45C2-96AE-CD5B5C8A3520}" type="datetimeFigureOut">
              <a:rPr lang="en-US"/>
              <a:pPr/>
              <a:t>2/18/22</a:t>
            </a:fld>
            <a:endParaRPr lang="en-US"/>
          </a:p>
        </p:txBody>
      </p:sp>
      <p:sp>
        <p:nvSpPr>
          <p:cNvPr id="3" name="Footer Placeholder 4"/>
          <p:cNvSpPr>
            <a:spLocks noGrp="1"/>
          </p:cNvSpPr>
          <p:nvPr>
            <p:ph type="ftr" sz="quarter" idx="11"/>
          </p:nvPr>
        </p:nvSpPr>
        <p:spPr/>
        <p:txBody>
          <a:bodyPr/>
          <a:lstStyle>
            <a:lvl1pPr>
              <a:defRPr/>
            </a:lvl1pPr>
          </a:lstStyle>
          <a:p>
            <a:endParaRPr lang="en-US"/>
          </a:p>
        </p:txBody>
      </p:sp>
      <p:sp>
        <p:nvSpPr>
          <p:cNvPr id="4" name="Slide Number Placeholder 5"/>
          <p:cNvSpPr>
            <a:spLocks noGrp="1"/>
          </p:cNvSpPr>
          <p:nvPr>
            <p:ph type="sldNum" sz="quarter" idx="12"/>
          </p:nvPr>
        </p:nvSpPr>
        <p:spPr/>
        <p:txBody>
          <a:bodyPr/>
          <a:lstStyle>
            <a:lvl1pPr>
              <a:defRPr/>
            </a:lvl1pPr>
          </a:lstStyle>
          <a:p>
            <a:fld id="{95EBE714-6393-4BF3-9D63-6DB1C693A11E}"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2" y="457200"/>
            <a:ext cx="3317825" cy="1600200"/>
          </a:xfrm>
        </p:spPr>
        <p:txBody>
          <a:bodyPr anchor="b"/>
          <a:lstStyle>
            <a:lvl1pPr>
              <a:defRPr sz="2700"/>
            </a:lvl1pPr>
          </a:lstStyle>
          <a:p>
            <a:r>
              <a:rPr lang="en-US"/>
              <a:t>Click to edit Master title style</a:t>
            </a:r>
          </a:p>
        </p:txBody>
      </p:sp>
      <p:sp>
        <p:nvSpPr>
          <p:cNvPr id="3" name="Content Placeholder 2"/>
          <p:cNvSpPr>
            <a:spLocks noGrp="1"/>
          </p:cNvSpPr>
          <p:nvPr>
            <p:ph idx="1"/>
          </p:nvPr>
        </p:nvSpPr>
        <p:spPr>
          <a:xfrm>
            <a:off x="4373315" y="987426"/>
            <a:ext cx="5207794" cy="4873625"/>
          </a:xfrm>
        </p:spPr>
        <p:txBody>
          <a:bodyPr/>
          <a:lstStyle>
            <a:lvl1pPr>
              <a:defRPr sz="2700"/>
            </a:lvl1pPr>
            <a:lvl2pPr>
              <a:defRPr sz="2363"/>
            </a:lvl2pPr>
            <a:lvl3pPr>
              <a:defRPr sz="2025"/>
            </a:lvl3pPr>
            <a:lvl4pPr>
              <a:defRPr sz="1688"/>
            </a:lvl4pPr>
            <a:lvl5pPr>
              <a:defRPr sz="1688"/>
            </a:lvl5pPr>
            <a:lvl6pPr>
              <a:defRPr sz="1688"/>
            </a:lvl6pPr>
            <a:lvl7pPr>
              <a:defRPr sz="1688"/>
            </a:lvl7pPr>
            <a:lvl8pPr>
              <a:defRPr sz="1688"/>
            </a:lvl8pPr>
            <a:lvl9pPr>
              <a:defRPr sz="168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08572" y="2057400"/>
            <a:ext cx="3317825" cy="3811588"/>
          </a:xfrm>
        </p:spPr>
        <p:txBody>
          <a:bodyPr/>
          <a:lstStyle>
            <a:lvl1pPr marL="0" indent="0">
              <a:buNone/>
              <a:defRPr sz="1350"/>
            </a:lvl1pPr>
            <a:lvl2pPr marL="385785" indent="0">
              <a:buNone/>
              <a:defRPr sz="1181"/>
            </a:lvl2pPr>
            <a:lvl3pPr marL="771571" indent="0">
              <a:buNone/>
              <a:defRPr sz="1013"/>
            </a:lvl3pPr>
            <a:lvl4pPr marL="1157356" indent="0">
              <a:buNone/>
              <a:defRPr sz="844"/>
            </a:lvl4pPr>
            <a:lvl5pPr marL="1543141" indent="0">
              <a:buNone/>
              <a:defRPr sz="844"/>
            </a:lvl5pPr>
            <a:lvl6pPr marL="1928927" indent="0">
              <a:buNone/>
              <a:defRPr sz="844"/>
            </a:lvl6pPr>
            <a:lvl7pPr marL="2314712" indent="0">
              <a:buNone/>
              <a:defRPr sz="844"/>
            </a:lvl7pPr>
            <a:lvl8pPr marL="2700498" indent="0">
              <a:buNone/>
              <a:defRPr sz="844"/>
            </a:lvl8pPr>
            <a:lvl9pPr marL="3086283" indent="0">
              <a:buNone/>
              <a:defRPr sz="844"/>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41F56404-7C0A-4A70-80C7-58B4E18C2E79}" type="datetimeFigureOut">
              <a:rPr lang="en-US"/>
              <a:pPr/>
              <a:t>2/18/22</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7571977B-8A15-43E3-BB9A-6FACCCB6FD7B}"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2" y="457200"/>
            <a:ext cx="3317825" cy="1600200"/>
          </a:xfrm>
        </p:spPr>
        <p:txBody>
          <a:bodyPr anchor="b"/>
          <a:lstStyle>
            <a:lvl1pPr>
              <a:defRPr sz="2700"/>
            </a:lvl1pPr>
          </a:lstStyle>
          <a:p>
            <a:r>
              <a:rPr lang="en-US"/>
              <a:t>Click to edit Master title style</a:t>
            </a:r>
          </a:p>
        </p:txBody>
      </p:sp>
      <p:sp>
        <p:nvSpPr>
          <p:cNvPr id="3" name="Picture Placeholder 2"/>
          <p:cNvSpPr>
            <a:spLocks noGrp="1"/>
          </p:cNvSpPr>
          <p:nvPr>
            <p:ph type="pic" idx="1"/>
          </p:nvPr>
        </p:nvSpPr>
        <p:spPr>
          <a:xfrm>
            <a:off x="4373315" y="987426"/>
            <a:ext cx="5207794" cy="4873625"/>
          </a:xfrm>
        </p:spPr>
        <p:txBody>
          <a:bodyPr rtlCol="0">
            <a:normAutofit/>
          </a:bodyPr>
          <a:lstStyle>
            <a:lvl1pPr marL="0" indent="0">
              <a:buNone/>
              <a:defRPr sz="2700"/>
            </a:lvl1pPr>
            <a:lvl2pPr marL="385785" indent="0">
              <a:buNone/>
              <a:defRPr sz="2363"/>
            </a:lvl2pPr>
            <a:lvl3pPr marL="771571" indent="0">
              <a:buNone/>
              <a:defRPr sz="2025"/>
            </a:lvl3pPr>
            <a:lvl4pPr marL="1157356" indent="0">
              <a:buNone/>
              <a:defRPr sz="1688"/>
            </a:lvl4pPr>
            <a:lvl5pPr marL="1543141" indent="0">
              <a:buNone/>
              <a:defRPr sz="1688"/>
            </a:lvl5pPr>
            <a:lvl6pPr marL="1928927" indent="0">
              <a:buNone/>
              <a:defRPr sz="1688"/>
            </a:lvl6pPr>
            <a:lvl7pPr marL="2314712" indent="0">
              <a:buNone/>
              <a:defRPr sz="1688"/>
            </a:lvl7pPr>
            <a:lvl8pPr marL="2700498" indent="0">
              <a:buNone/>
              <a:defRPr sz="1688"/>
            </a:lvl8pPr>
            <a:lvl9pPr marL="3086283" indent="0">
              <a:buNone/>
              <a:defRPr sz="1688"/>
            </a:lvl9pPr>
          </a:lstStyle>
          <a:p>
            <a:pPr lvl="0"/>
            <a:endParaRPr lang="en-US" noProof="0"/>
          </a:p>
        </p:txBody>
      </p:sp>
      <p:sp>
        <p:nvSpPr>
          <p:cNvPr id="4" name="Text Placeholder 3"/>
          <p:cNvSpPr>
            <a:spLocks noGrp="1"/>
          </p:cNvSpPr>
          <p:nvPr>
            <p:ph type="body" sz="half" idx="2"/>
          </p:nvPr>
        </p:nvSpPr>
        <p:spPr>
          <a:xfrm>
            <a:off x="708572" y="2057400"/>
            <a:ext cx="3317825" cy="3811588"/>
          </a:xfrm>
        </p:spPr>
        <p:txBody>
          <a:bodyPr/>
          <a:lstStyle>
            <a:lvl1pPr marL="0" indent="0">
              <a:buNone/>
              <a:defRPr sz="1350"/>
            </a:lvl1pPr>
            <a:lvl2pPr marL="385785" indent="0">
              <a:buNone/>
              <a:defRPr sz="1181"/>
            </a:lvl2pPr>
            <a:lvl3pPr marL="771571" indent="0">
              <a:buNone/>
              <a:defRPr sz="1013"/>
            </a:lvl3pPr>
            <a:lvl4pPr marL="1157356" indent="0">
              <a:buNone/>
              <a:defRPr sz="844"/>
            </a:lvl4pPr>
            <a:lvl5pPr marL="1543141" indent="0">
              <a:buNone/>
              <a:defRPr sz="844"/>
            </a:lvl5pPr>
            <a:lvl6pPr marL="1928927" indent="0">
              <a:buNone/>
              <a:defRPr sz="844"/>
            </a:lvl6pPr>
            <a:lvl7pPr marL="2314712" indent="0">
              <a:buNone/>
              <a:defRPr sz="844"/>
            </a:lvl7pPr>
            <a:lvl8pPr marL="2700498" indent="0">
              <a:buNone/>
              <a:defRPr sz="844"/>
            </a:lvl8pPr>
            <a:lvl9pPr marL="3086283" indent="0">
              <a:buNone/>
              <a:defRPr sz="844"/>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7215D99E-F75E-417A-B6DD-B1DB5382627C}" type="datetimeFigureOut">
              <a:rPr lang="en-US"/>
              <a:pPr/>
              <a:t>2/18/22</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5588D9EC-88E8-42BE-9803-E404DECFA46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1419DB2C-0737-4180-B000-8EBA7417F610}" type="datetimeFigureOut">
              <a:rPr lang="en-US"/>
              <a:pPr/>
              <a:t>2/18/22</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A00F31E5-861C-45F9-89E8-388DE9690F6E}"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61635" y="365125"/>
            <a:ext cx="2218134"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07231" y="365125"/>
            <a:ext cx="652581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A034FEE0-FC62-4A35-BD96-9CA27BB140EB}" type="datetimeFigureOut">
              <a:rPr lang="en-US"/>
              <a:pPr/>
              <a:t>2/18/22</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F44D42D-A0F9-49AA-A49A-5E2A0AE1E140}"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706438" y="365125"/>
            <a:ext cx="8874125"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706438" y="1825625"/>
            <a:ext cx="8874125"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06438" y="6356350"/>
            <a:ext cx="2314575"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000">
                <a:solidFill>
                  <a:srgbClr val="898989"/>
                </a:solidFill>
              </a:defRPr>
            </a:lvl1pPr>
          </a:lstStyle>
          <a:p>
            <a:fld id="{B21F9BC8-E4BD-4D0E-B6BB-10632FDE541F}" type="datetimeFigureOut">
              <a:rPr lang="en-US"/>
              <a:pPr/>
              <a:t>2/18/22</a:t>
            </a:fld>
            <a:endParaRPr lang="en-US"/>
          </a:p>
        </p:txBody>
      </p:sp>
      <p:sp>
        <p:nvSpPr>
          <p:cNvPr id="5" name="Footer Placeholder 4"/>
          <p:cNvSpPr>
            <a:spLocks noGrp="1"/>
          </p:cNvSpPr>
          <p:nvPr>
            <p:ph type="ftr" sz="quarter" idx="3"/>
          </p:nvPr>
        </p:nvSpPr>
        <p:spPr>
          <a:xfrm>
            <a:off x="3408363" y="6356350"/>
            <a:ext cx="3471862"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000">
                <a:solidFill>
                  <a:srgbClr val="898989"/>
                </a:solidFill>
              </a:defRPr>
            </a:lvl1pPr>
          </a:lstStyle>
          <a:p>
            <a:endParaRPr lang="en-US"/>
          </a:p>
        </p:txBody>
      </p:sp>
      <p:sp>
        <p:nvSpPr>
          <p:cNvPr id="6" name="Slide Number Placeholder 5"/>
          <p:cNvSpPr>
            <a:spLocks noGrp="1"/>
          </p:cNvSpPr>
          <p:nvPr>
            <p:ph type="sldNum" sz="quarter" idx="4"/>
          </p:nvPr>
        </p:nvSpPr>
        <p:spPr>
          <a:xfrm>
            <a:off x="7265988" y="6356350"/>
            <a:ext cx="2314575"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000">
                <a:solidFill>
                  <a:srgbClr val="898989"/>
                </a:solidFill>
              </a:defRPr>
            </a:lvl1pPr>
          </a:lstStyle>
          <a:p>
            <a:fld id="{96B54179-4137-4CBB-A5F3-054D60058EF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824" r:id="rId1"/>
    <p:sldLayoutId id="2147483814" r:id="rId2"/>
    <p:sldLayoutId id="2147483815" r:id="rId3"/>
    <p:sldLayoutId id="2147483816" r:id="rId4"/>
    <p:sldLayoutId id="2147483817" r:id="rId5"/>
    <p:sldLayoutId id="2147483818" r:id="rId6"/>
    <p:sldLayoutId id="2147483819" r:id="rId7"/>
    <p:sldLayoutId id="2147483820" r:id="rId8"/>
    <p:sldLayoutId id="2147483821" r:id="rId9"/>
    <p:sldLayoutId id="2147483822" r:id="rId10"/>
    <p:sldLayoutId id="2147483823" r:id="rId11"/>
  </p:sldLayoutIdLst>
  <p:hf hdr="0" ftr="0" dt="0"/>
  <p:txStyles>
    <p:titleStyle>
      <a:lvl1pPr algn="l" defTabSz="771525" rtl="0" eaLnBrk="0" fontAlgn="base" hangingPunct="0">
        <a:lnSpc>
          <a:spcPct val="90000"/>
        </a:lnSpc>
        <a:spcBef>
          <a:spcPct val="0"/>
        </a:spcBef>
        <a:spcAft>
          <a:spcPct val="0"/>
        </a:spcAft>
        <a:defRPr sz="3700" kern="1200">
          <a:solidFill>
            <a:schemeClr val="tx1"/>
          </a:solidFill>
          <a:latin typeface="+mj-lt"/>
          <a:ea typeface="+mj-ea"/>
          <a:cs typeface="+mj-cs"/>
        </a:defRPr>
      </a:lvl1pPr>
      <a:lvl2pPr algn="l" defTabSz="771525" rtl="0" eaLnBrk="0" fontAlgn="base" hangingPunct="0">
        <a:lnSpc>
          <a:spcPct val="90000"/>
        </a:lnSpc>
        <a:spcBef>
          <a:spcPct val="0"/>
        </a:spcBef>
        <a:spcAft>
          <a:spcPct val="0"/>
        </a:spcAft>
        <a:defRPr sz="3700">
          <a:solidFill>
            <a:schemeClr val="tx1"/>
          </a:solidFill>
          <a:latin typeface="Calibri Light" charset="0"/>
        </a:defRPr>
      </a:lvl2pPr>
      <a:lvl3pPr algn="l" defTabSz="771525" rtl="0" eaLnBrk="0" fontAlgn="base" hangingPunct="0">
        <a:lnSpc>
          <a:spcPct val="90000"/>
        </a:lnSpc>
        <a:spcBef>
          <a:spcPct val="0"/>
        </a:spcBef>
        <a:spcAft>
          <a:spcPct val="0"/>
        </a:spcAft>
        <a:defRPr sz="3700">
          <a:solidFill>
            <a:schemeClr val="tx1"/>
          </a:solidFill>
          <a:latin typeface="Calibri Light" charset="0"/>
        </a:defRPr>
      </a:lvl3pPr>
      <a:lvl4pPr algn="l" defTabSz="771525" rtl="0" eaLnBrk="0" fontAlgn="base" hangingPunct="0">
        <a:lnSpc>
          <a:spcPct val="90000"/>
        </a:lnSpc>
        <a:spcBef>
          <a:spcPct val="0"/>
        </a:spcBef>
        <a:spcAft>
          <a:spcPct val="0"/>
        </a:spcAft>
        <a:defRPr sz="3700">
          <a:solidFill>
            <a:schemeClr val="tx1"/>
          </a:solidFill>
          <a:latin typeface="Calibri Light" charset="0"/>
        </a:defRPr>
      </a:lvl4pPr>
      <a:lvl5pPr algn="l" defTabSz="771525" rtl="0" eaLnBrk="0" fontAlgn="base" hangingPunct="0">
        <a:lnSpc>
          <a:spcPct val="90000"/>
        </a:lnSpc>
        <a:spcBef>
          <a:spcPct val="0"/>
        </a:spcBef>
        <a:spcAft>
          <a:spcPct val="0"/>
        </a:spcAft>
        <a:defRPr sz="3700">
          <a:solidFill>
            <a:schemeClr val="tx1"/>
          </a:solidFill>
          <a:latin typeface="Calibri Light" charset="0"/>
        </a:defRPr>
      </a:lvl5pPr>
      <a:lvl6pPr marL="457200" algn="l" defTabSz="771525" rtl="0" fontAlgn="base">
        <a:lnSpc>
          <a:spcPct val="90000"/>
        </a:lnSpc>
        <a:spcBef>
          <a:spcPct val="0"/>
        </a:spcBef>
        <a:spcAft>
          <a:spcPct val="0"/>
        </a:spcAft>
        <a:defRPr sz="3700">
          <a:solidFill>
            <a:schemeClr val="tx1"/>
          </a:solidFill>
          <a:latin typeface="Calibri Light" charset="0"/>
        </a:defRPr>
      </a:lvl6pPr>
      <a:lvl7pPr marL="914400" algn="l" defTabSz="771525" rtl="0" fontAlgn="base">
        <a:lnSpc>
          <a:spcPct val="90000"/>
        </a:lnSpc>
        <a:spcBef>
          <a:spcPct val="0"/>
        </a:spcBef>
        <a:spcAft>
          <a:spcPct val="0"/>
        </a:spcAft>
        <a:defRPr sz="3700">
          <a:solidFill>
            <a:schemeClr val="tx1"/>
          </a:solidFill>
          <a:latin typeface="Calibri Light" charset="0"/>
        </a:defRPr>
      </a:lvl7pPr>
      <a:lvl8pPr marL="1371600" algn="l" defTabSz="771525" rtl="0" fontAlgn="base">
        <a:lnSpc>
          <a:spcPct val="90000"/>
        </a:lnSpc>
        <a:spcBef>
          <a:spcPct val="0"/>
        </a:spcBef>
        <a:spcAft>
          <a:spcPct val="0"/>
        </a:spcAft>
        <a:defRPr sz="3700">
          <a:solidFill>
            <a:schemeClr val="tx1"/>
          </a:solidFill>
          <a:latin typeface="Calibri Light" charset="0"/>
        </a:defRPr>
      </a:lvl8pPr>
      <a:lvl9pPr marL="1828800" algn="l" defTabSz="771525" rtl="0" fontAlgn="base">
        <a:lnSpc>
          <a:spcPct val="90000"/>
        </a:lnSpc>
        <a:spcBef>
          <a:spcPct val="0"/>
        </a:spcBef>
        <a:spcAft>
          <a:spcPct val="0"/>
        </a:spcAft>
        <a:defRPr sz="3700">
          <a:solidFill>
            <a:schemeClr val="tx1"/>
          </a:solidFill>
          <a:latin typeface="Calibri Light" charset="0"/>
        </a:defRPr>
      </a:lvl9pPr>
    </p:titleStyle>
    <p:bodyStyle>
      <a:lvl1pPr marL="192088" indent="-192088" algn="l" defTabSz="771525" rtl="0" eaLnBrk="0" fontAlgn="base" hangingPunct="0">
        <a:lnSpc>
          <a:spcPct val="90000"/>
        </a:lnSpc>
        <a:spcBef>
          <a:spcPts val="850"/>
        </a:spcBef>
        <a:spcAft>
          <a:spcPct val="0"/>
        </a:spcAft>
        <a:buFont typeface="Arial" pitchFamily="34" charset="0"/>
        <a:buChar char="•"/>
        <a:defRPr sz="2300" kern="1200">
          <a:solidFill>
            <a:schemeClr val="tx1"/>
          </a:solidFill>
          <a:latin typeface="+mn-lt"/>
          <a:ea typeface="+mn-ea"/>
          <a:cs typeface="+mn-cs"/>
        </a:defRPr>
      </a:lvl1pPr>
      <a:lvl2pPr marL="577850" indent="-192088" algn="l" defTabSz="771525" rtl="0" eaLnBrk="0" fontAlgn="base" hangingPunct="0">
        <a:lnSpc>
          <a:spcPct val="90000"/>
        </a:lnSpc>
        <a:spcBef>
          <a:spcPts val="425"/>
        </a:spcBef>
        <a:spcAft>
          <a:spcPct val="0"/>
        </a:spcAft>
        <a:buFont typeface="Arial" pitchFamily="34" charset="0"/>
        <a:buChar char="•"/>
        <a:defRPr sz="2000" kern="1200">
          <a:solidFill>
            <a:schemeClr val="tx1"/>
          </a:solidFill>
          <a:latin typeface="+mn-lt"/>
          <a:ea typeface="+mn-ea"/>
          <a:cs typeface="+mn-cs"/>
        </a:defRPr>
      </a:lvl2pPr>
      <a:lvl3pPr marL="963613" indent="-192088" algn="l" defTabSz="771525" rtl="0" eaLnBrk="0" fontAlgn="base" hangingPunct="0">
        <a:lnSpc>
          <a:spcPct val="90000"/>
        </a:lnSpc>
        <a:spcBef>
          <a:spcPts val="425"/>
        </a:spcBef>
        <a:spcAft>
          <a:spcPct val="0"/>
        </a:spcAft>
        <a:buFont typeface="Arial" pitchFamily="34" charset="0"/>
        <a:buChar char="•"/>
        <a:defRPr sz="1600" kern="1200">
          <a:solidFill>
            <a:schemeClr val="tx1"/>
          </a:solidFill>
          <a:latin typeface="+mn-lt"/>
          <a:ea typeface="+mn-ea"/>
          <a:cs typeface="+mn-cs"/>
        </a:defRPr>
      </a:lvl3pPr>
      <a:lvl4pPr marL="1349375" indent="-192088" algn="l" defTabSz="771525" rtl="0" eaLnBrk="0" fontAlgn="base" hangingPunct="0">
        <a:lnSpc>
          <a:spcPct val="90000"/>
        </a:lnSpc>
        <a:spcBef>
          <a:spcPts val="425"/>
        </a:spcBef>
        <a:spcAft>
          <a:spcPct val="0"/>
        </a:spcAft>
        <a:buFont typeface="Arial" pitchFamily="34" charset="0"/>
        <a:buChar char="•"/>
        <a:defRPr sz="1500" kern="1200">
          <a:solidFill>
            <a:schemeClr val="tx1"/>
          </a:solidFill>
          <a:latin typeface="+mn-lt"/>
          <a:ea typeface="+mn-ea"/>
          <a:cs typeface="+mn-cs"/>
        </a:defRPr>
      </a:lvl4pPr>
      <a:lvl5pPr marL="1735138" indent="-192088" algn="l" defTabSz="771525" rtl="0" eaLnBrk="0" fontAlgn="base" hangingPunct="0">
        <a:lnSpc>
          <a:spcPct val="90000"/>
        </a:lnSpc>
        <a:spcBef>
          <a:spcPts val="425"/>
        </a:spcBef>
        <a:spcAft>
          <a:spcPct val="0"/>
        </a:spcAft>
        <a:buFont typeface="Arial" pitchFamily="34" charset="0"/>
        <a:buChar char="•"/>
        <a:defRPr sz="1500" kern="1200">
          <a:solidFill>
            <a:schemeClr val="tx1"/>
          </a:solidFill>
          <a:latin typeface="+mn-lt"/>
          <a:ea typeface="+mn-ea"/>
          <a:cs typeface="+mn-cs"/>
        </a:defRPr>
      </a:lvl5pPr>
      <a:lvl6pPr marL="2121819"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6pPr>
      <a:lvl7pPr marL="2507605"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7pPr>
      <a:lvl8pPr marL="2893390"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8pPr>
      <a:lvl9pPr marL="3279176"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9pPr>
    </p:bodyStyle>
    <p:otherStyle>
      <a:defPPr>
        <a:defRPr lang="en-US"/>
      </a:defPPr>
      <a:lvl1pPr marL="0" algn="l" defTabSz="771571" rtl="0" eaLnBrk="1" latinLnBrk="0" hangingPunct="1">
        <a:defRPr sz="1519" kern="1200">
          <a:solidFill>
            <a:schemeClr val="tx1"/>
          </a:solidFill>
          <a:latin typeface="+mn-lt"/>
          <a:ea typeface="+mn-ea"/>
          <a:cs typeface="+mn-cs"/>
        </a:defRPr>
      </a:lvl1pPr>
      <a:lvl2pPr marL="385785" algn="l" defTabSz="771571" rtl="0" eaLnBrk="1" latinLnBrk="0" hangingPunct="1">
        <a:defRPr sz="1519" kern="1200">
          <a:solidFill>
            <a:schemeClr val="tx1"/>
          </a:solidFill>
          <a:latin typeface="+mn-lt"/>
          <a:ea typeface="+mn-ea"/>
          <a:cs typeface="+mn-cs"/>
        </a:defRPr>
      </a:lvl2pPr>
      <a:lvl3pPr marL="771571" algn="l" defTabSz="771571" rtl="0" eaLnBrk="1" latinLnBrk="0" hangingPunct="1">
        <a:defRPr sz="1519" kern="1200">
          <a:solidFill>
            <a:schemeClr val="tx1"/>
          </a:solidFill>
          <a:latin typeface="+mn-lt"/>
          <a:ea typeface="+mn-ea"/>
          <a:cs typeface="+mn-cs"/>
        </a:defRPr>
      </a:lvl3pPr>
      <a:lvl4pPr marL="1157356" algn="l" defTabSz="771571" rtl="0" eaLnBrk="1" latinLnBrk="0" hangingPunct="1">
        <a:defRPr sz="1519" kern="1200">
          <a:solidFill>
            <a:schemeClr val="tx1"/>
          </a:solidFill>
          <a:latin typeface="+mn-lt"/>
          <a:ea typeface="+mn-ea"/>
          <a:cs typeface="+mn-cs"/>
        </a:defRPr>
      </a:lvl4pPr>
      <a:lvl5pPr marL="1543141" algn="l" defTabSz="771571" rtl="0" eaLnBrk="1" latinLnBrk="0" hangingPunct="1">
        <a:defRPr sz="1519" kern="1200">
          <a:solidFill>
            <a:schemeClr val="tx1"/>
          </a:solidFill>
          <a:latin typeface="+mn-lt"/>
          <a:ea typeface="+mn-ea"/>
          <a:cs typeface="+mn-cs"/>
        </a:defRPr>
      </a:lvl5pPr>
      <a:lvl6pPr marL="1928927" algn="l" defTabSz="771571" rtl="0" eaLnBrk="1" latinLnBrk="0" hangingPunct="1">
        <a:defRPr sz="1519" kern="1200">
          <a:solidFill>
            <a:schemeClr val="tx1"/>
          </a:solidFill>
          <a:latin typeface="+mn-lt"/>
          <a:ea typeface="+mn-ea"/>
          <a:cs typeface="+mn-cs"/>
        </a:defRPr>
      </a:lvl6pPr>
      <a:lvl7pPr marL="2314712" algn="l" defTabSz="771571" rtl="0" eaLnBrk="1" latinLnBrk="0" hangingPunct="1">
        <a:defRPr sz="1519" kern="1200">
          <a:solidFill>
            <a:schemeClr val="tx1"/>
          </a:solidFill>
          <a:latin typeface="+mn-lt"/>
          <a:ea typeface="+mn-ea"/>
          <a:cs typeface="+mn-cs"/>
        </a:defRPr>
      </a:lvl7pPr>
      <a:lvl8pPr marL="2700498" algn="l" defTabSz="771571" rtl="0" eaLnBrk="1" latinLnBrk="0" hangingPunct="1">
        <a:defRPr sz="1519" kern="1200">
          <a:solidFill>
            <a:schemeClr val="tx1"/>
          </a:solidFill>
          <a:latin typeface="+mn-lt"/>
          <a:ea typeface="+mn-ea"/>
          <a:cs typeface="+mn-cs"/>
        </a:defRPr>
      </a:lvl8pPr>
      <a:lvl9pPr marL="3086283" algn="l" defTabSz="771571" rtl="0" eaLnBrk="1" latinLnBrk="0" hangingPunct="1">
        <a:defRPr sz="151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customXml" Target="../ink/ink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19.png"/><Relationship Id="rId5" Type="http://schemas.openxmlformats.org/officeDocument/2006/relationships/image" Target="../media/image14.png"/><Relationship Id="rId10" Type="http://schemas.openxmlformats.org/officeDocument/2006/relationships/customXml" Target="../ink/ink7.xml"/><Relationship Id="rId4" Type="http://schemas.openxmlformats.org/officeDocument/2006/relationships/image" Target="../media/image13.png"/><Relationship Id="rId9" Type="http://schemas.openxmlformats.org/officeDocument/2006/relationships/image" Target="../media/image18.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customXml" Target="../ink/ink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38.png"/></Relationships>
</file>

<file path=ppt/slides/_rels/slide32.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customXml" Target="../ink/ink1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5"/>
          <p:cNvSpPr>
            <a:spLocks noGrp="1" noChangeArrowheads="1"/>
          </p:cNvSpPr>
          <p:nvPr>
            <p:ph type="ctrTitle"/>
          </p:nvPr>
        </p:nvSpPr>
        <p:spPr>
          <a:xfrm>
            <a:off x="527050" y="3500438"/>
            <a:ext cx="9477375" cy="2232818"/>
          </a:xfrm>
        </p:spPr>
        <p:txBody>
          <a:bodyPr/>
          <a:lstStyle/>
          <a:p>
            <a:pPr eaLnBrk="1" hangingPunct="1">
              <a:lnSpc>
                <a:spcPct val="110000"/>
              </a:lnSpc>
            </a:pPr>
            <a:r>
              <a:rPr lang="en-US" sz="4000" b="1" dirty="0">
                <a:solidFill>
                  <a:schemeClr val="bg1"/>
                </a:solidFill>
                <a:ea typeface="MS PGothic" pitchFamily="34" charset="-128"/>
              </a:rPr>
              <a:t>NHẬP MÔN TRÍ TUỆ NHÂN TẠO</a:t>
            </a:r>
            <a:br>
              <a:rPr lang="en-US" sz="4000" dirty="0">
                <a:ea typeface="MS PGothic" pitchFamily="34" charset="-128"/>
              </a:rPr>
            </a:br>
            <a:r>
              <a:rPr lang="en-US" altLang="en-US" sz="4000" b="1">
                <a:solidFill>
                  <a:schemeClr val="bg1"/>
                </a:solidFill>
                <a:ea typeface="ＭＳ Ｐゴシック" panose="020B0600070205080204" pitchFamily="34" charset="-128"/>
              </a:rPr>
              <a:t>Chương 2. Giải quyết vấn đề bằng tìm kiếm</a:t>
            </a:r>
            <a:endParaRPr lang="en-US" sz="4000" dirty="0">
              <a:ea typeface="MS PGothic" pitchFamily="34" charset="-128"/>
            </a:endParaRPr>
          </a:p>
        </p:txBody>
      </p:sp>
      <p:sp>
        <p:nvSpPr>
          <p:cNvPr id="15362" name="Rectangle 222"/>
          <p:cNvSpPr>
            <a:spLocks noGrp="1" noChangeArrowheads="1"/>
          </p:cNvSpPr>
          <p:nvPr>
            <p:ph type="sldNum" sz="quarter" idx="12"/>
          </p:nvPr>
        </p:nvSpPr>
        <p:spPr bwMode="auto">
          <a:noFill/>
          <a:ln>
            <a:miter lim="800000"/>
            <a:headEnd/>
            <a:tailEnd/>
          </a:ln>
        </p:spPr>
        <p:txBody>
          <a:bodyPr/>
          <a:lstStyle/>
          <a:p>
            <a:fld id="{574EA467-8A07-4E6F-9E13-CD60ADF26F12}" type="slidenum">
              <a:rPr lang="en-US" sz="1200">
                <a:solidFill>
                  <a:schemeClr val="tx1"/>
                </a:solidFill>
              </a:rPr>
              <a:pPr/>
              <a:t>1</a:t>
            </a:fld>
            <a:endParaRPr lang="en-US" sz="1200">
              <a:solidFill>
                <a:schemeClr val="tx1"/>
              </a:solidFill>
            </a:endParaRPr>
          </a:p>
        </p:txBody>
      </p:sp>
      <p:sp>
        <p:nvSpPr>
          <p:cNvPr id="15363" name="Rectangle 10"/>
          <p:cNvSpPr>
            <a:spLocks noChangeArrowheads="1"/>
          </p:cNvSpPr>
          <p:nvPr/>
        </p:nvSpPr>
        <p:spPr bwMode="auto">
          <a:xfrm>
            <a:off x="771525" y="3200400"/>
            <a:ext cx="9086850" cy="76200"/>
          </a:xfrm>
          <a:prstGeom prst="rect">
            <a:avLst/>
          </a:prstGeom>
          <a:solidFill>
            <a:schemeClr val="accent1"/>
          </a:solidFill>
          <a:ln w="9525">
            <a:solidFill>
              <a:schemeClr val="tx1"/>
            </a:solidFill>
            <a:miter lim="800000"/>
            <a:headEnd/>
            <a:tailEnd/>
          </a:ln>
        </p:spPr>
        <p:txBody>
          <a:bodyPr wrap="none" lIns="89990" tIns="46795" rIns="89990" bIns="46795" anchor="ctr"/>
          <a:lstStyle/>
          <a:p>
            <a:pPr eaLnBrk="1" hangingPunct="1"/>
            <a:endParaRPr lang="vi-VN"/>
          </a:p>
        </p:txBody>
      </p:sp>
      <p:sp>
        <p:nvSpPr>
          <p:cNvPr id="242702" name="Rectangle 14"/>
          <p:cNvSpPr>
            <a:spLocks noChangeArrowheads="1"/>
          </p:cNvSpPr>
          <p:nvPr/>
        </p:nvSpPr>
        <p:spPr bwMode="auto">
          <a:xfrm>
            <a:off x="4414838" y="2357438"/>
            <a:ext cx="5589587" cy="685800"/>
          </a:xfrm>
          <a:prstGeom prst="rect">
            <a:avLst/>
          </a:prstGeom>
          <a:noFill/>
          <a:ln w="9525">
            <a:noFill/>
            <a:miter lim="800000"/>
            <a:headEnd/>
            <a:tailEnd/>
          </a:ln>
          <a:effectLst/>
        </p:spPr>
        <p:txBody>
          <a:bodyPr lIns="91429" tIns="45715" rIns="91429" bIns="45715" anchor="b" anchorCtr="1"/>
          <a:lstStyle/>
          <a:p>
            <a:pPr algn="ctr" eaLnBrk="1" hangingPunct="1"/>
            <a:r>
              <a:rPr lang="en-US" sz="2400" b="1" dirty="0">
                <a:solidFill>
                  <a:schemeClr val="bg1"/>
                </a:solidFill>
                <a:effectLst>
                  <a:outerShdw blurRad="38100" dist="38100" dir="2700000" algn="tl">
                    <a:srgbClr val="C0C0C0"/>
                  </a:outerShdw>
                </a:effectLst>
                <a:latin typeface="+mj-lt"/>
              </a:rPr>
              <a:t>BỘ MÔN KHOA HỌC MÁY TÍNH</a:t>
            </a:r>
          </a:p>
          <a:p>
            <a:pPr algn="ctr" eaLnBrk="1" hangingPunct="1"/>
            <a:r>
              <a:rPr lang="en-US" sz="2000" b="1" dirty="0">
                <a:solidFill>
                  <a:schemeClr val="bg1"/>
                </a:solidFill>
                <a:effectLst>
                  <a:outerShdw blurRad="38100" dist="38100" dir="2700000" algn="tl">
                    <a:srgbClr val="C0C0C0"/>
                  </a:outerShdw>
                </a:effectLst>
                <a:latin typeface="+mj-lt"/>
              </a:rPr>
              <a:t>www.fit.nuce.edu.vn</a:t>
            </a: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8AE7B-E2CC-9A4B-9175-98E9D035D304}"/>
              </a:ext>
            </a:extLst>
          </p:cNvPr>
          <p:cNvSpPr>
            <a:spLocks noGrp="1"/>
          </p:cNvSpPr>
          <p:nvPr>
            <p:ph type="title"/>
          </p:nvPr>
        </p:nvSpPr>
        <p:spPr/>
        <p:txBody>
          <a:bodyPr/>
          <a:lstStyle/>
          <a:p>
            <a:r>
              <a:rPr lang="en-US"/>
              <a:t>Giải quyết vấn đề bằng tìm kiếm</a:t>
            </a:r>
          </a:p>
        </p:txBody>
      </p:sp>
      <p:sp>
        <p:nvSpPr>
          <p:cNvPr id="3" name="Content Placeholder 2">
            <a:extLst>
              <a:ext uri="{FF2B5EF4-FFF2-40B4-BE49-F238E27FC236}">
                <a16:creationId xmlns:a16="http://schemas.microsoft.com/office/drawing/2014/main" id="{1734C621-A288-B941-A3F5-6AD18FB626AC}"/>
              </a:ext>
            </a:extLst>
          </p:cNvPr>
          <p:cNvSpPr>
            <a:spLocks noGrp="1"/>
          </p:cNvSpPr>
          <p:nvPr>
            <p:ph idx="1"/>
          </p:nvPr>
        </p:nvSpPr>
        <p:spPr/>
        <p:txBody>
          <a:bodyPr/>
          <a:lstStyle/>
          <a:p>
            <a:r>
              <a:rPr lang="en-US" sz="2800"/>
              <a:t>Tại sao phải tìm kiếm?</a:t>
            </a:r>
          </a:p>
          <a:p>
            <a:r>
              <a:rPr lang="en-US" sz="2800"/>
              <a:t>Bài toán tìm kiếm trong không gian trạng thái</a:t>
            </a:r>
          </a:p>
          <a:p>
            <a:r>
              <a:rPr lang="en-US" sz="2800"/>
              <a:t>Đồ thị không gian trạng thái</a:t>
            </a:r>
          </a:p>
          <a:p>
            <a:r>
              <a:rPr lang="en-US" sz="2800"/>
              <a:t>Hàm tiến triển, trạng thái đích, chi phí thực hiện</a:t>
            </a:r>
          </a:p>
          <a:p>
            <a:endParaRPr lang="en-US" sz="2800"/>
          </a:p>
        </p:txBody>
      </p:sp>
      <p:sp>
        <p:nvSpPr>
          <p:cNvPr id="4" name="Slide Number Placeholder 3">
            <a:extLst>
              <a:ext uri="{FF2B5EF4-FFF2-40B4-BE49-F238E27FC236}">
                <a16:creationId xmlns:a16="http://schemas.microsoft.com/office/drawing/2014/main" id="{30B05ADF-06DA-3C4A-99A2-2D07E1BD9E40}"/>
              </a:ext>
            </a:extLst>
          </p:cNvPr>
          <p:cNvSpPr>
            <a:spLocks noGrp="1"/>
          </p:cNvSpPr>
          <p:nvPr>
            <p:ph type="sldNum" sz="quarter" idx="12"/>
          </p:nvPr>
        </p:nvSpPr>
        <p:spPr/>
        <p:txBody>
          <a:bodyPr/>
          <a:lstStyle/>
          <a:p>
            <a:fld id="{DA8C51A7-BEEA-471D-933F-7E35BC04A30F}" type="slidenum">
              <a:rPr lang="en-US"/>
              <a:pPr/>
              <a:t>2</a:t>
            </a:fld>
            <a:endParaRPr lang="en-US"/>
          </a:p>
        </p:txBody>
      </p:sp>
    </p:spTree>
    <p:extLst>
      <p:ext uri="{BB962C8B-B14F-4D97-AF65-F5344CB8AC3E}">
        <p14:creationId xmlns:p14="http://schemas.microsoft.com/office/powerpoint/2010/main" val="11840187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8AE7B-E2CC-9A4B-9175-98E9D035D304}"/>
              </a:ext>
            </a:extLst>
          </p:cNvPr>
          <p:cNvSpPr>
            <a:spLocks noGrp="1"/>
          </p:cNvSpPr>
          <p:nvPr>
            <p:ph type="title"/>
          </p:nvPr>
        </p:nvSpPr>
        <p:spPr/>
        <p:txBody>
          <a:bodyPr/>
          <a:lstStyle/>
          <a:p>
            <a:r>
              <a:rPr lang="en-US"/>
              <a:t>Tại sao phải tìm kiếm?</a:t>
            </a:r>
          </a:p>
        </p:txBody>
      </p:sp>
      <p:sp>
        <p:nvSpPr>
          <p:cNvPr id="3" name="Content Placeholder 2">
            <a:extLst>
              <a:ext uri="{FF2B5EF4-FFF2-40B4-BE49-F238E27FC236}">
                <a16:creationId xmlns:a16="http://schemas.microsoft.com/office/drawing/2014/main" id="{1734C621-A288-B941-A3F5-6AD18FB626AC}"/>
              </a:ext>
            </a:extLst>
          </p:cNvPr>
          <p:cNvSpPr>
            <a:spLocks noGrp="1"/>
          </p:cNvSpPr>
          <p:nvPr>
            <p:ph idx="1"/>
          </p:nvPr>
        </p:nvSpPr>
        <p:spPr>
          <a:xfrm>
            <a:off x="4639444" y="1310487"/>
            <a:ext cx="4941119" cy="4866476"/>
          </a:xfrm>
        </p:spPr>
        <p:txBody>
          <a:bodyPr/>
          <a:lstStyle/>
          <a:p>
            <a:r>
              <a:rPr lang="en-US" sz="2800"/>
              <a:t>Quan sát thực tế cho thấy một lớp lớn các bài toán có thể phát biểu và giải quyết dưới dạng tìm kiếm</a:t>
            </a:r>
          </a:p>
          <a:p>
            <a:r>
              <a:rPr lang="en-US" sz="2800" b="1"/>
              <a:t>Yêu cầu</a:t>
            </a:r>
            <a:r>
              <a:rPr lang="en-US" sz="2800"/>
              <a:t>: Tìm những trạng thái, tính chất thỏa mãn một số điều kiện nào đó, hoặc tìm một chuỗi các hành động cho phép đạt tới trạng thái mong muốn.</a:t>
            </a:r>
          </a:p>
        </p:txBody>
      </p:sp>
      <p:sp>
        <p:nvSpPr>
          <p:cNvPr id="4" name="Slide Number Placeholder 3">
            <a:extLst>
              <a:ext uri="{FF2B5EF4-FFF2-40B4-BE49-F238E27FC236}">
                <a16:creationId xmlns:a16="http://schemas.microsoft.com/office/drawing/2014/main" id="{30B05ADF-06DA-3C4A-99A2-2D07E1BD9E40}"/>
              </a:ext>
            </a:extLst>
          </p:cNvPr>
          <p:cNvSpPr>
            <a:spLocks noGrp="1"/>
          </p:cNvSpPr>
          <p:nvPr>
            <p:ph type="sldNum" sz="quarter" idx="12"/>
          </p:nvPr>
        </p:nvSpPr>
        <p:spPr/>
        <p:txBody>
          <a:bodyPr/>
          <a:lstStyle/>
          <a:p>
            <a:fld id="{DA8C51A7-BEEA-471D-933F-7E35BC04A30F}" type="slidenum">
              <a:rPr lang="en-US"/>
              <a:pPr/>
              <a:t>3</a:t>
            </a:fld>
            <a:endParaRPr lang="en-US"/>
          </a:p>
        </p:txBody>
      </p:sp>
      <p:grpSp>
        <p:nvGrpSpPr>
          <p:cNvPr id="5" name="Group 21">
            <a:extLst>
              <a:ext uri="{FF2B5EF4-FFF2-40B4-BE49-F238E27FC236}">
                <a16:creationId xmlns:a16="http://schemas.microsoft.com/office/drawing/2014/main" id="{4E9F586C-708F-6A45-B485-BED7DDCA7689}"/>
              </a:ext>
            </a:extLst>
          </p:cNvPr>
          <p:cNvGrpSpPr>
            <a:grpSpLocks/>
          </p:cNvGrpSpPr>
          <p:nvPr/>
        </p:nvGrpSpPr>
        <p:grpSpPr bwMode="auto">
          <a:xfrm>
            <a:off x="534988" y="1310487"/>
            <a:ext cx="3744416" cy="4866476"/>
            <a:chOff x="144" y="720"/>
            <a:chExt cx="2472" cy="3072"/>
          </a:xfrm>
        </p:grpSpPr>
        <p:grpSp>
          <p:nvGrpSpPr>
            <p:cNvPr id="6" name="Group 17">
              <a:extLst>
                <a:ext uri="{FF2B5EF4-FFF2-40B4-BE49-F238E27FC236}">
                  <a16:creationId xmlns:a16="http://schemas.microsoft.com/office/drawing/2014/main" id="{C5D9174E-7647-AE4A-83A5-25FD7E936344}"/>
                </a:ext>
              </a:extLst>
            </p:cNvPr>
            <p:cNvGrpSpPr>
              <a:grpSpLocks/>
            </p:cNvGrpSpPr>
            <p:nvPr/>
          </p:nvGrpSpPr>
          <p:grpSpPr bwMode="auto">
            <a:xfrm>
              <a:off x="144" y="720"/>
              <a:ext cx="2472" cy="3072"/>
              <a:chOff x="3024" y="1008"/>
              <a:chExt cx="2472" cy="3072"/>
            </a:xfrm>
          </p:grpSpPr>
          <p:pic>
            <p:nvPicPr>
              <p:cNvPr id="8" name="Picture 4" descr="jigsaw-1">
                <a:extLst>
                  <a:ext uri="{FF2B5EF4-FFF2-40B4-BE49-F238E27FC236}">
                    <a16:creationId xmlns:a16="http://schemas.microsoft.com/office/drawing/2014/main" id="{9F091E78-9709-734B-8490-553A90A00A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4" y="1008"/>
                <a:ext cx="2312" cy="3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5">
                <a:extLst>
                  <a:ext uri="{FF2B5EF4-FFF2-40B4-BE49-F238E27FC236}">
                    <a16:creationId xmlns:a16="http://schemas.microsoft.com/office/drawing/2014/main" id="{E8D078FF-5332-BB4B-B54D-117EE10AFD55}"/>
                  </a:ext>
                </a:extLst>
              </p:cNvPr>
              <p:cNvSpPr txBox="1">
                <a:spLocks noChangeArrowheads="1"/>
              </p:cNvSpPr>
              <p:nvPr/>
            </p:nvSpPr>
            <p:spPr bwMode="auto">
              <a:xfrm>
                <a:off x="3888" y="2067"/>
                <a:ext cx="59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800">
                    <a:solidFill>
                      <a:srgbClr val="3333CC"/>
                    </a:solidFill>
                    <a:latin typeface="Comic Sans MS" panose="030F0902030302020204" pitchFamily="66" charset="0"/>
                  </a:rPr>
                  <a:t>Search</a:t>
                </a:r>
              </a:p>
            </p:txBody>
          </p:sp>
          <p:sp>
            <p:nvSpPr>
              <p:cNvPr id="10" name="Text Box 6">
                <a:extLst>
                  <a:ext uri="{FF2B5EF4-FFF2-40B4-BE49-F238E27FC236}">
                    <a16:creationId xmlns:a16="http://schemas.microsoft.com/office/drawing/2014/main" id="{3F4D9509-CA1D-194D-AFF1-1024685FBA20}"/>
                  </a:ext>
                </a:extLst>
              </p:cNvPr>
              <p:cNvSpPr txBox="1">
                <a:spLocks noChangeArrowheads="1"/>
              </p:cNvSpPr>
              <p:nvPr/>
            </p:nvSpPr>
            <p:spPr bwMode="auto">
              <a:xfrm>
                <a:off x="3744" y="2592"/>
                <a:ext cx="812"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800">
                    <a:solidFill>
                      <a:srgbClr val="990000"/>
                    </a:solidFill>
                    <a:latin typeface="Comic Sans MS" panose="030F0902030302020204" pitchFamily="66" charset="0"/>
                  </a:rPr>
                  <a:t>Knowledge</a:t>
                </a:r>
                <a:br>
                  <a:rPr lang="en-US" altLang="en-US" sz="1800">
                    <a:solidFill>
                      <a:srgbClr val="990000"/>
                    </a:solidFill>
                    <a:latin typeface="Comic Sans MS" panose="030F0902030302020204" pitchFamily="66" charset="0"/>
                  </a:rPr>
                </a:br>
                <a:r>
                  <a:rPr lang="en-US" altLang="en-US" sz="1800">
                    <a:solidFill>
                      <a:srgbClr val="990000"/>
                    </a:solidFill>
                    <a:latin typeface="Comic Sans MS" panose="030F0902030302020204" pitchFamily="66" charset="0"/>
                  </a:rPr>
                  <a:t>rep.</a:t>
                </a:r>
              </a:p>
            </p:txBody>
          </p:sp>
          <p:sp>
            <p:nvSpPr>
              <p:cNvPr id="11" name="Text Box 7">
                <a:extLst>
                  <a:ext uri="{FF2B5EF4-FFF2-40B4-BE49-F238E27FC236}">
                    <a16:creationId xmlns:a16="http://schemas.microsoft.com/office/drawing/2014/main" id="{144EF65F-2D98-864C-A8F0-87C953F40010}"/>
                  </a:ext>
                </a:extLst>
              </p:cNvPr>
              <p:cNvSpPr txBox="1">
                <a:spLocks noChangeArrowheads="1"/>
              </p:cNvSpPr>
              <p:nvPr/>
            </p:nvSpPr>
            <p:spPr bwMode="auto">
              <a:xfrm>
                <a:off x="3072" y="2835"/>
                <a:ext cx="64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Comic Sans MS" panose="030F0902030302020204" pitchFamily="66" charset="0"/>
                  </a:rPr>
                  <a:t>Planning</a:t>
                </a:r>
              </a:p>
            </p:txBody>
          </p:sp>
          <p:sp>
            <p:nvSpPr>
              <p:cNvPr id="12" name="Text Box 8">
                <a:extLst>
                  <a:ext uri="{FF2B5EF4-FFF2-40B4-BE49-F238E27FC236}">
                    <a16:creationId xmlns:a16="http://schemas.microsoft.com/office/drawing/2014/main" id="{8BA54B47-34DF-6F49-91BB-C1B3224DF459}"/>
                  </a:ext>
                </a:extLst>
              </p:cNvPr>
              <p:cNvSpPr txBox="1">
                <a:spLocks noChangeArrowheads="1"/>
              </p:cNvSpPr>
              <p:nvPr/>
            </p:nvSpPr>
            <p:spPr bwMode="auto">
              <a:xfrm>
                <a:off x="3024" y="1872"/>
                <a:ext cx="77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Comic Sans MS" panose="030F0902030302020204" pitchFamily="66" charset="0"/>
                  </a:rPr>
                  <a:t>Reasoning</a:t>
                </a:r>
              </a:p>
            </p:txBody>
          </p:sp>
          <p:sp>
            <p:nvSpPr>
              <p:cNvPr id="13" name="Text Box 9">
                <a:extLst>
                  <a:ext uri="{FF2B5EF4-FFF2-40B4-BE49-F238E27FC236}">
                    <a16:creationId xmlns:a16="http://schemas.microsoft.com/office/drawing/2014/main" id="{6AC0DD6E-9EA9-9F40-8936-59AC7CB73505}"/>
                  </a:ext>
                </a:extLst>
              </p:cNvPr>
              <p:cNvSpPr txBox="1">
                <a:spLocks noChangeArrowheads="1"/>
              </p:cNvSpPr>
              <p:nvPr/>
            </p:nvSpPr>
            <p:spPr bwMode="auto">
              <a:xfrm>
                <a:off x="4656" y="2208"/>
                <a:ext cx="68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Comic Sans MS" panose="030F0902030302020204" pitchFamily="66" charset="0"/>
                  </a:rPr>
                  <a:t>Learning</a:t>
                </a:r>
              </a:p>
            </p:txBody>
          </p:sp>
          <p:sp>
            <p:nvSpPr>
              <p:cNvPr id="14" name="Text Box 10">
                <a:extLst>
                  <a:ext uri="{FF2B5EF4-FFF2-40B4-BE49-F238E27FC236}">
                    <a16:creationId xmlns:a16="http://schemas.microsoft.com/office/drawing/2014/main" id="{2AE05FD0-7640-B248-BA86-8E7AF80E5CF2}"/>
                  </a:ext>
                </a:extLst>
              </p:cNvPr>
              <p:cNvSpPr txBox="1">
                <a:spLocks noChangeArrowheads="1"/>
              </p:cNvSpPr>
              <p:nvPr/>
            </p:nvSpPr>
            <p:spPr bwMode="auto">
              <a:xfrm>
                <a:off x="3110" y="1226"/>
                <a:ext cx="51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Comic Sans MS" panose="030F0902030302020204" pitchFamily="66" charset="0"/>
                  </a:rPr>
                  <a:t>Agent</a:t>
                </a:r>
              </a:p>
            </p:txBody>
          </p:sp>
          <p:sp>
            <p:nvSpPr>
              <p:cNvPr id="15" name="Text Box 11">
                <a:extLst>
                  <a:ext uri="{FF2B5EF4-FFF2-40B4-BE49-F238E27FC236}">
                    <a16:creationId xmlns:a16="http://schemas.microsoft.com/office/drawing/2014/main" id="{19FBD610-4DE3-5645-A544-42EC1AEF89E3}"/>
                  </a:ext>
                </a:extLst>
              </p:cNvPr>
              <p:cNvSpPr txBox="1">
                <a:spLocks noChangeArrowheads="1"/>
              </p:cNvSpPr>
              <p:nvPr/>
            </p:nvSpPr>
            <p:spPr bwMode="auto">
              <a:xfrm>
                <a:off x="3840" y="1488"/>
                <a:ext cx="69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Comic Sans MS" panose="030F0902030302020204" pitchFamily="66" charset="0"/>
                  </a:rPr>
                  <a:t>Robotics</a:t>
                </a:r>
              </a:p>
            </p:txBody>
          </p:sp>
          <p:sp>
            <p:nvSpPr>
              <p:cNvPr id="16" name="Text Box 12">
                <a:extLst>
                  <a:ext uri="{FF2B5EF4-FFF2-40B4-BE49-F238E27FC236}">
                    <a16:creationId xmlns:a16="http://schemas.microsoft.com/office/drawing/2014/main" id="{AB505A76-D1D2-F143-8737-CB7F6C3FAE4B}"/>
                  </a:ext>
                </a:extLst>
              </p:cNvPr>
              <p:cNvSpPr txBox="1">
                <a:spLocks noChangeArrowheads="1"/>
              </p:cNvSpPr>
              <p:nvPr/>
            </p:nvSpPr>
            <p:spPr bwMode="auto">
              <a:xfrm>
                <a:off x="4512" y="1296"/>
                <a:ext cx="8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Comic Sans MS" panose="030F0902030302020204" pitchFamily="66" charset="0"/>
                  </a:rPr>
                  <a:t>Perception</a:t>
                </a:r>
              </a:p>
            </p:txBody>
          </p:sp>
          <p:sp>
            <p:nvSpPr>
              <p:cNvPr id="17" name="Text Box 13">
                <a:extLst>
                  <a:ext uri="{FF2B5EF4-FFF2-40B4-BE49-F238E27FC236}">
                    <a16:creationId xmlns:a16="http://schemas.microsoft.com/office/drawing/2014/main" id="{8BB7C385-F1C2-3647-9275-0869A3EB5B97}"/>
                  </a:ext>
                </a:extLst>
              </p:cNvPr>
              <p:cNvSpPr txBox="1">
                <a:spLocks noChangeArrowheads="1"/>
              </p:cNvSpPr>
              <p:nvPr/>
            </p:nvSpPr>
            <p:spPr bwMode="auto">
              <a:xfrm>
                <a:off x="3024" y="3504"/>
                <a:ext cx="68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Comic Sans MS" panose="030F0902030302020204" pitchFamily="66" charset="0"/>
                  </a:rPr>
                  <a:t>Natural</a:t>
                </a:r>
                <a:br>
                  <a:rPr lang="en-US" altLang="en-US" sz="1800">
                    <a:latin typeface="Comic Sans MS" panose="030F0902030302020204" pitchFamily="66" charset="0"/>
                  </a:rPr>
                </a:br>
                <a:r>
                  <a:rPr lang="en-US" altLang="en-US" sz="1800">
                    <a:latin typeface="Comic Sans MS" panose="030F0902030302020204" pitchFamily="66" charset="0"/>
                  </a:rPr>
                  <a:t>language</a:t>
                </a:r>
              </a:p>
            </p:txBody>
          </p:sp>
          <p:sp>
            <p:nvSpPr>
              <p:cNvPr id="18" name="Text Box 14">
                <a:extLst>
                  <a:ext uri="{FF2B5EF4-FFF2-40B4-BE49-F238E27FC236}">
                    <a16:creationId xmlns:a16="http://schemas.microsoft.com/office/drawing/2014/main" id="{8F0C6B31-3F82-FC4E-AB5E-817B5F154AAC}"/>
                  </a:ext>
                </a:extLst>
              </p:cNvPr>
              <p:cNvSpPr txBox="1">
                <a:spLocks noChangeArrowheads="1"/>
              </p:cNvSpPr>
              <p:nvPr/>
            </p:nvSpPr>
            <p:spPr bwMode="auto">
              <a:xfrm>
                <a:off x="4070" y="3578"/>
                <a:ext cx="2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Comic Sans MS" panose="030F0902030302020204" pitchFamily="66" charset="0"/>
                  </a:rPr>
                  <a:t>...</a:t>
                </a:r>
              </a:p>
            </p:txBody>
          </p:sp>
          <p:sp>
            <p:nvSpPr>
              <p:cNvPr id="19" name="Text Box 15">
                <a:extLst>
                  <a:ext uri="{FF2B5EF4-FFF2-40B4-BE49-F238E27FC236}">
                    <a16:creationId xmlns:a16="http://schemas.microsoft.com/office/drawing/2014/main" id="{E6FFC788-A6F3-ED42-BB63-474F69244DE2}"/>
                  </a:ext>
                </a:extLst>
              </p:cNvPr>
              <p:cNvSpPr txBox="1">
                <a:spLocks noChangeArrowheads="1"/>
              </p:cNvSpPr>
              <p:nvPr/>
            </p:nvSpPr>
            <p:spPr bwMode="auto">
              <a:xfrm>
                <a:off x="4608" y="3600"/>
                <a:ext cx="69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800">
                    <a:latin typeface="Comic Sans MS" panose="030F0902030302020204" pitchFamily="66" charset="0"/>
                  </a:rPr>
                  <a:t>Expert</a:t>
                </a:r>
              </a:p>
              <a:p>
                <a:pPr algn="ctr" eaLnBrk="1" hangingPunct="1"/>
                <a:r>
                  <a:rPr lang="en-US" altLang="en-US" sz="1800">
                    <a:latin typeface="Comic Sans MS" panose="030F0902030302020204" pitchFamily="66" charset="0"/>
                  </a:rPr>
                  <a:t>Systems</a:t>
                </a:r>
              </a:p>
            </p:txBody>
          </p:sp>
          <p:sp>
            <p:nvSpPr>
              <p:cNvPr id="20" name="Text Box 16">
                <a:extLst>
                  <a:ext uri="{FF2B5EF4-FFF2-40B4-BE49-F238E27FC236}">
                    <a16:creationId xmlns:a16="http://schemas.microsoft.com/office/drawing/2014/main" id="{3E06F017-207B-F44E-9121-A3D1EEF88FB9}"/>
                  </a:ext>
                </a:extLst>
              </p:cNvPr>
              <p:cNvSpPr txBox="1">
                <a:spLocks noChangeArrowheads="1"/>
              </p:cNvSpPr>
              <p:nvPr/>
            </p:nvSpPr>
            <p:spPr bwMode="auto">
              <a:xfrm>
                <a:off x="4449" y="2640"/>
                <a:ext cx="1047"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800">
                    <a:latin typeface="Comic Sans MS" panose="030F0902030302020204" pitchFamily="66" charset="0"/>
                  </a:rPr>
                  <a:t>Constraint</a:t>
                </a:r>
                <a:br>
                  <a:rPr lang="en-US" altLang="en-US" sz="1800">
                    <a:latin typeface="Comic Sans MS" panose="030F0902030302020204" pitchFamily="66" charset="0"/>
                  </a:rPr>
                </a:br>
                <a:r>
                  <a:rPr lang="en-US" altLang="en-US" sz="1800">
                    <a:latin typeface="Comic Sans MS" panose="030F0902030302020204" pitchFamily="66" charset="0"/>
                  </a:rPr>
                  <a:t>satisfaction   </a:t>
                </a:r>
              </a:p>
            </p:txBody>
          </p:sp>
        </p:grpSp>
        <p:sp>
          <p:nvSpPr>
            <p:cNvPr id="7" name="Rectangle 20">
              <a:extLst>
                <a:ext uri="{FF2B5EF4-FFF2-40B4-BE49-F238E27FC236}">
                  <a16:creationId xmlns:a16="http://schemas.microsoft.com/office/drawing/2014/main" id="{9DF644F9-2CEA-DB41-9127-B7CC14EC0CD3}"/>
                </a:ext>
              </a:extLst>
            </p:cNvPr>
            <p:cNvSpPr>
              <a:spLocks noChangeArrowheads="1"/>
            </p:cNvSpPr>
            <p:nvPr/>
          </p:nvSpPr>
          <p:spPr bwMode="auto">
            <a:xfrm>
              <a:off x="163" y="748"/>
              <a:ext cx="2276" cy="3026"/>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mc:AlternateContent xmlns:mc="http://schemas.openxmlformats.org/markup-compatibility/2006">
        <mc:Choice xmlns:p14="http://schemas.microsoft.com/office/powerpoint/2010/main" Requires="p14">
          <p:contentPart p14:bwMode="auto" r:id="rId3">
            <p14:nvContentPartPr>
              <p14:cNvPr id="23" name="Ink 22">
                <a:extLst>
                  <a:ext uri="{FF2B5EF4-FFF2-40B4-BE49-F238E27FC236}">
                    <a16:creationId xmlns:a16="http://schemas.microsoft.com/office/drawing/2014/main" id="{128DADBE-9853-F34B-9301-9281EF5AE10A}"/>
                  </a:ext>
                </a:extLst>
              </p14:cNvPr>
              <p14:cNvContentPartPr/>
              <p14:nvPr/>
            </p14:nvContentPartPr>
            <p14:xfrm>
              <a:off x="1734840" y="2893320"/>
              <a:ext cx="6963840" cy="3651480"/>
            </p14:xfrm>
          </p:contentPart>
        </mc:Choice>
        <mc:Fallback>
          <p:pic>
            <p:nvPicPr>
              <p:cNvPr id="23" name="Ink 22">
                <a:extLst>
                  <a:ext uri="{FF2B5EF4-FFF2-40B4-BE49-F238E27FC236}">
                    <a16:creationId xmlns:a16="http://schemas.microsoft.com/office/drawing/2014/main" id="{128DADBE-9853-F34B-9301-9281EF5AE10A}"/>
                  </a:ext>
                </a:extLst>
              </p:cNvPr>
              <p:cNvPicPr/>
              <p:nvPr/>
            </p:nvPicPr>
            <p:blipFill>
              <a:blip r:embed="rId4"/>
              <a:stretch>
                <a:fillRect/>
              </a:stretch>
            </p:blipFill>
            <p:spPr>
              <a:xfrm>
                <a:off x="1718640" y="2877120"/>
                <a:ext cx="6996240" cy="3683880"/>
              </a:xfrm>
              <a:prstGeom prst="rect">
                <a:avLst/>
              </a:prstGeom>
            </p:spPr>
          </p:pic>
        </mc:Fallback>
      </mc:AlternateContent>
    </p:spTree>
    <p:extLst>
      <p:ext uri="{BB962C8B-B14F-4D97-AF65-F5344CB8AC3E}">
        <p14:creationId xmlns:p14="http://schemas.microsoft.com/office/powerpoint/2010/main" val="15830961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8AE7B-E2CC-9A4B-9175-98E9D035D304}"/>
              </a:ext>
            </a:extLst>
          </p:cNvPr>
          <p:cNvSpPr>
            <a:spLocks noGrp="1"/>
          </p:cNvSpPr>
          <p:nvPr>
            <p:ph type="title"/>
          </p:nvPr>
        </p:nvSpPr>
        <p:spPr/>
        <p:txBody>
          <a:bodyPr/>
          <a:lstStyle/>
          <a:p>
            <a:r>
              <a:rPr lang="en-US"/>
              <a:t>Ví dụ bài toán dưới dạng tìm kiếm</a:t>
            </a:r>
          </a:p>
        </p:txBody>
      </p:sp>
      <p:sp>
        <p:nvSpPr>
          <p:cNvPr id="4" name="Slide Number Placeholder 3">
            <a:extLst>
              <a:ext uri="{FF2B5EF4-FFF2-40B4-BE49-F238E27FC236}">
                <a16:creationId xmlns:a16="http://schemas.microsoft.com/office/drawing/2014/main" id="{30B05ADF-06DA-3C4A-99A2-2D07E1BD9E40}"/>
              </a:ext>
            </a:extLst>
          </p:cNvPr>
          <p:cNvSpPr>
            <a:spLocks noGrp="1"/>
          </p:cNvSpPr>
          <p:nvPr>
            <p:ph type="sldNum" sz="quarter" idx="12"/>
          </p:nvPr>
        </p:nvSpPr>
        <p:spPr/>
        <p:txBody>
          <a:bodyPr/>
          <a:lstStyle/>
          <a:p>
            <a:fld id="{DA8C51A7-BEEA-471D-933F-7E35BC04A30F}" type="slidenum">
              <a:rPr lang="en-US"/>
              <a:pPr/>
              <a:t>4</a:t>
            </a:fld>
            <a:endParaRPr lang="en-US"/>
          </a:p>
        </p:txBody>
      </p:sp>
      <p:sp>
        <p:nvSpPr>
          <p:cNvPr id="22" name="Content Placeholder 21">
            <a:extLst>
              <a:ext uri="{FF2B5EF4-FFF2-40B4-BE49-F238E27FC236}">
                <a16:creationId xmlns:a16="http://schemas.microsoft.com/office/drawing/2014/main" id="{A81B932F-DE27-864E-8FC5-B0A772EC9E33}"/>
              </a:ext>
            </a:extLst>
          </p:cNvPr>
          <p:cNvSpPr>
            <a:spLocks noGrp="1"/>
          </p:cNvSpPr>
          <p:nvPr>
            <p:ph idx="1"/>
          </p:nvPr>
        </p:nvSpPr>
        <p:spPr>
          <a:xfrm>
            <a:off x="606996" y="1844824"/>
            <a:ext cx="8784976" cy="4320479"/>
          </a:xfrm>
        </p:spPr>
        <p:txBody>
          <a:bodyPr/>
          <a:lstStyle/>
          <a:p>
            <a:r>
              <a:rPr lang="vi-VN" sz="2400"/>
              <a:t>Trò chơi:  ví dụ cờ vua, thực chất là tìm kiếm nước đi bên trong số những nước mà luật chơi cho phép, để giành lấy ưu thế cho bên mình. </a:t>
            </a:r>
          </a:p>
          <a:p>
            <a:r>
              <a:rPr lang="vi-VN" sz="2400"/>
              <a:t>Lập lịch: Quá trình tìm kiếm trong số tổ hợp phương án sắp xếp phương án đáp ứng yêu cầu đề ra. </a:t>
            </a:r>
          </a:p>
          <a:p>
            <a:r>
              <a:rPr lang="vi-VN" sz="2400"/>
              <a:t>Tìm đường đi: cần tìm đường đi từ điểm xuất phát tới đích, có thể thỏa mãn thêm một số tiêu chí nào đó như tiêu chí tối ưu về độ dài, thời gian, giá thành v.v. </a:t>
            </a:r>
          </a:p>
          <a:p>
            <a:r>
              <a:rPr lang="vi-VN" sz="2400"/>
              <a:t>Lập kế hoạch: là lựa chọn chuỗi hành động cơ sở cho phép đạt mục tiêu đề ra đồng thời thỏa mãn các yêu cầu phụ</a:t>
            </a:r>
            <a:r>
              <a:rPr lang="vi-VN"/>
              <a:t>.</a:t>
            </a:r>
            <a:endParaRPr lang="en-US"/>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1C64E698-5B1A-B746-8591-E32496499EF8}"/>
                  </a:ext>
                </a:extLst>
              </p14:cNvPr>
              <p14:cNvContentPartPr/>
              <p14:nvPr/>
            </p14:nvContentPartPr>
            <p14:xfrm>
              <a:off x="7794360" y="5523480"/>
              <a:ext cx="347400" cy="27360"/>
            </p14:xfrm>
          </p:contentPart>
        </mc:Choice>
        <mc:Fallback xmlns="">
          <p:pic>
            <p:nvPicPr>
              <p:cNvPr id="3" name="Ink 2">
                <a:extLst>
                  <a:ext uri="{FF2B5EF4-FFF2-40B4-BE49-F238E27FC236}">
                    <a16:creationId xmlns:a16="http://schemas.microsoft.com/office/drawing/2014/main" id="{1C64E698-5B1A-B746-8591-E32496499EF8}"/>
                  </a:ext>
                </a:extLst>
              </p:cNvPr>
              <p:cNvPicPr/>
              <p:nvPr/>
            </p:nvPicPr>
            <p:blipFill>
              <a:blip r:embed="rId3"/>
              <a:stretch>
                <a:fillRect/>
              </a:stretch>
            </p:blipFill>
            <p:spPr>
              <a:xfrm>
                <a:off x="7778160" y="5507280"/>
                <a:ext cx="379800" cy="597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6" name="Ink 5">
                <a:extLst>
                  <a:ext uri="{FF2B5EF4-FFF2-40B4-BE49-F238E27FC236}">
                    <a16:creationId xmlns:a16="http://schemas.microsoft.com/office/drawing/2014/main" id="{D76537E0-55FA-144E-8B56-9B8967AF3E74}"/>
                  </a:ext>
                </a:extLst>
              </p14:cNvPr>
              <p14:cNvContentPartPr/>
              <p14:nvPr/>
            </p14:nvContentPartPr>
            <p14:xfrm>
              <a:off x="390600" y="1785240"/>
              <a:ext cx="8960040" cy="4683600"/>
            </p14:xfrm>
          </p:contentPart>
        </mc:Choice>
        <mc:Fallback>
          <p:pic>
            <p:nvPicPr>
              <p:cNvPr id="6" name="Ink 5">
                <a:extLst>
                  <a:ext uri="{FF2B5EF4-FFF2-40B4-BE49-F238E27FC236}">
                    <a16:creationId xmlns:a16="http://schemas.microsoft.com/office/drawing/2014/main" id="{D76537E0-55FA-144E-8B56-9B8967AF3E74}"/>
                  </a:ext>
                </a:extLst>
              </p:cNvPr>
              <p:cNvPicPr/>
              <p:nvPr/>
            </p:nvPicPr>
            <p:blipFill>
              <a:blip r:embed="rId5"/>
              <a:stretch>
                <a:fillRect/>
              </a:stretch>
            </p:blipFill>
            <p:spPr>
              <a:xfrm>
                <a:off x="381240" y="1775880"/>
                <a:ext cx="8985600" cy="4709160"/>
              </a:xfrm>
              <a:prstGeom prst="rect">
                <a:avLst/>
              </a:prstGeom>
            </p:spPr>
          </p:pic>
        </mc:Fallback>
      </mc:AlternateContent>
    </p:spTree>
    <p:extLst>
      <p:ext uri="{BB962C8B-B14F-4D97-AF65-F5344CB8AC3E}">
        <p14:creationId xmlns:p14="http://schemas.microsoft.com/office/powerpoint/2010/main" val="1410195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A3AA0-7909-304D-ABDF-F9D221AA5908}"/>
              </a:ext>
            </a:extLst>
          </p:cNvPr>
          <p:cNvSpPr>
            <a:spLocks noGrp="1"/>
          </p:cNvSpPr>
          <p:nvPr>
            <p:ph type="title"/>
          </p:nvPr>
        </p:nvSpPr>
        <p:spPr/>
        <p:txBody>
          <a:bodyPr/>
          <a:lstStyle/>
          <a:p>
            <a:r>
              <a:rPr lang="en-US"/>
              <a:t>Ví dụ về bài toán tìm kiếm</a:t>
            </a:r>
          </a:p>
        </p:txBody>
      </p:sp>
      <p:sp>
        <p:nvSpPr>
          <p:cNvPr id="3" name="Content Placeholder 2">
            <a:extLst>
              <a:ext uri="{FF2B5EF4-FFF2-40B4-BE49-F238E27FC236}">
                <a16:creationId xmlns:a16="http://schemas.microsoft.com/office/drawing/2014/main" id="{3549B876-FBFE-1B40-9944-076D537A7FA5}"/>
              </a:ext>
            </a:extLst>
          </p:cNvPr>
          <p:cNvSpPr>
            <a:spLocks noGrp="1"/>
          </p:cNvSpPr>
          <p:nvPr>
            <p:ph idx="1"/>
          </p:nvPr>
        </p:nvSpPr>
        <p:spPr>
          <a:xfrm>
            <a:off x="751011" y="1658007"/>
            <a:ext cx="8874125" cy="4698343"/>
          </a:xfrm>
        </p:spPr>
        <p:txBody>
          <a:bodyPr/>
          <a:lstStyle/>
          <a:p>
            <a:pPr marL="0" indent="0" algn="ctr">
              <a:buNone/>
            </a:pPr>
            <a:r>
              <a:rPr lang="en-US" sz="2800"/>
              <a:t>Trò chơi đố 8 ô số</a:t>
            </a:r>
          </a:p>
          <a:p>
            <a:pPr marL="0" indent="0" algn="ctr">
              <a:buNone/>
            </a:pPr>
            <a:endParaRPr lang="en-US" sz="2800"/>
          </a:p>
          <a:p>
            <a:pPr marL="0" indent="0" algn="ctr">
              <a:buNone/>
            </a:pPr>
            <a:endParaRPr lang="en-US" sz="2800"/>
          </a:p>
          <a:p>
            <a:pPr marL="0" indent="0" algn="ctr">
              <a:buNone/>
            </a:pPr>
            <a:endParaRPr lang="en-US" sz="2800"/>
          </a:p>
          <a:p>
            <a:pPr marL="0" indent="0" algn="ctr">
              <a:buNone/>
            </a:pPr>
            <a:endParaRPr lang="en-US" sz="2800"/>
          </a:p>
          <a:p>
            <a:pPr marL="0" indent="0" algn="ctr">
              <a:buNone/>
            </a:pPr>
            <a:endParaRPr lang="en-US" sz="2800"/>
          </a:p>
          <a:p>
            <a:pPr marL="0" indent="0" algn="ctr">
              <a:buNone/>
            </a:pPr>
            <a:endParaRPr lang="en-US" sz="2800"/>
          </a:p>
          <a:p>
            <a:pPr marL="0" indent="0" algn="ctr">
              <a:buNone/>
            </a:pPr>
            <a:endParaRPr lang="en-US" sz="2800"/>
          </a:p>
          <a:p>
            <a:pPr marL="0" indent="0" algn="ctr">
              <a:buNone/>
            </a:pPr>
            <a:r>
              <a:rPr lang="en-US" sz="2400">
                <a:solidFill>
                  <a:srgbClr val="C00000"/>
                </a:solidFill>
              </a:rPr>
              <a:t>Trạng thái</a:t>
            </a:r>
            <a:r>
              <a:rPr lang="en-US" sz="2400"/>
              <a:t>: Bất kỳ sự sắp xếp của 8 ô số và 1 ô trống trong 3x3 ô trống</a:t>
            </a:r>
          </a:p>
        </p:txBody>
      </p:sp>
      <p:sp>
        <p:nvSpPr>
          <p:cNvPr id="4" name="Slide Number Placeholder 3">
            <a:extLst>
              <a:ext uri="{FF2B5EF4-FFF2-40B4-BE49-F238E27FC236}">
                <a16:creationId xmlns:a16="http://schemas.microsoft.com/office/drawing/2014/main" id="{F1A82200-0C20-1544-A9C3-209B99E08D02}"/>
              </a:ext>
            </a:extLst>
          </p:cNvPr>
          <p:cNvSpPr>
            <a:spLocks noGrp="1"/>
          </p:cNvSpPr>
          <p:nvPr>
            <p:ph type="sldNum" sz="quarter" idx="12"/>
          </p:nvPr>
        </p:nvSpPr>
        <p:spPr/>
        <p:txBody>
          <a:bodyPr/>
          <a:lstStyle/>
          <a:p>
            <a:fld id="{DA8C51A7-BEEA-471D-933F-7E35BC04A30F}" type="slidenum">
              <a:rPr lang="en-US"/>
              <a:pPr/>
              <a:t>5</a:t>
            </a:fld>
            <a:endParaRPr lang="en-US"/>
          </a:p>
        </p:txBody>
      </p:sp>
      <p:grpSp>
        <p:nvGrpSpPr>
          <p:cNvPr id="44" name="Group 43">
            <a:extLst>
              <a:ext uri="{FF2B5EF4-FFF2-40B4-BE49-F238E27FC236}">
                <a16:creationId xmlns:a16="http://schemas.microsoft.com/office/drawing/2014/main" id="{41B0F051-60A1-A843-A604-46B3D0C77734}"/>
              </a:ext>
            </a:extLst>
          </p:cNvPr>
          <p:cNvGrpSpPr>
            <a:grpSpLocks/>
          </p:cNvGrpSpPr>
          <p:nvPr/>
        </p:nvGrpSpPr>
        <p:grpSpPr bwMode="auto">
          <a:xfrm>
            <a:off x="2140743" y="2677976"/>
            <a:ext cx="6005513" cy="2514600"/>
            <a:chOff x="921" y="1536"/>
            <a:chExt cx="3783" cy="1584"/>
          </a:xfrm>
        </p:grpSpPr>
        <p:grpSp>
          <p:nvGrpSpPr>
            <p:cNvPr id="45" name="Group 4">
              <a:extLst>
                <a:ext uri="{FF2B5EF4-FFF2-40B4-BE49-F238E27FC236}">
                  <a16:creationId xmlns:a16="http://schemas.microsoft.com/office/drawing/2014/main" id="{14474CA4-5437-4C40-BDE3-4A5DB8C5F144}"/>
                </a:ext>
              </a:extLst>
            </p:cNvPr>
            <p:cNvGrpSpPr>
              <a:grpSpLocks/>
            </p:cNvGrpSpPr>
            <p:nvPr/>
          </p:nvGrpSpPr>
          <p:grpSpPr bwMode="auto">
            <a:xfrm>
              <a:off x="960" y="1536"/>
              <a:ext cx="1152" cy="1152"/>
              <a:chOff x="768" y="1152"/>
              <a:chExt cx="1152" cy="1152"/>
            </a:xfrm>
          </p:grpSpPr>
          <p:sp>
            <p:nvSpPr>
              <p:cNvPr id="66" name="Rectangle 5">
                <a:extLst>
                  <a:ext uri="{FF2B5EF4-FFF2-40B4-BE49-F238E27FC236}">
                    <a16:creationId xmlns:a16="http://schemas.microsoft.com/office/drawing/2014/main" id="{077B2EDE-25BE-3042-9078-8427C8F2F22C}"/>
                  </a:ext>
                </a:extLst>
              </p:cNvPr>
              <p:cNvSpPr>
                <a:spLocks noChangeArrowheads="1"/>
              </p:cNvSpPr>
              <p:nvPr/>
            </p:nvSpPr>
            <p:spPr bwMode="auto">
              <a:xfrm>
                <a:off x="768" y="1152"/>
                <a:ext cx="1152" cy="115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7" name="Rectangle 6">
                <a:extLst>
                  <a:ext uri="{FF2B5EF4-FFF2-40B4-BE49-F238E27FC236}">
                    <a16:creationId xmlns:a16="http://schemas.microsoft.com/office/drawing/2014/main" id="{300B41EC-DCBA-2F44-AC33-C46FE53DC59F}"/>
                  </a:ext>
                </a:extLst>
              </p:cNvPr>
              <p:cNvSpPr>
                <a:spLocks noChangeArrowheads="1"/>
              </p:cNvSpPr>
              <p:nvPr/>
            </p:nvSpPr>
            <p:spPr bwMode="auto">
              <a:xfrm>
                <a:off x="768" y="1152"/>
                <a:ext cx="384" cy="384"/>
              </a:xfrm>
              <a:prstGeom prst="rect">
                <a:avLst/>
              </a:prstGeom>
              <a:solidFill>
                <a:srgbClr val="FFFF99"/>
              </a:solidFill>
              <a:ln w="19050">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8" name="Rectangle 7">
                <a:extLst>
                  <a:ext uri="{FF2B5EF4-FFF2-40B4-BE49-F238E27FC236}">
                    <a16:creationId xmlns:a16="http://schemas.microsoft.com/office/drawing/2014/main" id="{B2D8D2B7-233F-DE43-8CA4-FFBDB1A2D0F6}"/>
                  </a:ext>
                </a:extLst>
              </p:cNvPr>
              <p:cNvSpPr>
                <a:spLocks noChangeArrowheads="1"/>
              </p:cNvSpPr>
              <p:nvPr/>
            </p:nvSpPr>
            <p:spPr bwMode="auto">
              <a:xfrm>
                <a:off x="768" y="1536"/>
                <a:ext cx="384" cy="384"/>
              </a:xfrm>
              <a:prstGeom prst="rect">
                <a:avLst/>
              </a:prstGeom>
              <a:solidFill>
                <a:srgbClr val="FFFF99"/>
              </a:solidFill>
              <a:ln w="19050">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9" name="Rectangle 8">
                <a:extLst>
                  <a:ext uri="{FF2B5EF4-FFF2-40B4-BE49-F238E27FC236}">
                    <a16:creationId xmlns:a16="http://schemas.microsoft.com/office/drawing/2014/main" id="{07A8BC0A-E41A-E446-AE72-5D94058CAC2C}"/>
                  </a:ext>
                </a:extLst>
              </p:cNvPr>
              <p:cNvSpPr>
                <a:spLocks noChangeArrowheads="1"/>
              </p:cNvSpPr>
              <p:nvPr/>
            </p:nvSpPr>
            <p:spPr bwMode="auto">
              <a:xfrm>
                <a:off x="768" y="1920"/>
                <a:ext cx="384" cy="384"/>
              </a:xfrm>
              <a:prstGeom prst="rect">
                <a:avLst/>
              </a:prstGeom>
              <a:solidFill>
                <a:srgbClr val="FFFF99"/>
              </a:solidFill>
              <a:ln w="19050">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70" name="Rectangle 9">
                <a:extLst>
                  <a:ext uri="{FF2B5EF4-FFF2-40B4-BE49-F238E27FC236}">
                    <a16:creationId xmlns:a16="http://schemas.microsoft.com/office/drawing/2014/main" id="{DEFAB295-0461-BA4C-ABA3-2A07F8781F5B}"/>
                  </a:ext>
                </a:extLst>
              </p:cNvPr>
              <p:cNvSpPr>
                <a:spLocks noChangeArrowheads="1"/>
              </p:cNvSpPr>
              <p:nvPr/>
            </p:nvSpPr>
            <p:spPr bwMode="auto">
              <a:xfrm>
                <a:off x="1152" y="1152"/>
                <a:ext cx="384" cy="384"/>
              </a:xfrm>
              <a:prstGeom prst="rect">
                <a:avLst/>
              </a:prstGeom>
              <a:solidFill>
                <a:srgbClr val="FFFF99"/>
              </a:solidFill>
              <a:ln w="19050">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71" name="Rectangle 10">
                <a:extLst>
                  <a:ext uri="{FF2B5EF4-FFF2-40B4-BE49-F238E27FC236}">
                    <a16:creationId xmlns:a16="http://schemas.microsoft.com/office/drawing/2014/main" id="{B463257B-5D48-EB40-A9C6-F361D1BA13EA}"/>
                  </a:ext>
                </a:extLst>
              </p:cNvPr>
              <p:cNvSpPr>
                <a:spLocks noChangeArrowheads="1"/>
              </p:cNvSpPr>
              <p:nvPr/>
            </p:nvSpPr>
            <p:spPr bwMode="auto">
              <a:xfrm>
                <a:off x="1152" y="1536"/>
                <a:ext cx="384" cy="384"/>
              </a:xfrm>
              <a:prstGeom prst="rect">
                <a:avLst/>
              </a:prstGeom>
              <a:solidFill>
                <a:srgbClr val="FFFF99"/>
              </a:solidFill>
              <a:ln w="19050">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72" name="Rectangle 11">
                <a:extLst>
                  <a:ext uri="{FF2B5EF4-FFF2-40B4-BE49-F238E27FC236}">
                    <a16:creationId xmlns:a16="http://schemas.microsoft.com/office/drawing/2014/main" id="{E8AD8E68-C9E7-9848-A275-95EFCA2DB24F}"/>
                  </a:ext>
                </a:extLst>
              </p:cNvPr>
              <p:cNvSpPr>
                <a:spLocks noChangeArrowheads="1"/>
              </p:cNvSpPr>
              <p:nvPr/>
            </p:nvSpPr>
            <p:spPr bwMode="auto">
              <a:xfrm>
                <a:off x="1536" y="1536"/>
                <a:ext cx="384" cy="384"/>
              </a:xfrm>
              <a:prstGeom prst="rect">
                <a:avLst/>
              </a:prstGeom>
              <a:solidFill>
                <a:srgbClr val="FFFF99"/>
              </a:solidFill>
              <a:ln w="19050">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73" name="Rectangle 12">
                <a:extLst>
                  <a:ext uri="{FF2B5EF4-FFF2-40B4-BE49-F238E27FC236}">
                    <a16:creationId xmlns:a16="http://schemas.microsoft.com/office/drawing/2014/main" id="{9D744635-6A2C-FD46-8A85-3E3D376A20EF}"/>
                  </a:ext>
                </a:extLst>
              </p:cNvPr>
              <p:cNvSpPr>
                <a:spLocks noChangeArrowheads="1"/>
              </p:cNvSpPr>
              <p:nvPr/>
            </p:nvSpPr>
            <p:spPr bwMode="auto">
              <a:xfrm>
                <a:off x="1152" y="1920"/>
                <a:ext cx="384" cy="384"/>
              </a:xfrm>
              <a:prstGeom prst="rect">
                <a:avLst/>
              </a:prstGeom>
              <a:solidFill>
                <a:srgbClr val="FFFF99"/>
              </a:solidFill>
              <a:ln w="19050">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74" name="Rectangle 13">
                <a:extLst>
                  <a:ext uri="{FF2B5EF4-FFF2-40B4-BE49-F238E27FC236}">
                    <a16:creationId xmlns:a16="http://schemas.microsoft.com/office/drawing/2014/main" id="{2F72E571-B9DC-F64F-9CB1-6F3CF1BD28DF}"/>
                  </a:ext>
                </a:extLst>
              </p:cNvPr>
              <p:cNvSpPr>
                <a:spLocks noChangeArrowheads="1"/>
              </p:cNvSpPr>
              <p:nvPr/>
            </p:nvSpPr>
            <p:spPr bwMode="auto">
              <a:xfrm>
                <a:off x="1536" y="1920"/>
                <a:ext cx="384" cy="384"/>
              </a:xfrm>
              <a:prstGeom prst="rect">
                <a:avLst/>
              </a:prstGeom>
              <a:solidFill>
                <a:srgbClr val="FFFF99"/>
              </a:solidFill>
              <a:ln w="19050">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75" name="Text Box 14">
                <a:extLst>
                  <a:ext uri="{FF2B5EF4-FFF2-40B4-BE49-F238E27FC236}">
                    <a16:creationId xmlns:a16="http://schemas.microsoft.com/office/drawing/2014/main" id="{27873D34-4952-584C-A47C-80AD14EF2C45}"/>
                  </a:ext>
                </a:extLst>
              </p:cNvPr>
              <p:cNvSpPr txBox="1">
                <a:spLocks noChangeArrowheads="1"/>
              </p:cNvSpPr>
              <p:nvPr/>
            </p:nvSpPr>
            <p:spPr bwMode="auto">
              <a:xfrm>
                <a:off x="1248" y="1976"/>
                <a:ext cx="20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1</a:t>
                </a:r>
              </a:p>
            </p:txBody>
          </p:sp>
          <p:sp>
            <p:nvSpPr>
              <p:cNvPr id="76" name="Text Box 15">
                <a:extLst>
                  <a:ext uri="{FF2B5EF4-FFF2-40B4-BE49-F238E27FC236}">
                    <a16:creationId xmlns:a16="http://schemas.microsoft.com/office/drawing/2014/main" id="{E031DDDE-66DB-ED4F-9364-D10036E34504}"/>
                  </a:ext>
                </a:extLst>
              </p:cNvPr>
              <p:cNvSpPr txBox="1">
                <a:spLocks noChangeArrowheads="1"/>
              </p:cNvSpPr>
              <p:nvPr/>
            </p:nvSpPr>
            <p:spPr bwMode="auto">
              <a:xfrm>
                <a:off x="1248" y="1208"/>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2</a:t>
                </a:r>
              </a:p>
            </p:txBody>
          </p:sp>
          <p:sp>
            <p:nvSpPr>
              <p:cNvPr id="77" name="Text Box 16">
                <a:extLst>
                  <a:ext uri="{FF2B5EF4-FFF2-40B4-BE49-F238E27FC236}">
                    <a16:creationId xmlns:a16="http://schemas.microsoft.com/office/drawing/2014/main" id="{C44742E8-3AE5-174E-BE0D-66E84100A4DD}"/>
                  </a:ext>
                </a:extLst>
              </p:cNvPr>
              <p:cNvSpPr txBox="1">
                <a:spLocks noChangeArrowheads="1"/>
              </p:cNvSpPr>
              <p:nvPr/>
            </p:nvSpPr>
            <p:spPr bwMode="auto">
              <a:xfrm>
                <a:off x="864" y="1592"/>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3</a:t>
                </a:r>
              </a:p>
            </p:txBody>
          </p:sp>
          <p:sp>
            <p:nvSpPr>
              <p:cNvPr id="78" name="Text Box 17">
                <a:extLst>
                  <a:ext uri="{FF2B5EF4-FFF2-40B4-BE49-F238E27FC236}">
                    <a16:creationId xmlns:a16="http://schemas.microsoft.com/office/drawing/2014/main" id="{D67BB1F8-AA06-8C4F-A15E-04F1DA2E7AEB}"/>
                  </a:ext>
                </a:extLst>
              </p:cNvPr>
              <p:cNvSpPr txBox="1">
                <a:spLocks noChangeArrowheads="1"/>
              </p:cNvSpPr>
              <p:nvPr/>
            </p:nvSpPr>
            <p:spPr bwMode="auto">
              <a:xfrm>
                <a:off x="1248" y="1592"/>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4</a:t>
                </a:r>
              </a:p>
            </p:txBody>
          </p:sp>
          <p:sp>
            <p:nvSpPr>
              <p:cNvPr id="79" name="Text Box 18">
                <a:extLst>
                  <a:ext uri="{FF2B5EF4-FFF2-40B4-BE49-F238E27FC236}">
                    <a16:creationId xmlns:a16="http://schemas.microsoft.com/office/drawing/2014/main" id="{B4FB86E3-0255-7A45-930F-58B0B2193FA3}"/>
                  </a:ext>
                </a:extLst>
              </p:cNvPr>
              <p:cNvSpPr txBox="1">
                <a:spLocks noChangeArrowheads="1"/>
              </p:cNvSpPr>
              <p:nvPr/>
            </p:nvSpPr>
            <p:spPr bwMode="auto">
              <a:xfrm>
                <a:off x="864" y="1976"/>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5</a:t>
                </a:r>
              </a:p>
            </p:txBody>
          </p:sp>
          <p:sp>
            <p:nvSpPr>
              <p:cNvPr id="80" name="Text Box 19">
                <a:extLst>
                  <a:ext uri="{FF2B5EF4-FFF2-40B4-BE49-F238E27FC236}">
                    <a16:creationId xmlns:a16="http://schemas.microsoft.com/office/drawing/2014/main" id="{B83196E6-33CA-2A4E-9D5F-74F37666A8D9}"/>
                  </a:ext>
                </a:extLst>
              </p:cNvPr>
              <p:cNvSpPr txBox="1">
                <a:spLocks noChangeArrowheads="1"/>
              </p:cNvSpPr>
              <p:nvPr/>
            </p:nvSpPr>
            <p:spPr bwMode="auto">
              <a:xfrm>
                <a:off x="1632" y="1976"/>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6</a:t>
                </a:r>
              </a:p>
            </p:txBody>
          </p:sp>
          <p:sp>
            <p:nvSpPr>
              <p:cNvPr id="81" name="Text Box 20">
                <a:extLst>
                  <a:ext uri="{FF2B5EF4-FFF2-40B4-BE49-F238E27FC236}">
                    <a16:creationId xmlns:a16="http://schemas.microsoft.com/office/drawing/2014/main" id="{F734E642-A3D3-E14A-A4E7-DB819E536BD0}"/>
                  </a:ext>
                </a:extLst>
              </p:cNvPr>
              <p:cNvSpPr txBox="1">
                <a:spLocks noChangeArrowheads="1"/>
              </p:cNvSpPr>
              <p:nvPr/>
            </p:nvSpPr>
            <p:spPr bwMode="auto">
              <a:xfrm>
                <a:off x="1632" y="1592"/>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7</a:t>
                </a:r>
              </a:p>
            </p:txBody>
          </p:sp>
          <p:sp>
            <p:nvSpPr>
              <p:cNvPr id="82" name="Text Box 21">
                <a:extLst>
                  <a:ext uri="{FF2B5EF4-FFF2-40B4-BE49-F238E27FC236}">
                    <a16:creationId xmlns:a16="http://schemas.microsoft.com/office/drawing/2014/main" id="{E36FC9CD-4269-644B-AF56-EE0F3BE3998A}"/>
                  </a:ext>
                </a:extLst>
              </p:cNvPr>
              <p:cNvSpPr txBox="1">
                <a:spLocks noChangeArrowheads="1"/>
              </p:cNvSpPr>
              <p:nvPr/>
            </p:nvSpPr>
            <p:spPr bwMode="auto">
              <a:xfrm>
                <a:off x="864" y="1208"/>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8</a:t>
                </a:r>
              </a:p>
            </p:txBody>
          </p:sp>
        </p:grpSp>
        <p:grpSp>
          <p:nvGrpSpPr>
            <p:cNvPr id="46" name="Group 22">
              <a:extLst>
                <a:ext uri="{FF2B5EF4-FFF2-40B4-BE49-F238E27FC236}">
                  <a16:creationId xmlns:a16="http://schemas.microsoft.com/office/drawing/2014/main" id="{26B2C3C5-7C2F-AD4D-A6C1-1A7B290E32EB}"/>
                </a:ext>
              </a:extLst>
            </p:cNvPr>
            <p:cNvGrpSpPr>
              <a:grpSpLocks/>
            </p:cNvGrpSpPr>
            <p:nvPr/>
          </p:nvGrpSpPr>
          <p:grpSpPr bwMode="auto">
            <a:xfrm>
              <a:off x="3552" y="1536"/>
              <a:ext cx="1152" cy="1152"/>
              <a:chOff x="3264" y="1152"/>
              <a:chExt cx="1152" cy="1152"/>
            </a:xfrm>
          </p:grpSpPr>
          <p:sp>
            <p:nvSpPr>
              <p:cNvPr id="49" name="Rectangle 23">
                <a:extLst>
                  <a:ext uri="{FF2B5EF4-FFF2-40B4-BE49-F238E27FC236}">
                    <a16:creationId xmlns:a16="http://schemas.microsoft.com/office/drawing/2014/main" id="{0B4759EB-A1F6-E047-991F-8D831DF9C09F}"/>
                  </a:ext>
                </a:extLst>
              </p:cNvPr>
              <p:cNvSpPr>
                <a:spLocks noChangeArrowheads="1"/>
              </p:cNvSpPr>
              <p:nvPr/>
            </p:nvSpPr>
            <p:spPr bwMode="auto">
              <a:xfrm>
                <a:off x="3264" y="1152"/>
                <a:ext cx="1152" cy="115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0" name="Rectangle 24">
                <a:extLst>
                  <a:ext uri="{FF2B5EF4-FFF2-40B4-BE49-F238E27FC236}">
                    <a16:creationId xmlns:a16="http://schemas.microsoft.com/office/drawing/2014/main" id="{D020BC67-D0C5-3849-A8EF-00B51ED5BC6E}"/>
                  </a:ext>
                </a:extLst>
              </p:cNvPr>
              <p:cNvSpPr>
                <a:spLocks noChangeArrowheads="1"/>
              </p:cNvSpPr>
              <p:nvPr/>
            </p:nvSpPr>
            <p:spPr bwMode="auto">
              <a:xfrm>
                <a:off x="3264" y="1152"/>
                <a:ext cx="384" cy="384"/>
              </a:xfrm>
              <a:prstGeom prst="rect">
                <a:avLst/>
              </a:prstGeom>
              <a:solidFill>
                <a:srgbClr val="FFFF99"/>
              </a:solidFill>
              <a:ln w="19050">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 name="Rectangle 25">
                <a:extLst>
                  <a:ext uri="{FF2B5EF4-FFF2-40B4-BE49-F238E27FC236}">
                    <a16:creationId xmlns:a16="http://schemas.microsoft.com/office/drawing/2014/main" id="{E055D1B2-B981-7A4B-891C-C0CF54D4B68A}"/>
                  </a:ext>
                </a:extLst>
              </p:cNvPr>
              <p:cNvSpPr>
                <a:spLocks noChangeArrowheads="1"/>
              </p:cNvSpPr>
              <p:nvPr/>
            </p:nvSpPr>
            <p:spPr bwMode="auto">
              <a:xfrm>
                <a:off x="3264" y="1536"/>
                <a:ext cx="384" cy="384"/>
              </a:xfrm>
              <a:prstGeom prst="rect">
                <a:avLst/>
              </a:prstGeom>
              <a:solidFill>
                <a:srgbClr val="FFFF99"/>
              </a:solidFill>
              <a:ln w="19050">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2" name="Rectangle 26">
                <a:extLst>
                  <a:ext uri="{FF2B5EF4-FFF2-40B4-BE49-F238E27FC236}">
                    <a16:creationId xmlns:a16="http://schemas.microsoft.com/office/drawing/2014/main" id="{799A7B2B-8410-1049-A6A4-8C988F7B0F2E}"/>
                  </a:ext>
                </a:extLst>
              </p:cNvPr>
              <p:cNvSpPr>
                <a:spLocks noChangeArrowheads="1"/>
              </p:cNvSpPr>
              <p:nvPr/>
            </p:nvSpPr>
            <p:spPr bwMode="auto">
              <a:xfrm>
                <a:off x="3264" y="1920"/>
                <a:ext cx="384" cy="384"/>
              </a:xfrm>
              <a:prstGeom prst="rect">
                <a:avLst/>
              </a:prstGeom>
              <a:solidFill>
                <a:srgbClr val="FFFF99"/>
              </a:solidFill>
              <a:ln w="19050">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3" name="Rectangle 27">
                <a:extLst>
                  <a:ext uri="{FF2B5EF4-FFF2-40B4-BE49-F238E27FC236}">
                    <a16:creationId xmlns:a16="http://schemas.microsoft.com/office/drawing/2014/main" id="{EC0E88A1-3430-FC49-81A7-D2A67FCB0CC0}"/>
                  </a:ext>
                </a:extLst>
              </p:cNvPr>
              <p:cNvSpPr>
                <a:spLocks noChangeArrowheads="1"/>
              </p:cNvSpPr>
              <p:nvPr/>
            </p:nvSpPr>
            <p:spPr bwMode="auto">
              <a:xfrm>
                <a:off x="3648" y="1152"/>
                <a:ext cx="384" cy="384"/>
              </a:xfrm>
              <a:prstGeom prst="rect">
                <a:avLst/>
              </a:prstGeom>
              <a:solidFill>
                <a:srgbClr val="FFFF99"/>
              </a:solidFill>
              <a:ln w="19050">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4" name="Rectangle 28">
                <a:extLst>
                  <a:ext uri="{FF2B5EF4-FFF2-40B4-BE49-F238E27FC236}">
                    <a16:creationId xmlns:a16="http://schemas.microsoft.com/office/drawing/2014/main" id="{C1E1E297-02DA-D148-89BA-095F99BB3DFD}"/>
                  </a:ext>
                </a:extLst>
              </p:cNvPr>
              <p:cNvSpPr>
                <a:spLocks noChangeArrowheads="1"/>
              </p:cNvSpPr>
              <p:nvPr/>
            </p:nvSpPr>
            <p:spPr bwMode="auto">
              <a:xfrm>
                <a:off x="3648" y="1536"/>
                <a:ext cx="384" cy="384"/>
              </a:xfrm>
              <a:prstGeom prst="rect">
                <a:avLst/>
              </a:prstGeom>
              <a:solidFill>
                <a:srgbClr val="FFFF99"/>
              </a:solidFill>
              <a:ln w="19050">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5" name="Rectangle 29">
                <a:extLst>
                  <a:ext uri="{FF2B5EF4-FFF2-40B4-BE49-F238E27FC236}">
                    <a16:creationId xmlns:a16="http://schemas.microsoft.com/office/drawing/2014/main" id="{298D94C5-F44B-D042-816B-56BA453CA4EE}"/>
                  </a:ext>
                </a:extLst>
              </p:cNvPr>
              <p:cNvSpPr>
                <a:spLocks noChangeArrowheads="1"/>
              </p:cNvSpPr>
              <p:nvPr/>
            </p:nvSpPr>
            <p:spPr bwMode="auto">
              <a:xfrm>
                <a:off x="4032" y="1536"/>
                <a:ext cx="384" cy="384"/>
              </a:xfrm>
              <a:prstGeom prst="rect">
                <a:avLst/>
              </a:prstGeom>
              <a:solidFill>
                <a:srgbClr val="FFFF99"/>
              </a:solidFill>
              <a:ln w="19050">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6" name="Rectangle 30">
                <a:extLst>
                  <a:ext uri="{FF2B5EF4-FFF2-40B4-BE49-F238E27FC236}">
                    <a16:creationId xmlns:a16="http://schemas.microsoft.com/office/drawing/2014/main" id="{73B9395C-40E2-BD40-9DB9-B228F43C4834}"/>
                  </a:ext>
                </a:extLst>
              </p:cNvPr>
              <p:cNvSpPr>
                <a:spLocks noChangeArrowheads="1"/>
              </p:cNvSpPr>
              <p:nvPr/>
            </p:nvSpPr>
            <p:spPr bwMode="auto">
              <a:xfrm>
                <a:off x="3648" y="1920"/>
                <a:ext cx="384" cy="384"/>
              </a:xfrm>
              <a:prstGeom prst="rect">
                <a:avLst/>
              </a:prstGeom>
              <a:solidFill>
                <a:srgbClr val="FFFF99"/>
              </a:solidFill>
              <a:ln w="19050">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7" name="Rectangle 31">
                <a:extLst>
                  <a:ext uri="{FF2B5EF4-FFF2-40B4-BE49-F238E27FC236}">
                    <a16:creationId xmlns:a16="http://schemas.microsoft.com/office/drawing/2014/main" id="{AD7BA021-598C-1844-8491-C0E3382AE263}"/>
                  </a:ext>
                </a:extLst>
              </p:cNvPr>
              <p:cNvSpPr>
                <a:spLocks noChangeArrowheads="1"/>
              </p:cNvSpPr>
              <p:nvPr/>
            </p:nvSpPr>
            <p:spPr bwMode="auto">
              <a:xfrm>
                <a:off x="4032" y="1152"/>
                <a:ext cx="384" cy="384"/>
              </a:xfrm>
              <a:prstGeom prst="rect">
                <a:avLst/>
              </a:prstGeom>
              <a:solidFill>
                <a:srgbClr val="FFFF99"/>
              </a:solidFill>
              <a:ln w="19050">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8" name="Text Box 32">
                <a:extLst>
                  <a:ext uri="{FF2B5EF4-FFF2-40B4-BE49-F238E27FC236}">
                    <a16:creationId xmlns:a16="http://schemas.microsoft.com/office/drawing/2014/main" id="{CCF06F90-B7F0-7A43-AD61-330BED6469AF}"/>
                  </a:ext>
                </a:extLst>
              </p:cNvPr>
              <p:cNvSpPr txBox="1">
                <a:spLocks noChangeArrowheads="1"/>
              </p:cNvSpPr>
              <p:nvPr/>
            </p:nvSpPr>
            <p:spPr bwMode="auto">
              <a:xfrm>
                <a:off x="3360" y="1208"/>
                <a:ext cx="20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1</a:t>
                </a:r>
              </a:p>
            </p:txBody>
          </p:sp>
          <p:sp>
            <p:nvSpPr>
              <p:cNvPr id="59" name="Text Box 33">
                <a:extLst>
                  <a:ext uri="{FF2B5EF4-FFF2-40B4-BE49-F238E27FC236}">
                    <a16:creationId xmlns:a16="http://schemas.microsoft.com/office/drawing/2014/main" id="{D9541A46-B618-5346-9CBC-C8EF61523896}"/>
                  </a:ext>
                </a:extLst>
              </p:cNvPr>
              <p:cNvSpPr txBox="1">
                <a:spLocks noChangeArrowheads="1"/>
              </p:cNvSpPr>
              <p:nvPr/>
            </p:nvSpPr>
            <p:spPr bwMode="auto">
              <a:xfrm>
                <a:off x="3744" y="1208"/>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2</a:t>
                </a:r>
              </a:p>
            </p:txBody>
          </p:sp>
          <p:sp>
            <p:nvSpPr>
              <p:cNvPr id="60" name="Text Box 34">
                <a:extLst>
                  <a:ext uri="{FF2B5EF4-FFF2-40B4-BE49-F238E27FC236}">
                    <a16:creationId xmlns:a16="http://schemas.microsoft.com/office/drawing/2014/main" id="{CFD7955C-9530-2A49-A9FA-09B4D6247FB1}"/>
                  </a:ext>
                </a:extLst>
              </p:cNvPr>
              <p:cNvSpPr txBox="1">
                <a:spLocks noChangeArrowheads="1"/>
              </p:cNvSpPr>
              <p:nvPr/>
            </p:nvSpPr>
            <p:spPr bwMode="auto">
              <a:xfrm>
                <a:off x="4128" y="1208"/>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3</a:t>
                </a:r>
              </a:p>
            </p:txBody>
          </p:sp>
          <p:sp>
            <p:nvSpPr>
              <p:cNvPr id="61" name="Text Box 35">
                <a:extLst>
                  <a:ext uri="{FF2B5EF4-FFF2-40B4-BE49-F238E27FC236}">
                    <a16:creationId xmlns:a16="http://schemas.microsoft.com/office/drawing/2014/main" id="{4D849139-9E0A-504C-A93E-878B049D38CB}"/>
                  </a:ext>
                </a:extLst>
              </p:cNvPr>
              <p:cNvSpPr txBox="1">
                <a:spLocks noChangeArrowheads="1"/>
              </p:cNvSpPr>
              <p:nvPr/>
            </p:nvSpPr>
            <p:spPr bwMode="auto">
              <a:xfrm>
                <a:off x="3360" y="1592"/>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4</a:t>
                </a:r>
              </a:p>
            </p:txBody>
          </p:sp>
          <p:sp>
            <p:nvSpPr>
              <p:cNvPr id="62" name="Text Box 36">
                <a:extLst>
                  <a:ext uri="{FF2B5EF4-FFF2-40B4-BE49-F238E27FC236}">
                    <a16:creationId xmlns:a16="http://schemas.microsoft.com/office/drawing/2014/main" id="{7C330C66-ECE0-0142-B883-EDBDF5E7DA18}"/>
                  </a:ext>
                </a:extLst>
              </p:cNvPr>
              <p:cNvSpPr txBox="1">
                <a:spLocks noChangeArrowheads="1"/>
              </p:cNvSpPr>
              <p:nvPr/>
            </p:nvSpPr>
            <p:spPr bwMode="auto">
              <a:xfrm>
                <a:off x="3744" y="1592"/>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5</a:t>
                </a:r>
              </a:p>
            </p:txBody>
          </p:sp>
          <p:sp>
            <p:nvSpPr>
              <p:cNvPr id="63" name="Text Box 37">
                <a:extLst>
                  <a:ext uri="{FF2B5EF4-FFF2-40B4-BE49-F238E27FC236}">
                    <a16:creationId xmlns:a16="http://schemas.microsoft.com/office/drawing/2014/main" id="{B9DDFD44-D14B-5B45-A126-134027A93952}"/>
                  </a:ext>
                </a:extLst>
              </p:cNvPr>
              <p:cNvSpPr txBox="1">
                <a:spLocks noChangeArrowheads="1"/>
              </p:cNvSpPr>
              <p:nvPr/>
            </p:nvSpPr>
            <p:spPr bwMode="auto">
              <a:xfrm>
                <a:off x="4128" y="1592"/>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6</a:t>
                </a:r>
              </a:p>
            </p:txBody>
          </p:sp>
          <p:sp>
            <p:nvSpPr>
              <p:cNvPr id="64" name="Text Box 38">
                <a:extLst>
                  <a:ext uri="{FF2B5EF4-FFF2-40B4-BE49-F238E27FC236}">
                    <a16:creationId xmlns:a16="http://schemas.microsoft.com/office/drawing/2014/main" id="{5D1B277C-CB00-9B41-927D-C90E4D9FC8C0}"/>
                  </a:ext>
                </a:extLst>
              </p:cNvPr>
              <p:cNvSpPr txBox="1">
                <a:spLocks noChangeArrowheads="1"/>
              </p:cNvSpPr>
              <p:nvPr/>
            </p:nvSpPr>
            <p:spPr bwMode="auto">
              <a:xfrm>
                <a:off x="3360" y="1976"/>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7</a:t>
                </a:r>
              </a:p>
            </p:txBody>
          </p:sp>
          <p:sp>
            <p:nvSpPr>
              <p:cNvPr id="65" name="Text Box 39">
                <a:extLst>
                  <a:ext uri="{FF2B5EF4-FFF2-40B4-BE49-F238E27FC236}">
                    <a16:creationId xmlns:a16="http://schemas.microsoft.com/office/drawing/2014/main" id="{F505D1FF-7865-2D4C-B2C3-1A11FFC18361}"/>
                  </a:ext>
                </a:extLst>
              </p:cNvPr>
              <p:cNvSpPr txBox="1">
                <a:spLocks noChangeArrowheads="1"/>
              </p:cNvSpPr>
              <p:nvPr/>
            </p:nvSpPr>
            <p:spPr bwMode="auto">
              <a:xfrm>
                <a:off x="3744" y="1976"/>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8</a:t>
                </a:r>
              </a:p>
            </p:txBody>
          </p:sp>
        </p:grpSp>
        <p:sp>
          <p:nvSpPr>
            <p:cNvPr id="47" name="Text Box 40">
              <a:extLst>
                <a:ext uri="{FF2B5EF4-FFF2-40B4-BE49-F238E27FC236}">
                  <a16:creationId xmlns:a16="http://schemas.microsoft.com/office/drawing/2014/main" id="{441AF5B5-8023-3541-85FE-9129804CD84F}"/>
                </a:ext>
              </a:extLst>
            </p:cNvPr>
            <p:cNvSpPr txBox="1">
              <a:spLocks noChangeArrowheads="1"/>
            </p:cNvSpPr>
            <p:nvPr/>
          </p:nvSpPr>
          <p:spPr bwMode="auto">
            <a:xfrm>
              <a:off x="921" y="2832"/>
              <a:ext cx="12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Initial state</a:t>
              </a:r>
            </a:p>
          </p:txBody>
        </p:sp>
        <p:sp>
          <p:nvSpPr>
            <p:cNvPr id="48" name="Text Box 41">
              <a:extLst>
                <a:ext uri="{FF2B5EF4-FFF2-40B4-BE49-F238E27FC236}">
                  <a16:creationId xmlns:a16="http://schemas.microsoft.com/office/drawing/2014/main" id="{EDA08B92-1DE3-A340-9B4F-F8F7839549F3}"/>
                </a:ext>
              </a:extLst>
            </p:cNvPr>
            <p:cNvSpPr txBox="1">
              <a:spLocks noChangeArrowheads="1"/>
            </p:cNvSpPr>
            <p:nvPr/>
          </p:nvSpPr>
          <p:spPr bwMode="auto">
            <a:xfrm>
              <a:off x="3600" y="2832"/>
              <a:ext cx="10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Goal state</a:t>
              </a:r>
            </a:p>
          </p:txBody>
        </p:sp>
      </p:grpSp>
      <mc:AlternateContent xmlns:mc="http://schemas.openxmlformats.org/markup-compatibility/2006">
        <mc:Choice xmlns:p14="http://schemas.microsoft.com/office/powerpoint/2010/main" Requires="p14">
          <p:contentPart p14:bwMode="auto" r:id="rId2">
            <p14:nvContentPartPr>
              <p14:cNvPr id="7" name="Ink 6">
                <a:extLst>
                  <a:ext uri="{FF2B5EF4-FFF2-40B4-BE49-F238E27FC236}">
                    <a16:creationId xmlns:a16="http://schemas.microsoft.com/office/drawing/2014/main" id="{AE24A5F5-944B-4B44-B533-085660463061}"/>
                  </a:ext>
                </a:extLst>
              </p14:cNvPr>
              <p14:cNvContentPartPr/>
              <p14:nvPr/>
            </p14:nvContentPartPr>
            <p14:xfrm>
              <a:off x="543600" y="1258920"/>
              <a:ext cx="9063360" cy="4036680"/>
            </p14:xfrm>
          </p:contentPart>
        </mc:Choice>
        <mc:Fallback>
          <p:pic>
            <p:nvPicPr>
              <p:cNvPr id="7" name="Ink 6">
                <a:extLst>
                  <a:ext uri="{FF2B5EF4-FFF2-40B4-BE49-F238E27FC236}">
                    <a16:creationId xmlns:a16="http://schemas.microsoft.com/office/drawing/2014/main" id="{AE24A5F5-944B-4B44-B533-085660463061}"/>
                  </a:ext>
                </a:extLst>
              </p:cNvPr>
              <p:cNvPicPr/>
              <p:nvPr/>
            </p:nvPicPr>
            <p:blipFill>
              <a:blip r:embed="rId3"/>
              <a:stretch>
                <a:fillRect/>
              </a:stretch>
            </p:blipFill>
            <p:spPr>
              <a:xfrm>
                <a:off x="527400" y="1242720"/>
                <a:ext cx="9095760" cy="4069080"/>
              </a:xfrm>
              <a:prstGeom prst="rect">
                <a:avLst/>
              </a:prstGeom>
            </p:spPr>
          </p:pic>
        </mc:Fallback>
      </mc:AlternateContent>
    </p:spTree>
    <p:extLst>
      <p:ext uri="{BB962C8B-B14F-4D97-AF65-F5344CB8AC3E}">
        <p14:creationId xmlns:p14="http://schemas.microsoft.com/office/powerpoint/2010/main" val="24174928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8A866-CDF0-D142-A9D6-E5F28676B71E}"/>
              </a:ext>
            </a:extLst>
          </p:cNvPr>
          <p:cNvSpPr>
            <a:spLocks noGrp="1"/>
          </p:cNvSpPr>
          <p:nvPr>
            <p:ph type="title"/>
          </p:nvPr>
        </p:nvSpPr>
        <p:spPr/>
        <p:txBody>
          <a:bodyPr/>
          <a:lstStyle/>
          <a:p>
            <a:r>
              <a:rPr lang="en-US" sz="4000"/>
              <a:t>Trò chơi đố 8 ô số - Hàm tiến triển</a:t>
            </a:r>
            <a:endParaRPr lang="en-US"/>
          </a:p>
        </p:txBody>
      </p:sp>
      <p:sp>
        <p:nvSpPr>
          <p:cNvPr id="3" name="Content Placeholder 2">
            <a:extLst>
              <a:ext uri="{FF2B5EF4-FFF2-40B4-BE49-F238E27FC236}">
                <a16:creationId xmlns:a16="http://schemas.microsoft.com/office/drawing/2014/main" id="{37BFD244-504C-F045-B7E8-F2EDA731FBEA}"/>
              </a:ext>
            </a:extLst>
          </p:cNvPr>
          <p:cNvSpPr>
            <a:spLocks noGrp="1"/>
          </p:cNvSpPr>
          <p:nvPr>
            <p:ph idx="1"/>
          </p:nvPr>
        </p:nvSpPr>
        <p:spPr>
          <a:xfrm>
            <a:off x="5358721" y="1269317"/>
            <a:ext cx="4580277" cy="2326516"/>
          </a:xfrm>
        </p:spPr>
        <p:txBody>
          <a:bodyPr/>
          <a:lstStyle/>
          <a:p>
            <a:r>
              <a:rPr lang="en-US"/>
              <a:t>Hàm tiến triển: </a:t>
            </a:r>
            <a:r>
              <a:rPr lang="en-US">
                <a:solidFill>
                  <a:srgbClr val="C00000"/>
                </a:solidFill>
              </a:rPr>
              <a:t>Successor function</a:t>
            </a:r>
          </a:p>
          <a:p>
            <a:pPr marL="0" indent="0" algn="ctr">
              <a:buNone/>
            </a:pPr>
            <a:r>
              <a:rPr lang="en-US" altLang="en-US"/>
              <a:t>SUCC(trạng thái) </a:t>
            </a:r>
            <a:r>
              <a:rPr lang="en-US" altLang="en-US">
                <a:sym typeface="Wingdings" pitchFamily="2" charset="2"/>
              </a:rPr>
              <a:t></a:t>
            </a:r>
            <a:r>
              <a:rPr lang="en-US" altLang="en-US"/>
              <a:t> tập các trạng thái</a:t>
            </a:r>
            <a:endParaRPr lang="en-US" altLang="en-US" sz="2400">
              <a:latin typeface="Comic Sans MS" panose="030F0902030302020204" pitchFamily="66" charset="0"/>
            </a:endParaRPr>
          </a:p>
          <a:p>
            <a:r>
              <a:rPr lang="en-US"/>
              <a:t>Cho biết các cách di chuyển ô trống tiếp theo, nhưng không cho biết cách di chuyển thế nào là hợp lý.</a:t>
            </a:r>
          </a:p>
        </p:txBody>
      </p:sp>
      <p:sp>
        <p:nvSpPr>
          <p:cNvPr id="4" name="Slide Number Placeholder 3">
            <a:extLst>
              <a:ext uri="{FF2B5EF4-FFF2-40B4-BE49-F238E27FC236}">
                <a16:creationId xmlns:a16="http://schemas.microsoft.com/office/drawing/2014/main" id="{7C95AF40-7CA0-AC45-B437-1AF0BC2FC7DF}"/>
              </a:ext>
            </a:extLst>
          </p:cNvPr>
          <p:cNvSpPr>
            <a:spLocks noGrp="1"/>
          </p:cNvSpPr>
          <p:nvPr>
            <p:ph type="sldNum" sz="quarter" idx="12"/>
          </p:nvPr>
        </p:nvSpPr>
        <p:spPr/>
        <p:txBody>
          <a:bodyPr/>
          <a:lstStyle/>
          <a:p>
            <a:fld id="{DA8C51A7-BEEA-471D-933F-7E35BC04A30F}" type="slidenum">
              <a:rPr lang="en-US"/>
              <a:pPr/>
              <a:t>6</a:t>
            </a:fld>
            <a:endParaRPr lang="en-US"/>
          </a:p>
        </p:txBody>
      </p:sp>
      <p:grpSp>
        <p:nvGrpSpPr>
          <p:cNvPr id="5" name="Group 79">
            <a:extLst>
              <a:ext uri="{FF2B5EF4-FFF2-40B4-BE49-F238E27FC236}">
                <a16:creationId xmlns:a16="http://schemas.microsoft.com/office/drawing/2014/main" id="{1CCEBC75-197F-E64A-8650-5995520DA444}"/>
              </a:ext>
            </a:extLst>
          </p:cNvPr>
          <p:cNvGrpSpPr>
            <a:grpSpLocks/>
          </p:cNvGrpSpPr>
          <p:nvPr/>
        </p:nvGrpSpPr>
        <p:grpSpPr bwMode="auto">
          <a:xfrm>
            <a:off x="745591" y="1412776"/>
            <a:ext cx="6875016" cy="4075037"/>
            <a:chOff x="528" y="1008"/>
            <a:chExt cx="4560" cy="2688"/>
          </a:xfrm>
        </p:grpSpPr>
        <p:grpSp>
          <p:nvGrpSpPr>
            <p:cNvPr id="6" name="Group 3">
              <a:extLst>
                <a:ext uri="{FF2B5EF4-FFF2-40B4-BE49-F238E27FC236}">
                  <a16:creationId xmlns:a16="http://schemas.microsoft.com/office/drawing/2014/main" id="{6A8291CA-EB9A-0646-AE29-2E36FBA3C982}"/>
                </a:ext>
              </a:extLst>
            </p:cNvPr>
            <p:cNvGrpSpPr>
              <a:grpSpLocks/>
            </p:cNvGrpSpPr>
            <p:nvPr/>
          </p:nvGrpSpPr>
          <p:grpSpPr bwMode="auto">
            <a:xfrm>
              <a:off x="528" y="2544"/>
              <a:ext cx="1152" cy="1152"/>
              <a:chOff x="656" y="1776"/>
              <a:chExt cx="1152" cy="1152"/>
            </a:xfrm>
          </p:grpSpPr>
          <p:sp>
            <p:nvSpPr>
              <p:cNvPr id="64" name="Rectangle 4">
                <a:extLst>
                  <a:ext uri="{FF2B5EF4-FFF2-40B4-BE49-F238E27FC236}">
                    <a16:creationId xmlns:a16="http://schemas.microsoft.com/office/drawing/2014/main" id="{AF8DC0C1-8437-3449-98D0-037164C48B0F}"/>
                  </a:ext>
                </a:extLst>
              </p:cNvPr>
              <p:cNvSpPr>
                <a:spLocks noChangeArrowheads="1"/>
              </p:cNvSpPr>
              <p:nvPr/>
            </p:nvSpPr>
            <p:spPr bwMode="auto">
              <a:xfrm>
                <a:off x="656" y="1776"/>
                <a:ext cx="1152" cy="115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5" name="Rectangle 5">
                <a:extLst>
                  <a:ext uri="{FF2B5EF4-FFF2-40B4-BE49-F238E27FC236}">
                    <a16:creationId xmlns:a16="http://schemas.microsoft.com/office/drawing/2014/main" id="{0D7AFAC2-B46B-D54B-8440-40B95878F4C4}"/>
                  </a:ext>
                </a:extLst>
              </p:cNvPr>
              <p:cNvSpPr>
                <a:spLocks noChangeArrowheads="1"/>
              </p:cNvSpPr>
              <p:nvPr/>
            </p:nvSpPr>
            <p:spPr bwMode="auto">
              <a:xfrm>
                <a:off x="656" y="1776"/>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6" name="Rectangle 6">
                <a:extLst>
                  <a:ext uri="{FF2B5EF4-FFF2-40B4-BE49-F238E27FC236}">
                    <a16:creationId xmlns:a16="http://schemas.microsoft.com/office/drawing/2014/main" id="{503AA408-1C53-2742-B1C6-1DBBE6B53AC8}"/>
                  </a:ext>
                </a:extLst>
              </p:cNvPr>
              <p:cNvSpPr>
                <a:spLocks noChangeArrowheads="1"/>
              </p:cNvSpPr>
              <p:nvPr/>
            </p:nvSpPr>
            <p:spPr bwMode="auto">
              <a:xfrm>
                <a:off x="656" y="2160"/>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7" name="Rectangle 7">
                <a:extLst>
                  <a:ext uri="{FF2B5EF4-FFF2-40B4-BE49-F238E27FC236}">
                    <a16:creationId xmlns:a16="http://schemas.microsoft.com/office/drawing/2014/main" id="{40E1CE28-8463-F546-976E-AE8B94EDF074}"/>
                  </a:ext>
                </a:extLst>
              </p:cNvPr>
              <p:cNvSpPr>
                <a:spLocks noChangeArrowheads="1"/>
              </p:cNvSpPr>
              <p:nvPr/>
            </p:nvSpPr>
            <p:spPr bwMode="auto">
              <a:xfrm>
                <a:off x="656" y="2544"/>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8" name="Rectangle 8">
                <a:extLst>
                  <a:ext uri="{FF2B5EF4-FFF2-40B4-BE49-F238E27FC236}">
                    <a16:creationId xmlns:a16="http://schemas.microsoft.com/office/drawing/2014/main" id="{F8061F2F-984D-E148-8FCB-942D868EADFB}"/>
                  </a:ext>
                </a:extLst>
              </p:cNvPr>
              <p:cNvSpPr>
                <a:spLocks noChangeArrowheads="1"/>
              </p:cNvSpPr>
              <p:nvPr/>
            </p:nvSpPr>
            <p:spPr bwMode="auto">
              <a:xfrm>
                <a:off x="1040" y="1776"/>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9" name="Rectangle 9">
                <a:extLst>
                  <a:ext uri="{FF2B5EF4-FFF2-40B4-BE49-F238E27FC236}">
                    <a16:creationId xmlns:a16="http://schemas.microsoft.com/office/drawing/2014/main" id="{049995A7-1C9E-9546-81DA-0A875530364A}"/>
                  </a:ext>
                </a:extLst>
              </p:cNvPr>
              <p:cNvSpPr>
                <a:spLocks noChangeArrowheads="1"/>
              </p:cNvSpPr>
              <p:nvPr/>
            </p:nvSpPr>
            <p:spPr bwMode="auto">
              <a:xfrm>
                <a:off x="1040" y="2160"/>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70" name="Rectangle 10">
                <a:extLst>
                  <a:ext uri="{FF2B5EF4-FFF2-40B4-BE49-F238E27FC236}">
                    <a16:creationId xmlns:a16="http://schemas.microsoft.com/office/drawing/2014/main" id="{17B790B2-E41C-F044-A6FB-1C76C0044312}"/>
                  </a:ext>
                </a:extLst>
              </p:cNvPr>
              <p:cNvSpPr>
                <a:spLocks noChangeArrowheads="1"/>
              </p:cNvSpPr>
              <p:nvPr/>
            </p:nvSpPr>
            <p:spPr bwMode="auto">
              <a:xfrm>
                <a:off x="1424" y="2160"/>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71" name="Rectangle 11">
                <a:extLst>
                  <a:ext uri="{FF2B5EF4-FFF2-40B4-BE49-F238E27FC236}">
                    <a16:creationId xmlns:a16="http://schemas.microsoft.com/office/drawing/2014/main" id="{C440675A-5213-AD42-9C18-1AE8FC8A8D90}"/>
                  </a:ext>
                </a:extLst>
              </p:cNvPr>
              <p:cNvSpPr>
                <a:spLocks noChangeArrowheads="1"/>
              </p:cNvSpPr>
              <p:nvPr/>
            </p:nvSpPr>
            <p:spPr bwMode="auto">
              <a:xfrm>
                <a:off x="1040" y="2544"/>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72" name="Rectangle 12">
                <a:extLst>
                  <a:ext uri="{FF2B5EF4-FFF2-40B4-BE49-F238E27FC236}">
                    <a16:creationId xmlns:a16="http://schemas.microsoft.com/office/drawing/2014/main" id="{876D2248-9FC5-3F46-9C2D-D0014789DA21}"/>
                  </a:ext>
                </a:extLst>
              </p:cNvPr>
              <p:cNvSpPr>
                <a:spLocks noChangeArrowheads="1"/>
              </p:cNvSpPr>
              <p:nvPr/>
            </p:nvSpPr>
            <p:spPr bwMode="auto">
              <a:xfrm>
                <a:off x="1424" y="2544"/>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73" name="Text Box 13">
                <a:extLst>
                  <a:ext uri="{FF2B5EF4-FFF2-40B4-BE49-F238E27FC236}">
                    <a16:creationId xmlns:a16="http://schemas.microsoft.com/office/drawing/2014/main" id="{38B7CD42-5D9E-264D-8447-A56549FCB572}"/>
                  </a:ext>
                </a:extLst>
              </p:cNvPr>
              <p:cNvSpPr txBox="1">
                <a:spLocks noChangeArrowheads="1"/>
              </p:cNvSpPr>
              <p:nvPr/>
            </p:nvSpPr>
            <p:spPr bwMode="auto">
              <a:xfrm>
                <a:off x="1136" y="2592"/>
                <a:ext cx="236"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ahoma" panose="020B0604030504040204" pitchFamily="34" charset="0"/>
                  </a:rPr>
                  <a:t>1</a:t>
                </a:r>
              </a:p>
            </p:txBody>
          </p:sp>
          <p:sp>
            <p:nvSpPr>
              <p:cNvPr id="74" name="Text Box 14">
                <a:extLst>
                  <a:ext uri="{FF2B5EF4-FFF2-40B4-BE49-F238E27FC236}">
                    <a16:creationId xmlns:a16="http://schemas.microsoft.com/office/drawing/2014/main" id="{ECC18507-45B1-BE4D-A522-E31A5840BD33}"/>
                  </a:ext>
                </a:extLst>
              </p:cNvPr>
              <p:cNvSpPr txBox="1">
                <a:spLocks noChangeArrowheads="1"/>
              </p:cNvSpPr>
              <p:nvPr/>
            </p:nvSpPr>
            <p:spPr bwMode="auto">
              <a:xfrm>
                <a:off x="1136" y="1824"/>
                <a:ext cx="236"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ahoma" panose="020B0604030504040204" pitchFamily="34" charset="0"/>
                  </a:rPr>
                  <a:t>2</a:t>
                </a:r>
              </a:p>
            </p:txBody>
          </p:sp>
          <p:sp>
            <p:nvSpPr>
              <p:cNvPr id="75" name="Text Box 15">
                <a:extLst>
                  <a:ext uri="{FF2B5EF4-FFF2-40B4-BE49-F238E27FC236}">
                    <a16:creationId xmlns:a16="http://schemas.microsoft.com/office/drawing/2014/main" id="{0F226E3F-FF7E-C740-9A8E-140F5C8DCC7A}"/>
                  </a:ext>
                </a:extLst>
              </p:cNvPr>
              <p:cNvSpPr txBox="1">
                <a:spLocks noChangeArrowheads="1"/>
              </p:cNvSpPr>
              <p:nvPr/>
            </p:nvSpPr>
            <p:spPr bwMode="auto">
              <a:xfrm>
                <a:off x="752" y="2208"/>
                <a:ext cx="236"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ahoma" panose="020B0604030504040204" pitchFamily="34" charset="0"/>
                  </a:rPr>
                  <a:t>3</a:t>
                </a:r>
              </a:p>
            </p:txBody>
          </p:sp>
          <p:sp>
            <p:nvSpPr>
              <p:cNvPr id="76" name="Text Box 16">
                <a:extLst>
                  <a:ext uri="{FF2B5EF4-FFF2-40B4-BE49-F238E27FC236}">
                    <a16:creationId xmlns:a16="http://schemas.microsoft.com/office/drawing/2014/main" id="{7DF015C9-9ED0-3D48-8616-89A057B5CBDE}"/>
                  </a:ext>
                </a:extLst>
              </p:cNvPr>
              <p:cNvSpPr txBox="1">
                <a:spLocks noChangeArrowheads="1"/>
              </p:cNvSpPr>
              <p:nvPr/>
            </p:nvSpPr>
            <p:spPr bwMode="auto">
              <a:xfrm>
                <a:off x="1136" y="2208"/>
                <a:ext cx="236"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ahoma" panose="020B0604030504040204" pitchFamily="34" charset="0"/>
                  </a:rPr>
                  <a:t>4</a:t>
                </a:r>
              </a:p>
            </p:txBody>
          </p:sp>
          <p:sp>
            <p:nvSpPr>
              <p:cNvPr id="77" name="Text Box 17">
                <a:extLst>
                  <a:ext uri="{FF2B5EF4-FFF2-40B4-BE49-F238E27FC236}">
                    <a16:creationId xmlns:a16="http://schemas.microsoft.com/office/drawing/2014/main" id="{C4FE1221-EFA6-064D-A7E1-ABB6BD419C0E}"/>
                  </a:ext>
                </a:extLst>
              </p:cNvPr>
              <p:cNvSpPr txBox="1">
                <a:spLocks noChangeArrowheads="1"/>
              </p:cNvSpPr>
              <p:nvPr/>
            </p:nvSpPr>
            <p:spPr bwMode="auto">
              <a:xfrm>
                <a:off x="752" y="2592"/>
                <a:ext cx="236"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ahoma" panose="020B0604030504040204" pitchFamily="34" charset="0"/>
                  </a:rPr>
                  <a:t>5</a:t>
                </a:r>
              </a:p>
            </p:txBody>
          </p:sp>
          <p:sp>
            <p:nvSpPr>
              <p:cNvPr id="78" name="Text Box 18">
                <a:extLst>
                  <a:ext uri="{FF2B5EF4-FFF2-40B4-BE49-F238E27FC236}">
                    <a16:creationId xmlns:a16="http://schemas.microsoft.com/office/drawing/2014/main" id="{47BDC126-178B-5B46-9190-D2C784F409A3}"/>
                  </a:ext>
                </a:extLst>
              </p:cNvPr>
              <p:cNvSpPr txBox="1">
                <a:spLocks noChangeArrowheads="1"/>
              </p:cNvSpPr>
              <p:nvPr/>
            </p:nvSpPr>
            <p:spPr bwMode="auto">
              <a:xfrm>
                <a:off x="1520" y="2592"/>
                <a:ext cx="236"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ahoma" panose="020B0604030504040204" pitchFamily="34" charset="0"/>
                  </a:rPr>
                  <a:t>6</a:t>
                </a:r>
              </a:p>
            </p:txBody>
          </p:sp>
          <p:sp>
            <p:nvSpPr>
              <p:cNvPr id="79" name="Text Box 19">
                <a:extLst>
                  <a:ext uri="{FF2B5EF4-FFF2-40B4-BE49-F238E27FC236}">
                    <a16:creationId xmlns:a16="http://schemas.microsoft.com/office/drawing/2014/main" id="{6C71B64A-340E-1E46-9B6C-CC311AAC4D33}"/>
                  </a:ext>
                </a:extLst>
              </p:cNvPr>
              <p:cNvSpPr txBox="1">
                <a:spLocks noChangeArrowheads="1"/>
              </p:cNvSpPr>
              <p:nvPr/>
            </p:nvSpPr>
            <p:spPr bwMode="auto">
              <a:xfrm>
                <a:off x="1520" y="2208"/>
                <a:ext cx="236"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ahoma" panose="020B0604030504040204" pitchFamily="34" charset="0"/>
                  </a:rPr>
                  <a:t>7</a:t>
                </a:r>
              </a:p>
            </p:txBody>
          </p:sp>
          <p:sp>
            <p:nvSpPr>
              <p:cNvPr id="80" name="Text Box 20">
                <a:extLst>
                  <a:ext uri="{FF2B5EF4-FFF2-40B4-BE49-F238E27FC236}">
                    <a16:creationId xmlns:a16="http://schemas.microsoft.com/office/drawing/2014/main" id="{9463525A-4DED-8E45-8D2F-A6F6015DB266}"/>
                  </a:ext>
                </a:extLst>
              </p:cNvPr>
              <p:cNvSpPr txBox="1">
                <a:spLocks noChangeArrowheads="1"/>
              </p:cNvSpPr>
              <p:nvPr/>
            </p:nvSpPr>
            <p:spPr bwMode="auto">
              <a:xfrm>
                <a:off x="752" y="1824"/>
                <a:ext cx="236"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ahoma" panose="020B0604030504040204" pitchFamily="34" charset="0"/>
                  </a:rPr>
                  <a:t>8</a:t>
                </a:r>
              </a:p>
            </p:txBody>
          </p:sp>
        </p:grpSp>
        <p:grpSp>
          <p:nvGrpSpPr>
            <p:cNvPr id="7" name="Group 21">
              <a:extLst>
                <a:ext uri="{FF2B5EF4-FFF2-40B4-BE49-F238E27FC236}">
                  <a16:creationId xmlns:a16="http://schemas.microsoft.com/office/drawing/2014/main" id="{A5C90C07-9EDF-9345-B290-BEB06CCBAAFD}"/>
                </a:ext>
              </a:extLst>
            </p:cNvPr>
            <p:cNvGrpSpPr>
              <a:grpSpLocks/>
            </p:cNvGrpSpPr>
            <p:nvPr/>
          </p:nvGrpSpPr>
          <p:grpSpPr bwMode="auto">
            <a:xfrm>
              <a:off x="2256" y="2544"/>
              <a:ext cx="1152" cy="1152"/>
              <a:chOff x="2256" y="2544"/>
              <a:chExt cx="1152" cy="1152"/>
            </a:xfrm>
          </p:grpSpPr>
          <p:sp>
            <p:nvSpPr>
              <p:cNvPr id="47" name="Rectangle 22">
                <a:extLst>
                  <a:ext uri="{FF2B5EF4-FFF2-40B4-BE49-F238E27FC236}">
                    <a16:creationId xmlns:a16="http://schemas.microsoft.com/office/drawing/2014/main" id="{65ECE497-C8D1-8D4D-BAD6-139355888A1C}"/>
                  </a:ext>
                </a:extLst>
              </p:cNvPr>
              <p:cNvSpPr>
                <a:spLocks noChangeArrowheads="1"/>
              </p:cNvSpPr>
              <p:nvPr/>
            </p:nvSpPr>
            <p:spPr bwMode="auto">
              <a:xfrm>
                <a:off x="2256" y="2544"/>
                <a:ext cx="1152" cy="115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8" name="Rectangle 23">
                <a:extLst>
                  <a:ext uri="{FF2B5EF4-FFF2-40B4-BE49-F238E27FC236}">
                    <a16:creationId xmlns:a16="http://schemas.microsoft.com/office/drawing/2014/main" id="{0ED18381-FBAF-0E43-B9AE-708DB1648720}"/>
                  </a:ext>
                </a:extLst>
              </p:cNvPr>
              <p:cNvSpPr>
                <a:spLocks noChangeArrowheads="1"/>
              </p:cNvSpPr>
              <p:nvPr/>
            </p:nvSpPr>
            <p:spPr bwMode="auto">
              <a:xfrm>
                <a:off x="2256" y="2544"/>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9" name="Rectangle 24">
                <a:extLst>
                  <a:ext uri="{FF2B5EF4-FFF2-40B4-BE49-F238E27FC236}">
                    <a16:creationId xmlns:a16="http://schemas.microsoft.com/office/drawing/2014/main" id="{EA06AF84-0063-1A4A-98A8-422B2D4373FB}"/>
                  </a:ext>
                </a:extLst>
              </p:cNvPr>
              <p:cNvSpPr>
                <a:spLocks noChangeArrowheads="1"/>
              </p:cNvSpPr>
              <p:nvPr/>
            </p:nvSpPr>
            <p:spPr bwMode="auto">
              <a:xfrm>
                <a:off x="2256" y="2928"/>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0" name="Rectangle 25">
                <a:extLst>
                  <a:ext uri="{FF2B5EF4-FFF2-40B4-BE49-F238E27FC236}">
                    <a16:creationId xmlns:a16="http://schemas.microsoft.com/office/drawing/2014/main" id="{0FD9E7E5-8D79-3D43-AC08-C2FF38A23B45}"/>
                  </a:ext>
                </a:extLst>
              </p:cNvPr>
              <p:cNvSpPr>
                <a:spLocks noChangeArrowheads="1"/>
              </p:cNvSpPr>
              <p:nvPr/>
            </p:nvSpPr>
            <p:spPr bwMode="auto">
              <a:xfrm>
                <a:off x="2256" y="3312"/>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 name="Rectangle 26">
                <a:extLst>
                  <a:ext uri="{FF2B5EF4-FFF2-40B4-BE49-F238E27FC236}">
                    <a16:creationId xmlns:a16="http://schemas.microsoft.com/office/drawing/2014/main" id="{55313284-2B01-0444-97C6-16564966EE68}"/>
                  </a:ext>
                </a:extLst>
              </p:cNvPr>
              <p:cNvSpPr>
                <a:spLocks noChangeArrowheads="1"/>
              </p:cNvSpPr>
              <p:nvPr/>
            </p:nvSpPr>
            <p:spPr bwMode="auto">
              <a:xfrm>
                <a:off x="2640" y="2544"/>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2" name="Rectangle 27">
                <a:extLst>
                  <a:ext uri="{FF2B5EF4-FFF2-40B4-BE49-F238E27FC236}">
                    <a16:creationId xmlns:a16="http://schemas.microsoft.com/office/drawing/2014/main" id="{CA8EAD0E-2908-EF44-ADE0-68ADEA1DC7DD}"/>
                  </a:ext>
                </a:extLst>
              </p:cNvPr>
              <p:cNvSpPr>
                <a:spLocks noChangeArrowheads="1"/>
              </p:cNvSpPr>
              <p:nvPr/>
            </p:nvSpPr>
            <p:spPr bwMode="auto">
              <a:xfrm>
                <a:off x="2640" y="2928"/>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3" name="Rectangle 28">
                <a:extLst>
                  <a:ext uri="{FF2B5EF4-FFF2-40B4-BE49-F238E27FC236}">
                    <a16:creationId xmlns:a16="http://schemas.microsoft.com/office/drawing/2014/main" id="{CB224464-9C91-2745-B3EB-2C4F06ED0979}"/>
                  </a:ext>
                </a:extLst>
              </p:cNvPr>
              <p:cNvSpPr>
                <a:spLocks noChangeArrowheads="1"/>
              </p:cNvSpPr>
              <p:nvPr/>
            </p:nvSpPr>
            <p:spPr bwMode="auto">
              <a:xfrm>
                <a:off x="3024" y="2544"/>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4" name="Rectangle 29">
                <a:extLst>
                  <a:ext uri="{FF2B5EF4-FFF2-40B4-BE49-F238E27FC236}">
                    <a16:creationId xmlns:a16="http://schemas.microsoft.com/office/drawing/2014/main" id="{24A033B7-A03A-A341-906F-16E27BD414E2}"/>
                  </a:ext>
                </a:extLst>
              </p:cNvPr>
              <p:cNvSpPr>
                <a:spLocks noChangeArrowheads="1"/>
              </p:cNvSpPr>
              <p:nvPr/>
            </p:nvSpPr>
            <p:spPr bwMode="auto">
              <a:xfrm>
                <a:off x="2640" y="3312"/>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5" name="Rectangle 30">
                <a:extLst>
                  <a:ext uri="{FF2B5EF4-FFF2-40B4-BE49-F238E27FC236}">
                    <a16:creationId xmlns:a16="http://schemas.microsoft.com/office/drawing/2014/main" id="{C9FF200D-B04E-8C4D-B4B5-EFA1B2EB27F6}"/>
                  </a:ext>
                </a:extLst>
              </p:cNvPr>
              <p:cNvSpPr>
                <a:spLocks noChangeArrowheads="1"/>
              </p:cNvSpPr>
              <p:nvPr/>
            </p:nvSpPr>
            <p:spPr bwMode="auto">
              <a:xfrm>
                <a:off x="3024" y="2928"/>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6" name="Text Box 31">
                <a:extLst>
                  <a:ext uri="{FF2B5EF4-FFF2-40B4-BE49-F238E27FC236}">
                    <a16:creationId xmlns:a16="http://schemas.microsoft.com/office/drawing/2014/main" id="{AC922BB2-2F4C-6443-BB25-3795BB576EEF}"/>
                  </a:ext>
                </a:extLst>
              </p:cNvPr>
              <p:cNvSpPr txBox="1">
                <a:spLocks noChangeArrowheads="1"/>
              </p:cNvSpPr>
              <p:nvPr/>
            </p:nvSpPr>
            <p:spPr bwMode="auto">
              <a:xfrm>
                <a:off x="2736" y="3360"/>
                <a:ext cx="236"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ahoma" panose="020B0604030504040204" pitchFamily="34" charset="0"/>
                  </a:rPr>
                  <a:t>1</a:t>
                </a:r>
              </a:p>
            </p:txBody>
          </p:sp>
          <p:sp>
            <p:nvSpPr>
              <p:cNvPr id="57" name="Text Box 32">
                <a:extLst>
                  <a:ext uri="{FF2B5EF4-FFF2-40B4-BE49-F238E27FC236}">
                    <a16:creationId xmlns:a16="http://schemas.microsoft.com/office/drawing/2014/main" id="{AA81AA9C-3088-5248-B04F-9CFEBA3EFCF1}"/>
                  </a:ext>
                </a:extLst>
              </p:cNvPr>
              <p:cNvSpPr txBox="1">
                <a:spLocks noChangeArrowheads="1"/>
              </p:cNvSpPr>
              <p:nvPr/>
            </p:nvSpPr>
            <p:spPr bwMode="auto">
              <a:xfrm>
                <a:off x="2736" y="2592"/>
                <a:ext cx="236"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ahoma" panose="020B0604030504040204" pitchFamily="34" charset="0"/>
                  </a:rPr>
                  <a:t>2</a:t>
                </a:r>
              </a:p>
            </p:txBody>
          </p:sp>
          <p:sp>
            <p:nvSpPr>
              <p:cNvPr id="58" name="Text Box 33">
                <a:extLst>
                  <a:ext uri="{FF2B5EF4-FFF2-40B4-BE49-F238E27FC236}">
                    <a16:creationId xmlns:a16="http://schemas.microsoft.com/office/drawing/2014/main" id="{F4AB5474-7DBD-6442-A1F2-77E66EE8F86E}"/>
                  </a:ext>
                </a:extLst>
              </p:cNvPr>
              <p:cNvSpPr txBox="1">
                <a:spLocks noChangeArrowheads="1"/>
              </p:cNvSpPr>
              <p:nvPr/>
            </p:nvSpPr>
            <p:spPr bwMode="auto">
              <a:xfrm>
                <a:off x="2352" y="2976"/>
                <a:ext cx="236"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ahoma" panose="020B0604030504040204" pitchFamily="34" charset="0"/>
                  </a:rPr>
                  <a:t>3</a:t>
                </a:r>
              </a:p>
            </p:txBody>
          </p:sp>
          <p:sp>
            <p:nvSpPr>
              <p:cNvPr id="59" name="Text Box 34">
                <a:extLst>
                  <a:ext uri="{FF2B5EF4-FFF2-40B4-BE49-F238E27FC236}">
                    <a16:creationId xmlns:a16="http://schemas.microsoft.com/office/drawing/2014/main" id="{67C2A8B1-9C51-4A46-A5E4-E5CE8DB77EAA}"/>
                  </a:ext>
                </a:extLst>
              </p:cNvPr>
              <p:cNvSpPr txBox="1">
                <a:spLocks noChangeArrowheads="1"/>
              </p:cNvSpPr>
              <p:nvPr/>
            </p:nvSpPr>
            <p:spPr bwMode="auto">
              <a:xfrm>
                <a:off x="2736" y="2976"/>
                <a:ext cx="236"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ahoma" panose="020B0604030504040204" pitchFamily="34" charset="0"/>
                  </a:rPr>
                  <a:t>4</a:t>
                </a:r>
              </a:p>
            </p:txBody>
          </p:sp>
          <p:sp>
            <p:nvSpPr>
              <p:cNvPr id="60" name="Text Box 35">
                <a:extLst>
                  <a:ext uri="{FF2B5EF4-FFF2-40B4-BE49-F238E27FC236}">
                    <a16:creationId xmlns:a16="http://schemas.microsoft.com/office/drawing/2014/main" id="{2788FFC9-95D7-A54C-81E8-A949FD284E9F}"/>
                  </a:ext>
                </a:extLst>
              </p:cNvPr>
              <p:cNvSpPr txBox="1">
                <a:spLocks noChangeArrowheads="1"/>
              </p:cNvSpPr>
              <p:nvPr/>
            </p:nvSpPr>
            <p:spPr bwMode="auto">
              <a:xfrm>
                <a:off x="2352" y="3360"/>
                <a:ext cx="236"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ahoma" panose="020B0604030504040204" pitchFamily="34" charset="0"/>
                  </a:rPr>
                  <a:t>5</a:t>
                </a:r>
              </a:p>
            </p:txBody>
          </p:sp>
          <p:sp>
            <p:nvSpPr>
              <p:cNvPr id="61" name="Text Box 36">
                <a:extLst>
                  <a:ext uri="{FF2B5EF4-FFF2-40B4-BE49-F238E27FC236}">
                    <a16:creationId xmlns:a16="http://schemas.microsoft.com/office/drawing/2014/main" id="{5AB3C333-BE91-3341-BDBD-437D5AC29E4F}"/>
                  </a:ext>
                </a:extLst>
              </p:cNvPr>
              <p:cNvSpPr txBox="1">
                <a:spLocks noChangeArrowheads="1"/>
              </p:cNvSpPr>
              <p:nvPr/>
            </p:nvSpPr>
            <p:spPr bwMode="auto">
              <a:xfrm>
                <a:off x="3120" y="2976"/>
                <a:ext cx="236"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ahoma" panose="020B0604030504040204" pitchFamily="34" charset="0"/>
                  </a:rPr>
                  <a:t>6</a:t>
                </a:r>
              </a:p>
            </p:txBody>
          </p:sp>
          <p:sp>
            <p:nvSpPr>
              <p:cNvPr id="62" name="Text Box 37">
                <a:extLst>
                  <a:ext uri="{FF2B5EF4-FFF2-40B4-BE49-F238E27FC236}">
                    <a16:creationId xmlns:a16="http://schemas.microsoft.com/office/drawing/2014/main" id="{4E49BBFC-BD67-B24C-8CAA-7567F0920409}"/>
                  </a:ext>
                </a:extLst>
              </p:cNvPr>
              <p:cNvSpPr txBox="1">
                <a:spLocks noChangeArrowheads="1"/>
              </p:cNvSpPr>
              <p:nvPr/>
            </p:nvSpPr>
            <p:spPr bwMode="auto">
              <a:xfrm>
                <a:off x="3120" y="2592"/>
                <a:ext cx="236"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ahoma" panose="020B0604030504040204" pitchFamily="34" charset="0"/>
                  </a:rPr>
                  <a:t>7</a:t>
                </a:r>
              </a:p>
            </p:txBody>
          </p:sp>
          <p:sp>
            <p:nvSpPr>
              <p:cNvPr id="63" name="Text Box 38">
                <a:extLst>
                  <a:ext uri="{FF2B5EF4-FFF2-40B4-BE49-F238E27FC236}">
                    <a16:creationId xmlns:a16="http://schemas.microsoft.com/office/drawing/2014/main" id="{00A4D383-077A-2547-97D0-F20B2F103E69}"/>
                  </a:ext>
                </a:extLst>
              </p:cNvPr>
              <p:cNvSpPr txBox="1">
                <a:spLocks noChangeArrowheads="1"/>
              </p:cNvSpPr>
              <p:nvPr/>
            </p:nvSpPr>
            <p:spPr bwMode="auto">
              <a:xfrm>
                <a:off x="2352" y="2592"/>
                <a:ext cx="236"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ahoma" panose="020B0604030504040204" pitchFamily="34" charset="0"/>
                  </a:rPr>
                  <a:t>8</a:t>
                </a:r>
              </a:p>
            </p:txBody>
          </p:sp>
        </p:grpSp>
        <p:grpSp>
          <p:nvGrpSpPr>
            <p:cNvPr id="8" name="Group 39">
              <a:extLst>
                <a:ext uri="{FF2B5EF4-FFF2-40B4-BE49-F238E27FC236}">
                  <a16:creationId xmlns:a16="http://schemas.microsoft.com/office/drawing/2014/main" id="{7C5E1F6C-DD16-0246-97F4-5B612F7EDA25}"/>
                </a:ext>
              </a:extLst>
            </p:cNvPr>
            <p:cNvGrpSpPr>
              <a:grpSpLocks/>
            </p:cNvGrpSpPr>
            <p:nvPr/>
          </p:nvGrpSpPr>
          <p:grpSpPr bwMode="auto">
            <a:xfrm>
              <a:off x="2272" y="1008"/>
              <a:ext cx="1152" cy="1152"/>
              <a:chOff x="2400" y="1008"/>
              <a:chExt cx="1152" cy="1152"/>
            </a:xfrm>
          </p:grpSpPr>
          <p:sp>
            <p:nvSpPr>
              <p:cNvPr id="30" name="Rectangle 40">
                <a:extLst>
                  <a:ext uri="{FF2B5EF4-FFF2-40B4-BE49-F238E27FC236}">
                    <a16:creationId xmlns:a16="http://schemas.microsoft.com/office/drawing/2014/main" id="{586404BE-342B-5B4F-B045-C72B11DADC52}"/>
                  </a:ext>
                </a:extLst>
              </p:cNvPr>
              <p:cNvSpPr>
                <a:spLocks noChangeArrowheads="1"/>
              </p:cNvSpPr>
              <p:nvPr/>
            </p:nvSpPr>
            <p:spPr bwMode="auto">
              <a:xfrm>
                <a:off x="2400" y="1008"/>
                <a:ext cx="1152" cy="115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 name="Rectangle 41">
                <a:extLst>
                  <a:ext uri="{FF2B5EF4-FFF2-40B4-BE49-F238E27FC236}">
                    <a16:creationId xmlns:a16="http://schemas.microsoft.com/office/drawing/2014/main" id="{12333A24-C2A8-574B-967D-906C636D1AF1}"/>
                  </a:ext>
                </a:extLst>
              </p:cNvPr>
              <p:cNvSpPr>
                <a:spLocks noChangeArrowheads="1"/>
              </p:cNvSpPr>
              <p:nvPr/>
            </p:nvSpPr>
            <p:spPr bwMode="auto">
              <a:xfrm>
                <a:off x="2400" y="1008"/>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2" name="Rectangle 42">
                <a:extLst>
                  <a:ext uri="{FF2B5EF4-FFF2-40B4-BE49-F238E27FC236}">
                    <a16:creationId xmlns:a16="http://schemas.microsoft.com/office/drawing/2014/main" id="{899D13F5-8888-3540-8CFB-B57462A6A640}"/>
                  </a:ext>
                </a:extLst>
              </p:cNvPr>
              <p:cNvSpPr>
                <a:spLocks noChangeArrowheads="1"/>
              </p:cNvSpPr>
              <p:nvPr/>
            </p:nvSpPr>
            <p:spPr bwMode="auto">
              <a:xfrm>
                <a:off x="2400" y="1392"/>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3" name="Rectangle 43">
                <a:extLst>
                  <a:ext uri="{FF2B5EF4-FFF2-40B4-BE49-F238E27FC236}">
                    <a16:creationId xmlns:a16="http://schemas.microsoft.com/office/drawing/2014/main" id="{7302F63E-527B-754A-9B9A-B965D274E7C0}"/>
                  </a:ext>
                </a:extLst>
              </p:cNvPr>
              <p:cNvSpPr>
                <a:spLocks noChangeArrowheads="1"/>
              </p:cNvSpPr>
              <p:nvPr/>
            </p:nvSpPr>
            <p:spPr bwMode="auto">
              <a:xfrm>
                <a:off x="2400" y="1776"/>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4" name="Rectangle 44">
                <a:extLst>
                  <a:ext uri="{FF2B5EF4-FFF2-40B4-BE49-F238E27FC236}">
                    <a16:creationId xmlns:a16="http://schemas.microsoft.com/office/drawing/2014/main" id="{B0D81A02-F422-9640-B684-DBBCF02BDF4F}"/>
                  </a:ext>
                </a:extLst>
              </p:cNvPr>
              <p:cNvSpPr>
                <a:spLocks noChangeArrowheads="1"/>
              </p:cNvSpPr>
              <p:nvPr/>
            </p:nvSpPr>
            <p:spPr bwMode="auto">
              <a:xfrm>
                <a:off x="2784" y="1008"/>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5" name="Rectangle 45">
                <a:extLst>
                  <a:ext uri="{FF2B5EF4-FFF2-40B4-BE49-F238E27FC236}">
                    <a16:creationId xmlns:a16="http://schemas.microsoft.com/office/drawing/2014/main" id="{BD1A2694-EBDA-AB4F-BD90-97796839D99A}"/>
                  </a:ext>
                </a:extLst>
              </p:cNvPr>
              <p:cNvSpPr>
                <a:spLocks noChangeArrowheads="1"/>
              </p:cNvSpPr>
              <p:nvPr/>
            </p:nvSpPr>
            <p:spPr bwMode="auto">
              <a:xfrm>
                <a:off x="2784" y="1392"/>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6" name="Rectangle 46">
                <a:extLst>
                  <a:ext uri="{FF2B5EF4-FFF2-40B4-BE49-F238E27FC236}">
                    <a16:creationId xmlns:a16="http://schemas.microsoft.com/office/drawing/2014/main" id="{B0BAA5A8-F1BC-E545-9CC0-639E124D3596}"/>
                  </a:ext>
                </a:extLst>
              </p:cNvPr>
              <p:cNvSpPr>
                <a:spLocks noChangeArrowheads="1"/>
              </p:cNvSpPr>
              <p:nvPr/>
            </p:nvSpPr>
            <p:spPr bwMode="auto">
              <a:xfrm>
                <a:off x="3168" y="1008"/>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7" name="Rectangle 47">
                <a:extLst>
                  <a:ext uri="{FF2B5EF4-FFF2-40B4-BE49-F238E27FC236}">
                    <a16:creationId xmlns:a16="http://schemas.microsoft.com/office/drawing/2014/main" id="{E3E9BAAA-B985-2647-AE45-E73B9FD1D1C1}"/>
                  </a:ext>
                </a:extLst>
              </p:cNvPr>
              <p:cNvSpPr>
                <a:spLocks noChangeArrowheads="1"/>
              </p:cNvSpPr>
              <p:nvPr/>
            </p:nvSpPr>
            <p:spPr bwMode="auto">
              <a:xfrm>
                <a:off x="2784" y="1776"/>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8" name="Rectangle 48">
                <a:extLst>
                  <a:ext uri="{FF2B5EF4-FFF2-40B4-BE49-F238E27FC236}">
                    <a16:creationId xmlns:a16="http://schemas.microsoft.com/office/drawing/2014/main" id="{568FDC61-E016-4C49-A055-9B3D20F50BE8}"/>
                  </a:ext>
                </a:extLst>
              </p:cNvPr>
              <p:cNvSpPr>
                <a:spLocks noChangeArrowheads="1"/>
              </p:cNvSpPr>
              <p:nvPr/>
            </p:nvSpPr>
            <p:spPr bwMode="auto">
              <a:xfrm>
                <a:off x="3168" y="1776"/>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9" name="Text Box 49">
                <a:extLst>
                  <a:ext uri="{FF2B5EF4-FFF2-40B4-BE49-F238E27FC236}">
                    <a16:creationId xmlns:a16="http://schemas.microsoft.com/office/drawing/2014/main" id="{FAFC3954-B9D3-7341-8946-73C3BEFFD4B2}"/>
                  </a:ext>
                </a:extLst>
              </p:cNvPr>
              <p:cNvSpPr txBox="1">
                <a:spLocks noChangeArrowheads="1"/>
              </p:cNvSpPr>
              <p:nvPr/>
            </p:nvSpPr>
            <p:spPr bwMode="auto">
              <a:xfrm>
                <a:off x="2880" y="1824"/>
                <a:ext cx="236"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ahoma" panose="020B0604030504040204" pitchFamily="34" charset="0"/>
                  </a:rPr>
                  <a:t>1</a:t>
                </a:r>
              </a:p>
            </p:txBody>
          </p:sp>
          <p:sp>
            <p:nvSpPr>
              <p:cNvPr id="40" name="Text Box 50">
                <a:extLst>
                  <a:ext uri="{FF2B5EF4-FFF2-40B4-BE49-F238E27FC236}">
                    <a16:creationId xmlns:a16="http://schemas.microsoft.com/office/drawing/2014/main" id="{5A934AF2-2762-7D47-881A-5491140515A2}"/>
                  </a:ext>
                </a:extLst>
              </p:cNvPr>
              <p:cNvSpPr txBox="1">
                <a:spLocks noChangeArrowheads="1"/>
              </p:cNvSpPr>
              <p:nvPr/>
            </p:nvSpPr>
            <p:spPr bwMode="auto">
              <a:xfrm>
                <a:off x="2880" y="1056"/>
                <a:ext cx="236"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ahoma" panose="020B0604030504040204" pitchFamily="34" charset="0"/>
                  </a:rPr>
                  <a:t>2</a:t>
                </a:r>
              </a:p>
            </p:txBody>
          </p:sp>
          <p:sp>
            <p:nvSpPr>
              <p:cNvPr id="41" name="Text Box 51">
                <a:extLst>
                  <a:ext uri="{FF2B5EF4-FFF2-40B4-BE49-F238E27FC236}">
                    <a16:creationId xmlns:a16="http://schemas.microsoft.com/office/drawing/2014/main" id="{DCE9224D-D9DD-4843-812C-926CA6AF870A}"/>
                  </a:ext>
                </a:extLst>
              </p:cNvPr>
              <p:cNvSpPr txBox="1">
                <a:spLocks noChangeArrowheads="1"/>
              </p:cNvSpPr>
              <p:nvPr/>
            </p:nvSpPr>
            <p:spPr bwMode="auto">
              <a:xfrm>
                <a:off x="2496" y="1440"/>
                <a:ext cx="236"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ahoma" panose="020B0604030504040204" pitchFamily="34" charset="0"/>
                  </a:rPr>
                  <a:t>3</a:t>
                </a:r>
              </a:p>
            </p:txBody>
          </p:sp>
          <p:sp>
            <p:nvSpPr>
              <p:cNvPr id="42" name="Text Box 52">
                <a:extLst>
                  <a:ext uri="{FF2B5EF4-FFF2-40B4-BE49-F238E27FC236}">
                    <a16:creationId xmlns:a16="http://schemas.microsoft.com/office/drawing/2014/main" id="{DC736B8C-C7B1-DB41-95BF-129412C389A4}"/>
                  </a:ext>
                </a:extLst>
              </p:cNvPr>
              <p:cNvSpPr txBox="1">
                <a:spLocks noChangeArrowheads="1"/>
              </p:cNvSpPr>
              <p:nvPr/>
            </p:nvSpPr>
            <p:spPr bwMode="auto">
              <a:xfrm>
                <a:off x="2880" y="1440"/>
                <a:ext cx="236"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ahoma" panose="020B0604030504040204" pitchFamily="34" charset="0"/>
                  </a:rPr>
                  <a:t>4</a:t>
                </a:r>
              </a:p>
            </p:txBody>
          </p:sp>
          <p:sp>
            <p:nvSpPr>
              <p:cNvPr id="43" name="Text Box 53">
                <a:extLst>
                  <a:ext uri="{FF2B5EF4-FFF2-40B4-BE49-F238E27FC236}">
                    <a16:creationId xmlns:a16="http://schemas.microsoft.com/office/drawing/2014/main" id="{4B9F2245-D0FB-F841-99F8-C77EDAB76B8E}"/>
                  </a:ext>
                </a:extLst>
              </p:cNvPr>
              <p:cNvSpPr txBox="1">
                <a:spLocks noChangeArrowheads="1"/>
              </p:cNvSpPr>
              <p:nvPr/>
            </p:nvSpPr>
            <p:spPr bwMode="auto">
              <a:xfrm>
                <a:off x="2496" y="1824"/>
                <a:ext cx="236"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ahoma" panose="020B0604030504040204" pitchFamily="34" charset="0"/>
                  </a:rPr>
                  <a:t>5</a:t>
                </a:r>
              </a:p>
            </p:txBody>
          </p:sp>
          <p:sp>
            <p:nvSpPr>
              <p:cNvPr id="44" name="Text Box 54">
                <a:extLst>
                  <a:ext uri="{FF2B5EF4-FFF2-40B4-BE49-F238E27FC236}">
                    <a16:creationId xmlns:a16="http://schemas.microsoft.com/office/drawing/2014/main" id="{2926283C-3FE3-514E-BDA7-4C28DE3E921A}"/>
                  </a:ext>
                </a:extLst>
              </p:cNvPr>
              <p:cNvSpPr txBox="1">
                <a:spLocks noChangeArrowheads="1"/>
              </p:cNvSpPr>
              <p:nvPr/>
            </p:nvSpPr>
            <p:spPr bwMode="auto">
              <a:xfrm>
                <a:off x="3264" y="1824"/>
                <a:ext cx="236"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ahoma" panose="020B0604030504040204" pitchFamily="34" charset="0"/>
                  </a:rPr>
                  <a:t>6</a:t>
                </a:r>
              </a:p>
            </p:txBody>
          </p:sp>
          <p:sp>
            <p:nvSpPr>
              <p:cNvPr id="45" name="Text Box 55">
                <a:extLst>
                  <a:ext uri="{FF2B5EF4-FFF2-40B4-BE49-F238E27FC236}">
                    <a16:creationId xmlns:a16="http://schemas.microsoft.com/office/drawing/2014/main" id="{214D2110-B468-9649-8DA0-FFD851BD9007}"/>
                  </a:ext>
                </a:extLst>
              </p:cNvPr>
              <p:cNvSpPr txBox="1">
                <a:spLocks noChangeArrowheads="1"/>
              </p:cNvSpPr>
              <p:nvPr/>
            </p:nvSpPr>
            <p:spPr bwMode="auto">
              <a:xfrm>
                <a:off x="3264" y="1056"/>
                <a:ext cx="236"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ahoma" panose="020B0604030504040204" pitchFamily="34" charset="0"/>
                  </a:rPr>
                  <a:t>7</a:t>
                </a:r>
              </a:p>
            </p:txBody>
          </p:sp>
          <p:sp>
            <p:nvSpPr>
              <p:cNvPr id="46" name="Text Box 56">
                <a:extLst>
                  <a:ext uri="{FF2B5EF4-FFF2-40B4-BE49-F238E27FC236}">
                    <a16:creationId xmlns:a16="http://schemas.microsoft.com/office/drawing/2014/main" id="{FA07B032-7989-4E42-A020-904384AA706F}"/>
                  </a:ext>
                </a:extLst>
              </p:cNvPr>
              <p:cNvSpPr txBox="1">
                <a:spLocks noChangeArrowheads="1"/>
              </p:cNvSpPr>
              <p:nvPr/>
            </p:nvSpPr>
            <p:spPr bwMode="auto">
              <a:xfrm>
                <a:off x="2496" y="1056"/>
                <a:ext cx="236"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ahoma" panose="020B0604030504040204" pitchFamily="34" charset="0"/>
                  </a:rPr>
                  <a:t>8</a:t>
                </a:r>
              </a:p>
            </p:txBody>
          </p:sp>
        </p:grpSp>
        <p:grpSp>
          <p:nvGrpSpPr>
            <p:cNvPr id="9" name="Group 57">
              <a:extLst>
                <a:ext uri="{FF2B5EF4-FFF2-40B4-BE49-F238E27FC236}">
                  <a16:creationId xmlns:a16="http://schemas.microsoft.com/office/drawing/2014/main" id="{9E21A78E-96BB-594C-B3A7-3596E863D922}"/>
                </a:ext>
              </a:extLst>
            </p:cNvPr>
            <p:cNvGrpSpPr>
              <a:grpSpLocks/>
            </p:cNvGrpSpPr>
            <p:nvPr/>
          </p:nvGrpSpPr>
          <p:grpSpPr bwMode="auto">
            <a:xfrm>
              <a:off x="3936" y="2544"/>
              <a:ext cx="1152" cy="1152"/>
              <a:chOff x="3888" y="2544"/>
              <a:chExt cx="1152" cy="1152"/>
            </a:xfrm>
          </p:grpSpPr>
          <p:sp>
            <p:nvSpPr>
              <p:cNvPr id="13" name="Rectangle 58">
                <a:extLst>
                  <a:ext uri="{FF2B5EF4-FFF2-40B4-BE49-F238E27FC236}">
                    <a16:creationId xmlns:a16="http://schemas.microsoft.com/office/drawing/2014/main" id="{06F4EBB2-FD14-3040-AE6E-70A9339EB370}"/>
                  </a:ext>
                </a:extLst>
              </p:cNvPr>
              <p:cNvSpPr>
                <a:spLocks noChangeArrowheads="1"/>
              </p:cNvSpPr>
              <p:nvPr/>
            </p:nvSpPr>
            <p:spPr bwMode="auto">
              <a:xfrm>
                <a:off x="3888" y="2544"/>
                <a:ext cx="1152" cy="115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4" name="Rectangle 59">
                <a:extLst>
                  <a:ext uri="{FF2B5EF4-FFF2-40B4-BE49-F238E27FC236}">
                    <a16:creationId xmlns:a16="http://schemas.microsoft.com/office/drawing/2014/main" id="{7CAE0585-0211-1F46-A65E-815925FA7FF7}"/>
                  </a:ext>
                </a:extLst>
              </p:cNvPr>
              <p:cNvSpPr>
                <a:spLocks noChangeArrowheads="1"/>
              </p:cNvSpPr>
              <p:nvPr/>
            </p:nvSpPr>
            <p:spPr bwMode="auto">
              <a:xfrm>
                <a:off x="3888" y="2544"/>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5" name="Rectangle 60">
                <a:extLst>
                  <a:ext uri="{FF2B5EF4-FFF2-40B4-BE49-F238E27FC236}">
                    <a16:creationId xmlns:a16="http://schemas.microsoft.com/office/drawing/2014/main" id="{88C998D0-D909-F044-A946-5E24F1B9530A}"/>
                  </a:ext>
                </a:extLst>
              </p:cNvPr>
              <p:cNvSpPr>
                <a:spLocks noChangeArrowheads="1"/>
              </p:cNvSpPr>
              <p:nvPr/>
            </p:nvSpPr>
            <p:spPr bwMode="auto">
              <a:xfrm>
                <a:off x="3888" y="2928"/>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6" name="Rectangle 61">
                <a:extLst>
                  <a:ext uri="{FF2B5EF4-FFF2-40B4-BE49-F238E27FC236}">
                    <a16:creationId xmlns:a16="http://schemas.microsoft.com/office/drawing/2014/main" id="{8204FE64-5178-234C-B27B-EBDEA2D9E546}"/>
                  </a:ext>
                </a:extLst>
              </p:cNvPr>
              <p:cNvSpPr>
                <a:spLocks noChangeArrowheads="1"/>
              </p:cNvSpPr>
              <p:nvPr/>
            </p:nvSpPr>
            <p:spPr bwMode="auto">
              <a:xfrm>
                <a:off x="3888" y="3312"/>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7" name="Rectangle 62">
                <a:extLst>
                  <a:ext uri="{FF2B5EF4-FFF2-40B4-BE49-F238E27FC236}">
                    <a16:creationId xmlns:a16="http://schemas.microsoft.com/office/drawing/2014/main" id="{A21E0BD8-0396-5C41-8676-321EA7566984}"/>
                  </a:ext>
                </a:extLst>
              </p:cNvPr>
              <p:cNvSpPr>
                <a:spLocks noChangeArrowheads="1"/>
              </p:cNvSpPr>
              <p:nvPr/>
            </p:nvSpPr>
            <p:spPr bwMode="auto">
              <a:xfrm>
                <a:off x="4272" y="2544"/>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8" name="Rectangle 63">
                <a:extLst>
                  <a:ext uri="{FF2B5EF4-FFF2-40B4-BE49-F238E27FC236}">
                    <a16:creationId xmlns:a16="http://schemas.microsoft.com/office/drawing/2014/main" id="{07FA5C4F-E152-AF45-9C51-246989CD85F7}"/>
                  </a:ext>
                </a:extLst>
              </p:cNvPr>
              <p:cNvSpPr>
                <a:spLocks noChangeArrowheads="1"/>
              </p:cNvSpPr>
              <p:nvPr/>
            </p:nvSpPr>
            <p:spPr bwMode="auto">
              <a:xfrm>
                <a:off x="4656" y="2928"/>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9" name="Rectangle 64">
                <a:extLst>
                  <a:ext uri="{FF2B5EF4-FFF2-40B4-BE49-F238E27FC236}">
                    <a16:creationId xmlns:a16="http://schemas.microsoft.com/office/drawing/2014/main" id="{F8BF6816-A893-804E-AF2C-E65D8226D61E}"/>
                  </a:ext>
                </a:extLst>
              </p:cNvPr>
              <p:cNvSpPr>
                <a:spLocks noChangeArrowheads="1"/>
              </p:cNvSpPr>
              <p:nvPr/>
            </p:nvSpPr>
            <p:spPr bwMode="auto">
              <a:xfrm>
                <a:off x="4656" y="2544"/>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0" name="Rectangle 65">
                <a:extLst>
                  <a:ext uri="{FF2B5EF4-FFF2-40B4-BE49-F238E27FC236}">
                    <a16:creationId xmlns:a16="http://schemas.microsoft.com/office/drawing/2014/main" id="{522EA694-E7D5-A549-96B8-0A6F2445DDA5}"/>
                  </a:ext>
                </a:extLst>
              </p:cNvPr>
              <p:cNvSpPr>
                <a:spLocks noChangeArrowheads="1"/>
              </p:cNvSpPr>
              <p:nvPr/>
            </p:nvSpPr>
            <p:spPr bwMode="auto">
              <a:xfrm>
                <a:off x="4272" y="3312"/>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1" name="Rectangle 66">
                <a:extLst>
                  <a:ext uri="{FF2B5EF4-FFF2-40B4-BE49-F238E27FC236}">
                    <a16:creationId xmlns:a16="http://schemas.microsoft.com/office/drawing/2014/main" id="{C08DE4B5-8225-C84F-AA45-C61C63C1714E}"/>
                  </a:ext>
                </a:extLst>
              </p:cNvPr>
              <p:cNvSpPr>
                <a:spLocks noChangeArrowheads="1"/>
              </p:cNvSpPr>
              <p:nvPr/>
            </p:nvSpPr>
            <p:spPr bwMode="auto">
              <a:xfrm>
                <a:off x="4656" y="3312"/>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2" name="Text Box 67">
                <a:extLst>
                  <a:ext uri="{FF2B5EF4-FFF2-40B4-BE49-F238E27FC236}">
                    <a16:creationId xmlns:a16="http://schemas.microsoft.com/office/drawing/2014/main" id="{C1D06E13-D770-B242-B7BB-15BAD36D259E}"/>
                  </a:ext>
                </a:extLst>
              </p:cNvPr>
              <p:cNvSpPr txBox="1">
                <a:spLocks noChangeArrowheads="1"/>
              </p:cNvSpPr>
              <p:nvPr/>
            </p:nvSpPr>
            <p:spPr bwMode="auto">
              <a:xfrm>
                <a:off x="4368" y="3360"/>
                <a:ext cx="236"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ahoma" panose="020B0604030504040204" pitchFamily="34" charset="0"/>
                  </a:rPr>
                  <a:t>1</a:t>
                </a:r>
              </a:p>
            </p:txBody>
          </p:sp>
          <p:sp>
            <p:nvSpPr>
              <p:cNvPr id="23" name="Text Box 68">
                <a:extLst>
                  <a:ext uri="{FF2B5EF4-FFF2-40B4-BE49-F238E27FC236}">
                    <a16:creationId xmlns:a16="http://schemas.microsoft.com/office/drawing/2014/main" id="{80BB52D4-ECEB-0148-A106-B4205D8C04DD}"/>
                  </a:ext>
                </a:extLst>
              </p:cNvPr>
              <p:cNvSpPr txBox="1">
                <a:spLocks noChangeArrowheads="1"/>
              </p:cNvSpPr>
              <p:nvPr/>
            </p:nvSpPr>
            <p:spPr bwMode="auto">
              <a:xfrm>
                <a:off x="4368" y="2592"/>
                <a:ext cx="236"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ahoma" panose="020B0604030504040204" pitchFamily="34" charset="0"/>
                  </a:rPr>
                  <a:t>2</a:t>
                </a:r>
              </a:p>
            </p:txBody>
          </p:sp>
          <p:sp>
            <p:nvSpPr>
              <p:cNvPr id="24" name="Text Box 69">
                <a:extLst>
                  <a:ext uri="{FF2B5EF4-FFF2-40B4-BE49-F238E27FC236}">
                    <a16:creationId xmlns:a16="http://schemas.microsoft.com/office/drawing/2014/main" id="{60CB89B6-7407-1A40-B69F-D59923EB0FD4}"/>
                  </a:ext>
                </a:extLst>
              </p:cNvPr>
              <p:cNvSpPr txBox="1">
                <a:spLocks noChangeArrowheads="1"/>
              </p:cNvSpPr>
              <p:nvPr/>
            </p:nvSpPr>
            <p:spPr bwMode="auto">
              <a:xfrm>
                <a:off x="3984" y="2976"/>
                <a:ext cx="236"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ahoma" panose="020B0604030504040204" pitchFamily="34" charset="0"/>
                  </a:rPr>
                  <a:t>3</a:t>
                </a:r>
              </a:p>
            </p:txBody>
          </p:sp>
          <p:sp>
            <p:nvSpPr>
              <p:cNvPr id="25" name="Text Box 70">
                <a:extLst>
                  <a:ext uri="{FF2B5EF4-FFF2-40B4-BE49-F238E27FC236}">
                    <a16:creationId xmlns:a16="http://schemas.microsoft.com/office/drawing/2014/main" id="{9BBDF585-03A6-AF48-ACB5-10FA83C0C1A2}"/>
                  </a:ext>
                </a:extLst>
              </p:cNvPr>
              <p:cNvSpPr txBox="1">
                <a:spLocks noChangeArrowheads="1"/>
              </p:cNvSpPr>
              <p:nvPr/>
            </p:nvSpPr>
            <p:spPr bwMode="auto">
              <a:xfrm>
                <a:off x="4752" y="2976"/>
                <a:ext cx="236"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ahoma" panose="020B0604030504040204" pitchFamily="34" charset="0"/>
                  </a:rPr>
                  <a:t>4</a:t>
                </a:r>
              </a:p>
            </p:txBody>
          </p:sp>
          <p:sp>
            <p:nvSpPr>
              <p:cNvPr id="26" name="Text Box 71">
                <a:extLst>
                  <a:ext uri="{FF2B5EF4-FFF2-40B4-BE49-F238E27FC236}">
                    <a16:creationId xmlns:a16="http://schemas.microsoft.com/office/drawing/2014/main" id="{EC02D01E-0EEE-0A40-B1D8-1FA14F0DF0B1}"/>
                  </a:ext>
                </a:extLst>
              </p:cNvPr>
              <p:cNvSpPr txBox="1">
                <a:spLocks noChangeArrowheads="1"/>
              </p:cNvSpPr>
              <p:nvPr/>
            </p:nvSpPr>
            <p:spPr bwMode="auto">
              <a:xfrm>
                <a:off x="3984" y="3360"/>
                <a:ext cx="236"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ahoma" panose="020B0604030504040204" pitchFamily="34" charset="0"/>
                  </a:rPr>
                  <a:t>5</a:t>
                </a:r>
              </a:p>
            </p:txBody>
          </p:sp>
          <p:sp>
            <p:nvSpPr>
              <p:cNvPr id="27" name="Text Box 72">
                <a:extLst>
                  <a:ext uri="{FF2B5EF4-FFF2-40B4-BE49-F238E27FC236}">
                    <a16:creationId xmlns:a16="http://schemas.microsoft.com/office/drawing/2014/main" id="{BC562F36-03D0-BB42-9C0B-7D994D797D1C}"/>
                  </a:ext>
                </a:extLst>
              </p:cNvPr>
              <p:cNvSpPr txBox="1">
                <a:spLocks noChangeArrowheads="1"/>
              </p:cNvSpPr>
              <p:nvPr/>
            </p:nvSpPr>
            <p:spPr bwMode="auto">
              <a:xfrm>
                <a:off x="4752" y="3360"/>
                <a:ext cx="236"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ahoma" panose="020B0604030504040204" pitchFamily="34" charset="0"/>
                  </a:rPr>
                  <a:t>6</a:t>
                </a:r>
              </a:p>
            </p:txBody>
          </p:sp>
          <p:sp>
            <p:nvSpPr>
              <p:cNvPr id="28" name="Text Box 73">
                <a:extLst>
                  <a:ext uri="{FF2B5EF4-FFF2-40B4-BE49-F238E27FC236}">
                    <a16:creationId xmlns:a16="http://schemas.microsoft.com/office/drawing/2014/main" id="{E816D93E-12F7-2E46-80F6-C0A2817BB5AD}"/>
                  </a:ext>
                </a:extLst>
              </p:cNvPr>
              <p:cNvSpPr txBox="1">
                <a:spLocks noChangeArrowheads="1"/>
              </p:cNvSpPr>
              <p:nvPr/>
            </p:nvSpPr>
            <p:spPr bwMode="auto">
              <a:xfrm>
                <a:off x="4752" y="2592"/>
                <a:ext cx="236"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ahoma" panose="020B0604030504040204" pitchFamily="34" charset="0"/>
                  </a:rPr>
                  <a:t>7</a:t>
                </a:r>
              </a:p>
            </p:txBody>
          </p:sp>
          <p:sp>
            <p:nvSpPr>
              <p:cNvPr id="29" name="Text Box 74">
                <a:extLst>
                  <a:ext uri="{FF2B5EF4-FFF2-40B4-BE49-F238E27FC236}">
                    <a16:creationId xmlns:a16="http://schemas.microsoft.com/office/drawing/2014/main" id="{C667E52C-71F8-574B-ACED-18B4507506F4}"/>
                  </a:ext>
                </a:extLst>
              </p:cNvPr>
              <p:cNvSpPr txBox="1">
                <a:spLocks noChangeArrowheads="1"/>
              </p:cNvSpPr>
              <p:nvPr/>
            </p:nvSpPr>
            <p:spPr bwMode="auto">
              <a:xfrm>
                <a:off x="3984" y="2592"/>
                <a:ext cx="236"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Tahoma" panose="020B0604030504040204" pitchFamily="34" charset="0"/>
                  </a:rPr>
                  <a:t>8</a:t>
                </a:r>
              </a:p>
            </p:txBody>
          </p:sp>
        </p:grpSp>
        <p:sp>
          <p:nvSpPr>
            <p:cNvPr id="10" name="Line 75">
              <a:extLst>
                <a:ext uri="{FF2B5EF4-FFF2-40B4-BE49-F238E27FC236}">
                  <a16:creationId xmlns:a16="http://schemas.microsoft.com/office/drawing/2014/main" id="{B510B6C8-C4B4-8F4B-AFE2-8CABCDD6EA42}"/>
                </a:ext>
              </a:extLst>
            </p:cNvPr>
            <p:cNvSpPr>
              <a:spLocks noChangeShapeType="1"/>
            </p:cNvSpPr>
            <p:nvPr/>
          </p:nvSpPr>
          <p:spPr bwMode="auto">
            <a:xfrm flipH="1">
              <a:off x="1104" y="2160"/>
              <a:ext cx="1776" cy="384"/>
            </a:xfrm>
            <a:prstGeom prst="line">
              <a:avLst/>
            </a:prstGeom>
            <a:noFill/>
            <a:ln w="28575">
              <a:solidFill>
                <a:srgbClr val="990033"/>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 name="Line 76">
              <a:extLst>
                <a:ext uri="{FF2B5EF4-FFF2-40B4-BE49-F238E27FC236}">
                  <a16:creationId xmlns:a16="http://schemas.microsoft.com/office/drawing/2014/main" id="{D7FF24A0-9EB0-4A46-B108-8A42C7627E16}"/>
                </a:ext>
              </a:extLst>
            </p:cNvPr>
            <p:cNvSpPr>
              <a:spLocks noChangeShapeType="1"/>
            </p:cNvSpPr>
            <p:nvPr/>
          </p:nvSpPr>
          <p:spPr bwMode="auto">
            <a:xfrm>
              <a:off x="2832" y="2160"/>
              <a:ext cx="0" cy="384"/>
            </a:xfrm>
            <a:prstGeom prst="line">
              <a:avLst/>
            </a:prstGeom>
            <a:noFill/>
            <a:ln w="28575">
              <a:solidFill>
                <a:srgbClr val="990033"/>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2" name="Line 77">
              <a:extLst>
                <a:ext uri="{FF2B5EF4-FFF2-40B4-BE49-F238E27FC236}">
                  <a16:creationId xmlns:a16="http://schemas.microsoft.com/office/drawing/2014/main" id="{F59A4195-9630-FC40-AABA-2A8617EFF4F2}"/>
                </a:ext>
              </a:extLst>
            </p:cNvPr>
            <p:cNvSpPr>
              <a:spLocks noChangeShapeType="1"/>
            </p:cNvSpPr>
            <p:nvPr/>
          </p:nvSpPr>
          <p:spPr bwMode="auto">
            <a:xfrm>
              <a:off x="2832" y="2160"/>
              <a:ext cx="1680" cy="384"/>
            </a:xfrm>
            <a:prstGeom prst="line">
              <a:avLst/>
            </a:prstGeom>
            <a:noFill/>
            <a:ln w="28575">
              <a:solidFill>
                <a:srgbClr val="990033"/>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
        <p:nvSpPr>
          <p:cNvPr id="81" name="Rectangle 80">
            <a:extLst>
              <a:ext uri="{FF2B5EF4-FFF2-40B4-BE49-F238E27FC236}">
                <a16:creationId xmlns:a16="http://schemas.microsoft.com/office/drawing/2014/main" id="{131450B3-5B1F-D945-9F0C-B329BA85E1FA}"/>
              </a:ext>
            </a:extLst>
          </p:cNvPr>
          <p:cNvSpPr/>
          <p:nvPr/>
        </p:nvSpPr>
        <p:spPr>
          <a:xfrm>
            <a:off x="1091977" y="5692131"/>
            <a:ext cx="8787511" cy="400110"/>
          </a:xfrm>
          <a:prstGeom prst="rect">
            <a:avLst/>
          </a:prstGeom>
        </p:spPr>
        <p:txBody>
          <a:bodyPr wrap="square">
            <a:spAutoFit/>
          </a:bodyPr>
          <a:lstStyle/>
          <a:p>
            <a:r>
              <a:rPr lang="en-US" sz="2000">
                <a:solidFill>
                  <a:srgbClr val="0070C0"/>
                </a:solidFill>
              </a:rPr>
              <a:t>Tìm kiếm là việc tìm ra các hành động để đạt được trạng thái mong muốn</a:t>
            </a:r>
          </a:p>
        </p:txBody>
      </p:sp>
      <mc:AlternateContent xmlns:mc="http://schemas.openxmlformats.org/markup-compatibility/2006">
        <mc:Choice xmlns:p14="http://schemas.microsoft.com/office/powerpoint/2010/main" Requires="p14">
          <p:contentPart p14:bwMode="auto" r:id="rId2">
            <p14:nvContentPartPr>
              <p14:cNvPr id="84" name="Ink 83">
                <a:extLst>
                  <a:ext uri="{FF2B5EF4-FFF2-40B4-BE49-F238E27FC236}">
                    <a16:creationId xmlns:a16="http://schemas.microsoft.com/office/drawing/2014/main" id="{CABD7129-A936-CE43-868E-FD689FB1F91E}"/>
                  </a:ext>
                </a:extLst>
              </p14:cNvPr>
              <p14:cNvContentPartPr/>
              <p14:nvPr/>
            </p14:nvContentPartPr>
            <p14:xfrm>
              <a:off x="78480" y="1073880"/>
              <a:ext cx="9542160" cy="5256360"/>
            </p14:xfrm>
          </p:contentPart>
        </mc:Choice>
        <mc:Fallback>
          <p:pic>
            <p:nvPicPr>
              <p:cNvPr id="84" name="Ink 83">
                <a:extLst>
                  <a:ext uri="{FF2B5EF4-FFF2-40B4-BE49-F238E27FC236}">
                    <a16:creationId xmlns:a16="http://schemas.microsoft.com/office/drawing/2014/main" id="{CABD7129-A936-CE43-868E-FD689FB1F91E}"/>
                  </a:ext>
                </a:extLst>
              </p:cNvPr>
              <p:cNvPicPr/>
              <p:nvPr/>
            </p:nvPicPr>
            <p:blipFill>
              <a:blip r:embed="rId3"/>
              <a:stretch>
                <a:fillRect/>
              </a:stretch>
            </p:blipFill>
            <p:spPr>
              <a:xfrm>
                <a:off x="62280" y="1057680"/>
                <a:ext cx="9574560" cy="5288760"/>
              </a:xfrm>
              <a:prstGeom prst="rect">
                <a:avLst/>
              </a:prstGeom>
            </p:spPr>
          </p:pic>
        </mc:Fallback>
      </mc:AlternateContent>
    </p:spTree>
    <p:extLst>
      <p:ext uri="{BB962C8B-B14F-4D97-AF65-F5344CB8AC3E}">
        <p14:creationId xmlns:p14="http://schemas.microsoft.com/office/powerpoint/2010/main" val="3152204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F65A2-F864-D248-AE50-D1877AF4AE9F}"/>
              </a:ext>
            </a:extLst>
          </p:cNvPr>
          <p:cNvSpPr>
            <a:spLocks noGrp="1"/>
          </p:cNvSpPr>
          <p:nvPr>
            <p:ph type="title"/>
          </p:nvPr>
        </p:nvSpPr>
        <p:spPr/>
        <p:txBody>
          <a:bodyPr/>
          <a:lstStyle/>
          <a:p>
            <a:r>
              <a:rPr lang="en-US"/>
              <a:t>Giải quyết vấn đề bằng tìm kiếm</a:t>
            </a:r>
          </a:p>
        </p:txBody>
      </p:sp>
      <p:sp>
        <p:nvSpPr>
          <p:cNvPr id="3" name="Content Placeholder 2">
            <a:extLst>
              <a:ext uri="{FF2B5EF4-FFF2-40B4-BE49-F238E27FC236}">
                <a16:creationId xmlns:a16="http://schemas.microsoft.com/office/drawing/2014/main" id="{8DC12C51-5584-784A-BF9D-69DABD825070}"/>
              </a:ext>
            </a:extLst>
          </p:cNvPr>
          <p:cNvSpPr>
            <a:spLocks noGrp="1"/>
          </p:cNvSpPr>
          <p:nvPr>
            <p:ph idx="1"/>
          </p:nvPr>
        </p:nvSpPr>
        <p:spPr/>
        <p:txBody>
          <a:bodyPr/>
          <a:lstStyle/>
          <a:p>
            <a:pPr marL="0" indent="0" eaLnBrk="1" hangingPunct="1">
              <a:buFontTx/>
              <a:buNone/>
            </a:pPr>
            <a:r>
              <a:rPr lang="vi-VN" altLang="en-US" sz="2800">
                <a:latin typeface="Calibri" panose="020F0502020204030204" pitchFamily="34" charset="0"/>
                <a:cs typeface="Calibri" panose="020F0502020204030204" pitchFamily="34" charset="0"/>
              </a:rPr>
              <a:t>Trong suốt lịch sử, các câu đố và trò chơi yêu cầu tìm ra các lời giải hay nước đi đã được coi là một thách thức đối với trí thông minh của con người:</a:t>
            </a:r>
          </a:p>
          <a:p>
            <a:pPr eaLnBrk="1" hangingPunct="1">
              <a:buFont typeface="Wingdings" pitchFamily="2" charset="2"/>
              <a:buChar char="§"/>
            </a:pPr>
            <a:r>
              <a:rPr lang="vi-VN" sz="2400">
                <a:solidFill>
                  <a:srgbClr val="C00000"/>
                </a:solidFill>
                <a:latin typeface="Calibri" panose="020F0502020204030204" pitchFamily="34" charset="0"/>
                <a:cs typeface="Calibri" panose="020F0502020204030204" pitchFamily="34" charset="0"/>
              </a:rPr>
              <a:t>Cờ vua </a:t>
            </a:r>
            <a:r>
              <a:rPr lang="vi-VN" sz="2400">
                <a:latin typeface="Calibri" panose="020F0502020204030204" pitchFamily="34" charset="0"/>
                <a:cs typeface="Calibri" panose="020F0502020204030204" pitchFamily="34" charset="0"/>
              </a:rPr>
              <a:t>có nguồn gốc từ Ba Tư và Ấn Độ khoảng 4000 năm trước</a:t>
            </a:r>
          </a:p>
          <a:p>
            <a:pPr eaLnBrk="1" hangingPunct="1">
              <a:buFont typeface="Wingdings" pitchFamily="2" charset="2"/>
              <a:buChar char="§"/>
            </a:pPr>
            <a:r>
              <a:rPr lang="en-US" sz="2400">
                <a:solidFill>
                  <a:srgbClr val="C00000"/>
                </a:solidFill>
                <a:latin typeface="Calibri" panose="020F0502020204030204" pitchFamily="34" charset="0"/>
                <a:cs typeface="Calibri" panose="020F0502020204030204" pitchFamily="34" charset="0"/>
              </a:rPr>
              <a:t>Cờ caro </a:t>
            </a:r>
            <a:r>
              <a:rPr lang="en-US" sz="2400">
                <a:latin typeface="Calibri" panose="020F0502020204030204" pitchFamily="34" charset="0"/>
                <a:cs typeface="Calibri" panose="020F0502020204030204" pitchFamily="34" charset="0"/>
              </a:rPr>
              <a:t>xuất hiện trong các bức tranh Ai Cập 3600 năm tuổi</a:t>
            </a:r>
          </a:p>
          <a:p>
            <a:pPr eaLnBrk="1" hangingPunct="1">
              <a:buFont typeface="Wingdings" pitchFamily="2" charset="2"/>
              <a:buChar char="§"/>
            </a:pPr>
            <a:r>
              <a:rPr lang="vi-VN" sz="2400">
                <a:solidFill>
                  <a:srgbClr val="C00000"/>
                </a:solidFill>
                <a:latin typeface="Calibri" panose="020F0502020204030204" pitchFamily="34" charset="0"/>
                <a:cs typeface="Calibri" panose="020F0502020204030204" pitchFamily="34" charset="0"/>
              </a:rPr>
              <a:t>Cờ vây </a:t>
            </a:r>
            <a:r>
              <a:rPr lang="vi-VN" sz="2400">
                <a:latin typeface="Calibri" panose="020F0502020204030204" pitchFamily="34" charset="0"/>
                <a:cs typeface="Calibri" panose="020F0502020204030204" pitchFamily="34" charset="0"/>
              </a:rPr>
              <a:t>bắt nguồn từ Trung Quốc hơn 3000 năm trước</a:t>
            </a:r>
          </a:p>
          <a:p>
            <a:pPr marL="0" indent="0" eaLnBrk="1" hangingPunct="1">
              <a:lnSpc>
                <a:spcPct val="200000"/>
              </a:lnSpc>
              <a:buNone/>
            </a:pPr>
            <a:r>
              <a:rPr lang="vi-VN"/>
              <a:t>Vì vậy,  AI sử dụng trò chơi để thiết kế và kiểm tra các thuật toán</a:t>
            </a:r>
            <a:endParaRPr lang="vi-VN" sz="2400">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26653D27-8557-9048-AA6D-369CCDB2BCB8}"/>
              </a:ext>
            </a:extLst>
          </p:cNvPr>
          <p:cNvSpPr>
            <a:spLocks noGrp="1"/>
          </p:cNvSpPr>
          <p:nvPr>
            <p:ph type="sldNum" sz="quarter" idx="12"/>
          </p:nvPr>
        </p:nvSpPr>
        <p:spPr/>
        <p:txBody>
          <a:bodyPr/>
          <a:lstStyle/>
          <a:p>
            <a:fld id="{DA8C51A7-BEEA-471D-933F-7E35BC04A30F}" type="slidenum">
              <a:rPr lang="en-US"/>
              <a:pPr/>
              <a:t>7</a:t>
            </a:fld>
            <a:endParaRPr lang="en-US"/>
          </a:p>
        </p:txBody>
      </p:sp>
      <mc:AlternateContent xmlns:mc="http://schemas.openxmlformats.org/markup-compatibility/2006">
        <mc:Choice xmlns:p14="http://schemas.microsoft.com/office/powerpoint/2010/main" Requires="p14">
          <p:contentPart p14:bwMode="auto" r:id="rId2">
            <p14:nvContentPartPr>
              <p14:cNvPr id="6" name="Ink 5">
                <a:extLst>
                  <a:ext uri="{FF2B5EF4-FFF2-40B4-BE49-F238E27FC236}">
                    <a16:creationId xmlns:a16="http://schemas.microsoft.com/office/drawing/2014/main" id="{0F495D09-EE3B-FE4C-A414-301E9C236AF5}"/>
                  </a:ext>
                </a:extLst>
              </p14:cNvPr>
              <p14:cNvContentPartPr/>
              <p14:nvPr/>
            </p14:nvContentPartPr>
            <p14:xfrm>
              <a:off x="257040" y="2187360"/>
              <a:ext cx="6258240" cy="2135520"/>
            </p14:xfrm>
          </p:contentPart>
        </mc:Choice>
        <mc:Fallback>
          <p:pic>
            <p:nvPicPr>
              <p:cNvPr id="6" name="Ink 5">
                <a:extLst>
                  <a:ext uri="{FF2B5EF4-FFF2-40B4-BE49-F238E27FC236}">
                    <a16:creationId xmlns:a16="http://schemas.microsoft.com/office/drawing/2014/main" id="{0F495D09-EE3B-FE4C-A414-301E9C236AF5}"/>
                  </a:ext>
                </a:extLst>
              </p:cNvPr>
              <p:cNvPicPr/>
              <p:nvPr/>
            </p:nvPicPr>
            <p:blipFill>
              <a:blip r:embed="rId3"/>
              <a:stretch>
                <a:fillRect/>
              </a:stretch>
            </p:blipFill>
            <p:spPr>
              <a:xfrm>
                <a:off x="240840" y="2171160"/>
                <a:ext cx="6290640" cy="2167920"/>
              </a:xfrm>
              <a:prstGeom prst="rect">
                <a:avLst/>
              </a:prstGeom>
            </p:spPr>
          </p:pic>
        </mc:Fallback>
      </mc:AlternateContent>
    </p:spTree>
    <p:extLst>
      <p:ext uri="{BB962C8B-B14F-4D97-AF65-F5344CB8AC3E}">
        <p14:creationId xmlns:p14="http://schemas.microsoft.com/office/powerpoint/2010/main" val="42328244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FE4F8-1C8B-E342-AA53-D34247DCF20C}"/>
              </a:ext>
            </a:extLst>
          </p:cNvPr>
          <p:cNvSpPr>
            <a:spLocks noGrp="1"/>
          </p:cNvSpPr>
          <p:nvPr>
            <p:ph type="title"/>
          </p:nvPr>
        </p:nvSpPr>
        <p:spPr>
          <a:xfrm>
            <a:off x="751013" y="188640"/>
            <a:ext cx="7770386" cy="1159981"/>
          </a:xfrm>
        </p:spPr>
        <p:txBody>
          <a:bodyPr/>
          <a:lstStyle/>
          <a:p>
            <a:r>
              <a:rPr lang="en-US"/>
              <a:t>Một số trò chơi truyền thống</a:t>
            </a:r>
          </a:p>
        </p:txBody>
      </p:sp>
      <p:sp>
        <p:nvSpPr>
          <p:cNvPr id="4" name="Slide Number Placeholder 3">
            <a:extLst>
              <a:ext uri="{FF2B5EF4-FFF2-40B4-BE49-F238E27FC236}">
                <a16:creationId xmlns:a16="http://schemas.microsoft.com/office/drawing/2014/main" id="{B252EF7F-7D7C-184D-A334-E9190582AA8C}"/>
              </a:ext>
            </a:extLst>
          </p:cNvPr>
          <p:cNvSpPr>
            <a:spLocks noGrp="1"/>
          </p:cNvSpPr>
          <p:nvPr>
            <p:ph type="sldNum" sz="quarter" idx="12"/>
          </p:nvPr>
        </p:nvSpPr>
        <p:spPr>
          <a:xfrm>
            <a:off x="7265988" y="6356350"/>
            <a:ext cx="2314575" cy="365125"/>
          </a:xfrm>
        </p:spPr>
        <p:txBody>
          <a:bodyPr/>
          <a:lstStyle/>
          <a:p>
            <a:fld id="{DA8C51A7-BEEA-471D-933F-7E35BC04A30F}" type="slidenum">
              <a:rPr lang="en-US"/>
              <a:pPr/>
              <a:t>8</a:t>
            </a:fld>
            <a:endParaRPr lang="en-US"/>
          </a:p>
        </p:txBody>
      </p:sp>
      <p:pic>
        <p:nvPicPr>
          <p:cNvPr id="15" name="Picture 5" descr="Chuck Puzzle">
            <a:extLst>
              <a:ext uri="{FF2B5EF4-FFF2-40B4-BE49-F238E27FC236}">
                <a16:creationId xmlns:a16="http://schemas.microsoft.com/office/drawing/2014/main" id="{21A91545-533A-C64B-9B08-D2EC9E8FC8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895" y="2292524"/>
            <a:ext cx="1863651" cy="2229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9" descr="Rubik's Cube">
            <a:extLst>
              <a:ext uri="{FF2B5EF4-FFF2-40B4-BE49-F238E27FC236}">
                <a16:creationId xmlns:a16="http://schemas.microsoft.com/office/drawing/2014/main" id="{748D9E4E-69E3-4D46-BA7B-6250D35775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3840" y="4915063"/>
            <a:ext cx="1212244" cy="1281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1" descr="Packing Puzzle">
            <a:extLst>
              <a:ext uri="{FF2B5EF4-FFF2-40B4-BE49-F238E27FC236}">
                <a16:creationId xmlns:a16="http://schemas.microsoft.com/office/drawing/2014/main" id="{012E1D2C-D2B2-114F-B5C3-09E86C0CF7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77984" y="4756795"/>
            <a:ext cx="1630259" cy="148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3" descr="970.025.02.69">
            <a:extLst>
              <a:ext uri="{FF2B5EF4-FFF2-40B4-BE49-F238E27FC236}">
                <a16:creationId xmlns:a16="http://schemas.microsoft.com/office/drawing/2014/main" id="{5A57B8A8-C9EE-A245-A7F8-649225318B3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21407" y="2432761"/>
            <a:ext cx="2381407" cy="2091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15" descr="981.136.02.37">
            <a:extLst>
              <a:ext uri="{FF2B5EF4-FFF2-40B4-BE49-F238E27FC236}">
                <a16:creationId xmlns:a16="http://schemas.microsoft.com/office/drawing/2014/main" id="{ADEBAEDB-586C-7247-A58D-D34722B43A2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76728" y="4858241"/>
            <a:ext cx="2508091" cy="1309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17" descr="tower">
            <a:extLst>
              <a:ext uri="{FF2B5EF4-FFF2-40B4-BE49-F238E27FC236}">
                <a16:creationId xmlns:a16="http://schemas.microsoft.com/office/drawing/2014/main" id="{92019011-136F-2342-AFA3-6E30C6E9391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69350" y="1198904"/>
            <a:ext cx="2452356" cy="923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20" descr="crossword-literally_answers">
            <a:extLst>
              <a:ext uri="{FF2B5EF4-FFF2-40B4-BE49-F238E27FC236}">
                <a16:creationId xmlns:a16="http://schemas.microsoft.com/office/drawing/2014/main" id="{16F4AADE-D5E4-B143-8468-2448FC0E890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51612" y="1196752"/>
            <a:ext cx="1672060" cy="1672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21" descr="Arianna,1">
            <a:extLst>
              <a:ext uri="{FF2B5EF4-FFF2-40B4-BE49-F238E27FC236}">
                <a16:creationId xmlns:a16="http://schemas.microsoft.com/office/drawing/2014/main" id="{69941416-6D3B-FE4C-8A28-0842A9D8190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51611" y="3216795"/>
            <a:ext cx="2155100" cy="1251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p14="http://schemas.microsoft.com/office/powerpoint/2010/main" Requires="p14">
          <p:contentPart p14:bwMode="auto" r:id="rId10">
            <p14:nvContentPartPr>
              <p14:cNvPr id="6" name="Ink 5">
                <a:extLst>
                  <a:ext uri="{FF2B5EF4-FFF2-40B4-BE49-F238E27FC236}">
                    <a16:creationId xmlns:a16="http://schemas.microsoft.com/office/drawing/2014/main" id="{75D83DE8-DA85-A243-8656-9572DDF1E979}"/>
                  </a:ext>
                </a:extLst>
              </p14:cNvPr>
              <p14:cNvContentPartPr/>
              <p14:nvPr/>
            </p14:nvContentPartPr>
            <p14:xfrm>
              <a:off x="1040400" y="1429560"/>
              <a:ext cx="8033760" cy="3871800"/>
            </p14:xfrm>
          </p:contentPart>
        </mc:Choice>
        <mc:Fallback>
          <p:pic>
            <p:nvPicPr>
              <p:cNvPr id="6" name="Ink 5">
                <a:extLst>
                  <a:ext uri="{FF2B5EF4-FFF2-40B4-BE49-F238E27FC236}">
                    <a16:creationId xmlns:a16="http://schemas.microsoft.com/office/drawing/2014/main" id="{75D83DE8-DA85-A243-8656-9572DDF1E979}"/>
                  </a:ext>
                </a:extLst>
              </p:cNvPr>
              <p:cNvPicPr/>
              <p:nvPr/>
            </p:nvPicPr>
            <p:blipFill>
              <a:blip r:embed="rId11"/>
              <a:stretch>
                <a:fillRect/>
              </a:stretch>
            </p:blipFill>
            <p:spPr>
              <a:xfrm>
                <a:off x="1024200" y="1413360"/>
                <a:ext cx="8059320" cy="3904200"/>
              </a:xfrm>
              <a:prstGeom prst="rect">
                <a:avLst/>
              </a:prstGeom>
            </p:spPr>
          </p:pic>
        </mc:Fallback>
      </mc:AlternateContent>
    </p:spTree>
    <p:extLst>
      <p:ext uri="{BB962C8B-B14F-4D97-AF65-F5344CB8AC3E}">
        <p14:creationId xmlns:p14="http://schemas.microsoft.com/office/powerpoint/2010/main" val="40823163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AA1D7-2D46-C648-A615-323778666A45}"/>
              </a:ext>
            </a:extLst>
          </p:cNvPr>
          <p:cNvSpPr>
            <a:spLocks noGrp="1"/>
          </p:cNvSpPr>
          <p:nvPr>
            <p:ph type="title"/>
          </p:nvPr>
        </p:nvSpPr>
        <p:spPr/>
        <p:txBody>
          <a:bodyPr/>
          <a:lstStyle/>
          <a:p>
            <a:r>
              <a:rPr lang="en-US"/>
              <a:t>Bài ô số tổng quát</a:t>
            </a:r>
          </a:p>
        </p:txBody>
      </p:sp>
      <p:sp>
        <p:nvSpPr>
          <p:cNvPr id="3" name="Content Placeholder 2">
            <a:extLst>
              <a:ext uri="{FF2B5EF4-FFF2-40B4-BE49-F238E27FC236}">
                <a16:creationId xmlns:a16="http://schemas.microsoft.com/office/drawing/2014/main" id="{EC082184-9CA7-EF47-A18F-F3B7A035FE23}"/>
              </a:ext>
            </a:extLst>
          </p:cNvPr>
          <p:cNvSpPr>
            <a:spLocks noGrp="1"/>
          </p:cNvSpPr>
          <p:nvPr>
            <p:ph idx="1"/>
          </p:nvPr>
        </p:nvSpPr>
        <p:spPr/>
        <p:txBody>
          <a:bodyPr/>
          <a:lstStyle/>
          <a:p>
            <a:pPr marL="0" indent="0" algn="ctr">
              <a:buNone/>
            </a:pPr>
            <a:r>
              <a:rPr lang="en-US" altLang="en-US" sz="4000"/>
              <a:t>(n</a:t>
            </a:r>
            <a:r>
              <a:rPr lang="en-US" altLang="en-US" sz="4000" baseline="30000"/>
              <a:t>2</a:t>
            </a:r>
            <a:r>
              <a:rPr lang="en-US" altLang="en-US" sz="4000"/>
              <a:t>-1) ô số</a:t>
            </a:r>
            <a:endParaRPr lang="en-US"/>
          </a:p>
        </p:txBody>
      </p:sp>
      <p:sp>
        <p:nvSpPr>
          <p:cNvPr id="4" name="Slide Number Placeholder 3">
            <a:extLst>
              <a:ext uri="{FF2B5EF4-FFF2-40B4-BE49-F238E27FC236}">
                <a16:creationId xmlns:a16="http://schemas.microsoft.com/office/drawing/2014/main" id="{8D02A93F-D1C8-E546-B333-7FB90C6AEFC0}"/>
              </a:ext>
            </a:extLst>
          </p:cNvPr>
          <p:cNvSpPr>
            <a:spLocks noGrp="1"/>
          </p:cNvSpPr>
          <p:nvPr>
            <p:ph type="sldNum" sz="quarter" idx="12"/>
          </p:nvPr>
        </p:nvSpPr>
        <p:spPr/>
        <p:txBody>
          <a:bodyPr/>
          <a:lstStyle/>
          <a:p>
            <a:fld id="{DA8C51A7-BEEA-471D-933F-7E35BC04A30F}" type="slidenum">
              <a:rPr lang="en-US"/>
              <a:pPr/>
              <a:t>9</a:t>
            </a:fld>
            <a:endParaRPr lang="en-US"/>
          </a:p>
        </p:txBody>
      </p:sp>
      <p:grpSp>
        <p:nvGrpSpPr>
          <p:cNvPr id="41" name="Group 6">
            <a:extLst>
              <a:ext uri="{FF2B5EF4-FFF2-40B4-BE49-F238E27FC236}">
                <a16:creationId xmlns:a16="http://schemas.microsoft.com/office/drawing/2014/main" id="{0EFF118D-355E-5044-80A3-BD2D09B0B342}"/>
              </a:ext>
            </a:extLst>
          </p:cNvPr>
          <p:cNvGrpSpPr>
            <a:grpSpLocks/>
          </p:cNvGrpSpPr>
          <p:nvPr/>
        </p:nvGrpSpPr>
        <p:grpSpPr bwMode="auto">
          <a:xfrm>
            <a:off x="1615108" y="2852936"/>
            <a:ext cx="1828800" cy="1828800"/>
            <a:chOff x="768" y="1152"/>
            <a:chExt cx="1152" cy="1152"/>
          </a:xfrm>
        </p:grpSpPr>
        <p:sp>
          <p:nvSpPr>
            <p:cNvPr id="42" name="Rectangle 7">
              <a:extLst>
                <a:ext uri="{FF2B5EF4-FFF2-40B4-BE49-F238E27FC236}">
                  <a16:creationId xmlns:a16="http://schemas.microsoft.com/office/drawing/2014/main" id="{945962F0-C8FD-8F42-A91B-99639323A0A4}"/>
                </a:ext>
              </a:extLst>
            </p:cNvPr>
            <p:cNvSpPr>
              <a:spLocks noChangeArrowheads="1"/>
            </p:cNvSpPr>
            <p:nvPr/>
          </p:nvSpPr>
          <p:spPr bwMode="auto">
            <a:xfrm>
              <a:off x="768" y="1152"/>
              <a:ext cx="1152" cy="115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3" name="Rectangle 8">
              <a:extLst>
                <a:ext uri="{FF2B5EF4-FFF2-40B4-BE49-F238E27FC236}">
                  <a16:creationId xmlns:a16="http://schemas.microsoft.com/office/drawing/2014/main" id="{6CCEAB69-65D4-8C42-9BC7-4116B4F9D79C}"/>
                </a:ext>
              </a:extLst>
            </p:cNvPr>
            <p:cNvSpPr>
              <a:spLocks noChangeArrowheads="1"/>
            </p:cNvSpPr>
            <p:nvPr/>
          </p:nvSpPr>
          <p:spPr bwMode="auto">
            <a:xfrm>
              <a:off x="768" y="1152"/>
              <a:ext cx="384" cy="384"/>
            </a:xfrm>
            <a:prstGeom prst="rect">
              <a:avLst/>
            </a:prstGeom>
            <a:solidFill>
              <a:srgbClr val="FFFF99"/>
            </a:solidFill>
            <a:ln w="19050">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4" name="Rectangle 9">
              <a:extLst>
                <a:ext uri="{FF2B5EF4-FFF2-40B4-BE49-F238E27FC236}">
                  <a16:creationId xmlns:a16="http://schemas.microsoft.com/office/drawing/2014/main" id="{E3E8C372-99EA-2843-957D-DE8A128D79B8}"/>
                </a:ext>
              </a:extLst>
            </p:cNvPr>
            <p:cNvSpPr>
              <a:spLocks noChangeArrowheads="1"/>
            </p:cNvSpPr>
            <p:nvPr/>
          </p:nvSpPr>
          <p:spPr bwMode="auto">
            <a:xfrm>
              <a:off x="768" y="1536"/>
              <a:ext cx="384" cy="384"/>
            </a:xfrm>
            <a:prstGeom prst="rect">
              <a:avLst/>
            </a:prstGeom>
            <a:solidFill>
              <a:srgbClr val="FFFF99"/>
            </a:solidFill>
            <a:ln w="19050">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5" name="Rectangle 10">
              <a:extLst>
                <a:ext uri="{FF2B5EF4-FFF2-40B4-BE49-F238E27FC236}">
                  <a16:creationId xmlns:a16="http://schemas.microsoft.com/office/drawing/2014/main" id="{A563A7EF-B83D-A44E-B35A-50EE169494B3}"/>
                </a:ext>
              </a:extLst>
            </p:cNvPr>
            <p:cNvSpPr>
              <a:spLocks noChangeArrowheads="1"/>
            </p:cNvSpPr>
            <p:nvPr/>
          </p:nvSpPr>
          <p:spPr bwMode="auto">
            <a:xfrm>
              <a:off x="768" y="1920"/>
              <a:ext cx="384" cy="384"/>
            </a:xfrm>
            <a:prstGeom prst="rect">
              <a:avLst/>
            </a:prstGeom>
            <a:solidFill>
              <a:srgbClr val="FFFF99"/>
            </a:solidFill>
            <a:ln w="19050">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6" name="Rectangle 11">
              <a:extLst>
                <a:ext uri="{FF2B5EF4-FFF2-40B4-BE49-F238E27FC236}">
                  <a16:creationId xmlns:a16="http://schemas.microsoft.com/office/drawing/2014/main" id="{5A2C7C17-7EC5-D444-B512-53680074E59F}"/>
                </a:ext>
              </a:extLst>
            </p:cNvPr>
            <p:cNvSpPr>
              <a:spLocks noChangeArrowheads="1"/>
            </p:cNvSpPr>
            <p:nvPr/>
          </p:nvSpPr>
          <p:spPr bwMode="auto">
            <a:xfrm>
              <a:off x="1152" y="1152"/>
              <a:ext cx="384" cy="384"/>
            </a:xfrm>
            <a:prstGeom prst="rect">
              <a:avLst/>
            </a:prstGeom>
            <a:solidFill>
              <a:srgbClr val="FFFF99"/>
            </a:solidFill>
            <a:ln w="19050">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7" name="Rectangle 12">
              <a:extLst>
                <a:ext uri="{FF2B5EF4-FFF2-40B4-BE49-F238E27FC236}">
                  <a16:creationId xmlns:a16="http://schemas.microsoft.com/office/drawing/2014/main" id="{FB2CBEEB-405C-2A41-9C10-CB0E7B4AC00A}"/>
                </a:ext>
              </a:extLst>
            </p:cNvPr>
            <p:cNvSpPr>
              <a:spLocks noChangeArrowheads="1"/>
            </p:cNvSpPr>
            <p:nvPr/>
          </p:nvSpPr>
          <p:spPr bwMode="auto">
            <a:xfrm>
              <a:off x="1152" y="1536"/>
              <a:ext cx="384" cy="384"/>
            </a:xfrm>
            <a:prstGeom prst="rect">
              <a:avLst/>
            </a:prstGeom>
            <a:solidFill>
              <a:srgbClr val="FFFF99"/>
            </a:solidFill>
            <a:ln w="19050">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8" name="Rectangle 13">
              <a:extLst>
                <a:ext uri="{FF2B5EF4-FFF2-40B4-BE49-F238E27FC236}">
                  <a16:creationId xmlns:a16="http://schemas.microsoft.com/office/drawing/2014/main" id="{2CD7744E-2214-6B48-B8F0-0BCB8F514EFE}"/>
                </a:ext>
              </a:extLst>
            </p:cNvPr>
            <p:cNvSpPr>
              <a:spLocks noChangeArrowheads="1"/>
            </p:cNvSpPr>
            <p:nvPr/>
          </p:nvSpPr>
          <p:spPr bwMode="auto">
            <a:xfrm>
              <a:off x="1536" y="1536"/>
              <a:ext cx="384" cy="384"/>
            </a:xfrm>
            <a:prstGeom prst="rect">
              <a:avLst/>
            </a:prstGeom>
            <a:solidFill>
              <a:srgbClr val="FFFF99"/>
            </a:solidFill>
            <a:ln w="19050">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9" name="Rectangle 14">
              <a:extLst>
                <a:ext uri="{FF2B5EF4-FFF2-40B4-BE49-F238E27FC236}">
                  <a16:creationId xmlns:a16="http://schemas.microsoft.com/office/drawing/2014/main" id="{F41FF189-9444-404D-B487-21DD21815207}"/>
                </a:ext>
              </a:extLst>
            </p:cNvPr>
            <p:cNvSpPr>
              <a:spLocks noChangeArrowheads="1"/>
            </p:cNvSpPr>
            <p:nvPr/>
          </p:nvSpPr>
          <p:spPr bwMode="auto">
            <a:xfrm>
              <a:off x="1152" y="1920"/>
              <a:ext cx="384" cy="384"/>
            </a:xfrm>
            <a:prstGeom prst="rect">
              <a:avLst/>
            </a:prstGeom>
            <a:solidFill>
              <a:srgbClr val="FFFF99"/>
            </a:solidFill>
            <a:ln w="19050">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0" name="Rectangle 15">
              <a:extLst>
                <a:ext uri="{FF2B5EF4-FFF2-40B4-BE49-F238E27FC236}">
                  <a16:creationId xmlns:a16="http://schemas.microsoft.com/office/drawing/2014/main" id="{0F36B8B2-E0C0-4B40-9797-44A928E9C260}"/>
                </a:ext>
              </a:extLst>
            </p:cNvPr>
            <p:cNvSpPr>
              <a:spLocks noChangeArrowheads="1"/>
            </p:cNvSpPr>
            <p:nvPr/>
          </p:nvSpPr>
          <p:spPr bwMode="auto">
            <a:xfrm>
              <a:off x="1536" y="1920"/>
              <a:ext cx="384" cy="384"/>
            </a:xfrm>
            <a:prstGeom prst="rect">
              <a:avLst/>
            </a:prstGeom>
            <a:solidFill>
              <a:srgbClr val="FFFF99"/>
            </a:solidFill>
            <a:ln w="19050">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 name="Text Box 16">
              <a:extLst>
                <a:ext uri="{FF2B5EF4-FFF2-40B4-BE49-F238E27FC236}">
                  <a16:creationId xmlns:a16="http://schemas.microsoft.com/office/drawing/2014/main" id="{3FEC1626-60DE-A642-98CD-D37E73A07F83}"/>
                </a:ext>
              </a:extLst>
            </p:cNvPr>
            <p:cNvSpPr txBox="1">
              <a:spLocks noChangeArrowheads="1"/>
            </p:cNvSpPr>
            <p:nvPr/>
          </p:nvSpPr>
          <p:spPr bwMode="auto">
            <a:xfrm>
              <a:off x="1248" y="1976"/>
              <a:ext cx="20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1</a:t>
              </a:r>
            </a:p>
          </p:txBody>
        </p:sp>
        <p:sp>
          <p:nvSpPr>
            <p:cNvPr id="52" name="Text Box 17">
              <a:extLst>
                <a:ext uri="{FF2B5EF4-FFF2-40B4-BE49-F238E27FC236}">
                  <a16:creationId xmlns:a16="http://schemas.microsoft.com/office/drawing/2014/main" id="{334A482F-1AF3-B64A-B92C-15153077695F}"/>
                </a:ext>
              </a:extLst>
            </p:cNvPr>
            <p:cNvSpPr txBox="1">
              <a:spLocks noChangeArrowheads="1"/>
            </p:cNvSpPr>
            <p:nvPr/>
          </p:nvSpPr>
          <p:spPr bwMode="auto">
            <a:xfrm>
              <a:off x="1248" y="1208"/>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2</a:t>
              </a:r>
            </a:p>
          </p:txBody>
        </p:sp>
        <p:sp>
          <p:nvSpPr>
            <p:cNvPr id="53" name="Text Box 18">
              <a:extLst>
                <a:ext uri="{FF2B5EF4-FFF2-40B4-BE49-F238E27FC236}">
                  <a16:creationId xmlns:a16="http://schemas.microsoft.com/office/drawing/2014/main" id="{2689DDF8-F182-DC4B-98A4-0BCCA272CDE9}"/>
                </a:ext>
              </a:extLst>
            </p:cNvPr>
            <p:cNvSpPr txBox="1">
              <a:spLocks noChangeArrowheads="1"/>
            </p:cNvSpPr>
            <p:nvPr/>
          </p:nvSpPr>
          <p:spPr bwMode="auto">
            <a:xfrm>
              <a:off x="864" y="1592"/>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3</a:t>
              </a:r>
            </a:p>
          </p:txBody>
        </p:sp>
        <p:sp>
          <p:nvSpPr>
            <p:cNvPr id="54" name="Text Box 19">
              <a:extLst>
                <a:ext uri="{FF2B5EF4-FFF2-40B4-BE49-F238E27FC236}">
                  <a16:creationId xmlns:a16="http://schemas.microsoft.com/office/drawing/2014/main" id="{167CB6B3-F891-1344-8AC5-F74460720C97}"/>
                </a:ext>
              </a:extLst>
            </p:cNvPr>
            <p:cNvSpPr txBox="1">
              <a:spLocks noChangeArrowheads="1"/>
            </p:cNvSpPr>
            <p:nvPr/>
          </p:nvSpPr>
          <p:spPr bwMode="auto">
            <a:xfrm>
              <a:off x="1248" y="1592"/>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4</a:t>
              </a:r>
            </a:p>
          </p:txBody>
        </p:sp>
        <p:sp>
          <p:nvSpPr>
            <p:cNvPr id="55" name="Text Box 20">
              <a:extLst>
                <a:ext uri="{FF2B5EF4-FFF2-40B4-BE49-F238E27FC236}">
                  <a16:creationId xmlns:a16="http://schemas.microsoft.com/office/drawing/2014/main" id="{125D2C4A-53F7-BB46-B086-96290AADBF56}"/>
                </a:ext>
              </a:extLst>
            </p:cNvPr>
            <p:cNvSpPr txBox="1">
              <a:spLocks noChangeArrowheads="1"/>
            </p:cNvSpPr>
            <p:nvPr/>
          </p:nvSpPr>
          <p:spPr bwMode="auto">
            <a:xfrm>
              <a:off x="864" y="1976"/>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5</a:t>
              </a:r>
            </a:p>
          </p:txBody>
        </p:sp>
        <p:sp>
          <p:nvSpPr>
            <p:cNvPr id="56" name="Text Box 21">
              <a:extLst>
                <a:ext uri="{FF2B5EF4-FFF2-40B4-BE49-F238E27FC236}">
                  <a16:creationId xmlns:a16="http://schemas.microsoft.com/office/drawing/2014/main" id="{2758EADC-B5F9-E841-BACC-C70C22370B87}"/>
                </a:ext>
              </a:extLst>
            </p:cNvPr>
            <p:cNvSpPr txBox="1">
              <a:spLocks noChangeArrowheads="1"/>
            </p:cNvSpPr>
            <p:nvPr/>
          </p:nvSpPr>
          <p:spPr bwMode="auto">
            <a:xfrm>
              <a:off x="1632" y="1976"/>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6</a:t>
              </a:r>
            </a:p>
          </p:txBody>
        </p:sp>
        <p:sp>
          <p:nvSpPr>
            <p:cNvPr id="57" name="Text Box 22">
              <a:extLst>
                <a:ext uri="{FF2B5EF4-FFF2-40B4-BE49-F238E27FC236}">
                  <a16:creationId xmlns:a16="http://schemas.microsoft.com/office/drawing/2014/main" id="{23BDA0C6-C6DE-7444-9359-38603CACF04E}"/>
                </a:ext>
              </a:extLst>
            </p:cNvPr>
            <p:cNvSpPr txBox="1">
              <a:spLocks noChangeArrowheads="1"/>
            </p:cNvSpPr>
            <p:nvPr/>
          </p:nvSpPr>
          <p:spPr bwMode="auto">
            <a:xfrm>
              <a:off x="1632" y="1592"/>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7</a:t>
              </a:r>
            </a:p>
          </p:txBody>
        </p:sp>
        <p:sp>
          <p:nvSpPr>
            <p:cNvPr id="58" name="Text Box 23">
              <a:extLst>
                <a:ext uri="{FF2B5EF4-FFF2-40B4-BE49-F238E27FC236}">
                  <a16:creationId xmlns:a16="http://schemas.microsoft.com/office/drawing/2014/main" id="{65306104-66B3-9F4B-AADF-9D9F72DE0E42}"/>
                </a:ext>
              </a:extLst>
            </p:cNvPr>
            <p:cNvSpPr txBox="1">
              <a:spLocks noChangeArrowheads="1"/>
            </p:cNvSpPr>
            <p:nvPr/>
          </p:nvSpPr>
          <p:spPr bwMode="auto">
            <a:xfrm>
              <a:off x="864" y="1208"/>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8</a:t>
              </a:r>
            </a:p>
          </p:txBody>
        </p:sp>
      </p:grpSp>
      <p:grpSp>
        <p:nvGrpSpPr>
          <p:cNvPr id="59" name="Group 45">
            <a:extLst>
              <a:ext uri="{FF2B5EF4-FFF2-40B4-BE49-F238E27FC236}">
                <a16:creationId xmlns:a16="http://schemas.microsoft.com/office/drawing/2014/main" id="{EAE5B89E-0F79-AE48-8D14-7E6E87FDF11D}"/>
              </a:ext>
            </a:extLst>
          </p:cNvPr>
          <p:cNvGrpSpPr>
            <a:grpSpLocks/>
          </p:cNvGrpSpPr>
          <p:nvPr/>
        </p:nvGrpSpPr>
        <p:grpSpPr bwMode="auto">
          <a:xfrm>
            <a:off x="4282108" y="2852936"/>
            <a:ext cx="2395538" cy="2438400"/>
            <a:chOff x="1440" y="1296"/>
            <a:chExt cx="1920" cy="1920"/>
          </a:xfrm>
        </p:grpSpPr>
        <p:sp>
          <p:nvSpPr>
            <p:cNvPr id="60" name="Rectangle 46">
              <a:extLst>
                <a:ext uri="{FF2B5EF4-FFF2-40B4-BE49-F238E27FC236}">
                  <a16:creationId xmlns:a16="http://schemas.microsoft.com/office/drawing/2014/main" id="{36F2F061-4BE0-CE48-BF1A-3461AA645C92}"/>
                </a:ext>
              </a:extLst>
            </p:cNvPr>
            <p:cNvSpPr>
              <a:spLocks noChangeArrowheads="1"/>
            </p:cNvSpPr>
            <p:nvPr/>
          </p:nvSpPr>
          <p:spPr bwMode="auto">
            <a:xfrm>
              <a:off x="1440" y="1296"/>
              <a:ext cx="1920" cy="192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1" name="Rectangle 47">
              <a:extLst>
                <a:ext uri="{FF2B5EF4-FFF2-40B4-BE49-F238E27FC236}">
                  <a16:creationId xmlns:a16="http://schemas.microsoft.com/office/drawing/2014/main" id="{A7FCD91D-51D8-3348-86C8-E4A0CFEA83BD}"/>
                </a:ext>
              </a:extLst>
            </p:cNvPr>
            <p:cNvSpPr>
              <a:spLocks noChangeArrowheads="1"/>
            </p:cNvSpPr>
            <p:nvPr/>
          </p:nvSpPr>
          <p:spPr bwMode="auto">
            <a:xfrm>
              <a:off x="2880" y="225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12</a:t>
              </a:r>
            </a:p>
          </p:txBody>
        </p:sp>
        <p:sp>
          <p:nvSpPr>
            <p:cNvPr id="62" name="Rectangle 48">
              <a:extLst>
                <a:ext uri="{FF2B5EF4-FFF2-40B4-BE49-F238E27FC236}">
                  <a16:creationId xmlns:a16="http://schemas.microsoft.com/office/drawing/2014/main" id="{8ABEDA0F-1B4A-9C4A-B3C6-DA45929E93A9}"/>
                </a:ext>
              </a:extLst>
            </p:cNvPr>
            <p:cNvSpPr>
              <a:spLocks noChangeArrowheads="1"/>
            </p:cNvSpPr>
            <p:nvPr/>
          </p:nvSpPr>
          <p:spPr bwMode="auto">
            <a:xfrm>
              <a:off x="2400" y="273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15</a:t>
              </a:r>
            </a:p>
          </p:txBody>
        </p:sp>
        <p:sp>
          <p:nvSpPr>
            <p:cNvPr id="63" name="Rectangle 49">
              <a:extLst>
                <a:ext uri="{FF2B5EF4-FFF2-40B4-BE49-F238E27FC236}">
                  <a16:creationId xmlns:a16="http://schemas.microsoft.com/office/drawing/2014/main" id="{EA1757A0-5320-5F44-8097-5904D8E70A33}"/>
                </a:ext>
              </a:extLst>
            </p:cNvPr>
            <p:cNvSpPr>
              <a:spLocks noChangeArrowheads="1"/>
            </p:cNvSpPr>
            <p:nvPr/>
          </p:nvSpPr>
          <p:spPr bwMode="auto">
            <a:xfrm>
              <a:off x="2400" y="225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11</a:t>
              </a:r>
            </a:p>
          </p:txBody>
        </p:sp>
        <p:sp>
          <p:nvSpPr>
            <p:cNvPr id="64" name="Rectangle 50">
              <a:extLst>
                <a:ext uri="{FF2B5EF4-FFF2-40B4-BE49-F238E27FC236}">
                  <a16:creationId xmlns:a16="http://schemas.microsoft.com/office/drawing/2014/main" id="{078C069A-C93A-5140-946A-3D32CC4E90A5}"/>
                </a:ext>
              </a:extLst>
            </p:cNvPr>
            <p:cNvSpPr>
              <a:spLocks noChangeArrowheads="1"/>
            </p:cNvSpPr>
            <p:nvPr/>
          </p:nvSpPr>
          <p:spPr bwMode="auto">
            <a:xfrm>
              <a:off x="1920" y="273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14</a:t>
              </a:r>
            </a:p>
          </p:txBody>
        </p:sp>
        <p:sp>
          <p:nvSpPr>
            <p:cNvPr id="65" name="Rectangle 51">
              <a:extLst>
                <a:ext uri="{FF2B5EF4-FFF2-40B4-BE49-F238E27FC236}">
                  <a16:creationId xmlns:a16="http://schemas.microsoft.com/office/drawing/2014/main" id="{30AE4CF4-26F5-7743-AE46-4D982A1149DF}"/>
                </a:ext>
              </a:extLst>
            </p:cNvPr>
            <p:cNvSpPr>
              <a:spLocks noChangeArrowheads="1"/>
            </p:cNvSpPr>
            <p:nvPr/>
          </p:nvSpPr>
          <p:spPr bwMode="auto">
            <a:xfrm>
              <a:off x="1920" y="225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10</a:t>
              </a:r>
            </a:p>
          </p:txBody>
        </p:sp>
        <p:sp>
          <p:nvSpPr>
            <p:cNvPr id="66" name="Rectangle 52">
              <a:extLst>
                <a:ext uri="{FF2B5EF4-FFF2-40B4-BE49-F238E27FC236}">
                  <a16:creationId xmlns:a16="http://schemas.microsoft.com/office/drawing/2014/main" id="{47632CC4-CF95-1542-8771-5CC0393E5574}"/>
                </a:ext>
              </a:extLst>
            </p:cNvPr>
            <p:cNvSpPr>
              <a:spLocks noChangeArrowheads="1"/>
            </p:cNvSpPr>
            <p:nvPr/>
          </p:nvSpPr>
          <p:spPr bwMode="auto">
            <a:xfrm>
              <a:off x="1440" y="273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13</a:t>
              </a:r>
            </a:p>
          </p:txBody>
        </p:sp>
        <p:sp>
          <p:nvSpPr>
            <p:cNvPr id="67" name="Rectangle 53">
              <a:extLst>
                <a:ext uri="{FF2B5EF4-FFF2-40B4-BE49-F238E27FC236}">
                  <a16:creationId xmlns:a16="http://schemas.microsoft.com/office/drawing/2014/main" id="{2DE88132-EEAD-7348-B38B-11603AE5E965}"/>
                </a:ext>
              </a:extLst>
            </p:cNvPr>
            <p:cNvSpPr>
              <a:spLocks noChangeArrowheads="1"/>
            </p:cNvSpPr>
            <p:nvPr/>
          </p:nvSpPr>
          <p:spPr bwMode="auto">
            <a:xfrm>
              <a:off x="1440" y="225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9</a:t>
              </a:r>
            </a:p>
          </p:txBody>
        </p:sp>
        <p:sp>
          <p:nvSpPr>
            <p:cNvPr id="68" name="Rectangle 54">
              <a:extLst>
                <a:ext uri="{FF2B5EF4-FFF2-40B4-BE49-F238E27FC236}">
                  <a16:creationId xmlns:a16="http://schemas.microsoft.com/office/drawing/2014/main" id="{3A180703-D5E2-CE4A-838D-1CB64F31F0C6}"/>
                </a:ext>
              </a:extLst>
            </p:cNvPr>
            <p:cNvSpPr>
              <a:spLocks noChangeArrowheads="1"/>
            </p:cNvSpPr>
            <p:nvPr/>
          </p:nvSpPr>
          <p:spPr bwMode="auto">
            <a:xfrm>
              <a:off x="1440" y="177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5</a:t>
              </a:r>
            </a:p>
          </p:txBody>
        </p:sp>
        <p:sp>
          <p:nvSpPr>
            <p:cNvPr id="69" name="Rectangle 55">
              <a:extLst>
                <a:ext uri="{FF2B5EF4-FFF2-40B4-BE49-F238E27FC236}">
                  <a16:creationId xmlns:a16="http://schemas.microsoft.com/office/drawing/2014/main" id="{57825A55-11CD-B149-97EF-AB9F7CF3F051}"/>
                </a:ext>
              </a:extLst>
            </p:cNvPr>
            <p:cNvSpPr>
              <a:spLocks noChangeArrowheads="1"/>
            </p:cNvSpPr>
            <p:nvPr/>
          </p:nvSpPr>
          <p:spPr bwMode="auto">
            <a:xfrm>
              <a:off x="1920" y="177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6</a:t>
              </a:r>
            </a:p>
          </p:txBody>
        </p:sp>
        <p:sp>
          <p:nvSpPr>
            <p:cNvPr id="70" name="Rectangle 56">
              <a:extLst>
                <a:ext uri="{FF2B5EF4-FFF2-40B4-BE49-F238E27FC236}">
                  <a16:creationId xmlns:a16="http://schemas.microsoft.com/office/drawing/2014/main" id="{47FEBE9B-2E00-A743-8A2B-08348A10D786}"/>
                </a:ext>
              </a:extLst>
            </p:cNvPr>
            <p:cNvSpPr>
              <a:spLocks noChangeArrowheads="1"/>
            </p:cNvSpPr>
            <p:nvPr/>
          </p:nvSpPr>
          <p:spPr bwMode="auto">
            <a:xfrm>
              <a:off x="2400" y="177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7</a:t>
              </a:r>
            </a:p>
          </p:txBody>
        </p:sp>
        <p:sp>
          <p:nvSpPr>
            <p:cNvPr id="71" name="Rectangle 57">
              <a:extLst>
                <a:ext uri="{FF2B5EF4-FFF2-40B4-BE49-F238E27FC236}">
                  <a16:creationId xmlns:a16="http://schemas.microsoft.com/office/drawing/2014/main" id="{03689DA1-308C-B84F-98EA-EF68E09C0CC7}"/>
                </a:ext>
              </a:extLst>
            </p:cNvPr>
            <p:cNvSpPr>
              <a:spLocks noChangeArrowheads="1"/>
            </p:cNvSpPr>
            <p:nvPr/>
          </p:nvSpPr>
          <p:spPr bwMode="auto">
            <a:xfrm>
              <a:off x="2880" y="177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8</a:t>
              </a:r>
            </a:p>
          </p:txBody>
        </p:sp>
        <p:sp>
          <p:nvSpPr>
            <p:cNvPr id="72" name="Rectangle 58">
              <a:extLst>
                <a:ext uri="{FF2B5EF4-FFF2-40B4-BE49-F238E27FC236}">
                  <a16:creationId xmlns:a16="http://schemas.microsoft.com/office/drawing/2014/main" id="{281E20F4-7348-8347-918A-6632942584DC}"/>
                </a:ext>
              </a:extLst>
            </p:cNvPr>
            <p:cNvSpPr>
              <a:spLocks noChangeArrowheads="1"/>
            </p:cNvSpPr>
            <p:nvPr/>
          </p:nvSpPr>
          <p:spPr bwMode="auto">
            <a:xfrm>
              <a:off x="2880" y="129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4</a:t>
              </a:r>
            </a:p>
          </p:txBody>
        </p:sp>
        <p:sp>
          <p:nvSpPr>
            <p:cNvPr id="73" name="Rectangle 59">
              <a:extLst>
                <a:ext uri="{FF2B5EF4-FFF2-40B4-BE49-F238E27FC236}">
                  <a16:creationId xmlns:a16="http://schemas.microsoft.com/office/drawing/2014/main" id="{B6CA190B-0076-8444-8C92-3548F1F0AD07}"/>
                </a:ext>
              </a:extLst>
            </p:cNvPr>
            <p:cNvSpPr>
              <a:spLocks noChangeArrowheads="1"/>
            </p:cNvSpPr>
            <p:nvPr/>
          </p:nvSpPr>
          <p:spPr bwMode="auto">
            <a:xfrm>
              <a:off x="2400" y="129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3</a:t>
              </a:r>
            </a:p>
          </p:txBody>
        </p:sp>
        <p:sp>
          <p:nvSpPr>
            <p:cNvPr id="74" name="Rectangle 60">
              <a:extLst>
                <a:ext uri="{FF2B5EF4-FFF2-40B4-BE49-F238E27FC236}">
                  <a16:creationId xmlns:a16="http://schemas.microsoft.com/office/drawing/2014/main" id="{926181FD-803E-6A40-8CF0-29D960E5EFBE}"/>
                </a:ext>
              </a:extLst>
            </p:cNvPr>
            <p:cNvSpPr>
              <a:spLocks noChangeArrowheads="1"/>
            </p:cNvSpPr>
            <p:nvPr/>
          </p:nvSpPr>
          <p:spPr bwMode="auto">
            <a:xfrm>
              <a:off x="1920" y="129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2</a:t>
              </a:r>
            </a:p>
          </p:txBody>
        </p:sp>
        <p:sp>
          <p:nvSpPr>
            <p:cNvPr id="75" name="Rectangle 61">
              <a:extLst>
                <a:ext uri="{FF2B5EF4-FFF2-40B4-BE49-F238E27FC236}">
                  <a16:creationId xmlns:a16="http://schemas.microsoft.com/office/drawing/2014/main" id="{92F4FD33-7930-074B-B20D-39A89803338D}"/>
                </a:ext>
              </a:extLst>
            </p:cNvPr>
            <p:cNvSpPr>
              <a:spLocks noChangeArrowheads="1"/>
            </p:cNvSpPr>
            <p:nvPr/>
          </p:nvSpPr>
          <p:spPr bwMode="auto">
            <a:xfrm>
              <a:off x="1440" y="129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1</a:t>
              </a:r>
            </a:p>
          </p:txBody>
        </p:sp>
      </p:grpSp>
      <p:sp>
        <p:nvSpPr>
          <p:cNvPr id="76" name="Text Box 64">
            <a:extLst>
              <a:ext uri="{FF2B5EF4-FFF2-40B4-BE49-F238E27FC236}">
                <a16:creationId xmlns:a16="http://schemas.microsoft.com/office/drawing/2014/main" id="{5AF4742E-7A12-A947-9DF6-71DD3BD2F55F}"/>
              </a:ext>
            </a:extLst>
          </p:cNvPr>
          <p:cNvSpPr txBox="1">
            <a:spLocks noChangeArrowheads="1"/>
          </p:cNvSpPr>
          <p:nvPr/>
        </p:nvSpPr>
        <p:spPr bwMode="auto">
          <a:xfrm>
            <a:off x="7085633" y="2786261"/>
            <a:ext cx="1428750" cy="143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8800"/>
              <a:t>....</a:t>
            </a:r>
          </a:p>
        </p:txBody>
      </p:sp>
    </p:spTree>
    <p:extLst>
      <p:ext uri="{BB962C8B-B14F-4D97-AF65-F5344CB8AC3E}">
        <p14:creationId xmlns:p14="http://schemas.microsoft.com/office/powerpoint/2010/main" val="1582914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CDEC0-6B2B-A742-BDA4-4C0AD33E1C97}"/>
              </a:ext>
            </a:extLst>
          </p:cNvPr>
          <p:cNvSpPr>
            <a:spLocks noGrp="1"/>
          </p:cNvSpPr>
          <p:nvPr>
            <p:ph type="title"/>
          </p:nvPr>
        </p:nvSpPr>
        <p:spPr/>
        <p:txBody>
          <a:bodyPr/>
          <a:lstStyle/>
          <a:p>
            <a:r>
              <a:rPr lang="en-US"/>
              <a:t>Bài toán số 15 ô</a:t>
            </a:r>
          </a:p>
        </p:txBody>
      </p:sp>
      <p:sp>
        <p:nvSpPr>
          <p:cNvPr id="3" name="Content Placeholder 2">
            <a:extLst>
              <a:ext uri="{FF2B5EF4-FFF2-40B4-BE49-F238E27FC236}">
                <a16:creationId xmlns:a16="http://schemas.microsoft.com/office/drawing/2014/main" id="{D767126D-0037-0741-AFC2-9DFCA4A12BFE}"/>
              </a:ext>
            </a:extLst>
          </p:cNvPr>
          <p:cNvSpPr>
            <a:spLocks noGrp="1"/>
          </p:cNvSpPr>
          <p:nvPr>
            <p:ph idx="1"/>
          </p:nvPr>
        </p:nvSpPr>
        <p:spPr>
          <a:xfrm>
            <a:off x="751012" y="1030611"/>
            <a:ext cx="9433048" cy="1151118"/>
          </a:xfrm>
        </p:spPr>
        <p:txBody>
          <a:bodyPr/>
          <a:lstStyle/>
          <a:p>
            <a:pPr>
              <a:lnSpc>
                <a:spcPct val="150000"/>
              </a:lnSpc>
              <a:buFont typeface="Wingdings" pitchFamily="2" charset="2"/>
              <a:buChar char="§"/>
            </a:pPr>
            <a:r>
              <a:rPr lang="vi-VN"/>
              <a:t>Được giới thiệu (?) Vào năm 1878 bởi Sam Loyd, người tự nhận mình là “Chuyên gia giải đố vĩ đại nhất nước Mỹ”</a:t>
            </a:r>
            <a:endParaRPr lang="en-US"/>
          </a:p>
        </p:txBody>
      </p:sp>
      <p:sp>
        <p:nvSpPr>
          <p:cNvPr id="4" name="Slide Number Placeholder 3">
            <a:extLst>
              <a:ext uri="{FF2B5EF4-FFF2-40B4-BE49-F238E27FC236}">
                <a16:creationId xmlns:a16="http://schemas.microsoft.com/office/drawing/2014/main" id="{B4A58EF1-8710-764D-B659-22A8ACE9B84F}"/>
              </a:ext>
            </a:extLst>
          </p:cNvPr>
          <p:cNvSpPr>
            <a:spLocks noGrp="1"/>
          </p:cNvSpPr>
          <p:nvPr>
            <p:ph type="sldNum" sz="quarter" idx="12"/>
          </p:nvPr>
        </p:nvSpPr>
        <p:spPr/>
        <p:txBody>
          <a:bodyPr/>
          <a:lstStyle/>
          <a:p>
            <a:fld id="{DA8C51A7-BEEA-471D-933F-7E35BC04A30F}" type="slidenum">
              <a:rPr lang="en-US"/>
              <a:pPr/>
              <a:t>10</a:t>
            </a:fld>
            <a:endParaRPr lang="en-US"/>
          </a:p>
        </p:txBody>
      </p:sp>
      <p:pic>
        <p:nvPicPr>
          <p:cNvPr id="6" name="Picture 22" descr="loydpaper">
            <a:extLst>
              <a:ext uri="{FF2B5EF4-FFF2-40B4-BE49-F238E27FC236}">
                <a16:creationId xmlns:a16="http://schemas.microsoft.com/office/drawing/2014/main" id="{C20B973C-293D-DE42-85D8-60B1D27239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9794" y="2043128"/>
            <a:ext cx="3652838" cy="4180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descr="Loyd">
            <a:extLst>
              <a:ext uri="{FF2B5EF4-FFF2-40B4-BE49-F238E27FC236}">
                <a16:creationId xmlns:a16="http://schemas.microsoft.com/office/drawing/2014/main" id="{2A35D224-E049-5647-A552-A360C025A67E}"/>
              </a:ext>
            </a:extLst>
          </p:cNvPr>
          <p:cNvPicPr>
            <a:picLocks noChangeAspect="1" noChangeArrowheads="1"/>
          </p:cNvPicPr>
          <p:nvPr/>
        </p:nvPicPr>
        <p:blipFill>
          <a:blip r:embed="rId3">
            <a:lum bright="12000"/>
            <a:extLst>
              <a:ext uri="{28A0092B-C50C-407E-A947-70E740481C1C}">
                <a14:useLocalDpi xmlns:a14="http://schemas.microsoft.com/office/drawing/2010/main" val="0"/>
              </a:ext>
            </a:extLst>
          </a:blip>
          <a:srcRect/>
          <a:stretch>
            <a:fillRect/>
          </a:stretch>
        </p:blipFill>
        <p:spPr bwMode="auto">
          <a:xfrm>
            <a:off x="1662218" y="2228524"/>
            <a:ext cx="3119438"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24">
            <a:extLst>
              <a:ext uri="{FF2B5EF4-FFF2-40B4-BE49-F238E27FC236}">
                <a16:creationId xmlns:a16="http://schemas.microsoft.com/office/drawing/2014/main" id="{57D98E6E-2B27-1341-921A-6014DE5A61E7}"/>
              </a:ext>
            </a:extLst>
          </p:cNvPr>
          <p:cNvSpPr>
            <a:spLocks noChangeArrowheads="1"/>
          </p:cNvSpPr>
          <p:nvPr/>
        </p:nvSpPr>
        <p:spPr bwMode="auto">
          <a:xfrm>
            <a:off x="6452284" y="4725144"/>
            <a:ext cx="1220257" cy="204826"/>
          </a:xfrm>
          <a:prstGeom prst="rect">
            <a:avLst/>
          </a:prstGeom>
          <a:gradFill rotWithShape="1">
            <a:gsLst>
              <a:gs pos="0">
                <a:srgbClr val="FF9900">
                  <a:alpha val="53998"/>
                </a:srgbClr>
              </a:gs>
              <a:gs pos="100000">
                <a:srgbClr val="FF9900">
                  <a:alpha val="5300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9" name="Line 25">
            <a:extLst>
              <a:ext uri="{FF2B5EF4-FFF2-40B4-BE49-F238E27FC236}">
                <a16:creationId xmlns:a16="http://schemas.microsoft.com/office/drawing/2014/main" id="{7CB74112-B63A-584C-B449-9F59F5C7FB33}"/>
              </a:ext>
            </a:extLst>
          </p:cNvPr>
          <p:cNvSpPr>
            <a:spLocks noChangeShapeType="1"/>
          </p:cNvSpPr>
          <p:nvPr/>
        </p:nvSpPr>
        <p:spPr bwMode="auto">
          <a:xfrm flipV="1">
            <a:off x="6308725" y="5162601"/>
            <a:ext cx="287119" cy="341377"/>
          </a:xfrm>
          <a:prstGeom prst="line">
            <a:avLst/>
          </a:prstGeom>
          <a:noFill/>
          <a:ln w="9525">
            <a:solidFill>
              <a:srgbClr val="CC33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 name="Rectangle 26">
            <a:extLst>
              <a:ext uri="{FF2B5EF4-FFF2-40B4-BE49-F238E27FC236}">
                <a16:creationId xmlns:a16="http://schemas.microsoft.com/office/drawing/2014/main" id="{99672819-B232-B54C-8060-35800EA345D6}"/>
              </a:ext>
            </a:extLst>
          </p:cNvPr>
          <p:cNvSpPr>
            <a:spLocks noChangeArrowheads="1"/>
          </p:cNvSpPr>
          <p:nvPr/>
        </p:nvSpPr>
        <p:spPr bwMode="auto">
          <a:xfrm>
            <a:off x="6003925" y="2043128"/>
            <a:ext cx="3678707" cy="41807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Tree>
    <p:extLst>
      <p:ext uri="{BB962C8B-B14F-4D97-AF65-F5344CB8AC3E}">
        <p14:creationId xmlns:p14="http://schemas.microsoft.com/office/powerpoint/2010/main" val="21557844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9D360-65F2-254A-B9BB-3B91965F565B}"/>
              </a:ext>
            </a:extLst>
          </p:cNvPr>
          <p:cNvSpPr>
            <a:spLocks noGrp="1"/>
          </p:cNvSpPr>
          <p:nvPr>
            <p:ph type="title"/>
          </p:nvPr>
        </p:nvSpPr>
        <p:spPr/>
        <p:txBody>
          <a:bodyPr/>
          <a:lstStyle/>
          <a:p>
            <a:r>
              <a:rPr lang="en-US"/>
              <a:t>15-Puzzle</a:t>
            </a:r>
          </a:p>
        </p:txBody>
      </p:sp>
      <p:sp>
        <p:nvSpPr>
          <p:cNvPr id="4" name="Slide Number Placeholder 3">
            <a:extLst>
              <a:ext uri="{FF2B5EF4-FFF2-40B4-BE49-F238E27FC236}">
                <a16:creationId xmlns:a16="http://schemas.microsoft.com/office/drawing/2014/main" id="{40774FC3-1A41-E446-9A67-2023AA837650}"/>
              </a:ext>
            </a:extLst>
          </p:cNvPr>
          <p:cNvSpPr>
            <a:spLocks noGrp="1"/>
          </p:cNvSpPr>
          <p:nvPr>
            <p:ph type="sldNum" sz="quarter" idx="12"/>
          </p:nvPr>
        </p:nvSpPr>
        <p:spPr/>
        <p:txBody>
          <a:bodyPr/>
          <a:lstStyle/>
          <a:p>
            <a:fld id="{DA8C51A7-BEEA-471D-933F-7E35BC04A30F}" type="slidenum">
              <a:rPr lang="en-US"/>
              <a:pPr/>
              <a:t>11</a:t>
            </a:fld>
            <a:endParaRPr lang="en-US"/>
          </a:p>
        </p:txBody>
      </p:sp>
      <p:sp>
        <p:nvSpPr>
          <p:cNvPr id="7" name="Rectangle 20">
            <a:extLst>
              <a:ext uri="{FF2B5EF4-FFF2-40B4-BE49-F238E27FC236}">
                <a16:creationId xmlns:a16="http://schemas.microsoft.com/office/drawing/2014/main" id="{6A486691-47C9-6D45-8546-C4932A0ED636}"/>
              </a:ext>
            </a:extLst>
          </p:cNvPr>
          <p:cNvSpPr txBox="1">
            <a:spLocks noChangeArrowheads="1"/>
          </p:cNvSpPr>
          <p:nvPr/>
        </p:nvSpPr>
        <p:spPr bwMode="auto">
          <a:xfrm>
            <a:off x="470832" y="1719262"/>
            <a:ext cx="84582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192088" indent="-192088" algn="l" defTabSz="771525" rtl="0" eaLnBrk="0" fontAlgn="base" hangingPunct="0">
              <a:lnSpc>
                <a:spcPct val="90000"/>
              </a:lnSpc>
              <a:spcBef>
                <a:spcPts val="850"/>
              </a:spcBef>
              <a:spcAft>
                <a:spcPct val="0"/>
              </a:spcAft>
              <a:buFont typeface="Arial" pitchFamily="34" charset="0"/>
              <a:buChar char="•"/>
              <a:defRPr sz="2300" kern="1200">
                <a:solidFill>
                  <a:schemeClr val="tx1"/>
                </a:solidFill>
                <a:latin typeface="+mn-lt"/>
                <a:ea typeface="+mn-ea"/>
                <a:cs typeface="+mn-cs"/>
              </a:defRPr>
            </a:lvl1pPr>
            <a:lvl2pPr marL="577850" indent="-192088" algn="l" defTabSz="771525" rtl="0" eaLnBrk="0" fontAlgn="base" hangingPunct="0">
              <a:lnSpc>
                <a:spcPct val="90000"/>
              </a:lnSpc>
              <a:spcBef>
                <a:spcPts val="425"/>
              </a:spcBef>
              <a:spcAft>
                <a:spcPct val="0"/>
              </a:spcAft>
              <a:buFont typeface="Arial" pitchFamily="34" charset="0"/>
              <a:buChar char="•"/>
              <a:defRPr sz="2000" kern="1200">
                <a:solidFill>
                  <a:schemeClr val="tx1"/>
                </a:solidFill>
                <a:latin typeface="+mn-lt"/>
                <a:ea typeface="+mn-ea"/>
                <a:cs typeface="+mn-cs"/>
              </a:defRPr>
            </a:lvl2pPr>
            <a:lvl3pPr marL="963613" indent="-192088" algn="l" defTabSz="771525" rtl="0" eaLnBrk="0" fontAlgn="base" hangingPunct="0">
              <a:lnSpc>
                <a:spcPct val="90000"/>
              </a:lnSpc>
              <a:spcBef>
                <a:spcPts val="425"/>
              </a:spcBef>
              <a:spcAft>
                <a:spcPct val="0"/>
              </a:spcAft>
              <a:buFont typeface="Arial" pitchFamily="34" charset="0"/>
              <a:buChar char="•"/>
              <a:defRPr sz="1600" kern="1200">
                <a:solidFill>
                  <a:schemeClr val="tx1"/>
                </a:solidFill>
                <a:latin typeface="+mn-lt"/>
                <a:ea typeface="+mn-ea"/>
                <a:cs typeface="+mn-cs"/>
              </a:defRPr>
            </a:lvl3pPr>
            <a:lvl4pPr marL="1349375" indent="-192088" algn="l" defTabSz="771525" rtl="0" eaLnBrk="0" fontAlgn="base" hangingPunct="0">
              <a:lnSpc>
                <a:spcPct val="90000"/>
              </a:lnSpc>
              <a:spcBef>
                <a:spcPts val="425"/>
              </a:spcBef>
              <a:spcAft>
                <a:spcPct val="0"/>
              </a:spcAft>
              <a:buFont typeface="Arial" pitchFamily="34" charset="0"/>
              <a:buChar char="•"/>
              <a:defRPr sz="1500" kern="1200">
                <a:solidFill>
                  <a:schemeClr val="tx1"/>
                </a:solidFill>
                <a:latin typeface="+mn-lt"/>
                <a:ea typeface="+mn-ea"/>
                <a:cs typeface="+mn-cs"/>
              </a:defRPr>
            </a:lvl4pPr>
            <a:lvl5pPr marL="1735138" indent="-192088" algn="l" defTabSz="771525" rtl="0" eaLnBrk="0" fontAlgn="base" hangingPunct="0">
              <a:lnSpc>
                <a:spcPct val="90000"/>
              </a:lnSpc>
              <a:spcBef>
                <a:spcPts val="425"/>
              </a:spcBef>
              <a:spcAft>
                <a:spcPct val="0"/>
              </a:spcAft>
              <a:buFont typeface="Arial" pitchFamily="34" charset="0"/>
              <a:buChar char="•"/>
              <a:defRPr sz="1500" kern="1200">
                <a:solidFill>
                  <a:schemeClr val="tx1"/>
                </a:solidFill>
                <a:latin typeface="+mn-lt"/>
                <a:ea typeface="+mn-ea"/>
                <a:cs typeface="+mn-cs"/>
              </a:defRPr>
            </a:lvl5pPr>
            <a:lvl6pPr marL="2121819"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6pPr>
            <a:lvl7pPr marL="2507605"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7pPr>
            <a:lvl8pPr marL="2893390"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8pPr>
            <a:lvl9pPr marL="3279176"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9pPr>
          </a:lstStyle>
          <a:p>
            <a:pPr eaLnBrk="1" hangingPunct="1">
              <a:buClr>
                <a:srgbClr val="0000FF"/>
              </a:buClr>
              <a:buFont typeface="Wingdings" pitchFamily="2" charset="2"/>
              <a:buNone/>
            </a:pPr>
            <a:r>
              <a:rPr lang="en-US" altLang="en-US" sz="2800">
                <a:latin typeface="Calibri" panose="020F0502020204030204" pitchFamily="34" charset="0"/>
                <a:cs typeface="Calibri" panose="020F0502020204030204" pitchFamily="34" charset="0"/>
              </a:rPr>
              <a:t>	Sam Loyd treo thưởng </a:t>
            </a:r>
            <a:r>
              <a:rPr lang="en-US" altLang="en-US" sz="2800">
                <a:solidFill>
                  <a:srgbClr val="CC0066"/>
                </a:solidFill>
                <a:latin typeface="Calibri" panose="020F0502020204030204" pitchFamily="34" charset="0"/>
                <a:cs typeface="Calibri" panose="020F0502020204030204" pitchFamily="34" charset="0"/>
              </a:rPr>
              <a:t>$1,000</a:t>
            </a:r>
            <a:r>
              <a:rPr lang="en-US" altLang="en-US" sz="2800">
                <a:latin typeface="Calibri" panose="020F0502020204030204" pitchFamily="34" charset="0"/>
                <a:cs typeface="Calibri" panose="020F0502020204030204" pitchFamily="34" charset="0"/>
              </a:rPr>
              <a:t> từ tiền túi của mình cho người đầu tiên giải được trò chơi 15 ô số</a:t>
            </a:r>
            <a:endParaRPr lang="en-US" altLang="en-US" sz="2800">
              <a:solidFill>
                <a:srgbClr val="CC0066"/>
              </a:solidFill>
              <a:latin typeface="Calibri" panose="020F0502020204030204" pitchFamily="34" charset="0"/>
              <a:cs typeface="Calibri" panose="020F0502020204030204" pitchFamily="34" charset="0"/>
            </a:endParaRPr>
          </a:p>
        </p:txBody>
      </p:sp>
      <p:grpSp>
        <p:nvGrpSpPr>
          <p:cNvPr id="8" name="Group 23">
            <a:extLst>
              <a:ext uri="{FF2B5EF4-FFF2-40B4-BE49-F238E27FC236}">
                <a16:creationId xmlns:a16="http://schemas.microsoft.com/office/drawing/2014/main" id="{76412FFE-EE0A-C74E-A881-7F49EFA3DBC0}"/>
              </a:ext>
            </a:extLst>
          </p:cNvPr>
          <p:cNvGrpSpPr>
            <a:grpSpLocks/>
          </p:cNvGrpSpPr>
          <p:nvPr/>
        </p:nvGrpSpPr>
        <p:grpSpPr bwMode="auto">
          <a:xfrm>
            <a:off x="5741988" y="2892594"/>
            <a:ext cx="3048000" cy="3048000"/>
            <a:chOff x="1440" y="1296"/>
            <a:chExt cx="1920" cy="1920"/>
          </a:xfrm>
        </p:grpSpPr>
        <p:sp>
          <p:nvSpPr>
            <p:cNvPr id="9" name="Rectangle 24">
              <a:extLst>
                <a:ext uri="{FF2B5EF4-FFF2-40B4-BE49-F238E27FC236}">
                  <a16:creationId xmlns:a16="http://schemas.microsoft.com/office/drawing/2014/main" id="{C720AFB7-412B-D048-96F5-426FC3991C72}"/>
                </a:ext>
              </a:extLst>
            </p:cNvPr>
            <p:cNvSpPr>
              <a:spLocks noChangeArrowheads="1"/>
            </p:cNvSpPr>
            <p:nvPr/>
          </p:nvSpPr>
          <p:spPr bwMode="auto">
            <a:xfrm>
              <a:off x="1440" y="1296"/>
              <a:ext cx="1920" cy="192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 name="Rectangle 25">
              <a:extLst>
                <a:ext uri="{FF2B5EF4-FFF2-40B4-BE49-F238E27FC236}">
                  <a16:creationId xmlns:a16="http://schemas.microsoft.com/office/drawing/2014/main" id="{B023AAE2-963B-FB4D-9E1F-30B0B15AC714}"/>
                </a:ext>
              </a:extLst>
            </p:cNvPr>
            <p:cNvSpPr>
              <a:spLocks noChangeArrowheads="1"/>
            </p:cNvSpPr>
            <p:nvPr/>
          </p:nvSpPr>
          <p:spPr bwMode="auto">
            <a:xfrm>
              <a:off x="2880" y="225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latin typeface="Comic Sans MS" panose="030F0902030302020204" pitchFamily="66" charset="0"/>
                </a:rPr>
                <a:t>12</a:t>
              </a:r>
            </a:p>
          </p:txBody>
        </p:sp>
        <p:sp>
          <p:nvSpPr>
            <p:cNvPr id="11" name="Rectangle 26">
              <a:extLst>
                <a:ext uri="{FF2B5EF4-FFF2-40B4-BE49-F238E27FC236}">
                  <a16:creationId xmlns:a16="http://schemas.microsoft.com/office/drawing/2014/main" id="{6CFD8DE1-9712-684D-BBF4-50C26CB137CA}"/>
                </a:ext>
              </a:extLst>
            </p:cNvPr>
            <p:cNvSpPr>
              <a:spLocks noChangeArrowheads="1"/>
            </p:cNvSpPr>
            <p:nvPr/>
          </p:nvSpPr>
          <p:spPr bwMode="auto">
            <a:xfrm>
              <a:off x="2400" y="273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solidFill>
                    <a:srgbClr val="990033"/>
                  </a:solidFill>
                  <a:latin typeface="Comic Sans MS" panose="030F0902030302020204" pitchFamily="66" charset="0"/>
                </a:rPr>
                <a:t>14</a:t>
              </a:r>
            </a:p>
          </p:txBody>
        </p:sp>
        <p:sp>
          <p:nvSpPr>
            <p:cNvPr id="12" name="Rectangle 27">
              <a:extLst>
                <a:ext uri="{FF2B5EF4-FFF2-40B4-BE49-F238E27FC236}">
                  <a16:creationId xmlns:a16="http://schemas.microsoft.com/office/drawing/2014/main" id="{CB7AD13F-7DA0-7E49-AA2E-264A4D4CC625}"/>
                </a:ext>
              </a:extLst>
            </p:cNvPr>
            <p:cNvSpPr>
              <a:spLocks noChangeArrowheads="1"/>
            </p:cNvSpPr>
            <p:nvPr/>
          </p:nvSpPr>
          <p:spPr bwMode="auto">
            <a:xfrm>
              <a:off x="2400" y="225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latin typeface="Comic Sans MS" panose="030F0902030302020204" pitchFamily="66" charset="0"/>
                </a:rPr>
                <a:t>11</a:t>
              </a:r>
            </a:p>
          </p:txBody>
        </p:sp>
        <p:sp>
          <p:nvSpPr>
            <p:cNvPr id="13" name="Rectangle 28">
              <a:extLst>
                <a:ext uri="{FF2B5EF4-FFF2-40B4-BE49-F238E27FC236}">
                  <a16:creationId xmlns:a16="http://schemas.microsoft.com/office/drawing/2014/main" id="{CE9C7076-9947-6E4A-8A4F-4DF8787ADAAD}"/>
                </a:ext>
              </a:extLst>
            </p:cNvPr>
            <p:cNvSpPr>
              <a:spLocks noChangeArrowheads="1"/>
            </p:cNvSpPr>
            <p:nvPr/>
          </p:nvSpPr>
          <p:spPr bwMode="auto">
            <a:xfrm>
              <a:off x="1920" y="273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solidFill>
                    <a:srgbClr val="990033"/>
                  </a:solidFill>
                  <a:latin typeface="Comic Sans MS" panose="030F0902030302020204" pitchFamily="66" charset="0"/>
                </a:rPr>
                <a:t>15</a:t>
              </a:r>
            </a:p>
          </p:txBody>
        </p:sp>
        <p:sp>
          <p:nvSpPr>
            <p:cNvPr id="14" name="Rectangle 29">
              <a:extLst>
                <a:ext uri="{FF2B5EF4-FFF2-40B4-BE49-F238E27FC236}">
                  <a16:creationId xmlns:a16="http://schemas.microsoft.com/office/drawing/2014/main" id="{71FF82A5-1170-A045-B039-D8D7AA542E29}"/>
                </a:ext>
              </a:extLst>
            </p:cNvPr>
            <p:cNvSpPr>
              <a:spLocks noChangeArrowheads="1"/>
            </p:cNvSpPr>
            <p:nvPr/>
          </p:nvSpPr>
          <p:spPr bwMode="auto">
            <a:xfrm>
              <a:off x="1920" y="225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latin typeface="Comic Sans MS" panose="030F0902030302020204" pitchFamily="66" charset="0"/>
                </a:rPr>
                <a:t>10</a:t>
              </a:r>
            </a:p>
          </p:txBody>
        </p:sp>
        <p:sp>
          <p:nvSpPr>
            <p:cNvPr id="15" name="Rectangle 30">
              <a:extLst>
                <a:ext uri="{FF2B5EF4-FFF2-40B4-BE49-F238E27FC236}">
                  <a16:creationId xmlns:a16="http://schemas.microsoft.com/office/drawing/2014/main" id="{A5889C30-38F8-5947-BE70-B3507FEC1A29}"/>
                </a:ext>
              </a:extLst>
            </p:cNvPr>
            <p:cNvSpPr>
              <a:spLocks noChangeArrowheads="1"/>
            </p:cNvSpPr>
            <p:nvPr/>
          </p:nvSpPr>
          <p:spPr bwMode="auto">
            <a:xfrm>
              <a:off x="1440" y="273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latin typeface="Comic Sans MS" panose="030F0902030302020204" pitchFamily="66" charset="0"/>
                </a:rPr>
                <a:t>13</a:t>
              </a:r>
            </a:p>
          </p:txBody>
        </p:sp>
        <p:sp>
          <p:nvSpPr>
            <p:cNvPr id="16" name="Rectangle 31">
              <a:extLst>
                <a:ext uri="{FF2B5EF4-FFF2-40B4-BE49-F238E27FC236}">
                  <a16:creationId xmlns:a16="http://schemas.microsoft.com/office/drawing/2014/main" id="{9CCDF588-51CB-F145-BB70-8E9EEA427FA4}"/>
                </a:ext>
              </a:extLst>
            </p:cNvPr>
            <p:cNvSpPr>
              <a:spLocks noChangeArrowheads="1"/>
            </p:cNvSpPr>
            <p:nvPr/>
          </p:nvSpPr>
          <p:spPr bwMode="auto">
            <a:xfrm>
              <a:off x="1440" y="225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latin typeface="Comic Sans MS" panose="030F0902030302020204" pitchFamily="66" charset="0"/>
                </a:rPr>
                <a:t>9</a:t>
              </a:r>
            </a:p>
          </p:txBody>
        </p:sp>
        <p:sp>
          <p:nvSpPr>
            <p:cNvPr id="17" name="Rectangle 32">
              <a:extLst>
                <a:ext uri="{FF2B5EF4-FFF2-40B4-BE49-F238E27FC236}">
                  <a16:creationId xmlns:a16="http://schemas.microsoft.com/office/drawing/2014/main" id="{00DD4E3F-D714-4F4C-A13A-9719C697BC88}"/>
                </a:ext>
              </a:extLst>
            </p:cNvPr>
            <p:cNvSpPr>
              <a:spLocks noChangeArrowheads="1"/>
            </p:cNvSpPr>
            <p:nvPr/>
          </p:nvSpPr>
          <p:spPr bwMode="auto">
            <a:xfrm>
              <a:off x="1440" y="177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latin typeface="Comic Sans MS" panose="030F0902030302020204" pitchFamily="66" charset="0"/>
                </a:rPr>
                <a:t>5</a:t>
              </a:r>
            </a:p>
          </p:txBody>
        </p:sp>
        <p:sp>
          <p:nvSpPr>
            <p:cNvPr id="18" name="Rectangle 33">
              <a:extLst>
                <a:ext uri="{FF2B5EF4-FFF2-40B4-BE49-F238E27FC236}">
                  <a16:creationId xmlns:a16="http://schemas.microsoft.com/office/drawing/2014/main" id="{4A2D9FBE-9BEB-254D-B9A5-DF57C1EFA35C}"/>
                </a:ext>
              </a:extLst>
            </p:cNvPr>
            <p:cNvSpPr>
              <a:spLocks noChangeArrowheads="1"/>
            </p:cNvSpPr>
            <p:nvPr/>
          </p:nvSpPr>
          <p:spPr bwMode="auto">
            <a:xfrm>
              <a:off x="1920" y="177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latin typeface="Comic Sans MS" panose="030F0902030302020204" pitchFamily="66" charset="0"/>
                </a:rPr>
                <a:t>6</a:t>
              </a:r>
            </a:p>
          </p:txBody>
        </p:sp>
        <p:sp>
          <p:nvSpPr>
            <p:cNvPr id="19" name="Rectangle 34">
              <a:extLst>
                <a:ext uri="{FF2B5EF4-FFF2-40B4-BE49-F238E27FC236}">
                  <a16:creationId xmlns:a16="http://schemas.microsoft.com/office/drawing/2014/main" id="{C8D2570A-7869-384E-9D65-88CCAC1E7D47}"/>
                </a:ext>
              </a:extLst>
            </p:cNvPr>
            <p:cNvSpPr>
              <a:spLocks noChangeArrowheads="1"/>
            </p:cNvSpPr>
            <p:nvPr/>
          </p:nvSpPr>
          <p:spPr bwMode="auto">
            <a:xfrm>
              <a:off x="2400" y="177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latin typeface="Comic Sans MS" panose="030F0902030302020204" pitchFamily="66" charset="0"/>
                </a:rPr>
                <a:t>7</a:t>
              </a:r>
            </a:p>
          </p:txBody>
        </p:sp>
        <p:sp>
          <p:nvSpPr>
            <p:cNvPr id="20" name="Rectangle 35">
              <a:extLst>
                <a:ext uri="{FF2B5EF4-FFF2-40B4-BE49-F238E27FC236}">
                  <a16:creationId xmlns:a16="http://schemas.microsoft.com/office/drawing/2014/main" id="{3D099DD5-4055-D04F-AD9B-A0064D19BE4D}"/>
                </a:ext>
              </a:extLst>
            </p:cNvPr>
            <p:cNvSpPr>
              <a:spLocks noChangeArrowheads="1"/>
            </p:cNvSpPr>
            <p:nvPr/>
          </p:nvSpPr>
          <p:spPr bwMode="auto">
            <a:xfrm>
              <a:off x="2880" y="177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latin typeface="Comic Sans MS" panose="030F0902030302020204" pitchFamily="66" charset="0"/>
                </a:rPr>
                <a:t>8</a:t>
              </a:r>
            </a:p>
          </p:txBody>
        </p:sp>
        <p:sp>
          <p:nvSpPr>
            <p:cNvPr id="21" name="Rectangle 36">
              <a:extLst>
                <a:ext uri="{FF2B5EF4-FFF2-40B4-BE49-F238E27FC236}">
                  <a16:creationId xmlns:a16="http://schemas.microsoft.com/office/drawing/2014/main" id="{9B3C1144-B9A1-DA41-A280-15675BD6F1C7}"/>
                </a:ext>
              </a:extLst>
            </p:cNvPr>
            <p:cNvSpPr>
              <a:spLocks noChangeArrowheads="1"/>
            </p:cNvSpPr>
            <p:nvPr/>
          </p:nvSpPr>
          <p:spPr bwMode="auto">
            <a:xfrm>
              <a:off x="2880" y="129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latin typeface="Comic Sans MS" panose="030F0902030302020204" pitchFamily="66" charset="0"/>
                </a:rPr>
                <a:t>4</a:t>
              </a:r>
            </a:p>
          </p:txBody>
        </p:sp>
        <p:sp>
          <p:nvSpPr>
            <p:cNvPr id="22" name="Rectangle 37">
              <a:extLst>
                <a:ext uri="{FF2B5EF4-FFF2-40B4-BE49-F238E27FC236}">
                  <a16:creationId xmlns:a16="http://schemas.microsoft.com/office/drawing/2014/main" id="{D6A71DF3-F164-7041-A356-0A1BD065925D}"/>
                </a:ext>
              </a:extLst>
            </p:cNvPr>
            <p:cNvSpPr>
              <a:spLocks noChangeArrowheads="1"/>
            </p:cNvSpPr>
            <p:nvPr/>
          </p:nvSpPr>
          <p:spPr bwMode="auto">
            <a:xfrm>
              <a:off x="2400" y="129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latin typeface="Comic Sans MS" panose="030F0902030302020204" pitchFamily="66" charset="0"/>
                </a:rPr>
                <a:t>3</a:t>
              </a:r>
            </a:p>
          </p:txBody>
        </p:sp>
        <p:sp>
          <p:nvSpPr>
            <p:cNvPr id="23" name="Rectangle 38">
              <a:extLst>
                <a:ext uri="{FF2B5EF4-FFF2-40B4-BE49-F238E27FC236}">
                  <a16:creationId xmlns:a16="http://schemas.microsoft.com/office/drawing/2014/main" id="{DB38EB6A-EADD-CE4A-8881-364498BB72E9}"/>
                </a:ext>
              </a:extLst>
            </p:cNvPr>
            <p:cNvSpPr>
              <a:spLocks noChangeArrowheads="1"/>
            </p:cNvSpPr>
            <p:nvPr/>
          </p:nvSpPr>
          <p:spPr bwMode="auto">
            <a:xfrm>
              <a:off x="1920" y="129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latin typeface="Comic Sans MS" panose="030F0902030302020204" pitchFamily="66" charset="0"/>
                </a:rPr>
                <a:t>2</a:t>
              </a:r>
            </a:p>
          </p:txBody>
        </p:sp>
        <p:sp>
          <p:nvSpPr>
            <p:cNvPr id="24" name="Rectangle 39">
              <a:extLst>
                <a:ext uri="{FF2B5EF4-FFF2-40B4-BE49-F238E27FC236}">
                  <a16:creationId xmlns:a16="http://schemas.microsoft.com/office/drawing/2014/main" id="{A43A7BC2-0972-A042-9363-D93CF4A42B99}"/>
                </a:ext>
              </a:extLst>
            </p:cNvPr>
            <p:cNvSpPr>
              <a:spLocks noChangeArrowheads="1"/>
            </p:cNvSpPr>
            <p:nvPr/>
          </p:nvSpPr>
          <p:spPr bwMode="auto">
            <a:xfrm>
              <a:off x="1440" y="129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latin typeface="Comic Sans MS" panose="030F0902030302020204" pitchFamily="66" charset="0"/>
                </a:rPr>
                <a:t>1</a:t>
              </a:r>
            </a:p>
          </p:txBody>
        </p:sp>
      </p:grpSp>
      <p:grpSp>
        <p:nvGrpSpPr>
          <p:cNvPr id="25" name="Group 40">
            <a:extLst>
              <a:ext uri="{FF2B5EF4-FFF2-40B4-BE49-F238E27FC236}">
                <a16:creationId xmlns:a16="http://schemas.microsoft.com/office/drawing/2014/main" id="{06447B6A-8704-1B42-BB63-444EEB6A12AF}"/>
              </a:ext>
            </a:extLst>
          </p:cNvPr>
          <p:cNvGrpSpPr>
            <a:grpSpLocks/>
          </p:cNvGrpSpPr>
          <p:nvPr/>
        </p:nvGrpSpPr>
        <p:grpSpPr bwMode="auto">
          <a:xfrm>
            <a:off x="1246188" y="2892594"/>
            <a:ext cx="4191000" cy="3048000"/>
            <a:chOff x="432" y="2112"/>
            <a:chExt cx="2640" cy="1920"/>
          </a:xfrm>
        </p:grpSpPr>
        <p:grpSp>
          <p:nvGrpSpPr>
            <p:cNvPr id="26" name="Group 41">
              <a:extLst>
                <a:ext uri="{FF2B5EF4-FFF2-40B4-BE49-F238E27FC236}">
                  <a16:creationId xmlns:a16="http://schemas.microsoft.com/office/drawing/2014/main" id="{5C10331B-A0BC-FB47-AD8D-BC7C2C90B6AD}"/>
                </a:ext>
              </a:extLst>
            </p:cNvPr>
            <p:cNvGrpSpPr>
              <a:grpSpLocks/>
            </p:cNvGrpSpPr>
            <p:nvPr/>
          </p:nvGrpSpPr>
          <p:grpSpPr bwMode="auto">
            <a:xfrm>
              <a:off x="432" y="2112"/>
              <a:ext cx="1920" cy="1920"/>
              <a:chOff x="1440" y="1296"/>
              <a:chExt cx="1920" cy="1920"/>
            </a:xfrm>
          </p:grpSpPr>
          <p:sp>
            <p:nvSpPr>
              <p:cNvPr id="29" name="Rectangle 42">
                <a:extLst>
                  <a:ext uri="{FF2B5EF4-FFF2-40B4-BE49-F238E27FC236}">
                    <a16:creationId xmlns:a16="http://schemas.microsoft.com/office/drawing/2014/main" id="{FECCA1CC-A7E4-2140-8349-1D3F54A6C1AD}"/>
                  </a:ext>
                </a:extLst>
              </p:cNvPr>
              <p:cNvSpPr>
                <a:spLocks noChangeArrowheads="1"/>
              </p:cNvSpPr>
              <p:nvPr/>
            </p:nvSpPr>
            <p:spPr bwMode="auto">
              <a:xfrm>
                <a:off x="1440" y="1296"/>
                <a:ext cx="1920" cy="192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 name="Rectangle 43">
                <a:extLst>
                  <a:ext uri="{FF2B5EF4-FFF2-40B4-BE49-F238E27FC236}">
                    <a16:creationId xmlns:a16="http://schemas.microsoft.com/office/drawing/2014/main" id="{7A131327-E081-9C48-B2B4-7EED4A9DD48F}"/>
                  </a:ext>
                </a:extLst>
              </p:cNvPr>
              <p:cNvSpPr>
                <a:spLocks noChangeArrowheads="1"/>
              </p:cNvSpPr>
              <p:nvPr/>
            </p:nvSpPr>
            <p:spPr bwMode="auto">
              <a:xfrm>
                <a:off x="2880" y="225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latin typeface="Comic Sans MS" panose="030F0902030302020204" pitchFamily="66" charset="0"/>
                  </a:rPr>
                  <a:t>12</a:t>
                </a:r>
              </a:p>
            </p:txBody>
          </p:sp>
          <p:sp>
            <p:nvSpPr>
              <p:cNvPr id="31" name="Rectangle 44">
                <a:extLst>
                  <a:ext uri="{FF2B5EF4-FFF2-40B4-BE49-F238E27FC236}">
                    <a16:creationId xmlns:a16="http://schemas.microsoft.com/office/drawing/2014/main" id="{FC796D40-4A73-4546-851D-8F4FD38735F9}"/>
                  </a:ext>
                </a:extLst>
              </p:cNvPr>
              <p:cNvSpPr>
                <a:spLocks noChangeArrowheads="1"/>
              </p:cNvSpPr>
              <p:nvPr/>
            </p:nvSpPr>
            <p:spPr bwMode="auto">
              <a:xfrm>
                <a:off x="2400" y="273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solidFill>
                      <a:srgbClr val="990033"/>
                    </a:solidFill>
                    <a:latin typeface="Comic Sans MS" panose="030F0902030302020204" pitchFamily="66" charset="0"/>
                  </a:rPr>
                  <a:t>15</a:t>
                </a:r>
              </a:p>
            </p:txBody>
          </p:sp>
          <p:sp>
            <p:nvSpPr>
              <p:cNvPr id="32" name="Rectangle 45">
                <a:extLst>
                  <a:ext uri="{FF2B5EF4-FFF2-40B4-BE49-F238E27FC236}">
                    <a16:creationId xmlns:a16="http://schemas.microsoft.com/office/drawing/2014/main" id="{F332F009-3431-2046-8DB3-5674E0ECAD7F}"/>
                  </a:ext>
                </a:extLst>
              </p:cNvPr>
              <p:cNvSpPr>
                <a:spLocks noChangeArrowheads="1"/>
              </p:cNvSpPr>
              <p:nvPr/>
            </p:nvSpPr>
            <p:spPr bwMode="auto">
              <a:xfrm>
                <a:off x="2400" y="225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latin typeface="Comic Sans MS" panose="030F0902030302020204" pitchFamily="66" charset="0"/>
                  </a:rPr>
                  <a:t>11</a:t>
                </a:r>
              </a:p>
            </p:txBody>
          </p:sp>
          <p:sp>
            <p:nvSpPr>
              <p:cNvPr id="33" name="Rectangle 46">
                <a:extLst>
                  <a:ext uri="{FF2B5EF4-FFF2-40B4-BE49-F238E27FC236}">
                    <a16:creationId xmlns:a16="http://schemas.microsoft.com/office/drawing/2014/main" id="{9809B6F9-294E-7F44-8FA1-BCBDB1114B6B}"/>
                  </a:ext>
                </a:extLst>
              </p:cNvPr>
              <p:cNvSpPr>
                <a:spLocks noChangeArrowheads="1"/>
              </p:cNvSpPr>
              <p:nvPr/>
            </p:nvSpPr>
            <p:spPr bwMode="auto">
              <a:xfrm>
                <a:off x="1920" y="273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solidFill>
                      <a:srgbClr val="990033"/>
                    </a:solidFill>
                    <a:latin typeface="Comic Sans MS" panose="030F0902030302020204" pitchFamily="66" charset="0"/>
                  </a:rPr>
                  <a:t>14</a:t>
                </a:r>
              </a:p>
            </p:txBody>
          </p:sp>
          <p:sp>
            <p:nvSpPr>
              <p:cNvPr id="34" name="Rectangle 47">
                <a:extLst>
                  <a:ext uri="{FF2B5EF4-FFF2-40B4-BE49-F238E27FC236}">
                    <a16:creationId xmlns:a16="http://schemas.microsoft.com/office/drawing/2014/main" id="{E9024EB0-B10C-B648-AE6F-B6E9045E2B11}"/>
                  </a:ext>
                </a:extLst>
              </p:cNvPr>
              <p:cNvSpPr>
                <a:spLocks noChangeArrowheads="1"/>
              </p:cNvSpPr>
              <p:nvPr/>
            </p:nvSpPr>
            <p:spPr bwMode="auto">
              <a:xfrm>
                <a:off x="1920" y="225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latin typeface="Comic Sans MS" panose="030F0902030302020204" pitchFamily="66" charset="0"/>
                  </a:rPr>
                  <a:t>10</a:t>
                </a:r>
              </a:p>
            </p:txBody>
          </p:sp>
          <p:sp>
            <p:nvSpPr>
              <p:cNvPr id="35" name="Rectangle 48">
                <a:extLst>
                  <a:ext uri="{FF2B5EF4-FFF2-40B4-BE49-F238E27FC236}">
                    <a16:creationId xmlns:a16="http://schemas.microsoft.com/office/drawing/2014/main" id="{F1A80DAE-4D11-744E-A8A2-F70BF4546CB4}"/>
                  </a:ext>
                </a:extLst>
              </p:cNvPr>
              <p:cNvSpPr>
                <a:spLocks noChangeArrowheads="1"/>
              </p:cNvSpPr>
              <p:nvPr/>
            </p:nvSpPr>
            <p:spPr bwMode="auto">
              <a:xfrm>
                <a:off x="1440" y="273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latin typeface="Comic Sans MS" panose="030F0902030302020204" pitchFamily="66" charset="0"/>
                  </a:rPr>
                  <a:t>13</a:t>
                </a:r>
              </a:p>
            </p:txBody>
          </p:sp>
          <p:sp>
            <p:nvSpPr>
              <p:cNvPr id="36" name="Rectangle 49">
                <a:extLst>
                  <a:ext uri="{FF2B5EF4-FFF2-40B4-BE49-F238E27FC236}">
                    <a16:creationId xmlns:a16="http://schemas.microsoft.com/office/drawing/2014/main" id="{D2DA8D63-1DDC-AA45-9973-7F748F42BFD8}"/>
                  </a:ext>
                </a:extLst>
              </p:cNvPr>
              <p:cNvSpPr>
                <a:spLocks noChangeArrowheads="1"/>
              </p:cNvSpPr>
              <p:nvPr/>
            </p:nvSpPr>
            <p:spPr bwMode="auto">
              <a:xfrm>
                <a:off x="1440" y="225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latin typeface="Comic Sans MS" panose="030F0902030302020204" pitchFamily="66" charset="0"/>
                  </a:rPr>
                  <a:t>9</a:t>
                </a:r>
              </a:p>
            </p:txBody>
          </p:sp>
          <p:sp>
            <p:nvSpPr>
              <p:cNvPr id="37" name="Rectangle 50">
                <a:extLst>
                  <a:ext uri="{FF2B5EF4-FFF2-40B4-BE49-F238E27FC236}">
                    <a16:creationId xmlns:a16="http://schemas.microsoft.com/office/drawing/2014/main" id="{5504065C-806B-5E48-9421-A5CE7230FAA1}"/>
                  </a:ext>
                </a:extLst>
              </p:cNvPr>
              <p:cNvSpPr>
                <a:spLocks noChangeArrowheads="1"/>
              </p:cNvSpPr>
              <p:nvPr/>
            </p:nvSpPr>
            <p:spPr bwMode="auto">
              <a:xfrm>
                <a:off x="1440" y="177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latin typeface="Comic Sans MS" panose="030F0902030302020204" pitchFamily="66" charset="0"/>
                  </a:rPr>
                  <a:t>5</a:t>
                </a:r>
              </a:p>
            </p:txBody>
          </p:sp>
          <p:sp>
            <p:nvSpPr>
              <p:cNvPr id="38" name="Rectangle 51">
                <a:extLst>
                  <a:ext uri="{FF2B5EF4-FFF2-40B4-BE49-F238E27FC236}">
                    <a16:creationId xmlns:a16="http://schemas.microsoft.com/office/drawing/2014/main" id="{CE4DC0F0-3354-5D43-BAC5-870ECC997E03}"/>
                  </a:ext>
                </a:extLst>
              </p:cNvPr>
              <p:cNvSpPr>
                <a:spLocks noChangeArrowheads="1"/>
              </p:cNvSpPr>
              <p:nvPr/>
            </p:nvSpPr>
            <p:spPr bwMode="auto">
              <a:xfrm>
                <a:off x="1920" y="177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latin typeface="Comic Sans MS" panose="030F0902030302020204" pitchFamily="66" charset="0"/>
                  </a:rPr>
                  <a:t>6</a:t>
                </a:r>
              </a:p>
            </p:txBody>
          </p:sp>
          <p:sp>
            <p:nvSpPr>
              <p:cNvPr id="39" name="Rectangle 52">
                <a:extLst>
                  <a:ext uri="{FF2B5EF4-FFF2-40B4-BE49-F238E27FC236}">
                    <a16:creationId xmlns:a16="http://schemas.microsoft.com/office/drawing/2014/main" id="{A2B3D2B9-3A18-FD4F-B3C9-4C47221040D3}"/>
                  </a:ext>
                </a:extLst>
              </p:cNvPr>
              <p:cNvSpPr>
                <a:spLocks noChangeArrowheads="1"/>
              </p:cNvSpPr>
              <p:nvPr/>
            </p:nvSpPr>
            <p:spPr bwMode="auto">
              <a:xfrm>
                <a:off x="2400" y="177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latin typeface="Comic Sans MS" panose="030F0902030302020204" pitchFamily="66" charset="0"/>
                  </a:rPr>
                  <a:t>7</a:t>
                </a:r>
              </a:p>
            </p:txBody>
          </p:sp>
          <p:sp>
            <p:nvSpPr>
              <p:cNvPr id="40" name="Rectangle 53">
                <a:extLst>
                  <a:ext uri="{FF2B5EF4-FFF2-40B4-BE49-F238E27FC236}">
                    <a16:creationId xmlns:a16="http://schemas.microsoft.com/office/drawing/2014/main" id="{01E9CA83-C4F3-244A-88C1-4E365F74E690}"/>
                  </a:ext>
                </a:extLst>
              </p:cNvPr>
              <p:cNvSpPr>
                <a:spLocks noChangeArrowheads="1"/>
              </p:cNvSpPr>
              <p:nvPr/>
            </p:nvSpPr>
            <p:spPr bwMode="auto">
              <a:xfrm>
                <a:off x="2880" y="177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latin typeface="Comic Sans MS" panose="030F0902030302020204" pitchFamily="66" charset="0"/>
                  </a:rPr>
                  <a:t>8</a:t>
                </a:r>
              </a:p>
            </p:txBody>
          </p:sp>
          <p:sp>
            <p:nvSpPr>
              <p:cNvPr id="41" name="Rectangle 54">
                <a:extLst>
                  <a:ext uri="{FF2B5EF4-FFF2-40B4-BE49-F238E27FC236}">
                    <a16:creationId xmlns:a16="http://schemas.microsoft.com/office/drawing/2014/main" id="{FF11A81E-F7FF-844F-A5B4-EC9A0AF43058}"/>
                  </a:ext>
                </a:extLst>
              </p:cNvPr>
              <p:cNvSpPr>
                <a:spLocks noChangeArrowheads="1"/>
              </p:cNvSpPr>
              <p:nvPr/>
            </p:nvSpPr>
            <p:spPr bwMode="auto">
              <a:xfrm>
                <a:off x="2880" y="129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latin typeface="Comic Sans MS" panose="030F0902030302020204" pitchFamily="66" charset="0"/>
                  </a:rPr>
                  <a:t>4</a:t>
                </a:r>
              </a:p>
            </p:txBody>
          </p:sp>
          <p:sp>
            <p:nvSpPr>
              <p:cNvPr id="42" name="Rectangle 55">
                <a:extLst>
                  <a:ext uri="{FF2B5EF4-FFF2-40B4-BE49-F238E27FC236}">
                    <a16:creationId xmlns:a16="http://schemas.microsoft.com/office/drawing/2014/main" id="{07C435A6-CE73-2746-8677-14123D4F4A90}"/>
                  </a:ext>
                </a:extLst>
              </p:cNvPr>
              <p:cNvSpPr>
                <a:spLocks noChangeArrowheads="1"/>
              </p:cNvSpPr>
              <p:nvPr/>
            </p:nvSpPr>
            <p:spPr bwMode="auto">
              <a:xfrm>
                <a:off x="2400" y="129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latin typeface="Comic Sans MS" panose="030F0902030302020204" pitchFamily="66" charset="0"/>
                  </a:rPr>
                  <a:t>3</a:t>
                </a:r>
              </a:p>
            </p:txBody>
          </p:sp>
          <p:sp>
            <p:nvSpPr>
              <p:cNvPr id="43" name="Rectangle 56">
                <a:extLst>
                  <a:ext uri="{FF2B5EF4-FFF2-40B4-BE49-F238E27FC236}">
                    <a16:creationId xmlns:a16="http://schemas.microsoft.com/office/drawing/2014/main" id="{AE5D2B20-97CA-7C4C-8AC3-7355471FF659}"/>
                  </a:ext>
                </a:extLst>
              </p:cNvPr>
              <p:cNvSpPr>
                <a:spLocks noChangeArrowheads="1"/>
              </p:cNvSpPr>
              <p:nvPr/>
            </p:nvSpPr>
            <p:spPr bwMode="auto">
              <a:xfrm>
                <a:off x="1920" y="129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latin typeface="Comic Sans MS" panose="030F0902030302020204" pitchFamily="66" charset="0"/>
                  </a:rPr>
                  <a:t>2</a:t>
                </a:r>
              </a:p>
            </p:txBody>
          </p:sp>
          <p:sp>
            <p:nvSpPr>
              <p:cNvPr id="44" name="Rectangle 57">
                <a:extLst>
                  <a:ext uri="{FF2B5EF4-FFF2-40B4-BE49-F238E27FC236}">
                    <a16:creationId xmlns:a16="http://schemas.microsoft.com/office/drawing/2014/main" id="{F19F152F-0637-374D-96EF-F2BEE464CB5E}"/>
                  </a:ext>
                </a:extLst>
              </p:cNvPr>
              <p:cNvSpPr>
                <a:spLocks noChangeArrowheads="1"/>
              </p:cNvSpPr>
              <p:nvPr/>
            </p:nvSpPr>
            <p:spPr bwMode="auto">
              <a:xfrm>
                <a:off x="1440" y="129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latin typeface="Comic Sans MS" panose="030F0902030302020204" pitchFamily="66" charset="0"/>
                  </a:rPr>
                  <a:t>1</a:t>
                </a:r>
              </a:p>
            </p:txBody>
          </p:sp>
        </p:grpSp>
        <p:sp>
          <p:nvSpPr>
            <p:cNvPr id="27" name="AutoShape 58">
              <a:extLst>
                <a:ext uri="{FF2B5EF4-FFF2-40B4-BE49-F238E27FC236}">
                  <a16:creationId xmlns:a16="http://schemas.microsoft.com/office/drawing/2014/main" id="{9E5F28F7-6FAA-0D41-8CC5-B60A5560CF62}"/>
                </a:ext>
              </a:extLst>
            </p:cNvPr>
            <p:cNvSpPr>
              <a:spLocks noChangeArrowheads="1"/>
            </p:cNvSpPr>
            <p:nvPr/>
          </p:nvSpPr>
          <p:spPr bwMode="auto">
            <a:xfrm>
              <a:off x="2592" y="3024"/>
              <a:ext cx="480" cy="144"/>
            </a:xfrm>
            <a:prstGeom prst="rightArrow">
              <a:avLst>
                <a:gd name="adj1" fmla="val 50000"/>
                <a:gd name="adj2" fmla="val 83333"/>
              </a:avLst>
            </a:prstGeom>
            <a:solidFill>
              <a:srgbClr val="CC0066"/>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solidFill>
                  <a:schemeClr val="accent2"/>
                </a:solidFill>
              </a:endParaRPr>
            </a:p>
          </p:txBody>
        </p:sp>
        <p:sp>
          <p:nvSpPr>
            <p:cNvPr id="28" name="Text Box 59">
              <a:extLst>
                <a:ext uri="{FF2B5EF4-FFF2-40B4-BE49-F238E27FC236}">
                  <a16:creationId xmlns:a16="http://schemas.microsoft.com/office/drawing/2014/main" id="{D79D25F5-B0D5-9B4A-A900-6DE052636125}"/>
                </a:ext>
              </a:extLst>
            </p:cNvPr>
            <p:cNvSpPr txBox="1">
              <a:spLocks noChangeArrowheads="1"/>
            </p:cNvSpPr>
            <p:nvPr/>
          </p:nvSpPr>
          <p:spPr bwMode="auto">
            <a:xfrm>
              <a:off x="2688" y="2688"/>
              <a:ext cx="26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3200" b="1">
                  <a:latin typeface="Comic Sans MS" panose="030F0902030302020204" pitchFamily="66" charset="0"/>
                </a:rPr>
                <a:t>?</a:t>
              </a:r>
            </a:p>
          </p:txBody>
        </p:sp>
      </p:grpSp>
    </p:spTree>
    <p:extLst>
      <p:ext uri="{BB962C8B-B14F-4D97-AF65-F5344CB8AC3E}">
        <p14:creationId xmlns:p14="http://schemas.microsoft.com/office/powerpoint/2010/main" val="29905303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9D360-65F2-254A-B9BB-3B91965F565B}"/>
              </a:ext>
            </a:extLst>
          </p:cNvPr>
          <p:cNvSpPr>
            <a:spLocks noGrp="1"/>
          </p:cNvSpPr>
          <p:nvPr>
            <p:ph type="title"/>
          </p:nvPr>
        </p:nvSpPr>
        <p:spPr/>
        <p:txBody>
          <a:bodyPr/>
          <a:lstStyle/>
          <a:p>
            <a:r>
              <a:rPr lang="en-US"/>
              <a:t>15-Puzzle</a:t>
            </a:r>
          </a:p>
        </p:txBody>
      </p:sp>
      <p:sp>
        <p:nvSpPr>
          <p:cNvPr id="4" name="Slide Number Placeholder 3">
            <a:extLst>
              <a:ext uri="{FF2B5EF4-FFF2-40B4-BE49-F238E27FC236}">
                <a16:creationId xmlns:a16="http://schemas.microsoft.com/office/drawing/2014/main" id="{40774FC3-1A41-E446-9A67-2023AA837650}"/>
              </a:ext>
            </a:extLst>
          </p:cNvPr>
          <p:cNvSpPr>
            <a:spLocks noGrp="1"/>
          </p:cNvSpPr>
          <p:nvPr>
            <p:ph type="sldNum" sz="quarter" idx="12"/>
          </p:nvPr>
        </p:nvSpPr>
        <p:spPr/>
        <p:txBody>
          <a:bodyPr/>
          <a:lstStyle/>
          <a:p>
            <a:fld id="{DA8C51A7-BEEA-471D-933F-7E35BC04A30F}" type="slidenum">
              <a:rPr lang="en-US"/>
              <a:pPr/>
              <a:t>12</a:t>
            </a:fld>
            <a:endParaRPr lang="en-US"/>
          </a:p>
        </p:txBody>
      </p:sp>
      <p:pic>
        <p:nvPicPr>
          <p:cNvPr id="46" name="Picture 4" descr="puzzleland">
            <a:extLst>
              <a:ext uri="{FF2B5EF4-FFF2-40B4-BE49-F238E27FC236}">
                <a16:creationId xmlns:a16="http://schemas.microsoft.com/office/drawing/2014/main" id="{6575AD7B-61CF-624D-8438-BFE402A15D6C}"/>
              </a:ext>
            </a:extLst>
          </p:cNvPr>
          <p:cNvPicPr>
            <a:picLocks noChangeAspect="1" noChangeArrowheads="1"/>
          </p:cNvPicPr>
          <p:nvPr/>
        </p:nvPicPr>
        <p:blipFill>
          <a:blip r:embed="rId2">
            <a:lum bright="-12000"/>
            <a:extLst>
              <a:ext uri="{28A0092B-C50C-407E-A947-70E740481C1C}">
                <a14:useLocalDpi xmlns:a14="http://schemas.microsoft.com/office/drawing/2010/main" val="0"/>
              </a:ext>
            </a:extLst>
          </a:blip>
          <a:srcRect/>
          <a:stretch>
            <a:fillRect/>
          </a:stretch>
        </p:blipFill>
        <p:spPr bwMode="auto">
          <a:xfrm>
            <a:off x="1687116" y="1196752"/>
            <a:ext cx="6883660" cy="4277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C23A35C0-61C0-BB4E-A1F7-F8AF0E7997EC}"/>
              </a:ext>
            </a:extLst>
          </p:cNvPr>
          <p:cNvSpPr txBox="1"/>
          <p:nvPr/>
        </p:nvSpPr>
        <p:spPr>
          <a:xfrm>
            <a:off x="1543100" y="5730480"/>
            <a:ext cx="7027676" cy="400110"/>
          </a:xfrm>
          <a:prstGeom prst="rect">
            <a:avLst/>
          </a:prstGeom>
          <a:noFill/>
        </p:spPr>
        <p:txBody>
          <a:bodyPr wrap="square" rtlCol="0">
            <a:spAutoFit/>
          </a:bodyPr>
          <a:lstStyle/>
          <a:p>
            <a:pPr algn="ctr"/>
            <a:r>
              <a:rPr lang="en-US" sz="2000" b="1">
                <a:solidFill>
                  <a:srgbClr val="C00000"/>
                </a:solidFill>
              </a:rPr>
              <a:t>Tuy nhiên không ai lấy được giải thưởng</a:t>
            </a:r>
          </a:p>
        </p:txBody>
      </p:sp>
    </p:spTree>
    <p:extLst>
      <p:ext uri="{BB962C8B-B14F-4D97-AF65-F5344CB8AC3E}">
        <p14:creationId xmlns:p14="http://schemas.microsoft.com/office/powerpoint/2010/main" val="12428782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F38AC-EB10-AD4A-93F8-F6923F2ACD86}"/>
              </a:ext>
            </a:extLst>
          </p:cNvPr>
          <p:cNvSpPr>
            <a:spLocks noGrp="1"/>
          </p:cNvSpPr>
          <p:nvPr>
            <p:ph type="title"/>
          </p:nvPr>
        </p:nvSpPr>
        <p:spPr>
          <a:xfrm>
            <a:off x="751012" y="188640"/>
            <a:ext cx="9433048" cy="1325563"/>
          </a:xfrm>
        </p:spPr>
        <p:txBody>
          <a:bodyPr/>
          <a:lstStyle/>
          <a:p>
            <a:r>
              <a:rPr lang="en-US" sz="4000"/>
              <a:t>Bài toán tìm kiếm trong không gian trạng thái</a:t>
            </a:r>
            <a:endParaRPr lang="en-US"/>
          </a:p>
        </p:txBody>
      </p:sp>
      <p:sp>
        <p:nvSpPr>
          <p:cNvPr id="3" name="Content Placeholder 2">
            <a:extLst>
              <a:ext uri="{FF2B5EF4-FFF2-40B4-BE49-F238E27FC236}">
                <a16:creationId xmlns:a16="http://schemas.microsoft.com/office/drawing/2014/main" id="{B2AA9A0B-F01E-0B4A-8E0E-D14CE4138B28}"/>
              </a:ext>
            </a:extLst>
          </p:cNvPr>
          <p:cNvSpPr>
            <a:spLocks noGrp="1"/>
          </p:cNvSpPr>
          <p:nvPr>
            <p:ph idx="1"/>
          </p:nvPr>
        </p:nvSpPr>
        <p:spPr>
          <a:xfrm>
            <a:off x="4487863" y="1690291"/>
            <a:ext cx="5273675" cy="4351338"/>
          </a:xfrm>
        </p:spPr>
        <p:txBody>
          <a:bodyPr/>
          <a:lstStyle/>
          <a:p>
            <a:pPr eaLnBrk="1" hangingPunct="1">
              <a:buClr>
                <a:srgbClr val="0033CC"/>
              </a:buClr>
              <a:buFont typeface="Wingdings" pitchFamily="2" charset="2"/>
              <a:buChar char="§"/>
            </a:pPr>
            <a:r>
              <a:rPr lang="en-US" altLang="en-US" sz="2400">
                <a:latin typeface="Calibri" panose="020F0502020204030204" pitchFamily="34" charset="0"/>
                <a:cs typeface="Calibri" panose="020F0502020204030204" pitchFamily="34" charset="0"/>
              </a:rPr>
              <a:t>Không gian trạng thái S</a:t>
            </a:r>
          </a:p>
          <a:p>
            <a:pPr eaLnBrk="1" hangingPunct="1">
              <a:buClr>
                <a:srgbClr val="0033CC"/>
              </a:buClr>
              <a:buFont typeface="Wingdings" pitchFamily="2" charset="2"/>
              <a:buChar char="§"/>
            </a:pPr>
            <a:r>
              <a:rPr lang="en-US" altLang="en-US" sz="2400">
                <a:latin typeface="Calibri" panose="020F0502020204030204" pitchFamily="34" charset="0"/>
                <a:cs typeface="Calibri" panose="020F0502020204030204" pitchFamily="34" charset="0"/>
              </a:rPr>
              <a:t> </a:t>
            </a:r>
            <a:r>
              <a:rPr lang="en-US" altLang="en-US" sz="2400">
                <a:solidFill>
                  <a:srgbClr val="990033"/>
                </a:solidFill>
                <a:latin typeface="Calibri" panose="020F0502020204030204" pitchFamily="34" charset="0"/>
                <a:cs typeface="Calibri" panose="020F0502020204030204" pitchFamily="34" charset="0"/>
              </a:rPr>
              <a:t>Hàm tiến triển:</a:t>
            </a:r>
            <a:br>
              <a:rPr lang="en-US" altLang="en-US" sz="2400">
                <a:solidFill>
                  <a:srgbClr val="990033"/>
                </a:solidFill>
                <a:latin typeface="Calibri" panose="020F0502020204030204" pitchFamily="34" charset="0"/>
                <a:cs typeface="Calibri" panose="020F0502020204030204" pitchFamily="34" charset="0"/>
              </a:rPr>
            </a:br>
            <a:r>
              <a:rPr lang="en-US" altLang="en-US" sz="2400">
                <a:solidFill>
                  <a:srgbClr val="990033"/>
                </a:solidFill>
                <a:latin typeface="Calibri" panose="020F0502020204030204" pitchFamily="34" charset="0"/>
                <a:cs typeface="Calibri" panose="020F0502020204030204" pitchFamily="34" charset="0"/>
              </a:rPr>
              <a:t>    x </a:t>
            </a:r>
            <a:r>
              <a:rPr lang="en-US" altLang="en-US" sz="2400">
                <a:solidFill>
                  <a:srgbClr val="990033"/>
                </a:solidFill>
                <a:latin typeface="Calibri" panose="020F0502020204030204" pitchFamily="34" charset="0"/>
                <a:cs typeface="Calibri" panose="020F0502020204030204" pitchFamily="34" charset="0"/>
                <a:sym typeface="Symbol" pitchFamily="2" charset="2"/>
              </a:rPr>
              <a:t> S  </a:t>
            </a:r>
            <a:r>
              <a:rPr lang="en-US" altLang="en-US" sz="1800">
                <a:solidFill>
                  <a:srgbClr val="990033"/>
                </a:solidFill>
                <a:latin typeface="Calibri" panose="020F0502020204030204" pitchFamily="34" charset="0"/>
                <a:cs typeface="Calibri" panose="020F0502020204030204" pitchFamily="34" charset="0"/>
                <a:sym typeface="Symbol" pitchFamily="2" charset="2"/>
              </a:rPr>
              <a:t>SUCCESSORS</a:t>
            </a:r>
            <a:r>
              <a:rPr lang="en-US" altLang="en-US" sz="2400">
                <a:solidFill>
                  <a:srgbClr val="990033"/>
                </a:solidFill>
                <a:latin typeface="Calibri" panose="020F0502020204030204" pitchFamily="34" charset="0"/>
                <a:cs typeface="Calibri" panose="020F0502020204030204" pitchFamily="34" charset="0"/>
                <a:sym typeface="Symbol" pitchFamily="2" charset="2"/>
              </a:rPr>
              <a:t>(x)  2</a:t>
            </a:r>
            <a:r>
              <a:rPr lang="en-US" altLang="en-US" sz="2400" baseline="30000">
                <a:solidFill>
                  <a:srgbClr val="990033"/>
                </a:solidFill>
                <a:latin typeface="Calibri" panose="020F0502020204030204" pitchFamily="34" charset="0"/>
                <a:cs typeface="Calibri" panose="020F0502020204030204" pitchFamily="34" charset="0"/>
                <a:sym typeface="Symbol" pitchFamily="2" charset="2"/>
              </a:rPr>
              <a:t>S</a:t>
            </a:r>
          </a:p>
          <a:p>
            <a:pPr eaLnBrk="1" hangingPunct="1">
              <a:buClr>
                <a:srgbClr val="0033CC"/>
              </a:buClr>
              <a:buFont typeface="Wingdings" pitchFamily="2" charset="2"/>
              <a:buChar char="§"/>
            </a:pPr>
            <a:r>
              <a:rPr lang="en-US" altLang="en-US" sz="2400">
                <a:solidFill>
                  <a:srgbClr val="FF0000"/>
                </a:solidFill>
                <a:latin typeface="Calibri" panose="020F0502020204030204" pitchFamily="34" charset="0"/>
                <a:cs typeface="Calibri" panose="020F0502020204030204" pitchFamily="34" charset="0"/>
              </a:rPr>
              <a:t> Trạng thái ban đầu s</a:t>
            </a:r>
            <a:r>
              <a:rPr lang="en-US" altLang="en-US" sz="2400" baseline="-25000">
                <a:solidFill>
                  <a:srgbClr val="FF0000"/>
                </a:solidFill>
                <a:latin typeface="Calibri" panose="020F0502020204030204" pitchFamily="34" charset="0"/>
                <a:cs typeface="Calibri" panose="020F0502020204030204" pitchFamily="34" charset="0"/>
              </a:rPr>
              <a:t>0</a:t>
            </a:r>
          </a:p>
          <a:p>
            <a:pPr eaLnBrk="1" hangingPunct="1">
              <a:buClr>
                <a:srgbClr val="0033CC"/>
              </a:buClr>
              <a:buFont typeface="Wingdings" pitchFamily="2" charset="2"/>
              <a:buChar char="§"/>
            </a:pPr>
            <a:r>
              <a:rPr lang="en-US" altLang="en-US" sz="2400">
                <a:solidFill>
                  <a:srgbClr val="009900"/>
                </a:solidFill>
                <a:latin typeface="Calibri" panose="020F0502020204030204" pitchFamily="34" charset="0"/>
                <a:cs typeface="Calibri" panose="020F0502020204030204" pitchFamily="34" charset="0"/>
              </a:rPr>
              <a:t>Kiểm tra có phải lời giải không: </a:t>
            </a:r>
          </a:p>
          <a:p>
            <a:pPr eaLnBrk="1" hangingPunct="1">
              <a:buClr>
                <a:srgbClr val="0033CC"/>
              </a:buClr>
              <a:buFont typeface="Wingdings" pitchFamily="2" charset="2"/>
              <a:buNone/>
            </a:pPr>
            <a:r>
              <a:rPr lang="en-US" altLang="en-US" sz="2400">
                <a:solidFill>
                  <a:srgbClr val="009900"/>
                </a:solidFill>
                <a:latin typeface="Calibri" panose="020F0502020204030204" pitchFamily="34" charset="0"/>
                <a:cs typeface="Calibri" panose="020F0502020204030204" pitchFamily="34" charset="0"/>
              </a:rPr>
              <a:t>    x</a:t>
            </a:r>
            <a:r>
              <a:rPr lang="en-US" altLang="en-US" sz="2400">
                <a:solidFill>
                  <a:srgbClr val="009900"/>
                </a:solidFill>
                <a:latin typeface="Calibri" panose="020F0502020204030204" pitchFamily="34" charset="0"/>
                <a:cs typeface="Calibri" panose="020F0502020204030204" pitchFamily="34" charset="0"/>
                <a:sym typeface="Symbol" pitchFamily="2" charset="2"/>
              </a:rPr>
              <a:t>S </a:t>
            </a:r>
            <a:r>
              <a:rPr lang="en-US" altLang="en-US" sz="1600">
                <a:solidFill>
                  <a:srgbClr val="009900"/>
                </a:solidFill>
                <a:latin typeface="Calibri" panose="020F0502020204030204" pitchFamily="34" charset="0"/>
                <a:cs typeface="Calibri" panose="020F0502020204030204" pitchFamily="34" charset="0"/>
                <a:sym typeface="Symbol" pitchFamily="2" charset="2"/>
              </a:rPr>
              <a:t> </a:t>
            </a:r>
            <a:r>
              <a:rPr lang="en-US" altLang="en-US" sz="1800">
                <a:solidFill>
                  <a:srgbClr val="009900"/>
                </a:solidFill>
                <a:latin typeface="Calibri" panose="020F0502020204030204" pitchFamily="34" charset="0"/>
                <a:cs typeface="Calibri" panose="020F0502020204030204" pitchFamily="34" charset="0"/>
                <a:sym typeface="Symbol" pitchFamily="2" charset="2"/>
              </a:rPr>
              <a:t>GOAL?</a:t>
            </a:r>
            <a:r>
              <a:rPr lang="en-US" altLang="en-US" sz="2400">
                <a:solidFill>
                  <a:srgbClr val="009900"/>
                </a:solidFill>
                <a:latin typeface="Calibri" panose="020F0502020204030204" pitchFamily="34" charset="0"/>
                <a:cs typeface="Calibri" panose="020F0502020204030204" pitchFamily="34" charset="0"/>
                <a:sym typeface="Symbol" pitchFamily="2" charset="2"/>
              </a:rPr>
              <a:t>(x) =</a:t>
            </a:r>
            <a:r>
              <a:rPr lang="en-US" altLang="en-US" sz="2400">
                <a:solidFill>
                  <a:srgbClr val="009900"/>
                </a:solidFill>
                <a:latin typeface="Calibri" panose="020F0502020204030204" pitchFamily="34" charset="0"/>
                <a:cs typeface="Calibri" panose="020F0502020204030204" pitchFamily="34" charset="0"/>
              </a:rPr>
              <a:t>T or F</a:t>
            </a:r>
            <a:r>
              <a:rPr lang="en-US" altLang="en-US" sz="2400">
                <a:solidFill>
                  <a:srgbClr val="CC6600"/>
                </a:solidFill>
                <a:latin typeface="Calibri" panose="020F0502020204030204" pitchFamily="34" charset="0"/>
                <a:cs typeface="Calibri" panose="020F0502020204030204" pitchFamily="34" charset="0"/>
                <a:sym typeface="Symbol" pitchFamily="2" charset="2"/>
              </a:rPr>
              <a:t> </a:t>
            </a:r>
          </a:p>
          <a:p>
            <a:pPr eaLnBrk="1" hangingPunct="1">
              <a:buClr>
                <a:srgbClr val="0033CC"/>
              </a:buClr>
              <a:buFont typeface="Wingdings" pitchFamily="2" charset="2"/>
              <a:buChar char="§"/>
            </a:pPr>
            <a:r>
              <a:rPr lang="en-US" altLang="en-US" sz="2400">
                <a:solidFill>
                  <a:schemeClr val="tx1">
                    <a:lumMod val="65000"/>
                    <a:lumOff val="35000"/>
                  </a:schemeClr>
                </a:solidFill>
                <a:latin typeface="Calibri" panose="020F0502020204030204" pitchFamily="34" charset="0"/>
                <a:cs typeface="Calibri" panose="020F0502020204030204" pitchFamily="34" charset="0"/>
                <a:sym typeface="Symbol" pitchFamily="2" charset="2"/>
              </a:rPr>
              <a:t> Giá thành thực hiện c</a:t>
            </a:r>
            <a:endParaRPr lang="en-US" altLang="en-US" sz="2400">
              <a:solidFill>
                <a:schemeClr val="tx1">
                  <a:lumMod val="65000"/>
                  <a:lumOff val="35000"/>
                </a:schemeClr>
              </a:solidFill>
              <a:latin typeface="Calibri" panose="020F0502020204030204" pitchFamily="34" charset="0"/>
              <a:cs typeface="Calibri" panose="020F0502020204030204" pitchFamily="34" charset="0"/>
            </a:endParaRPr>
          </a:p>
          <a:p>
            <a:pPr marL="0" indent="0">
              <a:buNone/>
            </a:pPr>
            <a:endParaRPr lang="en-US"/>
          </a:p>
        </p:txBody>
      </p:sp>
      <p:sp>
        <p:nvSpPr>
          <p:cNvPr id="4" name="Slide Number Placeholder 3">
            <a:extLst>
              <a:ext uri="{FF2B5EF4-FFF2-40B4-BE49-F238E27FC236}">
                <a16:creationId xmlns:a16="http://schemas.microsoft.com/office/drawing/2014/main" id="{50A42DF3-9135-8E49-AC93-CC3582FC8E27}"/>
              </a:ext>
            </a:extLst>
          </p:cNvPr>
          <p:cNvSpPr>
            <a:spLocks noGrp="1"/>
          </p:cNvSpPr>
          <p:nvPr>
            <p:ph type="sldNum" sz="quarter" idx="12"/>
          </p:nvPr>
        </p:nvSpPr>
        <p:spPr/>
        <p:txBody>
          <a:bodyPr/>
          <a:lstStyle/>
          <a:p>
            <a:fld id="{DA8C51A7-BEEA-471D-933F-7E35BC04A30F}" type="slidenum">
              <a:rPr lang="en-US"/>
              <a:pPr/>
              <a:t>13</a:t>
            </a:fld>
            <a:endParaRPr lang="en-US"/>
          </a:p>
        </p:txBody>
      </p:sp>
      <p:sp>
        <p:nvSpPr>
          <p:cNvPr id="5" name="Oval 4">
            <a:extLst>
              <a:ext uri="{FF2B5EF4-FFF2-40B4-BE49-F238E27FC236}">
                <a16:creationId xmlns:a16="http://schemas.microsoft.com/office/drawing/2014/main" id="{FB635542-819F-8C44-8D97-4C08D8414235}"/>
              </a:ext>
            </a:extLst>
          </p:cNvPr>
          <p:cNvSpPr>
            <a:spLocks noChangeArrowheads="1"/>
          </p:cNvSpPr>
          <p:nvPr/>
        </p:nvSpPr>
        <p:spPr bwMode="auto">
          <a:xfrm>
            <a:off x="1296988" y="3381772"/>
            <a:ext cx="152400" cy="152400"/>
          </a:xfrm>
          <a:prstGeom prst="ellipse">
            <a:avLst/>
          </a:prstGeom>
          <a:solidFill>
            <a:schemeClr val="tx1"/>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 name="Oval 5">
            <a:extLst>
              <a:ext uri="{FF2B5EF4-FFF2-40B4-BE49-F238E27FC236}">
                <a16:creationId xmlns:a16="http://schemas.microsoft.com/office/drawing/2014/main" id="{FB305D04-12C5-9A41-B2E6-EE29D9F71BCD}"/>
              </a:ext>
            </a:extLst>
          </p:cNvPr>
          <p:cNvSpPr>
            <a:spLocks noChangeArrowheads="1"/>
          </p:cNvSpPr>
          <p:nvPr/>
        </p:nvSpPr>
        <p:spPr bwMode="auto">
          <a:xfrm>
            <a:off x="2820988" y="3076972"/>
            <a:ext cx="152400" cy="152400"/>
          </a:xfrm>
          <a:prstGeom prst="ellipse">
            <a:avLst/>
          </a:prstGeom>
          <a:solidFill>
            <a:schemeClr val="tx1"/>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7" name="Oval 6">
            <a:extLst>
              <a:ext uri="{FF2B5EF4-FFF2-40B4-BE49-F238E27FC236}">
                <a16:creationId xmlns:a16="http://schemas.microsoft.com/office/drawing/2014/main" id="{07B3731E-CFCB-654A-98C7-5E8B721975F6}"/>
              </a:ext>
            </a:extLst>
          </p:cNvPr>
          <p:cNvSpPr>
            <a:spLocks noChangeArrowheads="1"/>
          </p:cNvSpPr>
          <p:nvPr/>
        </p:nvSpPr>
        <p:spPr bwMode="auto">
          <a:xfrm>
            <a:off x="1982788" y="3686572"/>
            <a:ext cx="152400" cy="152400"/>
          </a:xfrm>
          <a:prstGeom prst="ellipse">
            <a:avLst/>
          </a:prstGeom>
          <a:solidFill>
            <a:schemeClr val="tx1"/>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8" name="Oval 7">
            <a:extLst>
              <a:ext uri="{FF2B5EF4-FFF2-40B4-BE49-F238E27FC236}">
                <a16:creationId xmlns:a16="http://schemas.microsoft.com/office/drawing/2014/main" id="{4965F3BB-F27F-474C-8F6D-6E2F4C4DC08D}"/>
              </a:ext>
            </a:extLst>
          </p:cNvPr>
          <p:cNvSpPr>
            <a:spLocks noChangeArrowheads="1"/>
          </p:cNvSpPr>
          <p:nvPr/>
        </p:nvSpPr>
        <p:spPr bwMode="auto">
          <a:xfrm>
            <a:off x="992188" y="4143772"/>
            <a:ext cx="152400" cy="152400"/>
          </a:xfrm>
          <a:prstGeom prst="ellipse">
            <a:avLst/>
          </a:prstGeom>
          <a:solidFill>
            <a:schemeClr val="tx1"/>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9" name="Oval 8">
            <a:extLst>
              <a:ext uri="{FF2B5EF4-FFF2-40B4-BE49-F238E27FC236}">
                <a16:creationId xmlns:a16="http://schemas.microsoft.com/office/drawing/2014/main" id="{DD7FB4B5-C5C8-584A-8968-3DD78D6C540D}"/>
              </a:ext>
            </a:extLst>
          </p:cNvPr>
          <p:cNvSpPr>
            <a:spLocks noChangeArrowheads="1"/>
          </p:cNvSpPr>
          <p:nvPr/>
        </p:nvSpPr>
        <p:spPr bwMode="auto">
          <a:xfrm>
            <a:off x="2744788" y="4753372"/>
            <a:ext cx="152400" cy="152400"/>
          </a:xfrm>
          <a:prstGeom prst="ellipse">
            <a:avLst/>
          </a:prstGeom>
          <a:solidFill>
            <a:schemeClr val="tx1"/>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 name="Oval 9">
            <a:extLst>
              <a:ext uri="{FF2B5EF4-FFF2-40B4-BE49-F238E27FC236}">
                <a16:creationId xmlns:a16="http://schemas.microsoft.com/office/drawing/2014/main" id="{9DA01EBB-4BCC-7347-877B-6BCB1CCF62D4}"/>
              </a:ext>
            </a:extLst>
          </p:cNvPr>
          <p:cNvSpPr>
            <a:spLocks noChangeArrowheads="1"/>
          </p:cNvSpPr>
          <p:nvPr/>
        </p:nvSpPr>
        <p:spPr bwMode="auto">
          <a:xfrm>
            <a:off x="3506788" y="4143772"/>
            <a:ext cx="152400" cy="152400"/>
          </a:xfrm>
          <a:prstGeom prst="ellipse">
            <a:avLst/>
          </a:prstGeom>
          <a:solidFill>
            <a:schemeClr val="tx1"/>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1" name="Oval 10">
            <a:extLst>
              <a:ext uri="{FF2B5EF4-FFF2-40B4-BE49-F238E27FC236}">
                <a16:creationId xmlns:a16="http://schemas.microsoft.com/office/drawing/2014/main" id="{186E6D6B-2B66-5443-A1B0-516CB3152097}"/>
              </a:ext>
            </a:extLst>
          </p:cNvPr>
          <p:cNvSpPr>
            <a:spLocks noChangeArrowheads="1"/>
          </p:cNvSpPr>
          <p:nvPr/>
        </p:nvSpPr>
        <p:spPr bwMode="auto">
          <a:xfrm>
            <a:off x="1906588" y="4829572"/>
            <a:ext cx="152400" cy="152400"/>
          </a:xfrm>
          <a:prstGeom prst="ellipse">
            <a:avLst/>
          </a:prstGeom>
          <a:solidFill>
            <a:schemeClr val="tx1"/>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2" name="Oval 11">
            <a:extLst>
              <a:ext uri="{FF2B5EF4-FFF2-40B4-BE49-F238E27FC236}">
                <a16:creationId xmlns:a16="http://schemas.microsoft.com/office/drawing/2014/main" id="{0F721DE5-0ADB-4942-9044-C1CDAABC7E8B}"/>
              </a:ext>
            </a:extLst>
          </p:cNvPr>
          <p:cNvSpPr>
            <a:spLocks noChangeArrowheads="1"/>
          </p:cNvSpPr>
          <p:nvPr/>
        </p:nvSpPr>
        <p:spPr bwMode="auto">
          <a:xfrm>
            <a:off x="1068388" y="5134372"/>
            <a:ext cx="152400" cy="152400"/>
          </a:xfrm>
          <a:prstGeom prst="ellipse">
            <a:avLst/>
          </a:prstGeom>
          <a:solidFill>
            <a:schemeClr val="tx1"/>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3" name="Oval 12">
            <a:extLst>
              <a:ext uri="{FF2B5EF4-FFF2-40B4-BE49-F238E27FC236}">
                <a16:creationId xmlns:a16="http://schemas.microsoft.com/office/drawing/2014/main" id="{771689D8-5B8C-9A41-A297-5961309AB005}"/>
              </a:ext>
            </a:extLst>
          </p:cNvPr>
          <p:cNvSpPr>
            <a:spLocks noChangeArrowheads="1"/>
          </p:cNvSpPr>
          <p:nvPr/>
        </p:nvSpPr>
        <p:spPr bwMode="auto">
          <a:xfrm>
            <a:off x="2744788" y="5439172"/>
            <a:ext cx="152400" cy="152400"/>
          </a:xfrm>
          <a:prstGeom prst="ellipse">
            <a:avLst/>
          </a:prstGeom>
          <a:solidFill>
            <a:schemeClr val="tx1"/>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4" name="Oval 13">
            <a:extLst>
              <a:ext uri="{FF2B5EF4-FFF2-40B4-BE49-F238E27FC236}">
                <a16:creationId xmlns:a16="http://schemas.microsoft.com/office/drawing/2014/main" id="{AF5E5004-705B-E741-B872-7EFFD8D99E5E}"/>
              </a:ext>
            </a:extLst>
          </p:cNvPr>
          <p:cNvSpPr>
            <a:spLocks noChangeArrowheads="1"/>
          </p:cNvSpPr>
          <p:nvPr/>
        </p:nvSpPr>
        <p:spPr bwMode="auto">
          <a:xfrm>
            <a:off x="3506788" y="4905772"/>
            <a:ext cx="152400" cy="152400"/>
          </a:xfrm>
          <a:prstGeom prst="ellipse">
            <a:avLst/>
          </a:prstGeom>
          <a:solidFill>
            <a:schemeClr val="tx1"/>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5" name="Oval 14">
            <a:extLst>
              <a:ext uri="{FF2B5EF4-FFF2-40B4-BE49-F238E27FC236}">
                <a16:creationId xmlns:a16="http://schemas.microsoft.com/office/drawing/2014/main" id="{E0329259-60B9-6B41-9D7F-4EAF0504C536}"/>
              </a:ext>
            </a:extLst>
          </p:cNvPr>
          <p:cNvSpPr>
            <a:spLocks noChangeArrowheads="1"/>
          </p:cNvSpPr>
          <p:nvPr/>
        </p:nvSpPr>
        <p:spPr bwMode="auto">
          <a:xfrm>
            <a:off x="2592388" y="3991372"/>
            <a:ext cx="152400" cy="152400"/>
          </a:xfrm>
          <a:prstGeom prst="ellipse">
            <a:avLst/>
          </a:prstGeom>
          <a:solidFill>
            <a:schemeClr val="tx1"/>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6" name="Oval 15">
            <a:extLst>
              <a:ext uri="{FF2B5EF4-FFF2-40B4-BE49-F238E27FC236}">
                <a16:creationId xmlns:a16="http://schemas.microsoft.com/office/drawing/2014/main" id="{1D5B1C1D-DD24-6D47-9D7C-D366ECDDCD83}"/>
              </a:ext>
            </a:extLst>
          </p:cNvPr>
          <p:cNvSpPr>
            <a:spLocks noChangeArrowheads="1"/>
          </p:cNvSpPr>
          <p:nvPr/>
        </p:nvSpPr>
        <p:spPr bwMode="auto">
          <a:xfrm>
            <a:off x="1830388" y="2619772"/>
            <a:ext cx="152400" cy="152400"/>
          </a:xfrm>
          <a:prstGeom prst="ellipse">
            <a:avLst/>
          </a:prstGeom>
          <a:solidFill>
            <a:schemeClr val="tx1"/>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7" name="Freeform 16">
            <a:extLst>
              <a:ext uri="{FF2B5EF4-FFF2-40B4-BE49-F238E27FC236}">
                <a16:creationId xmlns:a16="http://schemas.microsoft.com/office/drawing/2014/main" id="{43A658E7-E653-384C-9D46-A33036CA1D28}"/>
              </a:ext>
            </a:extLst>
          </p:cNvPr>
          <p:cNvSpPr>
            <a:spLocks/>
          </p:cNvSpPr>
          <p:nvPr/>
        </p:nvSpPr>
        <p:spPr bwMode="auto">
          <a:xfrm>
            <a:off x="534988" y="2276872"/>
            <a:ext cx="3517900" cy="3708400"/>
          </a:xfrm>
          <a:custGeom>
            <a:avLst/>
            <a:gdLst>
              <a:gd name="T0" fmla="*/ 381000 w 2216"/>
              <a:gd name="T1" fmla="*/ 1333500 h 2336"/>
              <a:gd name="T2" fmla="*/ 228600 w 2216"/>
              <a:gd name="T3" fmla="*/ 2171700 h 2336"/>
              <a:gd name="T4" fmla="*/ 381000 w 2216"/>
              <a:gd name="T5" fmla="*/ 3238499 h 2336"/>
              <a:gd name="T6" fmla="*/ 2514600 w 2216"/>
              <a:gd name="T7" fmla="*/ 3543300 h 2336"/>
              <a:gd name="T8" fmla="*/ 3505200 w 2216"/>
              <a:gd name="T9" fmla="*/ 2247900 h 2336"/>
              <a:gd name="T10" fmla="*/ 2590800 w 2216"/>
              <a:gd name="T11" fmla="*/ 647700 h 2336"/>
              <a:gd name="T12" fmla="*/ 1219200 w 2216"/>
              <a:gd name="T13" fmla="*/ 114300 h 2336"/>
              <a:gd name="T14" fmla="*/ 381000 w 2216"/>
              <a:gd name="T15" fmla="*/ 1333500 h 2336"/>
              <a:gd name="T16" fmla="*/ 0 60000 65536"/>
              <a:gd name="T17" fmla="*/ 0 60000 65536"/>
              <a:gd name="T18" fmla="*/ 0 60000 65536"/>
              <a:gd name="T19" fmla="*/ 0 60000 65536"/>
              <a:gd name="T20" fmla="*/ 0 60000 65536"/>
              <a:gd name="T21" fmla="*/ 0 60000 65536"/>
              <a:gd name="T22" fmla="*/ 0 60000 65536"/>
              <a:gd name="T23" fmla="*/ 0 60000 65536"/>
              <a:gd name="T24" fmla="*/ 0 w 2216"/>
              <a:gd name="T25" fmla="*/ 0 h 2336"/>
              <a:gd name="T26" fmla="*/ 2216 w 2216"/>
              <a:gd name="T27" fmla="*/ 2336 h 2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16" h="2336">
                <a:moveTo>
                  <a:pt x="240" y="840"/>
                </a:moveTo>
                <a:cubicBezTo>
                  <a:pt x="136" y="1056"/>
                  <a:pt x="144" y="1168"/>
                  <a:pt x="144" y="1368"/>
                </a:cubicBezTo>
                <a:cubicBezTo>
                  <a:pt x="144" y="1568"/>
                  <a:pt x="0" y="1896"/>
                  <a:pt x="240" y="2040"/>
                </a:cubicBezTo>
                <a:cubicBezTo>
                  <a:pt x="480" y="2184"/>
                  <a:pt x="1256" y="2336"/>
                  <a:pt x="1584" y="2232"/>
                </a:cubicBezTo>
                <a:cubicBezTo>
                  <a:pt x="1912" y="2128"/>
                  <a:pt x="2200" y="1720"/>
                  <a:pt x="2208" y="1416"/>
                </a:cubicBezTo>
                <a:cubicBezTo>
                  <a:pt x="2216" y="1112"/>
                  <a:pt x="1872" y="632"/>
                  <a:pt x="1632" y="408"/>
                </a:cubicBezTo>
                <a:cubicBezTo>
                  <a:pt x="1392" y="184"/>
                  <a:pt x="1000" y="0"/>
                  <a:pt x="768" y="72"/>
                </a:cubicBezTo>
                <a:cubicBezTo>
                  <a:pt x="536" y="144"/>
                  <a:pt x="344" y="624"/>
                  <a:pt x="240" y="840"/>
                </a:cubicBez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p>
        </p:txBody>
      </p:sp>
      <p:grpSp>
        <p:nvGrpSpPr>
          <p:cNvPr id="18" name="Group 17">
            <a:extLst>
              <a:ext uri="{FF2B5EF4-FFF2-40B4-BE49-F238E27FC236}">
                <a16:creationId xmlns:a16="http://schemas.microsoft.com/office/drawing/2014/main" id="{F1392C4A-E25D-2E42-9833-DFDFA46D98AB}"/>
              </a:ext>
            </a:extLst>
          </p:cNvPr>
          <p:cNvGrpSpPr>
            <a:grpSpLocks/>
          </p:cNvGrpSpPr>
          <p:nvPr/>
        </p:nvGrpSpPr>
        <p:grpSpPr bwMode="auto">
          <a:xfrm>
            <a:off x="2135188" y="3178572"/>
            <a:ext cx="1412875" cy="990600"/>
            <a:chOff x="1152" y="1792"/>
            <a:chExt cx="890" cy="624"/>
          </a:xfrm>
        </p:grpSpPr>
        <p:sp>
          <p:nvSpPr>
            <p:cNvPr id="19" name="Line 18">
              <a:extLst>
                <a:ext uri="{FF2B5EF4-FFF2-40B4-BE49-F238E27FC236}">
                  <a16:creationId xmlns:a16="http://schemas.microsoft.com/office/drawing/2014/main" id="{1EAC512E-706C-1948-A056-1A112553BA54}"/>
                </a:ext>
              </a:extLst>
            </p:cNvPr>
            <p:cNvSpPr>
              <a:spLocks noChangeShapeType="1"/>
            </p:cNvSpPr>
            <p:nvPr/>
          </p:nvSpPr>
          <p:spPr bwMode="auto">
            <a:xfrm flipH="1">
              <a:off x="1152" y="1792"/>
              <a:ext cx="432" cy="336"/>
            </a:xfrm>
            <a:prstGeom prst="line">
              <a:avLst/>
            </a:prstGeom>
            <a:noFill/>
            <a:ln w="38100">
              <a:solidFill>
                <a:srgbClr val="990033"/>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0" name="Line 19">
              <a:extLst>
                <a:ext uri="{FF2B5EF4-FFF2-40B4-BE49-F238E27FC236}">
                  <a16:creationId xmlns:a16="http://schemas.microsoft.com/office/drawing/2014/main" id="{FBC2CA35-9213-BC4D-915C-0DADC6F7566A}"/>
                </a:ext>
              </a:extLst>
            </p:cNvPr>
            <p:cNvSpPr>
              <a:spLocks noChangeShapeType="1"/>
            </p:cNvSpPr>
            <p:nvPr/>
          </p:nvSpPr>
          <p:spPr bwMode="auto">
            <a:xfrm flipH="1">
              <a:off x="1488" y="1824"/>
              <a:ext cx="128" cy="488"/>
            </a:xfrm>
            <a:prstGeom prst="line">
              <a:avLst/>
            </a:prstGeom>
            <a:noFill/>
            <a:ln w="38100">
              <a:solidFill>
                <a:srgbClr val="990033"/>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1" name="Line 20">
              <a:extLst>
                <a:ext uri="{FF2B5EF4-FFF2-40B4-BE49-F238E27FC236}">
                  <a16:creationId xmlns:a16="http://schemas.microsoft.com/office/drawing/2014/main" id="{61C94BF1-4030-564B-A686-9860EE9BDDE3}"/>
                </a:ext>
              </a:extLst>
            </p:cNvPr>
            <p:cNvSpPr>
              <a:spLocks noChangeShapeType="1"/>
            </p:cNvSpPr>
            <p:nvPr/>
          </p:nvSpPr>
          <p:spPr bwMode="auto">
            <a:xfrm>
              <a:off x="1664" y="1816"/>
              <a:ext cx="378" cy="600"/>
            </a:xfrm>
            <a:prstGeom prst="line">
              <a:avLst/>
            </a:prstGeom>
            <a:noFill/>
            <a:ln w="38100">
              <a:solidFill>
                <a:srgbClr val="990033"/>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
        <p:nvSpPr>
          <p:cNvPr id="22" name="Text Box 21">
            <a:extLst>
              <a:ext uri="{FF2B5EF4-FFF2-40B4-BE49-F238E27FC236}">
                <a16:creationId xmlns:a16="http://schemas.microsoft.com/office/drawing/2014/main" id="{B38BF149-92E2-194B-A369-2C3BAE4FDF09}"/>
              </a:ext>
            </a:extLst>
          </p:cNvPr>
          <p:cNvSpPr txBox="1">
            <a:spLocks noChangeArrowheads="1"/>
          </p:cNvSpPr>
          <p:nvPr/>
        </p:nvSpPr>
        <p:spPr bwMode="auto">
          <a:xfrm>
            <a:off x="839788" y="2532460"/>
            <a:ext cx="4667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3200">
                <a:latin typeface="Comic Sans MS" panose="030F0902030302020204" pitchFamily="66" charset="0"/>
                <a:cs typeface="Times New Roman" panose="02020603050405020304" pitchFamily="18" charset="0"/>
              </a:rPr>
              <a:t>S</a:t>
            </a:r>
          </a:p>
        </p:txBody>
      </p:sp>
      <p:sp>
        <p:nvSpPr>
          <p:cNvPr id="23" name="Oval 22">
            <a:extLst>
              <a:ext uri="{FF2B5EF4-FFF2-40B4-BE49-F238E27FC236}">
                <a16:creationId xmlns:a16="http://schemas.microsoft.com/office/drawing/2014/main" id="{EB9A8BDE-562C-7544-8BAD-E81E880B9617}"/>
              </a:ext>
            </a:extLst>
          </p:cNvPr>
          <p:cNvSpPr>
            <a:spLocks noChangeArrowheads="1"/>
          </p:cNvSpPr>
          <p:nvPr/>
        </p:nvSpPr>
        <p:spPr bwMode="auto">
          <a:xfrm>
            <a:off x="1906588" y="4829572"/>
            <a:ext cx="152400" cy="152400"/>
          </a:xfrm>
          <a:prstGeom prst="ellipse">
            <a:avLst/>
          </a:prstGeom>
          <a:solidFill>
            <a:srgbClr val="FF0000"/>
          </a:solidFill>
          <a:ln w="9525">
            <a:solidFill>
              <a:srgbClr val="FF0000"/>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4" name="Oval 23">
            <a:extLst>
              <a:ext uri="{FF2B5EF4-FFF2-40B4-BE49-F238E27FC236}">
                <a16:creationId xmlns:a16="http://schemas.microsoft.com/office/drawing/2014/main" id="{13E2E7BA-8E0F-A144-9143-4FD64DE23586}"/>
              </a:ext>
            </a:extLst>
          </p:cNvPr>
          <p:cNvSpPr>
            <a:spLocks noChangeArrowheads="1"/>
          </p:cNvSpPr>
          <p:nvPr/>
        </p:nvSpPr>
        <p:spPr bwMode="auto">
          <a:xfrm>
            <a:off x="992188" y="4143772"/>
            <a:ext cx="152400" cy="152400"/>
          </a:xfrm>
          <a:prstGeom prst="ellipse">
            <a:avLst/>
          </a:prstGeom>
          <a:solidFill>
            <a:srgbClr val="009900"/>
          </a:solidFill>
          <a:ln w="9525">
            <a:solidFill>
              <a:srgbClr val="009900"/>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5" name="Oval 24">
            <a:extLst>
              <a:ext uri="{FF2B5EF4-FFF2-40B4-BE49-F238E27FC236}">
                <a16:creationId xmlns:a16="http://schemas.microsoft.com/office/drawing/2014/main" id="{92AF7096-C1E8-F64B-846E-6BCD66897F37}"/>
              </a:ext>
            </a:extLst>
          </p:cNvPr>
          <p:cNvSpPr>
            <a:spLocks noChangeArrowheads="1"/>
          </p:cNvSpPr>
          <p:nvPr/>
        </p:nvSpPr>
        <p:spPr bwMode="auto">
          <a:xfrm>
            <a:off x="1068388" y="5134372"/>
            <a:ext cx="152400" cy="152400"/>
          </a:xfrm>
          <a:prstGeom prst="ellipse">
            <a:avLst/>
          </a:prstGeom>
          <a:solidFill>
            <a:srgbClr val="009900"/>
          </a:solidFill>
          <a:ln w="9525">
            <a:solidFill>
              <a:srgbClr val="009900"/>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nvGrpSpPr>
          <p:cNvPr id="26" name="Group 25">
            <a:extLst>
              <a:ext uri="{FF2B5EF4-FFF2-40B4-BE49-F238E27FC236}">
                <a16:creationId xmlns:a16="http://schemas.microsoft.com/office/drawing/2014/main" id="{22A2AB9A-AB9B-8E44-9228-7D00725F846D}"/>
              </a:ext>
            </a:extLst>
          </p:cNvPr>
          <p:cNvGrpSpPr>
            <a:grpSpLocks/>
          </p:cNvGrpSpPr>
          <p:nvPr/>
        </p:nvGrpSpPr>
        <p:grpSpPr bwMode="auto">
          <a:xfrm>
            <a:off x="2271713" y="3118247"/>
            <a:ext cx="1254125" cy="747713"/>
            <a:chOff x="1238" y="1754"/>
            <a:chExt cx="790" cy="471"/>
          </a:xfrm>
        </p:grpSpPr>
        <p:sp>
          <p:nvSpPr>
            <p:cNvPr id="27" name="Text Box 26">
              <a:extLst>
                <a:ext uri="{FF2B5EF4-FFF2-40B4-BE49-F238E27FC236}">
                  <a16:creationId xmlns:a16="http://schemas.microsoft.com/office/drawing/2014/main" id="{7C40C251-8D56-9D4A-8DBC-D797D01D6F60}"/>
                </a:ext>
              </a:extLst>
            </p:cNvPr>
            <p:cNvSpPr txBox="1">
              <a:spLocks noChangeArrowheads="1"/>
            </p:cNvSpPr>
            <p:nvPr/>
          </p:nvSpPr>
          <p:spPr bwMode="auto">
            <a:xfrm>
              <a:off x="1238" y="1754"/>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800">
                  <a:solidFill>
                    <a:schemeClr val="tx1">
                      <a:lumMod val="65000"/>
                      <a:lumOff val="35000"/>
                    </a:schemeClr>
                  </a:solidFill>
                  <a:latin typeface="Comic Sans MS" panose="030F0902030302020204" pitchFamily="66" charset="0"/>
                </a:rPr>
                <a:t>1</a:t>
              </a:r>
            </a:p>
          </p:txBody>
        </p:sp>
        <p:sp>
          <p:nvSpPr>
            <p:cNvPr id="28" name="Text Box 27">
              <a:extLst>
                <a:ext uri="{FF2B5EF4-FFF2-40B4-BE49-F238E27FC236}">
                  <a16:creationId xmlns:a16="http://schemas.microsoft.com/office/drawing/2014/main" id="{A06DDD43-B6EB-BC48-991D-B468E563EE66}"/>
                </a:ext>
              </a:extLst>
            </p:cNvPr>
            <p:cNvSpPr txBox="1">
              <a:spLocks noChangeArrowheads="1"/>
            </p:cNvSpPr>
            <p:nvPr/>
          </p:nvSpPr>
          <p:spPr bwMode="auto">
            <a:xfrm>
              <a:off x="1526" y="1994"/>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800">
                  <a:solidFill>
                    <a:schemeClr val="tx1">
                      <a:lumMod val="65000"/>
                      <a:lumOff val="35000"/>
                    </a:schemeClr>
                  </a:solidFill>
                  <a:latin typeface="Comic Sans MS" panose="030F0902030302020204" pitchFamily="66" charset="0"/>
                </a:rPr>
                <a:t>3</a:t>
              </a:r>
            </a:p>
          </p:txBody>
        </p:sp>
        <p:sp>
          <p:nvSpPr>
            <p:cNvPr id="29" name="Text Box 28">
              <a:extLst>
                <a:ext uri="{FF2B5EF4-FFF2-40B4-BE49-F238E27FC236}">
                  <a16:creationId xmlns:a16="http://schemas.microsoft.com/office/drawing/2014/main" id="{6C792C6D-1604-2040-B413-FA35E67113B5}"/>
                </a:ext>
              </a:extLst>
            </p:cNvPr>
            <p:cNvSpPr txBox="1">
              <a:spLocks noChangeArrowheads="1"/>
            </p:cNvSpPr>
            <p:nvPr/>
          </p:nvSpPr>
          <p:spPr bwMode="auto">
            <a:xfrm>
              <a:off x="1824" y="1923"/>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800">
                  <a:solidFill>
                    <a:schemeClr val="tx1">
                      <a:lumMod val="65000"/>
                      <a:lumOff val="35000"/>
                    </a:schemeClr>
                  </a:solidFill>
                  <a:latin typeface="Comic Sans MS" panose="030F0902030302020204" pitchFamily="66" charset="0"/>
                </a:rPr>
                <a:t>2</a:t>
              </a:r>
            </a:p>
          </p:txBody>
        </p:sp>
      </p:grpSp>
    </p:spTree>
    <p:extLst>
      <p:ext uri="{BB962C8B-B14F-4D97-AF65-F5344CB8AC3E}">
        <p14:creationId xmlns:p14="http://schemas.microsoft.com/office/powerpoint/2010/main" val="3305063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hidden"/>
                                      </p:to>
                                    </p:set>
                                  </p:childTnLst>
                                </p:cTn>
                              </p:par>
                              <p:par>
                                <p:cTn id="17" presetID="1" presetClass="exit"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hidden"/>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2" grpId="0" animBg="1"/>
      <p:bldP spid="23" grpId="0" animBg="1"/>
      <p:bldP spid="24" grpId="0" animBg="1"/>
      <p:bldP spid="2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E98D7-153B-FF4D-888E-A4308A5AD3E9}"/>
              </a:ext>
            </a:extLst>
          </p:cNvPr>
          <p:cNvSpPr>
            <a:spLocks noGrp="1"/>
          </p:cNvSpPr>
          <p:nvPr>
            <p:ph type="title"/>
          </p:nvPr>
        </p:nvSpPr>
        <p:spPr/>
        <p:txBody>
          <a:bodyPr/>
          <a:lstStyle/>
          <a:p>
            <a:r>
              <a:rPr lang="en-US"/>
              <a:t>Đồ thị trạng thái – cây tìm kiếm</a:t>
            </a:r>
          </a:p>
        </p:txBody>
      </p:sp>
      <p:sp>
        <p:nvSpPr>
          <p:cNvPr id="3" name="Content Placeholder 2">
            <a:extLst>
              <a:ext uri="{FF2B5EF4-FFF2-40B4-BE49-F238E27FC236}">
                <a16:creationId xmlns:a16="http://schemas.microsoft.com/office/drawing/2014/main" id="{2779317E-023F-C144-860D-099DD6041AD4}"/>
              </a:ext>
            </a:extLst>
          </p:cNvPr>
          <p:cNvSpPr>
            <a:spLocks noGrp="1"/>
          </p:cNvSpPr>
          <p:nvPr>
            <p:ph idx="1"/>
          </p:nvPr>
        </p:nvSpPr>
        <p:spPr>
          <a:xfrm>
            <a:off x="706439" y="1825625"/>
            <a:ext cx="4581077" cy="4351338"/>
          </a:xfrm>
        </p:spPr>
        <p:txBody>
          <a:bodyPr/>
          <a:lstStyle/>
          <a:p>
            <a:r>
              <a:rPr lang="en-US"/>
              <a:t>Mỗi trạng thái được biểu diễn bởi 1 nút duy nhất</a:t>
            </a:r>
          </a:p>
          <a:p>
            <a:r>
              <a:rPr lang="en-US"/>
              <a:t>Các cạnh (cung) nối nút s với nút s’ nếu s’ </a:t>
            </a:r>
            <a:r>
              <a:rPr lang="en-US" altLang="en-US" sz="2800">
                <a:latin typeface="Calibri" panose="020F0502020204030204" pitchFamily="34" charset="0"/>
                <a:cs typeface="Calibri" panose="020F0502020204030204" pitchFamily="34" charset="0"/>
                <a:sym typeface="Symbol" pitchFamily="2" charset="2"/>
              </a:rPr>
              <a:t></a:t>
            </a:r>
            <a:r>
              <a:rPr lang="en-US" altLang="en-US" sz="2800">
                <a:latin typeface="Calibri" panose="020F0502020204030204" pitchFamily="34" charset="0"/>
                <a:cs typeface="Calibri" panose="020F0502020204030204" pitchFamily="34" charset="0"/>
              </a:rPr>
              <a:t> </a:t>
            </a:r>
            <a:r>
              <a:rPr lang="en-US" altLang="en-US" sz="2400">
                <a:latin typeface="Calibri" panose="020F0502020204030204" pitchFamily="34" charset="0"/>
                <a:cs typeface="Calibri" panose="020F0502020204030204" pitchFamily="34" charset="0"/>
              </a:rPr>
              <a:t>SUCCESSORS</a:t>
            </a:r>
            <a:r>
              <a:rPr lang="en-US" altLang="en-US" sz="2800">
                <a:latin typeface="Calibri" panose="020F0502020204030204" pitchFamily="34" charset="0"/>
                <a:cs typeface="Calibri" panose="020F0502020204030204" pitchFamily="34" charset="0"/>
              </a:rPr>
              <a:t>(s)</a:t>
            </a:r>
            <a:endParaRPr lang="vi-VN" altLang="en-US" sz="2400">
              <a:latin typeface="Comic Sans MS" panose="030F0902030302020204" pitchFamily="66" charset="0"/>
            </a:endParaRPr>
          </a:p>
          <a:p>
            <a:r>
              <a:rPr lang="vi-VN" altLang="en-US">
                <a:latin typeface="Calibri" panose="020F0502020204030204" pitchFamily="34" charset="0"/>
                <a:cs typeface="Calibri" panose="020F0502020204030204" pitchFamily="34" charset="0"/>
              </a:rPr>
              <a:t>Đồ thị trạng thái có thể chứa nhiều hơn một thành phần được kết nối</a:t>
            </a:r>
            <a:r>
              <a:rPr lang="en-US" altLang="en-US">
                <a:latin typeface="Calibri" panose="020F0502020204030204" pitchFamily="34" charset="0"/>
                <a:cs typeface="Calibri" panose="020F0502020204030204" pitchFamily="34" charset="0"/>
              </a:rPr>
              <a:t> </a:t>
            </a:r>
          </a:p>
          <a:p>
            <a:endParaRPr lang="en-US"/>
          </a:p>
        </p:txBody>
      </p:sp>
      <p:sp>
        <p:nvSpPr>
          <p:cNvPr id="4" name="Slide Number Placeholder 3">
            <a:extLst>
              <a:ext uri="{FF2B5EF4-FFF2-40B4-BE49-F238E27FC236}">
                <a16:creationId xmlns:a16="http://schemas.microsoft.com/office/drawing/2014/main" id="{1B3288E2-1310-2448-827D-F32CAECB7630}"/>
              </a:ext>
            </a:extLst>
          </p:cNvPr>
          <p:cNvSpPr>
            <a:spLocks noGrp="1"/>
          </p:cNvSpPr>
          <p:nvPr>
            <p:ph type="sldNum" sz="quarter" idx="12"/>
          </p:nvPr>
        </p:nvSpPr>
        <p:spPr/>
        <p:txBody>
          <a:bodyPr/>
          <a:lstStyle/>
          <a:p>
            <a:fld id="{DA8C51A7-BEEA-471D-933F-7E35BC04A30F}" type="slidenum">
              <a:rPr lang="en-US"/>
              <a:pPr/>
              <a:t>14</a:t>
            </a:fld>
            <a:endParaRPr lang="en-US"/>
          </a:p>
        </p:txBody>
      </p:sp>
      <p:grpSp>
        <p:nvGrpSpPr>
          <p:cNvPr id="5" name="Group 4">
            <a:extLst>
              <a:ext uri="{FF2B5EF4-FFF2-40B4-BE49-F238E27FC236}">
                <a16:creationId xmlns:a16="http://schemas.microsoft.com/office/drawing/2014/main" id="{EE18299B-B342-A840-B7F9-407DEE90AB12}"/>
              </a:ext>
            </a:extLst>
          </p:cNvPr>
          <p:cNvGrpSpPr>
            <a:grpSpLocks/>
          </p:cNvGrpSpPr>
          <p:nvPr/>
        </p:nvGrpSpPr>
        <p:grpSpPr bwMode="auto">
          <a:xfrm>
            <a:off x="5719564" y="1628800"/>
            <a:ext cx="4235450" cy="3733800"/>
            <a:chOff x="548" y="288"/>
            <a:chExt cx="4588" cy="3552"/>
          </a:xfrm>
        </p:grpSpPr>
        <p:sp>
          <p:nvSpPr>
            <p:cNvPr id="6" name="Oval 5">
              <a:extLst>
                <a:ext uri="{FF2B5EF4-FFF2-40B4-BE49-F238E27FC236}">
                  <a16:creationId xmlns:a16="http://schemas.microsoft.com/office/drawing/2014/main" id="{0915FE1D-F1B5-524C-8B9B-2CFFB4979726}"/>
                </a:ext>
              </a:extLst>
            </p:cNvPr>
            <p:cNvSpPr>
              <a:spLocks noChangeArrowheads="1"/>
            </p:cNvSpPr>
            <p:nvPr/>
          </p:nvSpPr>
          <p:spPr bwMode="auto">
            <a:xfrm>
              <a:off x="548" y="102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7" name="Oval 6">
              <a:extLst>
                <a:ext uri="{FF2B5EF4-FFF2-40B4-BE49-F238E27FC236}">
                  <a16:creationId xmlns:a16="http://schemas.microsoft.com/office/drawing/2014/main" id="{20E50A91-848C-EB4E-B1C7-696CE1298827}"/>
                </a:ext>
              </a:extLst>
            </p:cNvPr>
            <p:cNvSpPr>
              <a:spLocks noChangeArrowheads="1"/>
            </p:cNvSpPr>
            <p:nvPr/>
          </p:nvSpPr>
          <p:spPr bwMode="auto">
            <a:xfrm>
              <a:off x="768" y="206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8" name="Oval 7">
              <a:extLst>
                <a:ext uri="{FF2B5EF4-FFF2-40B4-BE49-F238E27FC236}">
                  <a16:creationId xmlns:a16="http://schemas.microsoft.com/office/drawing/2014/main" id="{03E875FC-47C6-1E41-A9B7-834671FBD1E4}"/>
                </a:ext>
              </a:extLst>
            </p:cNvPr>
            <p:cNvSpPr>
              <a:spLocks noChangeArrowheads="1"/>
            </p:cNvSpPr>
            <p:nvPr/>
          </p:nvSpPr>
          <p:spPr bwMode="auto">
            <a:xfrm>
              <a:off x="1104" y="67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9" name="Oval 8">
              <a:extLst>
                <a:ext uri="{FF2B5EF4-FFF2-40B4-BE49-F238E27FC236}">
                  <a16:creationId xmlns:a16="http://schemas.microsoft.com/office/drawing/2014/main" id="{9B26C084-EF06-F540-AAB3-F432314D0DF6}"/>
                </a:ext>
              </a:extLst>
            </p:cNvPr>
            <p:cNvSpPr>
              <a:spLocks noChangeArrowheads="1"/>
            </p:cNvSpPr>
            <p:nvPr/>
          </p:nvSpPr>
          <p:spPr bwMode="auto">
            <a:xfrm>
              <a:off x="2160" y="168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 name="Oval 9">
              <a:extLst>
                <a:ext uri="{FF2B5EF4-FFF2-40B4-BE49-F238E27FC236}">
                  <a16:creationId xmlns:a16="http://schemas.microsoft.com/office/drawing/2014/main" id="{1FB4F3FB-C3CC-F140-9CC6-D71D6DB8CF43}"/>
                </a:ext>
              </a:extLst>
            </p:cNvPr>
            <p:cNvSpPr>
              <a:spLocks noChangeArrowheads="1"/>
            </p:cNvSpPr>
            <p:nvPr/>
          </p:nvSpPr>
          <p:spPr bwMode="auto">
            <a:xfrm>
              <a:off x="4704" y="120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1" name="Oval 10">
              <a:extLst>
                <a:ext uri="{FF2B5EF4-FFF2-40B4-BE49-F238E27FC236}">
                  <a16:creationId xmlns:a16="http://schemas.microsoft.com/office/drawing/2014/main" id="{DB25A5B9-2981-474D-9D99-2AB1AFA65AA6}"/>
                </a:ext>
              </a:extLst>
            </p:cNvPr>
            <p:cNvSpPr>
              <a:spLocks noChangeArrowheads="1"/>
            </p:cNvSpPr>
            <p:nvPr/>
          </p:nvSpPr>
          <p:spPr bwMode="auto">
            <a:xfrm>
              <a:off x="4800" y="86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2" name="Oval 11">
              <a:extLst>
                <a:ext uri="{FF2B5EF4-FFF2-40B4-BE49-F238E27FC236}">
                  <a16:creationId xmlns:a16="http://schemas.microsoft.com/office/drawing/2014/main" id="{403F8E0F-2AA7-5B47-805C-E88EAF34A5B0}"/>
                </a:ext>
              </a:extLst>
            </p:cNvPr>
            <p:cNvSpPr>
              <a:spLocks noChangeArrowheads="1"/>
            </p:cNvSpPr>
            <p:nvPr/>
          </p:nvSpPr>
          <p:spPr bwMode="auto">
            <a:xfrm>
              <a:off x="4272" y="244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3" name="Oval 12">
              <a:extLst>
                <a:ext uri="{FF2B5EF4-FFF2-40B4-BE49-F238E27FC236}">
                  <a16:creationId xmlns:a16="http://schemas.microsoft.com/office/drawing/2014/main" id="{A41D954B-E754-8746-A0E5-1D06B1CDB86E}"/>
                </a:ext>
              </a:extLst>
            </p:cNvPr>
            <p:cNvSpPr>
              <a:spLocks noChangeArrowheads="1"/>
            </p:cNvSpPr>
            <p:nvPr/>
          </p:nvSpPr>
          <p:spPr bwMode="auto">
            <a:xfrm>
              <a:off x="1536" y="259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4" name="Oval 13">
              <a:extLst>
                <a:ext uri="{FF2B5EF4-FFF2-40B4-BE49-F238E27FC236}">
                  <a16:creationId xmlns:a16="http://schemas.microsoft.com/office/drawing/2014/main" id="{78B31759-17CC-7349-B860-23AA018B8265}"/>
                </a:ext>
              </a:extLst>
            </p:cNvPr>
            <p:cNvSpPr>
              <a:spLocks noChangeArrowheads="1"/>
            </p:cNvSpPr>
            <p:nvPr/>
          </p:nvSpPr>
          <p:spPr bwMode="auto">
            <a:xfrm>
              <a:off x="2640" y="168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5" name="Oval 14">
              <a:extLst>
                <a:ext uri="{FF2B5EF4-FFF2-40B4-BE49-F238E27FC236}">
                  <a16:creationId xmlns:a16="http://schemas.microsoft.com/office/drawing/2014/main" id="{81AEFD0C-C832-FA41-94ED-5913F717BD1F}"/>
                </a:ext>
              </a:extLst>
            </p:cNvPr>
            <p:cNvSpPr>
              <a:spLocks noChangeArrowheads="1"/>
            </p:cNvSpPr>
            <p:nvPr/>
          </p:nvSpPr>
          <p:spPr bwMode="auto">
            <a:xfrm>
              <a:off x="2016" y="292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6" name="Oval 15">
              <a:extLst>
                <a:ext uri="{FF2B5EF4-FFF2-40B4-BE49-F238E27FC236}">
                  <a16:creationId xmlns:a16="http://schemas.microsoft.com/office/drawing/2014/main" id="{E430A966-B888-1B44-9AE5-D0DFA6EB0C47}"/>
                </a:ext>
              </a:extLst>
            </p:cNvPr>
            <p:cNvSpPr>
              <a:spLocks noChangeArrowheads="1"/>
            </p:cNvSpPr>
            <p:nvPr/>
          </p:nvSpPr>
          <p:spPr bwMode="auto">
            <a:xfrm>
              <a:off x="2064" y="326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7" name="Oval 16">
              <a:extLst>
                <a:ext uri="{FF2B5EF4-FFF2-40B4-BE49-F238E27FC236}">
                  <a16:creationId xmlns:a16="http://schemas.microsoft.com/office/drawing/2014/main" id="{284AFC86-1A6C-DD4F-B549-20BDA3D3BF0F}"/>
                </a:ext>
              </a:extLst>
            </p:cNvPr>
            <p:cNvSpPr>
              <a:spLocks noChangeArrowheads="1"/>
            </p:cNvSpPr>
            <p:nvPr/>
          </p:nvSpPr>
          <p:spPr bwMode="auto">
            <a:xfrm>
              <a:off x="3552" y="292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8" name="Oval 17">
              <a:extLst>
                <a:ext uri="{FF2B5EF4-FFF2-40B4-BE49-F238E27FC236}">
                  <a16:creationId xmlns:a16="http://schemas.microsoft.com/office/drawing/2014/main" id="{62D6CC55-1A4C-D546-A7DB-AD9BF93AD841}"/>
                </a:ext>
              </a:extLst>
            </p:cNvPr>
            <p:cNvSpPr>
              <a:spLocks noChangeArrowheads="1"/>
            </p:cNvSpPr>
            <p:nvPr/>
          </p:nvSpPr>
          <p:spPr bwMode="auto">
            <a:xfrm>
              <a:off x="1152" y="139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9" name="Oval 18">
              <a:extLst>
                <a:ext uri="{FF2B5EF4-FFF2-40B4-BE49-F238E27FC236}">
                  <a16:creationId xmlns:a16="http://schemas.microsoft.com/office/drawing/2014/main" id="{BE4E7BFC-24A1-6E42-855E-ABE77E4B35DB}"/>
                </a:ext>
              </a:extLst>
            </p:cNvPr>
            <p:cNvSpPr>
              <a:spLocks noChangeArrowheads="1"/>
            </p:cNvSpPr>
            <p:nvPr/>
          </p:nvSpPr>
          <p:spPr bwMode="auto">
            <a:xfrm>
              <a:off x="2688" y="124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0" name="Oval 19">
              <a:extLst>
                <a:ext uri="{FF2B5EF4-FFF2-40B4-BE49-F238E27FC236}">
                  <a16:creationId xmlns:a16="http://schemas.microsoft.com/office/drawing/2014/main" id="{E418E951-985D-5B4C-ACFE-DCE7F4FE84CD}"/>
                </a:ext>
              </a:extLst>
            </p:cNvPr>
            <p:cNvSpPr>
              <a:spLocks noChangeArrowheads="1"/>
            </p:cNvSpPr>
            <p:nvPr/>
          </p:nvSpPr>
          <p:spPr bwMode="auto">
            <a:xfrm>
              <a:off x="672" y="268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1" name="Oval 20">
              <a:extLst>
                <a:ext uri="{FF2B5EF4-FFF2-40B4-BE49-F238E27FC236}">
                  <a16:creationId xmlns:a16="http://schemas.microsoft.com/office/drawing/2014/main" id="{BC6F661B-5F07-BE4F-9F2C-8A77824EF254}"/>
                </a:ext>
              </a:extLst>
            </p:cNvPr>
            <p:cNvSpPr>
              <a:spLocks noChangeArrowheads="1"/>
            </p:cNvSpPr>
            <p:nvPr/>
          </p:nvSpPr>
          <p:spPr bwMode="auto">
            <a:xfrm>
              <a:off x="1200" y="216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2" name="Oval 21">
              <a:extLst>
                <a:ext uri="{FF2B5EF4-FFF2-40B4-BE49-F238E27FC236}">
                  <a16:creationId xmlns:a16="http://schemas.microsoft.com/office/drawing/2014/main" id="{9B4461E1-A703-1D4D-B373-743B91B315BB}"/>
                </a:ext>
              </a:extLst>
            </p:cNvPr>
            <p:cNvSpPr>
              <a:spLocks noChangeArrowheads="1"/>
            </p:cNvSpPr>
            <p:nvPr/>
          </p:nvSpPr>
          <p:spPr bwMode="auto">
            <a:xfrm>
              <a:off x="2784" y="72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3" name="Oval 22">
              <a:extLst>
                <a:ext uri="{FF2B5EF4-FFF2-40B4-BE49-F238E27FC236}">
                  <a16:creationId xmlns:a16="http://schemas.microsoft.com/office/drawing/2014/main" id="{614A4670-0872-F54A-92ED-28AC957ECFFB}"/>
                </a:ext>
              </a:extLst>
            </p:cNvPr>
            <p:cNvSpPr>
              <a:spLocks noChangeArrowheads="1"/>
            </p:cNvSpPr>
            <p:nvPr/>
          </p:nvSpPr>
          <p:spPr bwMode="auto">
            <a:xfrm>
              <a:off x="4992" y="168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4" name="Oval 23">
              <a:extLst>
                <a:ext uri="{FF2B5EF4-FFF2-40B4-BE49-F238E27FC236}">
                  <a16:creationId xmlns:a16="http://schemas.microsoft.com/office/drawing/2014/main" id="{59146A1C-9179-DB40-B1D1-DE47479E4AD7}"/>
                </a:ext>
              </a:extLst>
            </p:cNvPr>
            <p:cNvSpPr>
              <a:spLocks noChangeArrowheads="1"/>
            </p:cNvSpPr>
            <p:nvPr/>
          </p:nvSpPr>
          <p:spPr bwMode="auto">
            <a:xfrm>
              <a:off x="1440" y="278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5" name="Oval 24">
              <a:extLst>
                <a:ext uri="{FF2B5EF4-FFF2-40B4-BE49-F238E27FC236}">
                  <a16:creationId xmlns:a16="http://schemas.microsoft.com/office/drawing/2014/main" id="{DFC2FD49-CBA5-6648-9765-F2D9F336B511}"/>
                </a:ext>
              </a:extLst>
            </p:cNvPr>
            <p:cNvSpPr>
              <a:spLocks noChangeArrowheads="1"/>
            </p:cNvSpPr>
            <p:nvPr/>
          </p:nvSpPr>
          <p:spPr bwMode="auto">
            <a:xfrm>
              <a:off x="3216" y="216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6" name="Oval 25">
              <a:extLst>
                <a:ext uri="{FF2B5EF4-FFF2-40B4-BE49-F238E27FC236}">
                  <a16:creationId xmlns:a16="http://schemas.microsoft.com/office/drawing/2014/main" id="{CEF9DC66-DDEC-5F4C-B96F-77D6AB4921E8}"/>
                </a:ext>
              </a:extLst>
            </p:cNvPr>
            <p:cNvSpPr>
              <a:spLocks noChangeArrowheads="1"/>
            </p:cNvSpPr>
            <p:nvPr/>
          </p:nvSpPr>
          <p:spPr bwMode="auto">
            <a:xfrm>
              <a:off x="2928" y="283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 name="Oval 26">
              <a:extLst>
                <a:ext uri="{FF2B5EF4-FFF2-40B4-BE49-F238E27FC236}">
                  <a16:creationId xmlns:a16="http://schemas.microsoft.com/office/drawing/2014/main" id="{C2382058-FC94-A042-9E38-A06644DD8DA0}"/>
                </a:ext>
              </a:extLst>
            </p:cNvPr>
            <p:cNvSpPr>
              <a:spLocks noChangeArrowheads="1"/>
            </p:cNvSpPr>
            <p:nvPr/>
          </p:nvSpPr>
          <p:spPr bwMode="auto">
            <a:xfrm>
              <a:off x="1968" y="254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 name="Oval 27">
              <a:extLst>
                <a:ext uri="{FF2B5EF4-FFF2-40B4-BE49-F238E27FC236}">
                  <a16:creationId xmlns:a16="http://schemas.microsoft.com/office/drawing/2014/main" id="{3F30B345-EF88-D043-A7E4-86A626D237A8}"/>
                </a:ext>
              </a:extLst>
            </p:cNvPr>
            <p:cNvSpPr>
              <a:spLocks noChangeArrowheads="1"/>
            </p:cNvSpPr>
            <p:nvPr/>
          </p:nvSpPr>
          <p:spPr bwMode="auto">
            <a:xfrm>
              <a:off x="2736" y="326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 name="Oval 28">
              <a:extLst>
                <a:ext uri="{FF2B5EF4-FFF2-40B4-BE49-F238E27FC236}">
                  <a16:creationId xmlns:a16="http://schemas.microsoft.com/office/drawing/2014/main" id="{A41B86FE-D68D-9647-AA3A-FECC7E0EECA7}"/>
                </a:ext>
              </a:extLst>
            </p:cNvPr>
            <p:cNvSpPr>
              <a:spLocks noChangeArrowheads="1"/>
            </p:cNvSpPr>
            <p:nvPr/>
          </p:nvSpPr>
          <p:spPr bwMode="auto">
            <a:xfrm>
              <a:off x="2688" y="240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 name="Oval 29">
              <a:extLst>
                <a:ext uri="{FF2B5EF4-FFF2-40B4-BE49-F238E27FC236}">
                  <a16:creationId xmlns:a16="http://schemas.microsoft.com/office/drawing/2014/main" id="{F64CA117-3B25-F44D-93C2-EB5624BC9320}"/>
                </a:ext>
              </a:extLst>
            </p:cNvPr>
            <p:cNvSpPr>
              <a:spLocks noChangeArrowheads="1"/>
            </p:cNvSpPr>
            <p:nvPr/>
          </p:nvSpPr>
          <p:spPr bwMode="auto">
            <a:xfrm>
              <a:off x="1584" y="172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 name="Oval 30">
              <a:extLst>
                <a:ext uri="{FF2B5EF4-FFF2-40B4-BE49-F238E27FC236}">
                  <a16:creationId xmlns:a16="http://schemas.microsoft.com/office/drawing/2014/main" id="{F5D7FA9C-511E-954C-B63F-34268E343C55}"/>
                </a:ext>
              </a:extLst>
            </p:cNvPr>
            <p:cNvSpPr>
              <a:spLocks noChangeArrowheads="1"/>
            </p:cNvSpPr>
            <p:nvPr/>
          </p:nvSpPr>
          <p:spPr bwMode="auto">
            <a:xfrm>
              <a:off x="1728" y="91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2" name="Oval 31">
              <a:extLst>
                <a:ext uri="{FF2B5EF4-FFF2-40B4-BE49-F238E27FC236}">
                  <a16:creationId xmlns:a16="http://schemas.microsoft.com/office/drawing/2014/main" id="{601F7129-20ED-D743-88AC-A2CC5B54160A}"/>
                </a:ext>
              </a:extLst>
            </p:cNvPr>
            <p:cNvSpPr>
              <a:spLocks noChangeArrowheads="1"/>
            </p:cNvSpPr>
            <p:nvPr/>
          </p:nvSpPr>
          <p:spPr bwMode="auto">
            <a:xfrm>
              <a:off x="2160" y="120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3" name="Oval 32">
              <a:extLst>
                <a:ext uri="{FF2B5EF4-FFF2-40B4-BE49-F238E27FC236}">
                  <a16:creationId xmlns:a16="http://schemas.microsoft.com/office/drawing/2014/main" id="{84508222-B54F-6649-B0C9-914A3125B66D}"/>
                </a:ext>
              </a:extLst>
            </p:cNvPr>
            <p:cNvSpPr>
              <a:spLocks noChangeArrowheads="1"/>
            </p:cNvSpPr>
            <p:nvPr/>
          </p:nvSpPr>
          <p:spPr bwMode="auto">
            <a:xfrm>
              <a:off x="2352" y="86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4" name="Oval 33">
              <a:extLst>
                <a:ext uri="{FF2B5EF4-FFF2-40B4-BE49-F238E27FC236}">
                  <a16:creationId xmlns:a16="http://schemas.microsoft.com/office/drawing/2014/main" id="{8390369F-50AF-824F-8219-D1830FC5DF6C}"/>
                </a:ext>
              </a:extLst>
            </p:cNvPr>
            <p:cNvSpPr>
              <a:spLocks noChangeArrowheads="1"/>
            </p:cNvSpPr>
            <p:nvPr/>
          </p:nvSpPr>
          <p:spPr bwMode="auto">
            <a:xfrm>
              <a:off x="4320" y="576"/>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5" name="Oval 34">
              <a:extLst>
                <a:ext uri="{FF2B5EF4-FFF2-40B4-BE49-F238E27FC236}">
                  <a16:creationId xmlns:a16="http://schemas.microsoft.com/office/drawing/2014/main" id="{08FA3347-82D7-7D45-B50C-3DFFD5FAE966}"/>
                </a:ext>
              </a:extLst>
            </p:cNvPr>
            <p:cNvSpPr>
              <a:spLocks noChangeArrowheads="1"/>
            </p:cNvSpPr>
            <p:nvPr/>
          </p:nvSpPr>
          <p:spPr bwMode="auto">
            <a:xfrm>
              <a:off x="2352" y="28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6" name="Oval 35">
              <a:extLst>
                <a:ext uri="{FF2B5EF4-FFF2-40B4-BE49-F238E27FC236}">
                  <a16:creationId xmlns:a16="http://schemas.microsoft.com/office/drawing/2014/main" id="{C65B3FEC-E7B1-0D41-9AFD-D88047E416E9}"/>
                </a:ext>
              </a:extLst>
            </p:cNvPr>
            <p:cNvSpPr>
              <a:spLocks noChangeArrowheads="1"/>
            </p:cNvSpPr>
            <p:nvPr/>
          </p:nvSpPr>
          <p:spPr bwMode="auto">
            <a:xfrm>
              <a:off x="1776" y="230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7" name="Oval 36">
              <a:extLst>
                <a:ext uri="{FF2B5EF4-FFF2-40B4-BE49-F238E27FC236}">
                  <a16:creationId xmlns:a16="http://schemas.microsoft.com/office/drawing/2014/main" id="{B255837A-C958-694D-BF42-CF8FDD3F8F15}"/>
                </a:ext>
              </a:extLst>
            </p:cNvPr>
            <p:cNvSpPr>
              <a:spLocks noChangeArrowheads="1"/>
            </p:cNvSpPr>
            <p:nvPr/>
          </p:nvSpPr>
          <p:spPr bwMode="auto">
            <a:xfrm>
              <a:off x="816" y="326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8" name="Oval 37">
              <a:extLst>
                <a:ext uri="{FF2B5EF4-FFF2-40B4-BE49-F238E27FC236}">
                  <a16:creationId xmlns:a16="http://schemas.microsoft.com/office/drawing/2014/main" id="{9237F999-1924-3244-BAD1-777AA922A409}"/>
                </a:ext>
              </a:extLst>
            </p:cNvPr>
            <p:cNvSpPr>
              <a:spLocks noChangeArrowheads="1"/>
            </p:cNvSpPr>
            <p:nvPr/>
          </p:nvSpPr>
          <p:spPr bwMode="auto">
            <a:xfrm>
              <a:off x="1440" y="3456"/>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9" name="Oval 38">
              <a:extLst>
                <a:ext uri="{FF2B5EF4-FFF2-40B4-BE49-F238E27FC236}">
                  <a16:creationId xmlns:a16="http://schemas.microsoft.com/office/drawing/2014/main" id="{5A383F44-4E70-7549-81DC-0039C62C33F0}"/>
                </a:ext>
              </a:extLst>
            </p:cNvPr>
            <p:cNvSpPr>
              <a:spLocks noChangeArrowheads="1"/>
            </p:cNvSpPr>
            <p:nvPr/>
          </p:nvSpPr>
          <p:spPr bwMode="auto">
            <a:xfrm>
              <a:off x="3312" y="374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0" name="Oval 39">
              <a:extLst>
                <a:ext uri="{FF2B5EF4-FFF2-40B4-BE49-F238E27FC236}">
                  <a16:creationId xmlns:a16="http://schemas.microsoft.com/office/drawing/2014/main" id="{7C4423F1-68E4-C34C-A020-99B8E6C39EE2}"/>
                </a:ext>
              </a:extLst>
            </p:cNvPr>
            <p:cNvSpPr>
              <a:spLocks noChangeArrowheads="1"/>
            </p:cNvSpPr>
            <p:nvPr/>
          </p:nvSpPr>
          <p:spPr bwMode="auto">
            <a:xfrm>
              <a:off x="3120" y="336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1" name="Oval 40">
              <a:extLst>
                <a:ext uri="{FF2B5EF4-FFF2-40B4-BE49-F238E27FC236}">
                  <a16:creationId xmlns:a16="http://schemas.microsoft.com/office/drawing/2014/main" id="{156EDF3D-6DE8-A146-9896-9169D15F9E48}"/>
                </a:ext>
              </a:extLst>
            </p:cNvPr>
            <p:cNvSpPr>
              <a:spLocks noChangeArrowheads="1"/>
            </p:cNvSpPr>
            <p:nvPr/>
          </p:nvSpPr>
          <p:spPr bwMode="auto">
            <a:xfrm>
              <a:off x="4176" y="360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2" name="Oval 41">
              <a:extLst>
                <a:ext uri="{FF2B5EF4-FFF2-40B4-BE49-F238E27FC236}">
                  <a16:creationId xmlns:a16="http://schemas.microsoft.com/office/drawing/2014/main" id="{A6DED6FE-7A9C-BA4C-8566-2CD95125FB78}"/>
                </a:ext>
              </a:extLst>
            </p:cNvPr>
            <p:cNvSpPr>
              <a:spLocks noChangeArrowheads="1"/>
            </p:cNvSpPr>
            <p:nvPr/>
          </p:nvSpPr>
          <p:spPr bwMode="auto">
            <a:xfrm>
              <a:off x="4704" y="312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3" name="Oval 42">
              <a:extLst>
                <a:ext uri="{FF2B5EF4-FFF2-40B4-BE49-F238E27FC236}">
                  <a16:creationId xmlns:a16="http://schemas.microsoft.com/office/drawing/2014/main" id="{0EE9C233-7E16-E542-B25C-B5755A762F2D}"/>
                </a:ext>
              </a:extLst>
            </p:cNvPr>
            <p:cNvSpPr>
              <a:spLocks noChangeArrowheads="1"/>
            </p:cNvSpPr>
            <p:nvPr/>
          </p:nvSpPr>
          <p:spPr bwMode="auto">
            <a:xfrm>
              <a:off x="4992" y="206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4" name="Oval 43">
              <a:extLst>
                <a:ext uri="{FF2B5EF4-FFF2-40B4-BE49-F238E27FC236}">
                  <a16:creationId xmlns:a16="http://schemas.microsoft.com/office/drawing/2014/main" id="{FCC3D399-1C4F-6F42-8489-3D750284E97A}"/>
                </a:ext>
              </a:extLst>
            </p:cNvPr>
            <p:cNvSpPr>
              <a:spLocks noChangeArrowheads="1"/>
            </p:cNvSpPr>
            <p:nvPr/>
          </p:nvSpPr>
          <p:spPr bwMode="auto">
            <a:xfrm>
              <a:off x="3984" y="62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5" name="Oval 44">
              <a:extLst>
                <a:ext uri="{FF2B5EF4-FFF2-40B4-BE49-F238E27FC236}">
                  <a16:creationId xmlns:a16="http://schemas.microsoft.com/office/drawing/2014/main" id="{627D0002-124F-C849-9D66-FF6AB2B5EE1D}"/>
                </a:ext>
              </a:extLst>
            </p:cNvPr>
            <p:cNvSpPr>
              <a:spLocks noChangeArrowheads="1"/>
            </p:cNvSpPr>
            <p:nvPr/>
          </p:nvSpPr>
          <p:spPr bwMode="auto">
            <a:xfrm>
              <a:off x="3120" y="86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6" name="Oval 45">
              <a:extLst>
                <a:ext uri="{FF2B5EF4-FFF2-40B4-BE49-F238E27FC236}">
                  <a16:creationId xmlns:a16="http://schemas.microsoft.com/office/drawing/2014/main" id="{A9D74767-F073-7145-A5CF-38AD40ECC53A}"/>
                </a:ext>
              </a:extLst>
            </p:cNvPr>
            <p:cNvSpPr>
              <a:spLocks noChangeArrowheads="1"/>
            </p:cNvSpPr>
            <p:nvPr/>
          </p:nvSpPr>
          <p:spPr bwMode="auto">
            <a:xfrm>
              <a:off x="4608" y="230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7" name="Oval 46">
              <a:extLst>
                <a:ext uri="{FF2B5EF4-FFF2-40B4-BE49-F238E27FC236}">
                  <a16:creationId xmlns:a16="http://schemas.microsoft.com/office/drawing/2014/main" id="{BF69B388-5C93-5049-9E69-9C89116A3219}"/>
                </a:ext>
              </a:extLst>
            </p:cNvPr>
            <p:cNvSpPr>
              <a:spLocks noChangeArrowheads="1"/>
            </p:cNvSpPr>
            <p:nvPr/>
          </p:nvSpPr>
          <p:spPr bwMode="auto">
            <a:xfrm>
              <a:off x="3456" y="76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8" name="Oval 47">
              <a:extLst>
                <a:ext uri="{FF2B5EF4-FFF2-40B4-BE49-F238E27FC236}">
                  <a16:creationId xmlns:a16="http://schemas.microsoft.com/office/drawing/2014/main" id="{F7984C07-866A-FF46-A12B-7AAF43DE3B3C}"/>
                </a:ext>
              </a:extLst>
            </p:cNvPr>
            <p:cNvSpPr>
              <a:spLocks noChangeArrowheads="1"/>
            </p:cNvSpPr>
            <p:nvPr/>
          </p:nvSpPr>
          <p:spPr bwMode="auto">
            <a:xfrm>
              <a:off x="3696" y="110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9" name="Oval 48">
              <a:extLst>
                <a:ext uri="{FF2B5EF4-FFF2-40B4-BE49-F238E27FC236}">
                  <a16:creationId xmlns:a16="http://schemas.microsoft.com/office/drawing/2014/main" id="{549EC763-BD71-1549-9067-DAB42855396F}"/>
                </a:ext>
              </a:extLst>
            </p:cNvPr>
            <p:cNvSpPr>
              <a:spLocks noChangeArrowheads="1"/>
            </p:cNvSpPr>
            <p:nvPr/>
          </p:nvSpPr>
          <p:spPr bwMode="auto">
            <a:xfrm>
              <a:off x="3732" y="216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0" name="Oval 49">
              <a:extLst>
                <a:ext uri="{FF2B5EF4-FFF2-40B4-BE49-F238E27FC236}">
                  <a16:creationId xmlns:a16="http://schemas.microsoft.com/office/drawing/2014/main" id="{77CCCBD7-5E9B-B940-9901-FCC47ED226E2}"/>
                </a:ext>
              </a:extLst>
            </p:cNvPr>
            <p:cNvSpPr>
              <a:spLocks noChangeArrowheads="1"/>
            </p:cNvSpPr>
            <p:nvPr/>
          </p:nvSpPr>
          <p:spPr bwMode="auto">
            <a:xfrm>
              <a:off x="3312" y="148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 name="Oval 50">
              <a:extLst>
                <a:ext uri="{FF2B5EF4-FFF2-40B4-BE49-F238E27FC236}">
                  <a16:creationId xmlns:a16="http://schemas.microsoft.com/office/drawing/2014/main" id="{B861370E-7C2E-E84B-9F8C-3D2BEC4F92CE}"/>
                </a:ext>
              </a:extLst>
            </p:cNvPr>
            <p:cNvSpPr>
              <a:spLocks noChangeArrowheads="1"/>
            </p:cNvSpPr>
            <p:nvPr/>
          </p:nvSpPr>
          <p:spPr bwMode="auto">
            <a:xfrm>
              <a:off x="3984" y="144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2" name="Oval 51">
              <a:extLst>
                <a:ext uri="{FF2B5EF4-FFF2-40B4-BE49-F238E27FC236}">
                  <a16:creationId xmlns:a16="http://schemas.microsoft.com/office/drawing/2014/main" id="{3A49404C-B02D-9043-A4B0-2E4292B1E895}"/>
                </a:ext>
              </a:extLst>
            </p:cNvPr>
            <p:cNvSpPr>
              <a:spLocks noChangeArrowheads="1"/>
            </p:cNvSpPr>
            <p:nvPr/>
          </p:nvSpPr>
          <p:spPr bwMode="auto">
            <a:xfrm>
              <a:off x="3600" y="1536"/>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3" name="Oval 52">
              <a:extLst>
                <a:ext uri="{FF2B5EF4-FFF2-40B4-BE49-F238E27FC236}">
                  <a16:creationId xmlns:a16="http://schemas.microsoft.com/office/drawing/2014/main" id="{55D52581-12D0-B942-BAA6-5DE39956AFC1}"/>
                </a:ext>
              </a:extLst>
            </p:cNvPr>
            <p:cNvSpPr>
              <a:spLocks noChangeArrowheads="1"/>
            </p:cNvSpPr>
            <p:nvPr/>
          </p:nvSpPr>
          <p:spPr bwMode="auto">
            <a:xfrm>
              <a:off x="4272" y="96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4" name="Line 53">
              <a:extLst>
                <a:ext uri="{FF2B5EF4-FFF2-40B4-BE49-F238E27FC236}">
                  <a16:creationId xmlns:a16="http://schemas.microsoft.com/office/drawing/2014/main" id="{24501F3B-CF91-6645-B28E-84898B4C535C}"/>
                </a:ext>
              </a:extLst>
            </p:cNvPr>
            <p:cNvSpPr>
              <a:spLocks noChangeShapeType="1"/>
            </p:cNvSpPr>
            <p:nvPr/>
          </p:nvSpPr>
          <p:spPr bwMode="auto">
            <a:xfrm flipH="1" flipV="1">
              <a:off x="732" y="2780"/>
              <a:ext cx="112" cy="4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5" name="Line 54">
              <a:extLst>
                <a:ext uri="{FF2B5EF4-FFF2-40B4-BE49-F238E27FC236}">
                  <a16:creationId xmlns:a16="http://schemas.microsoft.com/office/drawing/2014/main" id="{91B29E71-7C10-FD46-B2ED-170B80515710}"/>
                </a:ext>
              </a:extLst>
            </p:cNvPr>
            <p:cNvSpPr>
              <a:spLocks noChangeShapeType="1"/>
            </p:cNvSpPr>
            <p:nvPr/>
          </p:nvSpPr>
          <p:spPr bwMode="auto">
            <a:xfrm flipV="1">
              <a:off x="896" y="2860"/>
              <a:ext cx="552" cy="412"/>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6" name="Line 55">
              <a:extLst>
                <a:ext uri="{FF2B5EF4-FFF2-40B4-BE49-F238E27FC236}">
                  <a16:creationId xmlns:a16="http://schemas.microsoft.com/office/drawing/2014/main" id="{8AE2878C-AF3F-A54B-9E13-B225F4A71A16}"/>
                </a:ext>
              </a:extLst>
            </p:cNvPr>
            <p:cNvSpPr>
              <a:spLocks noChangeShapeType="1"/>
            </p:cNvSpPr>
            <p:nvPr/>
          </p:nvSpPr>
          <p:spPr bwMode="auto">
            <a:xfrm flipV="1">
              <a:off x="716" y="2156"/>
              <a:ext cx="92" cy="5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7" name="Line 56">
              <a:extLst>
                <a:ext uri="{FF2B5EF4-FFF2-40B4-BE49-F238E27FC236}">
                  <a16:creationId xmlns:a16="http://schemas.microsoft.com/office/drawing/2014/main" id="{F9F0DCCE-D10A-004E-B3E9-BABB26CFFB54}"/>
                </a:ext>
              </a:extLst>
            </p:cNvPr>
            <p:cNvSpPr>
              <a:spLocks noChangeShapeType="1"/>
            </p:cNvSpPr>
            <p:nvPr/>
          </p:nvSpPr>
          <p:spPr bwMode="auto">
            <a:xfrm flipV="1">
              <a:off x="752" y="2248"/>
              <a:ext cx="468" cy="4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8" name="Line 57">
              <a:extLst>
                <a:ext uri="{FF2B5EF4-FFF2-40B4-BE49-F238E27FC236}">
                  <a16:creationId xmlns:a16="http://schemas.microsoft.com/office/drawing/2014/main" id="{53EE0650-22EF-4D43-9EAB-0D737FEB58C0}"/>
                </a:ext>
              </a:extLst>
            </p:cNvPr>
            <p:cNvSpPr>
              <a:spLocks noChangeShapeType="1"/>
            </p:cNvSpPr>
            <p:nvPr/>
          </p:nvSpPr>
          <p:spPr bwMode="auto">
            <a:xfrm flipV="1">
              <a:off x="764" y="2372"/>
              <a:ext cx="1012" cy="36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9" name="Line 58">
              <a:extLst>
                <a:ext uri="{FF2B5EF4-FFF2-40B4-BE49-F238E27FC236}">
                  <a16:creationId xmlns:a16="http://schemas.microsoft.com/office/drawing/2014/main" id="{7EDA49FE-77BD-1F4B-809F-25C9730448D3}"/>
                </a:ext>
              </a:extLst>
            </p:cNvPr>
            <p:cNvSpPr>
              <a:spLocks noChangeShapeType="1"/>
            </p:cNvSpPr>
            <p:nvPr/>
          </p:nvSpPr>
          <p:spPr bwMode="auto">
            <a:xfrm flipH="1">
              <a:off x="1612" y="2392"/>
              <a:ext cx="180" cy="20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0" name="Line 59">
              <a:extLst>
                <a:ext uri="{FF2B5EF4-FFF2-40B4-BE49-F238E27FC236}">
                  <a16:creationId xmlns:a16="http://schemas.microsoft.com/office/drawing/2014/main" id="{924B0D06-0320-D04A-9304-E4671A2256BF}"/>
                </a:ext>
              </a:extLst>
            </p:cNvPr>
            <p:cNvSpPr>
              <a:spLocks noChangeShapeType="1"/>
            </p:cNvSpPr>
            <p:nvPr/>
          </p:nvSpPr>
          <p:spPr bwMode="auto">
            <a:xfrm>
              <a:off x="1856" y="2384"/>
              <a:ext cx="136" cy="1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1" name="Line 60">
              <a:extLst>
                <a:ext uri="{FF2B5EF4-FFF2-40B4-BE49-F238E27FC236}">
                  <a16:creationId xmlns:a16="http://schemas.microsoft.com/office/drawing/2014/main" id="{3F30C9F4-6D6C-7E4E-96D1-67B1990EF346}"/>
                </a:ext>
              </a:extLst>
            </p:cNvPr>
            <p:cNvSpPr>
              <a:spLocks noChangeShapeType="1"/>
            </p:cNvSpPr>
            <p:nvPr/>
          </p:nvSpPr>
          <p:spPr bwMode="auto">
            <a:xfrm>
              <a:off x="1484" y="2880"/>
              <a:ext cx="0" cy="57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2" name="Line 61">
              <a:extLst>
                <a:ext uri="{FF2B5EF4-FFF2-40B4-BE49-F238E27FC236}">
                  <a16:creationId xmlns:a16="http://schemas.microsoft.com/office/drawing/2014/main" id="{680DCBFF-431D-5B4F-B945-A9886CD9B1B8}"/>
                </a:ext>
              </a:extLst>
            </p:cNvPr>
            <p:cNvSpPr>
              <a:spLocks noChangeShapeType="1"/>
            </p:cNvSpPr>
            <p:nvPr/>
          </p:nvSpPr>
          <p:spPr bwMode="auto">
            <a:xfrm>
              <a:off x="1524" y="2856"/>
              <a:ext cx="552" cy="4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3" name="Line 62">
              <a:extLst>
                <a:ext uri="{FF2B5EF4-FFF2-40B4-BE49-F238E27FC236}">
                  <a16:creationId xmlns:a16="http://schemas.microsoft.com/office/drawing/2014/main" id="{F6387687-EFB2-F44B-84EC-510189D0235C}"/>
                </a:ext>
              </a:extLst>
            </p:cNvPr>
            <p:cNvSpPr>
              <a:spLocks noChangeShapeType="1"/>
            </p:cNvSpPr>
            <p:nvPr/>
          </p:nvSpPr>
          <p:spPr bwMode="auto">
            <a:xfrm flipH="1" flipV="1">
              <a:off x="2072" y="3020"/>
              <a:ext cx="28" cy="2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4" name="Line 63">
              <a:extLst>
                <a:ext uri="{FF2B5EF4-FFF2-40B4-BE49-F238E27FC236}">
                  <a16:creationId xmlns:a16="http://schemas.microsoft.com/office/drawing/2014/main" id="{93202984-20E8-E644-9270-10C124FB1E7C}"/>
                </a:ext>
              </a:extLst>
            </p:cNvPr>
            <p:cNvSpPr>
              <a:spLocks noChangeShapeType="1"/>
            </p:cNvSpPr>
            <p:nvPr/>
          </p:nvSpPr>
          <p:spPr bwMode="auto">
            <a:xfrm flipH="1" flipV="1">
              <a:off x="2028" y="2640"/>
              <a:ext cx="24"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5" name="Line 64">
              <a:extLst>
                <a:ext uri="{FF2B5EF4-FFF2-40B4-BE49-F238E27FC236}">
                  <a16:creationId xmlns:a16="http://schemas.microsoft.com/office/drawing/2014/main" id="{DB867E58-95B3-CE48-B9A4-9FC14EADD377}"/>
                </a:ext>
              </a:extLst>
            </p:cNvPr>
            <p:cNvSpPr>
              <a:spLocks noChangeShapeType="1"/>
            </p:cNvSpPr>
            <p:nvPr/>
          </p:nvSpPr>
          <p:spPr bwMode="auto">
            <a:xfrm flipV="1">
              <a:off x="2056" y="2460"/>
              <a:ext cx="636" cy="11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6" name="Line 65">
              <a:extLst>
                <a:ext uri="{FF2B5EF4-FFF2-40B4-BE49-F238E27FC236}">
                  <a16:creationId xmlns:a16="http://schemas.microsoft.com/office/drawing/2014/main" id="{3B65416F-83AB-944C-A292-8BAB665448F4}"/>
                </a:ext>
              </a:extLst>
            </p:cNvPr>
            <p:cNvSpPr>
              <a:spLocks noChangeShapeType="1"/>
            </p:cNvSpPr>
            <p:nvPr/>
          </p:nvSpPr>
          <p:spPr bwMode="auto">
            <a:xfrm flipV="1">
              <a:off x="2024" y="1772"/>
              <a:ext cx="176" cy="77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7" name="Line 66">
              <a:extLst>
                <a:ext uri="{FF2B5EF4-FFF2-40B4-BE49-F238E27FC236}">
                  <a16:creationId xmlns:a16="http://schemas.microsoft.com/office/drawing/2014/main" id="{1FE63944-CE6A-394C-988E-C386426B2B12}"/>
                </a:ext>
              </a:extLst>
            </p:cNvPr>
            <p:cNvSpPr>
              <a:spLocks noChangeShapeType="1"/>
            </p:cNvSpPr>
            <p:nvPr/>
          </p:nvSpPr>
          <p:spPr bwMode="auto">
            <a:xfrm flipV="1">
              <a:off x="2800" y="2916"/>
              <a:ext cx="148" cy="3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8" name="Line 67">
              <a:extLst>
                <a:ext uri="{FF2B5EF4-FFF2-40B4-BE49-F238E27FC236}">
                  <a16:creationId xmlns:a16="http://schemas.microsoft.com/office/drawing/2014/main" id="{65C9F2E4-0F3D-AD40-94CE-EF7F3E77F4CD}"/>
                </a:ext>
              </a:extLst>
            </p:cNvPr>
            <p:cNvSpPr>
              <a:spLocks noChangeShapeType="1"/>
            </p:cNvSpPr>
            <p:nvPr/>
          </p:nvSpPr>
          <p:spPr bwMode="auto">
            <a:xfrm>
              <a:off x="2824" y="3328"/>
              <a:ext cx="292" cy="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9" name="Line 68">
              <a:extLst>
                <a:ext uri="{FF2B5EF4-FFF2-40B4-BE49-F238E27FC236}">
                  <a16:creationId xmlns:a16="http://schemas.microsoft.com/office/drawing/2014/main" id="{5225FCC8-B995-634F-A4A6-FF5656CD40F6}"/>
                </a:ext>
              </a:extLst>
            </p:cNvPr>
            <p:cNvSpPr>
              <a:spLocks noChangeShapeType="1"/>
            </p:cNvSpPr>
            <p:nvPr/>
          </p:nvSpPr>
          <p:spPr bwMode="auto">
            <a:xfrm flipH="1" flipV="1">
              <a:off x="2688" y="1776"/>
              <a:ext cx="48" cy="6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0" name="Line 69">
              <a:extLst>
                <a:ext uri="{FF2B5EF4-FFF2-40B4-BE49-F238E27FC236}">
                  <a16:creationId xmlns:a16="http://schemas.microsoft.com/office/drawing/2014/main" id="{6489A3F3-469B-0044-8C38-CFE1989F977D}"/>
                </a:ext>
              </a:extLst>
            </p:cNvPr>
            <p:cNvSpPr>
              <a:spLocks noChangeShapeType="1"/>
            </p:cNvSpPr>
            <p:nvPr/>
          </p:nvSpPr>
          <p:spPr bwMode="auto">
            <a:xfrm flipV="1">
              <a:off x="2784" y="2232"/>
              <a:ext cx="440" cy="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1" name="Line 70">
              <a:extLst>
                <a:ext uri="{FF2B5EF4-FFF2-40B4-BE49-F238E27FC236}">
                  <a16:creationId xmlns:a16="http://schemas.microsoft.com/office/drawing/2014/main" id="{DE03E507-8182-8A4F-9112-4D550722930A}"/>
                </a:ext>
              </a:extLst>
            </p:cNvPr>
            <p:cNvSpPr>
              <a:spLocks noChangeShapeType="1"/>
            </p:cNvSpPr>
            <p:nvPr/>
          </p:nvSpPr>
          <p:spPr bwMode="auto">
            <a:xfrm flipH="1" flipV="1">
              <a:off x="1204" y="1488"/>
              <a:ext cx="40" cy="6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2" name="Line 71">
              <a:extLst>
                <a:ext uri="{FF2B5EF4-FFF2-40B4-BE49-F238E27FC236}">
                  <a16:creationId xmlns:a16="http://schemas.microsoft.com/office/drawing/2014/main" id="{8D631B3B-920C-1446-8907-D9A692AAE828}"/>
                </a:ext>
              </a:extLst>
            </p:cNvPr>
            <p:cNvSpPr>
              <a:spLocks noChangeShapeType="1"/>
            </p:cNvSpPr>
            <p:nvPr/>
          </p:nvSpPr>
          <p:spPr bwMode="auto">
            <a:xfrm flipH="1">
              <a:off x="1284" y="1816"/>
              <a:ext cx="320" cy="3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3" name="Line 72">
              <a:extLst>
                <a:ext uri="{FF2B5EF4-FFF2-40B4-BE49-F238E27FC236}">
                  <a16:creationId xmlns:a16="http://schemas.microsoft.com/office/drawing/2014/main" id="{BD2944E7-B103-3240-BB0E-BD72E6684B06}"/>
                </a:ext>
              </a:extLst>
            </p:cNvPr>
            <p:cNvSpPr>
              <a:spLocks noChangeShapeType="1"/>
            </p:cNvSpPr>
            <p:nvPr/>
          </p:nvSpPr>
          <p:spPr bwMode="auto">
            <a:xfrm>
              <a:off x="1648" y="1820"/>
              <a:ext cx="164" cy="4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4" name="Line 73">
              <a:extLst>
                <a:ext uri="{FF2B5EF4-FFF2-40B4-BE49-F238E27FC236}">
                  <a16:creationId xmlns:a16="http://schemas.microsoft.com/office/drawing/2014/main" id="{C6CAE09E-C090-344D-A3F0-3D1F4C92863D}"/>
                </a:ext>
              </a:extLst>
            </p:cNvPr>
            <p:cNvSpPr>
              <a:spLocks noChangeShapeType="1"/>
            </p:cNvSpPr>
            <p:nvPr/>
          </p:nvSpPr>
          <p:spPr bwMode="auto">
            <a:xfrm flipV="1">
              <a:off x="1676" y="1732"/>
              <a:ext cx="480" cy="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5" name="Line 74">
              <a:extLst>
                <a:ext uri="{FF2B5EF4-FFF2-40B4-BE49-F238E27FC236}">
                  <a16:creationId xmlns:a16="http://schemas.microsoft.com/office/drawing/2014/main" id="{F86D8149-88B5-2043-BF4A-5F8401365AC6}"/>
                </a:ext>
              </a:extLst>
            </p:cNvPr>
            <p:cNvSpPr>
              <a:spLocks noChangeShapeType="1"/>
            </p:cNvSpPr>
            <p:nvPr/>
          </p:nvSpPr>
          <p:spPr bwMode="auto">
            <a:xfrm flipV="1">
              <a:off x="3784" y="1012"/>
              <a:ext cx="492" cy="1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6" name="Line 75">
              <a:extLst>
                <a:ext uri="{FF2B5EF4-FFF2-40B4-BE49-F238E27FC236}">
                  <a16:creationId xmlns:a16="http://schemas.microsoft.com/office/drawing/2014/main" id="{E4881A9D-5279-B546-A82A-8BFDA843C2E9}"/>
                </a:ext>
              </a:extLst>
            </p:cNvPr>
            <p:cNvSpPr>
              <a:spLocks noChangeShapeType="1"/>
            </p:cNvSpPr>
            <p:nvPr/>
          </p:nvSpPr>
          <p:spPr bwMode="auto">
            <a:xfrm flipV="1">
              <a:off x="3760" y="712"/>
              <a:ext cx="244" cy="3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7" name="Line 76">
              <a:extLst>
                <a:ext uri="{FF2B5EF4-FFF2-40B4-BE49-F238E27FC236}">
                  <a16:creationId xmlns:a16="http://schemas.microsoft.com/office/drawing/2014/main" id="{78833BE0-F588-3942-B4AF-AABF1402A268}"/>
                </a:ext>
              </a:extLst>
            </p:cNvPr>
            <p:cNvSpPr>
              <a:spLocks noChangeShapeType="1"/>
            </p:cNvSpPr>
            <p:nvPr/>
          </p:nvSpPr>
          <p:spPr bwMode="auto">
            <a:xfrm flipH="1">
              <a:off x="3552" y="676"/>
              <a:ext cx="432" cy="1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8" name="Line 77">
              <a:extLst>
                <a:ext uri="{FF2B5EF4-FFF2-40B4-BE49-F238E27FC236}">
                  <a16:creationId xmlns:a16="http://schemas.microsoft.com/office/drawing/2014/main" id="{46EC5188-A20B-0742-989C-39AE39B532C9}"/>
                </a:ext>
              </a:extLst>
            </p:cNvPr>
            <p:cNvSpPr>
              <a:spLocks noChangeShapeType="1"/>
            </p:cNvSpPr>
            <p:nvPr/>
          </p:nvSpPr>
          <p:spPr bwMode="auto">
            <a:xfrm flipH="1" flipV="1">
              <a:off x="2440" y="352"/>
              <a:ext cx="1548" cy="2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9" name="Line 78">
              <a:extLst>
                <a:ext uri="{FF2B5EF4-FFF2-40B4-BE49-F238E27FC236}">
                  <a16:creationId xmlns:a16="http://schemas.microsoft.com/office/drawing/2014/main" id="{8048B92D-B03F-F148-A0FD-541EE16689D1}"/>
                </a:ext>
              </a:extLst>
            </p:cNvPr>
            <p:cNvSpPr>
              <a:spLocks noChangeShapeType="1"/>
            </p:cNvSpPr>
            <p:nvPr/>
          </p:nvSpPr>
          <p:spPr bwMode="auto">
            <a:xfrm flipV="1">
              <a:off x="4076" y="636"/>
              <a:ext cx="240" cy="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0" name="Line 79">
              <a:extLst>
                <a:ext uri="{FF2B5EF4-FFF2-40B4-BE49-F238E27FC236}">
                  <a16:creationId xmlns:a16="http://schemas.microsoft.com/office/drawing/2014/main" id="{AF35E430-A1B9-D041-BE5E-87BE16956F97}"/>
                </a:ext>
              </a:extLst>
            </p:cNvPr>
            <p:cNvSpPr>
              <a:spLocks noChangeShapeType="1"/>
            </p:cNvSpPr>
            <p:nvPr/>
          </p:nvSpPr>
          <p:spPr bwMode="auto">
            <a:xfrm>
              <a:off x="4408" y="648"/>
              <a:ext cx="400" cy="2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1" name="Line 80">
              <a:extLst>
                <a:ext uri="{FF2B5EF4-FFF2-40B4-BE49-F238E27FC236}">
                  <a16:creationId xmlns:a16="http://schemas.microsoft.com/office/drawing/2014/main" id="{FE08C9AF-7077-E249-8771-BD0379EF3CB3}"/>
                </a:ext>
              </a:extLst>
            </p:cNvPr>
            <p:cNvSpPr>
              <a:spLocks noChangeShapeType="1"/>
            </p:cNvSpPr>
            <p:nvPr/>
          </p:nvSpPr>
          <p:spPr bwMode="auto">
            <a:xfrm flipV="1">
              <a:off x="2204" y="128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2" name="Line 81">
              <a:extLst>
                <a:ext uri="{FF2B5EF4-FFF2-40B4-BE49-F238E27FC236}">
                  <a16:creationId xmlns:a16="http://schemas.microsoft.com/office/drawing/2014/main" id="{763925FD-1A41-D447-8B5A-226C7B457BA0}"/>
                </a:ext>
              </a:extLst>
            </p:cNvPr>
            <p:cNvSpPr>
              <a:spLocks noChangeShapeType="1"/>
            </p:cNvSpPr>
            <p:nvPr/>
          </p:nvSpPr>
          <p:spPr bwMode="auto">
            <a:xfrm>
              <a:off x="2256" y="1252"/>
              <a:ext cx="432" cy="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3" name="Line 82">
              <a:extLst>
                <a:ext uri="{FF2B5EF4-FFF2-40B4-BE49-F238E27FC236}">
                  <a16:creationId xmlns:a16="http://schemas.microsoft.com/office/drawing/2014/main" id="{1AEC0175-984E-3B4D-A97A-0411D4EDA251}"/>
                </a:ext>
              </a:extLst>
            </p:cNvPr>
            <p:cNvSpPr>
              <a:spLocks noChangeShapeType="1"/>
            </p:cNvSpPr>
            <p:nvPr/>
          </p:nvSpPr>
          <p:spPr bwMode="auto">
            <a:xfrm flipV="1">
              <a:off x="2220" y="948"/>
              <a:ext cx="148" cy="2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4" name="Line 83">
              <a:extLst>
                <a:ext uri="{FF2B5EF4-FFF2-40B4-BE49-F238E27FC236}">
                  <a16:creationId xmlns:a16="http://schemas.microsoft.com/office/drawing/2014/main" id="{9593766F-5E22-7640-93A5-44A630426BF0}"/>
                </a:ext>
              </a:extLst>
            </p:cNvPr>
            <p:cNvSpPr>
              <a:spLocks noChangeShapeType="1"/>
            </p:cNvSpPr>
            <p:nvPr/>
          </p:nvSpPr>
          <p:spPr bwMode="auto">
            <a:xfrm flipV="1">
              <a:off x="2388" y="384"/>
              <a:ext cx="12" cy="48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5" name="Line 84">
              <a:extLst>
                <a:ext uri="{FF2B5EF4-FFF2-40B4-BE49-F238E27FC236}">
                  <a16:creationId xmlns:a16="http://schemas.microsoft.com/office/drawing/2014/main" id="{C2CAD7C7-2B72-7249-A610-BC17B4E86545}"/>
                </a:ext>
              </a:extLst>
            </p:cNvPr>
            <p:cNvSpPr>
              <a:spLocks noChangeShapeType="1"/>
            </p:cNvSpPr>
            <p:nvPr/>
          </p:nvSpPr>
          <p:spPr bwMode="auto">
            <a:xfrm>
              <a:off x="2424" y="376"/>
              <a:ext cx="380" cy="3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6" name="Line 85">
              <a:extLst>
                <a:ext uri="{FF2B5EF4-FFF2-40B4-BE49-F238E27FC236}">
                  <a16:creationId xmlns:a16="http://schemas.microsoft.com/office/drawing/2014/main" id="{CAA482A9-88FB-6245-ABC1-B68D51271FC9}"/>
                </a:ext>
              </a:extLst>
            </p:cNvPr>
            <p:cNvSpPr>
              <a:spLocks noChangeShapeType="1"/>
            </p:cNvSpPr>
            <p:nvPr/>
          </p:nvSpPr>
          <p:spPr bwMode="auto">
            <a:xfrm>
              <a:off x="2416" y="384"/>
              <a:ext cx="308" cy="8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7" name="Line 86">
              <a:extLst>
                <a:ext uri="{FF2B5EF4-FFF2-40B4-BE49-F238E27FC236}">
                  <a16:creationId xmlns:a16="http://schemas.microsoft.com/office/drawing/2014/main" id="{5093AC03-E13E-2549-BBC0-B928DE748FC2}"/>
                </a:ext>
              </a:extLst>
            </p:cNvPr>
            <p:cNvSpPr>
              <a:spLocks noChangeShapeType="1"/>
            </p:cNvSpPr>
            <p:nvPr/>
          </p:nvSpPr>
          <p:spPr bwMode="auto">
            <a:xfrm flipV="1">
              <a:off x="2772" y="952"/>
              <a:ext cx="364" cy="3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8" name="Line 87">
              <a:extLst>
                <a:ext uri="{FF2B5EF4-FFF2-40B4-BE49-F238E27FC236}">
                  <a16:creationId xmlns:a16="http://schemas.microsoft.com/office/drawing/2014/main" id="{3783334F-384A-7845-9785-52CDFF4B90DF}"/>
                </a:ext>
              </a:extLst>
            </p:cNvPr>
            <p:cNvSpPr>
              <a:spLocks noChangeShapeType="1"/>
            </p:cNvSpPr>
            <p:nvPr/>
          </p:nvSpPr>
          <p:spPr bwMode="auto">
            <a:xfrm flipH="1" flipV="1">
              <a:off x="2448" y="912"/>
              <a:ext cx="672" cy="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9" name="Line 88">
              <a:extLst>
                <a:ext uri="{FF2B5EF4-FFF2-40B4-BE49-F238E27FC236}">
                  <a16:creationId xmlns:a16="http://schemas.microsoft.com/office/drawing/2014/main" id="{5A171B0A-2201-064F-AD02-206F841D0134}"/>
                </a:ext>
              </a:extLst>
            </p:cNvPr>
            <p:cNvSpPr>
              <a:spLocks noChangeShapeType="1"/>
            </p:cNvSpPr>
            <p:nvPr/>
          </p:nvSpPr>
          <p:spPr bwMode="auto">
            <a:xfrm>
              <a:off x="2876" y="784"/>
              <a:ext cx="252" cy="10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0" name="Line 89">
              <a:extLst>
                <a:ext uri="{FF2B5EF4-FFF2-40B4-BE49-F238E27FC236}">
                  <a16:creationId xmlns:a16="http://schemas.microsoft.com/office/drawing/2014/main" id="{7FA79A7F-A266-3545-BD9A-C32F086942B2}"/>
                </a:ext>
              </a:extLst>
            </p:cNvPr>
            <p:cNvSpPr>
              <a:spLocks noChangeShapeType="1"/>
            </p:cNvSpPr>
            <p:nvPr/>
          </p:nvSpPr>
          <p:spPr bwMode="auto">
            <a:xfrm>
              <a:off x="2872" y="752"/>
              <a:ext cx="584" cy="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1" name="Line 90">
              <a:extLst>
                <a:ext uri="{FF2B5EF4-FFF2-40B4-BE49-F238E27FC236}">
                  <a16:creationId xmlns:a16="http://schemas.microsoft.com/office/drawing/2014/main" id="{138FC9F0-37A6-3F40-89E6-894C4FD66CB3}"/>
                </a:ext>
              </a:extLst>
            </p:cNvPr>
            <p:cNvSpPr>
              <a:spLocks noChangeShapeType="1"/>
            </p:cNvSpPr>
            <p:nvPr/>
          </p:nvSpPr>
          <p:spPr bwMode="auto">
            <a:xfrm flipV="1">
              <a:off x="3396" y="1184"/>
              <a:ext cx="308" cy="3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2" name="Line 91">
              <a:extLst>
                <a:ext uri="{FF2B5EF4-FFF2-40B4-BE49-F238E27FC236}">
                  <a16:creationId xmlns:a16="http://schemas.microsoft.com/office/drawing/2014/main" id="{C9B7D5A8-9F73-DE48-B947-0B5167D5C83B}"/>
                </a:ext>
              </a:extLst>
            </p:cNvPr>
            <p:cNvSpPr>
              <a:spLocks noChangeShapeType="1"/>
            </p:cNvSpPr>
            <p:nvPr/>
          </p:nvSpPr>
          <p:spPr bwMode="auto">
            <a:xfrm>
              <a:off x="4360" y="1036"/>
              <a:ext cx="348" cy="18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3" name="Line 92">
              <a:extLst>
                <a:ext uri="{FF2B5EF4-FFF2-40B4-BE49-F238E27FC236}">
                  <a16:creationId xmlns:a16="http://schemas.microsoft.com/office/drawing/2014/main" id="{680B0ED6-5C00-CC40-8564-268A9098BC4B}"/>
                </a:ext>
              </a:extLst>
            </p:cNvPr>
            <p:cNvSpPr>
              <a:spLocks noChangeShapeType="1"/>
            </p:cNvSpPr>
            <p:nvPr/>
          </p:nvSpPr>
          <p:spPr bwMode="auto">
            <a:xfrm flipH="1">
              <a:off x="4312" y="664"/>
              <a:ext cx="60" cy="30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4" name="Line 93">
              <a:extLst>
                <a:ext uri="{FF2B5EF4-FFF2-40B4-BE49-F238E27FC236}">
                  <a16:creationId xmlns:a16="http://schemas.microsoft.com/office/drawing/2014/main" id="{75982F4E-1D75-5649-9A7F-DDAC94093B44}"/>
                </a:ext>
              </a:extLst>
            </p:cNvPr>
            <p:cNvSpPr>
              <a:spLocks noChangeShapeType="1"/>
            </p:cNvSpPr>
            <p:nvPr/>
          </p:nvSpPr>
          <p:spPr bwMode="auto">
            <a:xfrm flipV="1">
              <a:off x="4060" y="1048"/>
              <a:ext cx="244" cy="3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5" name="Line 94">
              <a:extLst>
                <a:ext uri="{FF2B5EF4-FFF2-40B4-BE49-F238E27FC236}">
                  <a16:creationId xmlns:a16="http://schemas.microsoft.com/office/drawing/2014/main" id="{49D61E74-D331-2343-8041-8E24300D3C1C}"/>
                </a:ext>
              </a:extLst>
            </p:cNvPr>
            <p:cNvSpPr>
              <a:spLocks noChangeShapeType="1"/>
            </p:cNvSpPr>
            <p:nvPr/>
          </p:nvSpPr>
          <p:spPr bwMode="auto">
            <a:xfrm flipH="1">
              <a:off x="2716" y="864"/>
              <a:ext cx="780" cy="8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6" name="Line 95">
              <a:extLst>
                <a:ext uri="{FF2B5EF4-FFF2-40B4-BE49-F238E27FC236}">
                  <a16:creationId xmlns:a16="http://schemas.microsoft.com/office/drawing/2014/main" id="{22C10821-46D3-D340-AE52-E7689238712E}"/>
                </a:ext>
              </a:extLst>
            </p:cNvPr>
            <p:cNvSpPr>
              <a:spLocks noChangeShapeType="1"/>
            </p:cNvSpPr>
            <p:nvPr/>
          </p:nvSpPr>
          <p:spPr bwMode="auto">
            <a:xfrm flipH="1">
              <a:off x="3364" y="860"/>
              <a:ext cx="144" cy="6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7" name="Line 96">
              <a:extLst>
                <a:ext uri="{FF2B5EF4-FFF2-40B4-BE49-F238E27FC236}">
                  <a16:creationId xmlns:a16="http://schemas.microsoft.com/office/drawing/2014/main" id="{8B76CF58-520C-194A-BE08-4D1663B9851F}"/>
                </a:ext>
              </a:extLst>
            </p:cNvPr>
            <p:cNvSpPr>
              <a:spLocks noChangeShapeType="1"/>
            </p:cNvSpPr>
            <p:nvPr/>
          </p:nvSpPr>
          <p:spPr bwMode="auto">
            <a:xfrm flipH="1">
              <a:off x="3272" y="1584"/>
              <a:ext cx="72" cy="5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8" name="Line 97">
              <a:extLst>
                <a:ext uri="{FF2B5EF4-FFF2-40B4-BE49-F238E27FC236}">
                  <a16:creationId xmlns:a16="http://schemas.microsoft.com/office/drawing/2014/main" id="{79984DCC-450A-DC4C-A19C-97B3DE60F3D7}"/>
                </a:ext>
              </a:extLst>
            </p:cNvPr>
            <p:cNvSpPr>
              <a:spLocks noChangeShapeType="1"/>
            </p:cNvSpPr>
            <p:nvPr/>
          </p:nvSpPr>
          <p:spPr bwMode="auto">
            <a:xfrm>
              <a:off x="3396" y="1568"/>
              <a:ext cx="360" cy="596"/>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9" name="Line 98">
              <a:extLst>
                <a:ext uri="{FF2B5EF4-FFF2-40B4-BE49-F238E27FC236}">
                  <a16:creationId xmlns:a16="http://schemas.microsoft.com/office/drawing/2014/main" id="{19DCD22C-D565-5140-82A1-C68635AC948D}"/>
                </a:ext>
              </a:extLst>
            </p:cNvPr>
            <p:cNvSpPr>
              <a:spLocks noChangeShapeType="1"/>
            </p:cNvSpPr>
            <p:nvPr/>
          </p:nvSpPr>
          <p:spPr bwMode="auto">
            <a:xfrm>
              <a:off x="3408" y="1536"/>
              <a:ext cx="196" cy="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0" name="Line 99">
              <a:extLst>
                <a:ext uri="{FF2B5EF4-FFF2-40B4-BE49-F238E27FC236}">
                  <a16:creationId xmlns:a16="http://schemas.microsoft.com/office/drawing/2014/main" id="{64A6BCC8-23F1-C340-BF2C-5674572E51A7}"/>
                </a:ext>
              </a:extLst>
            </p:cNvPr>
            <p:cNvSpPr>
              <a:spLocks noChangeShapeType="1"/>
            </p:cNvSpPr>
            <p:nvPr/>
          </p:nvSpPr>
          <p:spPr bwMode="auto">
            <a:xfrm flipH="1" flipV="1">
              <a:off x="3672" y="1624"/>
              <a:ext cx="628" cy="832"/>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1" name="Line 100">
              <a:extLst>
                <a:ext uri="{FF2B5EF4-FFF2-40B4-BE49-F238E27FC236}">
                  <a16:creationId xmlns:a16="http://schemas.microsoft.com/office/drawing/2014/main" id="{680931A7-83C6-914D-A6D7-AB95504C2573}"/>
                </a:ext>
              </a:extLst>
            </p:cNvPr>
            <p:cNvSpPr>
              <a:spLocks noChangeShapeType="1"/>
            </p:cNvSpPr>
            <p:nvPr/>
          </p:nvSpPr>
          <p:spPr bwMode="auto">
            <a:xfrm flipH="1" flipV="1">
              <a:off x="4048" y="1532"/>
              <a:ext cx="276" cy="9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2" name="Line 101">
              <a:extLst>
                <a:ext uri="{FF2B5EF4-FFF2-40B4-BE49-F238E27FC236}">
                  <a16:creationId xmlns:a16="http://schemas.microsoft.com/office/drawing/2014/main" id="{C9CED4B6-866A-964F-B90D-84191AAA56F0}"/>
                </a:ext>
              </a:extLst>
            </p:cNvPr>
            <p:cNvSpPr>
              <a:spLocks noChangeShapeType="1"/>
            </p:cNvSpPr>
            <p:nvPr/>
          </p:nvSpPr>
          <p:spPr bwMode="auto">
            <a:xfrm flipV="1">
              <a:off x="4356" y="2368"/>
              <a:ext cx="252" cy="10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3" name="Line 102">
              <a:extLst>
                <a:ext uri="{FF2B5EF4-FFF2-40B4-BE49-F238E27FC236}">
                  <a16:creationId xmlns:a16="http://schemas.microsoft.com/office/drawing/2014/main" id="{A0D93BB7-F762-714E-B28B-B71C344C1EA7}"/>
                </a:ext>
              </a:extLst>
            </p:cNvPr>
            <p:cNvSpPr>
              <a:spLocks noChangeShapeType="1"/>
            </p:cNvSpPr>
            <p:nvPr/>
          </p:nvSpPr>
          <p:spPr bwMode="auto">
            <a:xfrm flipV="1">
              <a:off x="4656" y="1300"/>
              <a:ext cx="96" cy="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4" name="Line 103">
              <a:extLst>
                <a:ext uri="{FF2B5EF4-FFF2-40B4-BE49-F238E27FC236}">
                  <a16:creationId xmlns:a16="http://schemas.microsoft.com/office/drawing/2014/main" id="{954BEEA0-04B1-3143-8695-173ACF125C3E}"/>
                </a:ext>
              </a:extLst>
            </p:cNvPr>
            <p:cNvSpPr>
              <a:spLocks noChangeShapeType="1"/>
            </p:cNvSpPr>
            <p:nvPr/>
          </p:nvSpPr>
          <p:spPr bwMode="auto">
            <a:xfrm flipV="1">
              <a:off x="4692" y="2140"/>
              <a:ext cx="300" cy="1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5" name="Line 104">
              <a:extLst>
                <a:ext uri="{FF2B5EF4-FFF2-40B4-BE49-F238E27FC236}">
                  <a16:creationId xmlns:a16="http://schemas.microsoft.com/office/drawing/2014/main" id="{CAA59A5A-6F99-BE46-9DAA-83E191B1BD98}"/>
                </a:ext>
              </a:extLst>
            </p:cNvPr>
            <p:cNvSpPr>
              <a:spLocks noChangeShapeType="1"/>
            </p:cNvSpPr>
            <p:nvPr/>
          </p:nvSpPr>
          <p:spPr bwMode="auto">
            <a:xfrm flipV="1">
              <a:off x="4680" y="1764"/>
              <a:ext cx="320" cy="5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6" name="Line 105">
              <a:extLst>
                <a:ext uri="{FF2B5EF4-FFF2-40B4-BE49-F238E27FC236}">
                  <a16:creationId xmlns:a16="http://schemas.microsoft.com/office/drawing/2014/main" id="{8261866C-12B6-484D-85DF-C48970A45661}"/>
                </a:ext>
              </a:extLst>
            </p:cNvPr>
            <p:cNvSpPr>
              <a:spLocks noChangeShapeType="1"/>
            </p:cNvSpPr>
            <p:nvPr/>
          </p:nvSpPr>
          <p:spPr bwMode="auto">
            <a:xfrm flipH="1" flipV="1">
              <a:off x="4864" y="960"/>
              <a:ext cx="168" cy="7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7" name="Line 106">
              <a:extLst>
                <a:ext uri="{FF2B5EF4-FFF2-40B4-BE49-F238E27FC236}">
                  <a16:creationId xmlns:a16="http://schemas.microsoft.com/office/drawing/2014/main" id="{FE273BDE-DB0B-EF46-A938-912AA32A70BB}"/>
                </a:ext>
              </a:extLst>
            </p:cNvPr>
            <p:cNvSpPr>
              <a:spLocks noChangeShapeType="1"/>
            </p:cNvSpPr>
            <p:nvPr/>
          </p:nvSpPr>
          <p:spPr bwMode="auto">
            <a:xfrm flipH="1" flipV="1">
              <a:off x="4788" y="1288"/>
              <a:ext cx="208" cy="4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8" name="Line 107">
              <a:extLst>
                <a:ext uri="{FF2B5EF4-FFF2-40B4-BE49-F238E27FC236}">
                  <a16:creationId xmlns:a16="http://schemas.microsoft.com/office/drawing/2014/main" id="{8336CAA4-7E67-6248-A04C-CA8F633B34CB}"/>
                </a:ext>
              </a:extLst>
            </p:cNvPr>
            <p:cNvSpPr>
              <a:spLocks noChangeShapeType="1"/>
            </p:cNvSpPr>
            <p:nvPr/>
          </p:nvSpPr>
          <p:spPr bwMode="auto">
            <a:xfrm>
              <a:off x="3024" y="2888"/>
              <a:ext cx="528" cy="84"/>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9" name="Line 108">
              <a:extLst>
                <a:ext uri="{FF2B5EF4-FFF2-40B4-BE49-F238E27FC236}">
                  <a16:creationId xmlns:a16="http://schemas.microsoft.com/office/drawing/2014/main" id="{528BBB06-57E8-BE41-9358-E3521C4425F1}"/>
                </a:ext>
              </a:extLst>
            </p:cNvPr>
            <p:cNvSpPr>
              <a:spLocks noChangeShapeType="1"/>
            </p:cNvSpPr>
            <p:nvPr/>
          </p:nvSpPr>
          <p:spPr bwMode="auto">
            <a:xfrm flipV="1">
              <a:off x="3212" y="3020"/>
              <a:ext cx="360" cy="36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0" name="Line 109">
              <a:extLst>
                <a:ext uri="{FF2B5EF4-FFF2-40B4-BE49-F238E27FC236}">
                  <a16:creationId xmlns:a16="http://schemas.microsoft.com/office/drawing/2014/main" id="{87E0FCCF-D3DD-1843-9378-55EE128B0219}"/>
                </a:ext>
              </a:extLst>
            </p:cNvPr>
            <p:cNvSpPr>
              <a:spLocks noChangeShapeType="1"/>
            </p:cNvSpPr>
            <p:nvPr/>
          </p:nvSpPr>
          <p:spPr bwMode="auto">
            <a:xfrm>
              <a:off x="3620" y="3020"/>
              <a:ext cx="580" cy="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1" name="Line 110">
              <a:extLst>
                <a:ext uri="{FF2B5EF4-FFF2-40B4-BE49-F238E27FC236}">
                  <a16:creationId xmlns:a16="http://schemas.microsoft.com/office/drawing/2014/main" id="{6B9E5FD8-CE44-5B49-8D7D-80E7083D360B}"/>
                </a:ext>
              </a:extLst>
            </p:cNvPr>
            <p:cNvSpPr>
              <a:spLocks noChangeShapeType="1"/>
            </p:cNvSpPr>
            <p:nvPr/>
          </p:nvSpPr>
          <p:spPr bwMode="auto">
            <a:xfrm>
              <a:off x="3648" y="2972"/>
              <a:ext cx="1056" cy="1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2" name="Line 111">
              <a:extLst>
                <a:ext uri="{FF2B5EF4-FFF2-40B4-BE49-F238E27FC236}">
                  <a16:creationId xmlns:a16="http://schemas.microsoft.com/office/drawing/2014/main" id="{B70FA198-91D4-AE4F-898B-A399EEFD7340}"/>
                </a:ext>
              </a:extLst>
            </p:cNvPr>
            <p:cNvSpPr>
              <a:spLocks noChangeShapeType="1"/>
            </p:cNvSpPr>
            <p:nvPr/>
          </p:nvSpPr>
          <p:spPr bwMode="auto">
            <a:xfrm flipH="1" flipV="1">
              <a:off x="2808" y="3352"/>
              <a:ext cx="504" cy="4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3" name="Line 112">
              <a:extLst>
                <a:ext uri="{FF2B5EF4-FFF2-40B4-BE49-F238E27FC236}">
                  <a16:creationId xmlns:a16="http://schemas.microsoft.com/office/drawing/2014/main" id="{DDC6E896-D42F-D84B-A9C2-9011FF734D6E}"/>
                </a:ext>
              </a:extLst>
            </p:cNvPr>
            <p:cNvSpPr>
              <a:spLocks noChangeShapeType="1"/>
            </p:cNvSpPr>
            <p:nvPr/>
          </p:nvSpPr>
          <p:spPr bwMode="auto">
            <a:xfrm flipV="1">
              <a:off x="3368" y="3020"/>
              <a:ext cx="224" cy="7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4" name="Line 113">
              <a:extLst>
                <a:ext uri="{FF2B5EF4-FFF2-40B4-BE49-F238E27FC236}">
                  <a16:creationId xmlns:a16="http://schemas.microsoft.com/office/drawing/2014/main" id="{0C6EC885-0960-E940-BA07-ED9EF1F6CB71}"/>
                </a:ext>
              </a:extLst>
            </p:cNvPr>
            <p:cNvSpPr>
              <a:spLocks noChangeShapeType="1"/>
            </p:cNvSpPr>
            <p:nvPr/>
          </p:nvSpPr>
          <p:spPr bwMode="auto">
            <a:xfrm flipH="1">
              <a:off x="3408" y="3648"/>
              <a:ext cx="768"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5" name="Line 114">
              <a:extLst>
                <a:ext uri="{FF2B5EF4-FFF2-40B4-BE49-F238E27FC236}">
                  <a16:creationId xmlns:a16="http://schemas.microsoft.com/office/drawing/2014/main" id="{AE5F8011-7527-F64E-B87C-ECA8F8FB3F19}"/>
                </a:ext>
              </a:extLst>
            </p:cNvPr>
            <p:cNvSpPr>
              <a:spLocks noChangeShapeType="1"/>
            </p:cNvSpPr>
            <p:nvPr/>
          </p:nvSpPr>
          <p:spPr bwMode="auto">
            <a:xfrm flipV="1">
              <a:off x="4260" y="3196"/>
              <a:ext cx="460" cy="424"/>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6" name="Oval 115">
              <a:extLst>
                <a:ext uri="{FF2B5EF4-FFF2-40B4-BE49-F238E27FC236}">
                  <a16:creationId xmlns:a16="http://schemas.microsoft.com/office/drawing/2014/main" id="{6F7C718B-A11A-AB4A-A9DF-92C39E1292DC}"/>
                </a:ext>
              </a:extLst>
            </p:cNvPr>
            <p:cNvSpPr>
              <a:spLocks noChangeArrowheads="1"/>
            </p:cNvSpPr>
            <p:nvPr/>
          </p:nvSpPr>
          <p:spPr bwMode="auto">
            <a:xfrm>
              <a:off x="4848" y="278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17" name="Oval 116">
              <a:extLst>
                <a:ext uri="{FF2B5EF4-FFF2-40B4-BE49-F238E27FC236}">
                  <a16:creationId xmlns:a16="http://schemas.microsoft.com/office/drawing/2014/main" id="{8D9EB3C2-6FE8-B44A-9D6A-19A54D05695D}"/>
                </a:ext>
              </a:extLst>
            </p:cNvPr>
            <p:cNvSpPr>
              <a:spLocks noChangeArrowheads="1"/>
            </p:cNvSpPr>
            <p:nvPr/>
          </p:nvSpPr>
          <p:spPr bwMode="auto">
            <a:xfrm>
              <a:off x="5040" y="360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18" name="Line 117">
              <a:extLst>
                <a:ext uri="{FF2B5EF4-FFF2-40B4-BE49-F238E27FC236}">
                  <a16:creationId xmlns:a16="http://schemas.microsoft.com/office/drawing/2014/main" id="{B8896E22-32E8-824F-9FD8-4DFEC04C4B00}"/>
                </a:ext>
              </a:extLst>
            </p:cNvPr>
            <p:cNvSpPr>
              <a:spLocks noChangeShapeType="1"/>
            </p:cNvSpPr>
            <p:nvPr/>
          </p:nvSpPr>
          <p:spPr bwMode="auto">
            <a:xfrm flipV="1">
              <a:off x="4772" y="2876"/>
              <a:ext cx="96" cy="248"/>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9" name="Line 118">
              <a:extLst>
                <a:ext uri="{FF2B5EF4-FFF2-40B4-BE49-F238E27FC236}">
                  <a16:creationId xmlns:a16="http://schemas.microsoft.com/office/drawing/2014/main" id="{DD79538D-2543-604D-A3E4-21358C28DD76}"/>
                </a:ext>
              </a:extLst>
            </p:cNvPr>
            <p:cNvSpPr>
              <a:spLocks noChangeShapeType="1"/>
            </p:cNvSpPr>
            <p:nvPr/>
          </p:nvSpPr>
          <p:spPr bwMode="auto">
            <a:xfrm>
              <a:off x="4784" y="3208"/>
              <a:ext cx="280" cy="3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20" name="Line 119">
              <a:extLst>
                <a:ext uri="{FF2B5EF4-FFF2-40B4-BE49-F238E27FC236}">
                  <a16:creationId xmlns:a16="http://schemas.microsoft.com/office/drawing/2014/main" id="{944A2AAF-5D5F-1D4B-923A-7F1A47C08431}"/>
                </a:ext>
              </a:extLst>
            </p:cNvPr>
            <p:cNvSpPr>
              <a:spLocks noChangeShapeType="1"/>
            </p:cNvSpPr>
            <p:nvPr/>
          </p:nvSpPr>
          <p:spPr bwMode="auto">
            <a:xfrm>
              <a:off x="1148" y="768"/>
              <a:ext cx="48" cy="6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21" name="Line 120">
              <a:extLst>
                <a:ext uri="{FF2B5EF4-FFF2-40B4-BE49-F238E27FC236}">
                  <a16:creationId xmlns:a16="http://schemas.microsoft.com/office/drawing/2014/main" id="{81CEA865-0DD3-5540-ADEC-0A7E9F34D200}"/>
                </a:ext>
              </a:extLst>
            </p:cNvPr>
            <p:cNvSpPr>
              <a:spLocks noChangeShapeType="1"/>
            </p:cNvSpPr>
            <p:nvPr/>
          </p:nvSpPr>
          <p:spPr bwMode="auto">
            <a:xfrm>
              <a:off x="628" y="1096"/>
              <a:ext cx="524" cy="3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22" name="Line 121">
              <a:extLst>
                <a:ext uri="{FF2B5EF4-FFF2-40B4-BE49-F238E27FC236}">
                  <a16:creationId xmlns:a16="http://schemas.microsoft.com/office/drawing/2014/main" id="{4045498A-F92F-2047-85A9-D76378D0239A}"/>
                </a:ext>
              </a:extLst>
            </p:cNvPr>
            <p:cNvSpPr>
              <a:spLocks noChangeShapeType="1"/>
            </p:cNvSpPr>
            <p:nvPr/>
          </p:nvSpPr>
          <p:spPr bwMode="auto">
            <a:xfrm flipH="1">
              <a:off x="1236" y="992"/>
              <a:ext cx="500" cy="41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23" name="Line 122">
              <a:extLst>
                <a:ext uri="{FF2B5EF4-FFF2-40B4-BE49-F238E27FC236}">
                  <a16:creationId xmlns:a16="http://schemas.microsoft.com/office/drawing/2014/main" id="{D278ECF2-1593-6149-B035-6D77A3F71586}"/>
                </a:ext>
              </a:extLst>
            </p:cNvPr>
            <p:cNvSpPr>
              <a:spLocks noChangeShapeType="1"/>
            </p:cNvSpPr>
            <p:nvPr/>
          </p:nvSpPr>
          <p:spPr bwMode="auto">
            <a:xfrm flipH="1">
              <a:off x="1192" y="340"/>
              <a:ext cx="1160" cy="3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24" name="Line 123">
              <a:extLst>
                <a:ext uri="{FF2B5EF4-FFF2-40B4-BE49-F238E27FC236}">
                  <a16:creationId xmlns:a16="http://schemas.microsoft.com/office/drawing/2014/main" id="{91951BBE-255B-A94C-92DD-E777BC384E01}"/>
                </a:ext>
              </a:extLst>
            </p:cNvPr>
            <p:cNvSpPr>
              <a:spLocks noChangeShapeType="1"/>
            </p:cNvSpPr>
            <p:nvPr/>
          </p:nvSpPr>
          <p:spPr bwMode="auto">
            <a:xfrm flipH="1">
              <a:off x="628" y="744"/>
              <a:ext cx="480" cy="2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25" name="Line 124">
              <a:extLst>
                <a:ext uri="{FF2B5EF4-FFF2-40B4-BE49-F238E27FC236}">
                  <a16:creationId xmlns:a16="http://schemas.microsoft.com/office/drawing/2014/main" id="{2A030849-9690-484A-B286-1AE2775729C6}"/>
                </a:ext>
              </a:extLst>
            </p:cNvPr>
            <p:cNvSpPr>
              <a:spLocks noChangeShapeType="1"/>
            </p:cNvSpPr>
            <p:nvPr/>
          </p:nvSpPr>
          <p:spPr bwMode="auto">
            <a:xfrm flipV="1">
              <a:off x="644" y="960"/>
              <a:ext cx="1080" cy="1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26" name="Line 125">
              <a:extLst>
                <a:ext uri="{FF2B5EF4-FFF2-40B4-BE49-F238E27FC236}">
                  <a16:creationId xmlns:a16="http://schemas.microsoft.com/office/drawing/2014/main" id="{BE34B986-E65E-E746-8122-61CB0683867D}"/>
                </a:ext>
              </a:extLst>
            </p:cNvPr>
            <p:cNvSpPr>
              <a:spLocks noChangeShapeType="1"/>
            </p:cNvSpPr>
            <p:nvPr/>
          </p:nvSpPr>
          <p:spPr bwMode="auto">
            <a:xfrm>
              <a:off x="600" y="1112"/>
              <a:ext cx="200" cy="9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27" name="Line 126">
              <a:extLst>
                <a:ext uri="{FF2B5EF4-FFF2-40B4-BE49-F238E27FC236}">
                  <a16:creationId xmlns:a16="http://schemas.microsoft.com/office/drawing/2014/main" id="{9AD35043-A5BC-B044-93CC-567565947796}"/>
                </a:ext>
              </a:extLst>
            </p:cNvPr>
            <p:cNvSpPr>
              <a:spLocks noChangeShapeType="1"/>
            </p:cNvSpPr>
            <p:nvPr/>
          </p:nvSpPr>
          <p:spPr bwMode="auto">
            <a:xfrm>
              <a:off x="1808" y="992"/>
              <a:ext cx="360" cy="2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28" name="Line 127">
              <a:extLst>
                <a:ext uri="{FF2B5EF4-FFF2-40B4-BE49-F238E27FC236}">
                  <a16:creationId xmlns:a16="http://schemas.microsoft.com/office/drawing/2014/main" id="{5E424D45-5DC0-1247-87B8-5115D976A3A6}"/>
                </a:ext>
              </a:extLst>
            </p:cNvPr>
            <p:cNvSpPr>
              <a:spLocks noChangeShapeType="1"/>
            </p:cNvSpPr>
            <p:nvPr/>
          </p:nvSpPr>
          <p:spPr bwMode="auto">
            <a:xfrm>
              <a:off x="1244" y="1456"/>
              <a:ext cx="928" cy="2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29" name="Line 128">
              <a:extLst>
                <a:ext uri="{FF2B5EF4-FFF2-40B4-BE49-F238E27FC236}">
                  <a16:creationId xmlns:a16="http://schemas.microsoft.com/office/drawing/2014/main" id="{CE9CCD70-5656-0F43-BFBD-020B68C824D0}"/>
                </a:ext>
              </a:extLst>
            </p:cNvPr>
            <p:cNvSpPr>
              <a:spLocks noChangeShapeType="1"/>
            </p:cNvSpPr>
            <p:nvPr/>
          </p:nvSpPr>
          <p:spPr bwMode="auto">
            <a:xfrm flipV="1">
              <a:off x="2252" y="1720"/>
              <a:ext cx="388"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30" name="Line 129">
              <a:extLst>
                <a:ext uri="{FF2B5EF4-FFF2-40B4-BE49-F238E27FC236}">
                  <a16:creationId xmlns:a16="http://schemas.microsoft.com/office/drawing/2014/main" id="{302596D3-43D5-2348-BB13-00135D98A89B}"/>
                </a:ext>
              </a:extLst>
            </p:cNvPr>
            <p:cNvSpPr>
              <a:spLocks noChangeShapeType="1"/>
            </p:cNvSpPr>
            <p:nvPr/>
          </p:nvSpPr>
          <p:spPr bwMode="auto">
            <a:xfrm flipH="1">
              <a:off x="2048" y="1768"/>
              <a:ext cx="612" cy="7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31" name="Line 130">
              <a:extLst>
                <a:ext uri="{FF2B5EF4-FFF2-40B4-BE49-F238E27FC236}">
                  <a16:creationId xmlns:a16="http://schemas.microsoft.com/office/drawing/2014/main" id="{655E546D-EB3B-9A4F-A330-3F22A389132F}"/>
                </a:ext>
              </a:extLst>
            </p:cNvPr>
            <p:cNvSpPr>
              <a:spLocks noChangeShapeType="1"/>
            </p:cNvSpPr>
            <p:nvPr/>
          </p:nvSpPr>
          <p:spPr bwMode="auto">
            <a:xfrm flipH="1">
              <a:off x="860" y="1744"/>
              <a:ext cx="1788" cy="35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32" name="Line 131">
              <a:extLst>
                <a:ext uri="{FF2B5EF4-FFF2-40B4-BE49-F238E27FC236}">
                  <a16:creationId xmlns:a16="http://schemas.microsoft.com/office/drawing/2014/main" id="{1FA05E1B-322A-E543-930F-374EC8B76A83}"/>
                </a:ext>
              </a:extLst>
            </p:cNvPr>
            <p:cNvSpPr>
              <a:spLocks noChangeShapeType="1"/>
            </p:cNvSpPr>
            <p:nvPr/>
          </p:nvSpPr>
          <p:spPr bwMode="auto">
            <a:xfrm>
              <a:off x="2764" y="1336"/>
              <a:ext cx="468" cy="8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33" name="Line 132">
              <a:extLst>
                <a:ext uri="{FF2B5EF4-FFF2-40B4-BE49-F238E27FC236}">
                  <a16:creationId xmlns:a16="http://schemas.microsoft.com/office/drawing/2014/main" id="{6DD73E54-C418-4941-BE3D-34E8BA46529D}"/>
                </a:ext>
              </a:extLst>
            </p:cNvPr>
            <p:cNvSpPr>
              <a:spLocks noChangeShapeType="1"/>
            </p:cNvSpPr>
            <p:nvPr/>
          </p:nvSpPr>
          <p:spPr bwMode="auto">
            <a:xfrm>
              <a:off x="3304" y="2184"/>
              <a:ext cx="424" cy="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cxnSp>
        <p:nvCxnSpPr>
          <p:cNvPr id="264" name="Straight Arrow Connector 263">
            <a:extLst>
              <a:ext uri="{FF2B5EF4-FFF2-40B4-BE49-F238E27FC236}">
                <a16:creationId xmlns:a16="http://schemas.microsoft.com/office/drawing/2014/main" id="{5D041766-F482-704D-9238-F3BEE27063C5}"/>
              </a:ext>
            </a:extLst>
          </p:cNvPr>
          <p:cNvCxnSpPr/>
          <p:nvPr/>
        </p:nvCxnSpPr>
        <p:spPr>
          <a:xfrm>
            <a:off x="5863580" y="1681609"/>
            <a:ext cx="322288" cy="28803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65" name="TextBox 264">
            <a:extLst>
              <a:ext uri="{FF2B5EF4-FFF2-40B4-BE49-F238E27FC236}">
                <a16:creationId xmlns:a16="http://schemas.microsoft.com/office/drawing/2014/main" id="{34ADEF09-222D-8B47-9152-F9CCFEB5174E}"/>
              </a:ext>
            </a:extLst>
          </p:cNvPr>
          <p:cNvSpPr txBox="1"/>
          <p:nvPr/>
        </p:nvSpPr>
        <p:spPr>
          <a:xfrm>
            <a:off x="5256265" y="1372590"/>
            <a:ext cx="543739" cy="369332"/>
          </a:xfrm>
          <a:prstGeom prst="rect">
            <a:avLst/>
          </a:prstGeom>
          <a:noFill/>
        </p:spPr>
        <p:txBody>
          <a:bodyPr wrap="none" rtlCol="0">
            <a:spAutoFit/>
          </a:bodyPr>
          <a:lstStyle/>
          <a:p>
            <a:r>
              <a:rPr lang="en-US">
                <a:solidFill>
                  <a:srgbClr val="0070C0"/>
                </a:solidFill>
              </a:rPr>
              <a:t>Nút</a:t>
            </a:r>
          </a:p>
        </p:txBody>
      </p:sp>
      <p:cxnSp>
        <p:nvCxnSpPr>
          <p:cNvPr id="266" name="Straight Arrow Connector 265">
            <a:extLst>
              <a:ext uri="{FF2B5EF4-FFF2-40B4-BE49-F238E27FC236}">
                <a16:creationId xmlns:a16="http://schemas.microsoft.com/office/drawing/2014/main" id="{4B94204B-7FCD-A64C-B07A-4758EA6A6CF9}"/>
              </a:ext>
            </a:extLst>
          </p:cNvPr>
          <p:cNvCxnSpPr/>
          <p:nvPr/>
        </p:nvCxnSpPr>
        <p:spPr>
          <a:xfrm>
            <a:off x="6625733" y="1539775"/>
            <a:ext cx="322288" cy="28803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67" name="TextBox 266">
            <a:extLst>
              <a:ext uri="{FF2B5EF4-FFF2-40B4-BE49-F238E27FC236}">
                <a16:creationId xmlns:a16="http://schemas.microsoft.com/office/drawing/2014/main" id="{2355201A-26B4-514C-888C-7B2EDBC2FCE2}"/>
              </a:ext>
            </a:extLst>
          </p:cNvPr>
          <p:cNvSpPr txBox="1"/>
          <p:nvPr/>
        </p:nvSpPr>
        <p:spPr>
          <a:xfrm>
            <a:off x="6018418" y="1230756"/>
            <a:ext cx="736099" cy="369332"/>
          </a:xfrm>
          <a:prstGeom prst="rect">
            <a:avLst/>
          </a:prstGeom>
          <a:noFill/>
        </p:spPr>
        <p:txBody>
          <a:bodyPr wrap="none" rtlCol="0">
            <a:spAutoFit/>
          </a:bodyPr>
          <a:lstStyle/>
          <a:p>
            <a:r>
              <a:rPr lang="en-US">
                <a:solidFill>
                  <a:srgbClr val="0070C0"/>
                </a:solidFill>
              </a:rPr>
              <a:t>Cạnh</a:t>
            </a:r>
          </a:p>
        </p:txBody>
      </p:sp>
    </p:spTree>
    <p:extLst>
      <p:ext uri="{BB962C8B-B14F-4D97-AF65-F5344CB8AC3E}">
        <p14:creationId xmlns:p14="http://schemas.microsoft.com/office/powerpoint/2010/main" val="9463917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A0F32-4D61-E449-BD94-B8BD0D79635C}"/>
              </a:ext>
            </a:extLst>
          </p:cNvPr>
          <p:cNvSpPr>
            <a:spLocks noGrp="1"/>
          </p:cNvSpPr>
          <p:nvPr>
            <p:ph type="title"/>
          </p:nvPr>
        </p:nvSpPr>
        <p:spPr>
          <a:xfrm>
            <a:off x="751012" y="188640"/>
            <a:ext cx="8874125" cy="1325563"/>
          </a:xfrm>
        </p:spPr>
        <p:txBody>
          <a:bodyPr/>
          <a:lstStyle/>
          <a:p>
            <a:r>
              <a:rPr lang="en-US"/>
              <a:t>Lời giải của bài toán tìm kiếm</a:t>
            </a:r>
          </a:p>
        </p:txBody>
      </p:sp>
      <p:sp>
        <p:nvSpPr>
          <p:cNvPr id="3" name="Content Placeholder 2">
            <a:extLst>
              <a:ext uri="{FF2B5EF4-FFF2-40B4-BE49-F238E27FC236}">
                <a16:creationId xmlns:a16="http://schemas.microsoft.com/office/drawing/2014/main" id="{E1FFC340-F661-D844-83B6-78CD2E4F15BD}"/>
              </a:ext>
            </a:extLst>
          </p:cNvPr>
          <p:cNvSpPr>
            <a:spLocks noGrp="1"/>
          </p:cNvSpPr>
          <p:nvPr>
            <p:ph idx="1"/>
          </p:nvPr>
        </p:nvSpPr>
        <p:spPr>
          <a:xfrm>
            <a:off x="735147" y="1409538"/>
            <a:ext cx="9232889" cy="4804611"/>
          </a:xfrm>
        </p:spPr>
        <p:txBody>
          <a:bodyPr/>
          <a:lstStyle/>
          <a:p>
            <a:r>
              <a:rPr lang="en-US"/>
              <a:t>Lời giải là một đường đi liên tục giữa nút ban đầu và nút đích.</a:t>
            </a:r>
          </a:p>
          <a:p>
            <a:endParaRPr lang="en-US"/>
          </a:p>
        </p:txBody>
      </p:sp>
      <p:sp>
        <p:nvSpPr>
          <p:cNvPr id="4" name="Slide Number Placeholder 3">
            <a:extLst>
              <a:ext uri="{FF2B5EF4-FFF2-40B4-BE49-F238E27FC236}">
                <a16:creationId xmlns:a16="http://schemas.microsoft.com/office/drawing/2014/main" id="{50D94F63-4F54-3D48-B33B-0D246B979012}"/>
              </a:ext>
            </a:extLst>
          </p:cNvPr>
          <p:cNvSpPr>
            <a:spLocks noGrp="1"/>
          </p:cNvSpPr>
          <p:nvPr>
            <p:ph type="sldNum" sz="quarter" idx="12"/>
          </p:nvPr>
        </p:nvSpPr>
        <p:spPr/>
        <p:txBody>
          <a:bodyPr/>
          <a:lstStyle/>
          <a:p>
            <a:fld id="{DA8C51A7-BEEA-471D-933F-7E35BC04A30F}" type="slidenum">
              <a:rPr lang="en-US"/>
              <a:pPr/>
              <a:t>15</a:t>
            </a:fld>
            <a:endParaRPr lang="en-US"/>
          </a:p>
        </p:txBody>
      </p:sp>
      <p:grpSp>
        <p:nvGrpSpPr>
          <p:cNvPr id="5" name="Group 4">
            <a:extLst>
              <a:ext uri="{FF2B5EF4-FFF2-40B4-BE49-F238E27FC236}">
                <a16:creationId xmlns:a16="http://schemas.microsoft.com/office/drawing/2014/main" id="{859F3D56-19D9-3648-A00E-428C17FB13C0}"/>
              </a:ext>
            </a:extLst>
          </p:cNvPr>
          <p:cNvGrpSpPr>
            <a:grpSpLocks/>
          </p:cNvGrpSpPr>
          <p:nvPr/>
        </p:nvGrpSpPr>
        <p:grpSpPr bwMode="auto">
          <a:xfrm>
            <a:off x="2039938" y="2492896"/>
            <a:ext cx="5047778" cy="3318712"/>
            <a:chOff x="548" y="288"/>
            <a:chExt cx="4588" cy="3552"/>
          </a:xfrm>
        </p:grpSpPr>
        <p:sp>
          <p:nvSpPr>
            <p:cNvPr id="6" name="Oval 5">
              <a:extLst>
                <a:ext uri="{FF2B5EF4-FFF2-40B4-BE49-F238E27FC236}">
                  <a16:creationId xmlns:a16="http://schemas.microsoft.com/office/drawing/2014/main" id="{19933F11-DFAA-A44A-985D-D3C5E5DC02E9}"/>
                </a:ext>
              </a:extLst>
            </p:cNvPr>
            <p:cNvSpPr>
              <a:spLocks noChangeArrowheads="1"/>
            </p:cNvSpPr>
            <p:nvPr/>
          </p:nvSpPr>
          <p:spPr bwMode="auto">
            <a:xfrm>
              <a:off x="548" y="102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7" name="Oval 6">
              <a:extLst>
                <a:ext uri="{FF2B5EF4-FFF2-40B4-BE49-F238E27FC236}">
                  <a16:creationId xmlns:a16="http://schemas.microsoft.com/office/drawing/2014/main" id="{750CE6B7-F9B6-D24A-A699-2D66BF1CD61D}"/>
                </a:ext>
              </a:extLst>
            </p:cNvPr>
            <p:cNvSpPr>
              <a:spLocks noChangeArrowheads="1"/>
            </p:cNvSpPr>
            <p:nvPr/>
          </p:nvSpPr>
          <p:spPr bwMode="auto">
            <a:xfrm>
              <a:off x="768" y="206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8" name="Oval 7">
              <a:extLst>
                <a:ext uri="{FF2B5EF4-FFF2-40B4-BE49-F238E27FC236}">
                  <a16:creationId xmlns:a16="http://schemas.microsoft.com/office/drawing/2014/main" id="{3D3AF7E1-A8C6-5448-8728-063B3D28C877}"/>
                </a:ext>
              </a:extLst>
            </p:cNvPr>
            <p:cNvSpPr>
              <a:spLocks noChangeArrowheads="1"/>
            </p:cNvSpPr>
            <p:nvPr/>
          </p:nvSpPr>
          <p:spPr bwMode="auto">
            <a:xfrm>
              <a:off x="1104" y="67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9" name="Oval 8">
              <a:extLst>
                <a:ext uri="{FF2B5EF4-FFF2-40B4-BE49-F238E27FC236}">
                  <a16:creationId xmlns:a16="http://schemas.microsoft.com/office/drawing/2014/main" id="{797AC2B2-033D-7844-A1F5-13B3B7A1922E}"/>
                </a:ext>
              </a:extLst>
            </p:cNvPr>
            <p:cNvSpPr>
              <a:spLocks noChangeArrowheads="1"/>
            </p:cNvSpPr>
            <p:nvPr/>
          </p:nvSpPr>
          <p:spPr bwMode="auto">
            <a:xfrm>
              <a:off x="2160" y="168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 name="Oval 9">
              <a:extLst>
                <a:ext uri="{FF2B5EF4-FFF2-40B4-BE49-F238E27FC236}">
                  <a16:creationId xmlns:a16="http://schemas.microsoft.com/office/drawing/2014/main" id="{45CB529C-23D4-7F47-979E-29F3C3C236E1}"/>
                </a:ext>
              </a:extLst>
            </p:cNvPr>
            <p:cNvSpPr>
              <a:spLocks noChangeArrowheads="1"/>
            </p:cNvSpPr>
            <p:nvPr/>
          </p:nvSpPr>
          <p:spPr bwMode="auto">
            <a:xfrm>
              <a:off x="4704" y="120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1" name="Oval 10">
              <a:extLst>
                <a:ext uri="{FF2B5EF4-FFF2-40B4-BE49-F238E27FC236}">
                  <a16:creationId xmlns:a16="http://schemas.microsoft.com/office/drawing/2014/main" id="{6DEF57EC-9B14-9740-860E-3918800C3B74}"/>
                </a:ext>
              </a:extLst>
            </p:cNvPr>
            <p:cNvSpPr>
              <a:spLocks noChangeArrowheads="1"/>
            </p:cNvSpPr>
            <p:nvPr/>
          </p:nvSpPr>
          <p:spPr bwMode="auto">
            <a:xfrm>
              <a:off x="4800" y="86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2" name="Oval 11">
              <a:extLst>
                <a:ext uri="{FF2B5EF4-FFF2-40B4-BE49-F238E27FC236}">
                  <a16:creationId xmlns:a16="http://schemas.microsoft.com/office/drawing/2014/main" id="{EDFB937B-D23D-0746-9C6E-D6E354D8EB32}"/>
                </a:ext>
              </a:extLst>
            </p:cNvPr>
            <p:cNvSpPr>
              <a:spLocks noChangeArrowheads="1"/>
            </p:cNvSpPr>
            <p:nvPr/>
          </p:nvSpPr>
          <p:spPr bwMode="auto">
            <a:xfrm>
              <a:off x="4272" y="244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3" name="Oval 12">
              <a:extLst>
                <a:ext uri="{FF2B5EF4-FFF2-40B4-BE49-F238E27FC236}">
                  <a16:creationId xmlns:a16="http://schemas.microsoft.com/office/drawing/2014/main" id="{FADF5B4A-4FE3-214B-B8EB-077EE7EB7102}"/>
                </a:ext>
              </a:extLst>
            </p:cNvPr>
            <p:cNvSpPr>
              <a:spLocks noChangeArrowheads="1"/>
            </p:cNvSpPr>
            <p:nvPr/>
          </p:nvSpPr>
          <p:spPr bwMode="auto">
            <a:xfrm>
              <a:off x="1536" y="259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4" name="Oval 13">
              <a:extLst>
                <a:ext uri="{FF2B5EF4-FFF2-40B4-BE49-F238E27FC236}">
                  <a16:creationId xmlns:a16="http://schemas.microsoft.com/office/drawing/2014/main" id="{8B228270-9FAB-B84C-8B53-77D41A15211F}"/>
                </a:ext>
              </a:extLst>
            </p:cNvPr>
            <p:cNvSpPr>
              <a:spLocks noChangeArrowheads="1"/>
            </p:cNvSpPr>
            <p:nvPr/>
          </p:nvSpPr>
          <p:spPr bwMode="auto">
            <a:xfrm>
              <a:off x="2640" y="168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5" name="Oval 14">
              <a:extLst>
                <a:ext uri="{FF2B5EF4-FFF2-40B4-BE49-F238E27FC236}">
                  <a16:creationId xmlns:a16="http://schemas.microsoft.com/office/drawing/2014/main" id="{8151F8AF-8CD7-E841-91EA-0C029BF192B5}"/>
                </a:ext>
              </a:extLst>
            </p:cNvPr>
            <p:cNvSpPr>
              <a:spLocks noChangeArrowheads="1"/>
            </p:cNvSpPr>
            <p:nvPr/>
          </p:nvSpPr>
          <p:spPr bwMode="auto">
            <a:xfrm>
              <a:off x="2016" y="2928"/>
              <a:ext cx="96" cy="96"/>
            </a:xfrm>
            <a:prstGeom prst="ellipse">
              <a:avLst/>
            </a:prstGeom>
            <a:solidFill>
              <a:srgbClr val="0033CC"/>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6" name="Oval 15">
              <a:extLst>
                <a:ext uri="{FF2B5EF4-FFF2-40B4-BE49-F238E27FC236}">
                  <a16:creationId xmlns:a16="http://schemas.microsoft.com/office/drawing/2014/main" id="{B4C9B80C-5FFE-384C-A37E-9A47982E3DDF}"/>
                </a:ext>
              </a:extLst>
            </p:cNvPr>
            <p:cNvSpPr>
              <a:spLocks noChangeArrowheads="1"/>
            </p:cNvSpPr>
            <p:nvPr/>
          </p:nvSpPr>
          <p:spPr bwMode="auto">
            <a:xfrm>
              <a:off x="2064" y="3264"/>
              <a:ext cx="96" cy="96"/>
            </a:xfrm>
            <a:prstGeom prst="ellipse">
              <a:avLst/>
            </a:prstGeom>
            <a:solidFill>
              <a:srgbClr val="FF0000"/>
            </a:solidFill>
            <a:ln w="9525">
              <a:solidFill>
                <a:srgbClr val="FF0000"/>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7" name="Oval 16">
              <a:extLst>
                <a:ext uri="{FF2B5EF4-FFF2-40B4-BE49-F238E27FC236}">
                  <a16:creationId xmlns:a16="http://schemas.microsoft.com/office/drawing/2014/main" id="{E7011BD3-F721-4C49-8FF1-76424DE3E1D0}"/>
                </a:ext>
              </a:extLst>
            </p:cNvPr>
            <p:cNvSpPr>
              <a:spLocks noChangeArrowheads="1"/>
            </p:cNvSpPr>
            <p:nvPr/>
          </p:nvSpPr>
          <p:spPr bwMode="auto">
            <a:xfrm>
              <a:off x="3552" y="292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8" name="Oval 17">
              <a:extLst>
                <a:ext uri="{FF2B5EF4-FFF2-40B4-BE49-F238E27FC236}">
                  <a16:creationId xmlns:a16="http://schemas.microsoft.com/office/drawing/2014/main" id="{ECD1A3CD-9E9B-034B-9106-42AE0FBDCD94}"/>
                </a:ext>
              </a:extLst>
            </p:cNvPr>
            <p:cNvSpPr>
              <a:spLocks noChangeArrowheads="1"/>
            </p:cNvSpPr>
            <p:nvPr/>
          </p:nvSpPr>
          <p:spPr bwMode="auto">
            <a:xfrm>
              <a:off x="1152" y="139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9" name="Oval 18">
              <a:extLst>
                <a:ext uri="{FF2B5EF4-FFF2-40B4-BE49-F238E27FC236}">
                  <a16:creationId xmlns:a16="http://schemas.microsoft.com/office/drawing/2014/main" id="{FA617504-EEB0-D34A-BF90-A3DA455D07C6}"/>
                </a:ext>
              </a:extLst>
            </p:cNvPr>
            <p:cNvSpPr>
              <a:spLocks noChangeArrowheads="1"/>
            </p:cNvSpPr>
            <p:nvPr/>
          </p:nvSpPr>
          <p:spPr bwMode="auto">
            <a:xfrm>
              <a:off x="2688" y="124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0" name="Oval 19">
              <a:extLst>
                <a:ext uri="{FF2B5EF4-FFF2-40B4-BE49-F238E27FC236}">
                  <a16:creationId xmlns:a16="http://schemas.microsoft.com/office/drawing/2014/main" id="{974103E5-1569-3449-9DA5-CFDB82D95623}"/>
                </a:ext>
              </a:extLst>
            </p:cNvPr>
            <p:cNvSpPr>
              <a:spLocks noChangeArrowheads="1"/>
            </p:cNvSpPr>
            <p:nvPr/>
          </p:nvSpPr>
          <p:spPr bwMode="auto">
            <a:xfrm>
              <a:off x="672" y="268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1" name="Oval 20">
              <a:extLst>
                <a:ext uri="{FF2B5EF4-FFF2-40B4-BE49-F238E27FC236}">
                  <a16:creationId xmlns:a16="http://schemas.microsoft.com/office/drawing/2014/main" id="{B971ED71-422A-3B4C-8DCC-01DF095FD830}"/>
                </a:ext>
              </a:extLst>
            </p:cNvPr>
            <p:cNvSpPr>
              <a:spLocks noChangeArrowheads="1"/>
            </p:cNvSpPr>
            <p:nvPr/>
          </p:nvSpPr>
          <p:spPr bwMode="auto">
            <a:xfrm>
              <a:off x="1200" y="216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2" name="Oval 21">
              <a:extLst>
                <a:ext uri="{FF2B5EF4-FFF2-40B4-BE49-F238E27FC236}">
                  <a16:creationId xmlns:a16="http://schemas.microsoft.com/office/drawing/2014/main" id="{33C8536F-0689-294A-B6FB-D6C30ECD1166}"/>
                </a:ext>
              </a:extLst>
            </p:cNvPr>
            <p:cNvSpPr>
              <a:spLocks noChangeArrowheads="1"/>
            </p:cNvSpPr>
            <p:nvPr/>
          </p:nvSpPr>
          <p:spPr bwMode="auto">
            <a:xfrm>
              <a:off x="2784" y="72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3" name="Oval 22">
              <a:extLst>
                <a:ext uri="{FF2B5EF4-FFF2-40B4-BE49-F238E27FC236}">
                  <a16:creationId xmlns:a16="http://schemas.microsoft.com/office/drawing/2014/main" id="{577ADEFE-4D06-5448-9A1C-806AD80A14D6}"/>
                </a:ext>
              </a:extLst>
            </p:cNvPr>
            <p:cNvSpPr>
              <a:spLocks noChangeArrowheads="1"/>
            </p:cNvSpPr>
            <p:nvPr/>
          </p:nvSpPr>
          <p:spPr bwMode="auto">
            <a:xfrm>
              <a:off x="4992" y="168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4" name="Oval 23">
              <a:extLst>
                <a:ext uri="{FF2B5EF4-FFF2-40B4-BE49-F238E27FC236}">
                  <a16:creationId xmlns:a16="http://schemas.microsoft.com/office/drawing/2014/main" id="{08DD1FE8-B828-8C4E-B6D6-DC34A45E8C97}"/>
                </a:ext>
              </a:extLst>
            </p:cNvPr>
            <p:cNvSpPr>
              <a:spLocks noChangeArrowheads="1"/>
            </p:cNvSpPr>
            <p:nvPr/>
          </p:nvSpPr>
          <p:spPr bwMode="auto">
            <a:xfrm>
              <a:off x="1440" y="278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5" name="Oval 24">
              <a:extLst>
                <a:ext uri="{FF2B5EF4-FFF2-40B4-BE49-F238E27FC236}">
                  <a16:creationId xmlns:a16="http://schemas.microsoft.com/office/drawing/2014/main" id="{69D97AC5-9E4C-5247-AB61-7784C3D60BCC}"/>
                </a:ext>
              </a:extLst>
            </p:cNvPr>
            <p:cNvSpPr>
              <a:spLocks noChangeArrowheads="1"/>
            </p:cNvSpPr>
            <p:nvPr/>
          </p:nvSpPr>
          <p:spPr bwMode="auto">
            <a:xfrm>
              <a:off x="3216" y="2160"/>
              <a:ext cx="96" cy="96"/>
            </a:xfrm>
            <a:prstGeom prst="ellipse">
              <a:avLst/>
            </a:prstGeom>
            <a:solidFill>
              <a:srgbClr val="0033CC"/>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6" name="Oval 25">
              <a:extLst>
                <a:ext uri="{FF2B5EF4-FFF2-40B4-BE49-F238E27FC236}">
                  <a16:creationId xmlns:a16="http://schemas.microsoft.com/office/drawing/2014/main" id="{98A6A01B-A2A1-CD47-B510-A0931D068D45}"/>
                </a:ext>
              </a:extLst>
            </p:cNvPr>
            <p:cNvSpPr>
              <a:spLocks noChangeArrowheads="1"/>
            </p:cNvSpPr>
            <p:nvPr/>
          </p:nvSpPr>
          <p:spPr bwMode="auto">
            <a:xfrm>
              <a:off x="2928" y="283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 name="Oval 26">
              <a:extLst>
                <a:ext uri="{FF2B5EF4-FFF2-40B4-BE49-F238E27FC236}">
                  <a16:creationId xmlns:a16="http://schemas.microsoft.com/office/drawing/2014/main" id="{AAB614B0-04F5-7747-AAEC-31D1562B06A3}"/>
                </a:ext>
              </a:extLst>
            </p:cNvPr>
            <p:cNvSpPr>
              <a:spLocks noChangeArrowheads="1"/>
            </p:cNvSpPr>
            <p:nvPr/>
          </p:nvSpPr>
          <p:spPr bwMode="auto">
            <a:xfrm>
              <a:off x="1968" y="2544"/>
              <a:ext cx="96" cy="96"/>
            </a:xfrm>
            <a:prstGeom prst="ellipse">
              <a:avLst/>
            </a:prstGeom>
            <a:solidFill>
              <a:srgbClr val="0033CC"/>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 name="Oval 27">
              <a:extLst>
                <a:ext uri="{FF2B5EF4-FFF2-40B4-BE49-F238E27FC236}">
                  <a16:creationId xmlns:a16="http://schemas.microsoft.com/office/drawing/2014/main" id="{467F2633-D15B-0A40-9471-A9E594728137}"/>
                </a:ext>
              </a:extLst>
            </p:cNvPr>
            <p:cNvSpPr>
              <a:spLocks noChangeArrowheads="1"/>
            </p:cNvSpPr>
            <p:nvPr/>
          </p:nvSpPr>
          <p:spPr bwMode="auto">
            <a:xfrm>
              <a:off x="2736" y="326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 name="Oval 28">
              <a:extLst>
                <a:ext uri="{FF2B5EF4-FFF2-40B4-BE49-F238E27FC236}">
                  <a16:creationId xmlns:a16="http://schemas.microsoft.com/office/drawing/2014/main" id="{CA12A96B-6AE2-784B-B037-3E19A15197AF}"/>
                </a:ext>
              </a:extLst>
            </p:cNvPr>
            <p:cNvSpPr>
              <a:spLocks noChangeArrowheads="1"/>
            </p:cNvSpPr>
            <p:nvPr/>
          </p:nvSpPr>
          <p:spPr bwMode="auto">
            <a:xfrm>
              <a:off x="2688" y="2400"/>
              <a:ext cx="96" cy="96"/>
            </a:xfrm>
            <a:prstGeom prst="ellipse">
              <a:avLst/>
            </a:prstGeom>
            <a:solidFill>
              <a:srgbClr val="0033CC"/>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 name="Oval 29">
              <a:extLst>
                <a:ext uri="{FF2B5EF4-FFF2-40B4-BE49-F238E27FC236}">
                  <a16:creationId xmlns:a16="http://schemas.microsoft.com/office/drawing/2014/main" id="{240A5CE9-C663-3C4D-B8D3-7C86E93CA066}"/>
                </a:ext>
              </a:extLst>
            </p:cNvPr>
            <p:cNvSpPr>
              <a:spLocks noChangeArrowheads="1"/>
            </p:cNvSpPr>
            <p:nvPr/>
          </p:nvSpPr>
          <p:spPr bwMode="auto">
            <a:xfrm>
              <a:off x="1584" y="172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 name="Oval 30">
              <a:extLst>
                <a:ext uri="{FF2B5EF4-FFF2-40B4-BE49-F238E27FC236}">
                  <a16:creationId xmlns:a16="http://schemas.microsoft.com/office/drawing/2014/main" id="{927375E8-DE5A-E24C-BE31-939B51858ACA}"/>
                </a:ext>
              </a:extLst>
            </p:cNvPr>
            <p:cNvSpPr>
              <a:spLocks noChangeArrowheads="1"/>
            </p:cNvSpPr>
            <p:nvPr/>
          </p:nvSpPr>
          <p:spPr bwMode="auto">
            <a:xfrm>
              <a:off x="1728" y="91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2" name="Oval 31">
              <a:extLst>
                <a:ext uri="{FF2B5EF4-FFF2-40B4-BE49-F238E27FC236}">
                  <a16:creationId xmlns:a16="http://schemas.microsoft.com/office/drawing/2014/main" id="{498E4594-607D-DA49-94A4-4D6F664A5F73}"/>
                </a:ext>
              </a:extLst>
            </p:cNvPr>
            <p:cNvSpPr>
              <a:spLocks noChangeArrowheads="1"/>
            </p:cNvSpPr>
            <p:nvPr/>
          </p:nvSpPr>
          <p:spPr bwMode="auto">
            <a:xfrm>
              <a:off x="2160" y="120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3" name="Oval 32">
              <a:extLst>
                <a:ext uri="{FF2B5EF4-FFF2-40B4-BE49-F238E27FC236}">
                  <a16:creationId xmlns:a16="http://schemas.microsoft.com/office/drawing/2014/main" id="{E3B6A4ED-8D57-6C42-9B96-5F76006975AB}"/>
                </a:ext>
              </a:extLst>
            </p:cNvPr>
            <p:cNvSpPr>
              <a:spLocks noChangeArrowheads="1"/>
            </p:cNvSpPr>
            <p:nvPr/>
          </p:nvSpPr>
          <p:spPr bwMode="auto">
            <a:xfrm>
              <a:off x="2352" y="86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4" name="Oval 33">
              <a:extLst>
                <a:ext uri="{FF2B5EF4-FFF2-40B4-BE49-F238E27FC236}">
                  <a16:creationId xmlns:a16="http://schemas.microsoft.com/office/drawing/2014/main" id="{DB7C44F4-EAA9-6A41-A45E-3656571085C2}"/>
                </a:ext>
              </a:extLst>
            </p:cNvPr>
            <p:cNvSpPr>
              <a:spLocks noChangeArrowheads="1"/>
            </p:cNvSpPr>
            <p:nvPr/>
          </p:nvSpPr>
          <p:spPr bwMode="auto">
            <a:xfrm>
              <a:off x="4320" y="576"/>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5" name="Oval 34">
              <a:extLst>
                <a:ext uri="{FF2B5EF4-FFF2-40B4-BE49-F238E27FC236}">
                  <a16:creationId xmlns:a16="http://schemas.microsoft.com/office/drawing/2014/main" id="{94782BCE-F2F8-1141-9B01-28330FC9BC9E}"/>
                </a:ext>
              </a:extLst>
            </p:cNvPr>
            <p:cNvSpPr>
              <a:spLocks noChangeArrowheads="1"/>
            </p:cNvSpPr>
            <p:nvPr/>
          </p:nvSpPr>
          <p:spPr bwMode="auto">
            <a:xfrm>
              <a:off x="2352" y="28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6" name="Oval 35">
              <a:extLst>
                <a:ext uri="{FF2B5EF4-FFF2-40B4-BE49-F238E27FC236}">
                  <a16:creationId xmlns:a16="http://schemas.microsoft.com/office/drawing/2014/main" id="{9E583827-E247-DE4A-B1B7-F87B14F8AADD}"/>
                </a:ext>
              </a:extLst>
            </p:cNvPr>
            <p:cNvSpPr>
              <a:spLocks noChangeArrowheads="1"/>
            </p:cNvSpPr>
            <p:nvPr/>
          </p:nvSpPr>
          <p:spPr bwMode="auto">
            <a:xfrm>
              <a:off x="1776" y="230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7" name="Oval 36">
              <a:extLst>
                <a:ext uri="{FF2B5EF4-FFF2-40B4-BE49-F238E27FC236}">
                  <a16:creationId xmlns:a16="http://schemas.microsoft.com/office/drawing/2014/main" id="{9F966DE1-A336-194A-BA27-4CF0C03B4410}"/>
                </a:ext>
              </a:extLst>
            </p:cNvPr>
            <p:cNvSpPr>
              <a:spLocks noChangeArrowheads="1"/>
            </p:cNvSpPr>
            <p:nvPr/>
          </p:nvSpPr>
          <p:spPr bwMode="auto">
            <a:xfrm>
              <a:off x="816" y="326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8" name="Oval 37">
              <a:extLst>
                <a:ext uri="{FF2B5EF4-FFF2-40B4-BE49-F238E27FC236}">
                  <a16:creationId xmlns:a16="http://schemas.microsoft.com/office/drawing/2014/main" id="{218F1C79-0CDB-0547-8787-AFE566765AEE}"/>
                </a:ext>
              </a:extLst>
            </p:cNvPr>
            <p:cNvSpPr>
              <a:spLocks noChangeArrowheads="1"/>
            </p:cNvSpPr>
            <p:nvPr/>
          </p:nvSpPr>
          <p:spPr bwMode="auto">
            <a:xfrm>
              <a:off x="1440" y="3456"/>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9" name="Oval 38">
              <a:extLst>
                <a:ext uri="{FF2B5EF4-FFF2-40B4-BE49-F238E27FC236}">
                  <a16:creationId xmlns:a16="http://schemas.microsoft.com/office/drawing/2014/main" id="{BD5B6490-4D05-4A49-962F-041CB9D68C24}"/>
                </a:ext>
              </a:extLst>
            </p:cNvPr>
            <p:cNvSpPr>
              <a:spLocks noChangeArrowheads="1"/>
            </p:cNvSpPr>
            <p:nvPr/>
          </p:nvSpPr>
          <p:spPr bwMode="auto">
            <a:xfrm>
              <a:off x="3312" y="374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0" name="Oval 39">
              <a:extLst>
                <a:ext uri="{FF2B5EF4-FFF2-40B4-BE49-F238E27FC236}">
                  <a16:creationId xmlns:a16="http://schemas.microsoft.com/office/drawing/2014/main" id="{6C729656-8CBD-4E47-B84D-3E668A631EE4}"/>
                </a:ext>
              </a:extLst>
            </p:cNvPr>
            <p:cNvSpPr>
              <a:spLocks noChangeArrowheads="1"/>
            </p:cNvSpPr>
            <p:nvPr/>
          </p:nvSpPr>
          <p:spPr bwMode="auto">
            <a:xfrm>
              <a:off x="3120" y="336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1" name="Oval 40">
              <a:extLst>
                <a:ext uri="{FF2B5EF4-FFF2-40B4-BE49-F238E27FC236}">
                  <a16:creationId xmlns:a16="http://schemas.microsoft.com/office/drawing/2014/main" id="{1C6A3CD6-9FC8-9F49-BDDA-5F018266EBE3}"/>
                </a:ext>
              </a:extLst>
            </p:cNvPr>
            <p:cNvSpPr>
              <a:spLocks noChangeArrowheads="1"/>
            </p:cNvSpPr>
            <p:nvPr/>
          </p:nvSpPr>
          <p:spPr bwMode="auto">
            <a:xfrm>
              <a:off x="4176" y="360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2" name="Oval 41">
              <a:extLst>
                <a:ext uri="{FF2B5EF4-FFF2-40B4-BE49-F238E27FC236}">
                  <a16:creationId xmlns:a16="http://schemas.microsoft.com/office/drawing/2014/main" id="{42F2A99B-F6EF-5D4C-A3EA-41291F3DF986}"/>
                </a:ext>
              </a:extLst>
            </p:cNvPr>
            <p:cNvSpPr>
              <a:spLocks noChangeArrowheads="1"/>
            </p:cNvSpPr>
            <p:nvPr/>
          </p:nvSpPr>
          <p:spPr bwMode="auto">
            <a:xfrm>
              <a:off x="4704" y="312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3" name="Oval 42">
              <a:extLst>
                <a:ext uri="{FF2B5EF4-FFF2-40B4-BE49-F238E27FC236}">
                  <a16:creationId xmlns:a16="http://schemas.microsoft.com/office/drawing/2014/main" id="{35A8F81D-94E4-CA4E-86EC-50D1BFAE404C}"/>
                </a:ext>
              </a:extLst>
            </p:cNvPr>
            <p:cNvSpPr>
              <a:spLocks noChangeArrowheads="1"/>
            </p:cNvSpPr>
            <p:nvPr/>
          </p:nvSpPr>
          <p:spPr bwMode="auto">
            <a:xfrm>
              <a:off x="4992" y="206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4" name="Oval 43">
              <a:extLst>
                <a:ext uri="{FF2B5EF4-FFF2-40B4-BE49-F238E27FC236}">
                  <a16:creationId xmlns:a16="http://schemas.microsoft.com/office/drawing/2014/main" id="{1868D3B4-5227-674E-A382-A0D81A4D0B58}"/>
                </a:ext>
              </a:extLst>
            </p:cNvPr>
            <p:cNvSpPr>
              <a:spLocks noChangeArrowheads="1"/>
            </p:cNvSpPr>
            <p:nvPr/>
          </p:nvSpPr>
          <p:spPr bwMode="auto">
            <a:xfrm>
              <a:off x="3984" y="624"/>
              <a:ext cx="96" cy="96"/>
            </a:xfrm>
            <a:prstGeom prst="ellipse">
              <a:avLst/>
            </a:prstGeom>
            <a:solidFill>
              <a:srgbClr val="009900"/>
            </a:solidFill>
            <a:ln w="9525">
              <a:solidFill>
                <a:srgbClr val="009900"/>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5" name="Oval 44">
              <a:extLst>
                <a:ext uri="{FF2B5EF4-FFF2-40B4-BE49-F238E27FC236}">
                  <a16:creationId xmlns:a16="http://schemas.microsoft.com/office/drawing/2014/main" id="{AD64E681-A318-7048-B465-3D0C293A1ABD}"/>
                </a:ext>
              </a:extLst>
            </p:cNvPr>
            <p:cNvSpPr>
              <a:spLocks noChangeArrowheads="1"/>
            </p:cNvSpPr>
            <p:nvPr/>
          </p:nvSpPr>
          <p:spPr bwMode="auto">
            <a:xfrm>
              <a:off x="3120" y="86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6" name="Oval 45">
              <a:extLst>
                <a:ext uri="{FF2B5EF4-FFF2-40B4-BE49-F238E27FC236}">
                  <a16:creationId xmlns:a16="http://schemas.microsoft.com/office/drawing/2014/main" id="{07F0477E-E466-D740-81C2-99DE29F47591}"/>
                </a:ext>
              </a:extLst>
            </p:cNvPr>
            <p:cNvSpPr>
              <a:spLocks noChangeArrowheads="1"/>
            </p:cNvSpPr>
            <p:nvPr/>
          </p:nvSpPr>
          <p:spPr bwMode="auto">
            <a:xfrm>
              <a:off x="4608" y="230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7" name="Oval 46">
              <a:extLst>
                <a:ext uri="{FF2B5EF4-FFF2-40B4-BE49-F238E27FC236}">
                  <a16:creationId xmlns:a16="http://schemas.microsoft.com/office/drawing/2014/main" id="{258C8A41-A8AB-604E-A62A-895B8C7996BE}"/>
                </a:ext>
              </a:extLst>
            </p:cNvPr>
            <p:cNvSpPr>
              <a:spLocks noChangeArrowheads="1"/>
            </p:cNvSpPr>
            <p:nvPr/>
          </p:nvSpPr>
          <p:spPr bwMode="auto">
            <a:xfrm>
              <a:off x="3456" y="76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8" name="Oval 47">
              <a:extLst>
                <a:ext uri="{FF2B5EF4-FFF2-40B4-BE49-F238E27FC236}">
                  <a16:creationId xmlns:a16="http://schemas.microsoft.com/office/drawing/2014/main" id="{3E7DBB13-08E1-7C4D-AB91-BC85ABFB6440}"/>
                </a:ext>
              </a:extLst>
            </p:cNvPr>
            <p:cNvSpPr>
              <a:spLocks noChangeArrowheads="1"/>
            </p:cNvSpPr>
            <p:nvPr/>
          </p:nvSpPr>
          <p:spPr bwMode="auto">
            <a:xfrm>
              <a:off x="3696" y="1104"/>
              <a:ext cx="96" cy="96"/>
            </a:xfrm>
            <a:prstGeom prst="ellipse">
              <a:avLst/>
            </a:prstGeom>
            <a:solidFill>
              <a:srgbClr val="0033CC"/>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9" name="Oval 48">
              <a:extLst>
                <a:ext uri="{FF2B5EF4-FFF2-40B4-BE49-F238E27FC236}">
                  <a16:creationId xmlns:a16="http://schemas.microsoft.com/office/drawing/2014/main" id="{6B20708D-1846-0B49-9EDA-97A7E3B6573C}"/>
                </a:ext>
              </a:extLst>
            </p:cNvPr>
            <p:cNvSpPr>
              <a:spLocks noChangeArrowheads="1"/>
            </p:cNvSpPr>
            <p:nvPr/>
          </p:nvSpPr>
          <p:spPr bwMode="auto">
            <a:xfrm>
              <a:off x="3732" y="2164"/>
              <a:ext cx="96" cy="96"/>
            </a:xfrm>
            <a:prstGeom prst="ellipse">
              <a:avLst/>
            </a:prstGeom>
            <a:solidFill>
              <a:srgbClr val="0033CC"/>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0" name="Oval 49">
              <a:extLst>
                <a:ext uri="{FF2B5EF4-FFF2-40B4-BE49-F238E27FC236}">
                  <a16:creationId xmlns:a16="http://schemas.microsoft.com/office/drawing/2014/main" id="{09A75E89-930B-BC4C-A379-19B42F8FB9DF}"/>
                </a:ext>
              </a:extLst>
            </p:cNvPr>
            <p:cNvSpPr>
              <a:spLocks noChangeArrowheads="1"/>
            </p:cNvSpPr>
            <p:nvPr/>
          </p:nvSpPr>
          <p:spPr bwMode="auto">
            <a:xfrm>
              <a:off x="3312" y="1488"/>
              <a:ext cx="96" cy="96"/>
            </a:xfrm>
            <a:prstGeom prst="ellipse">
              <a:avLst/>
            </a:prstGeom>
            <a:solidFill>
              <a:srgbClr val="0033CC"/>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 name="Oval 50">
              <a:extLst>
                <a:ext uri="{FF2B5EF4-FFF2-40B4-BE49-F238E27FC236}">
                  <a16:creationId xmlns:a16="http://schemas.microsoft.com/office/drawing/2014/main" id="{3CC8D81B-2D9D-6342-B6AD-5210779118DA}"/>
                </a:ext>
              </a:extLst>
            </p:cNvPr>
            <p:cNvSpPr>
              <a:spLocks noChangeArrowheads="1"/>
            </p:cNvSpPr>
            <p:nvPr/>
          </p:nvSpPr>
          <p:spPr bwMode="auto">
            <a:xfrm>
              <a:off x="3984" y="144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2" name="Oval 51">
              <a:extLst>
                <a:ext uri="{FF2B5EF4-FFF2-40B4-BE49-F238E27FC236}">
                  <a16:creationId xmlns:a16="http://schemas.microsoft.com/office/drawing/2014/main" id="{040656B2-85AA-C842-A270-F21BD07BA7C1}"/>
                </a:ext>
              </a:extLst>
            </p:cNvPr>
            <p:cNvSpPr>
              <a:spLocks noChangeArrowheads="1"/>
            </p:cNvSpPr>
            <p:nvPr/>
          </p:nvSpPr>
          <p:spPr bwMode="auto">
            <a:xfrm>
              <a:off x="3600" y="1536"/>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3" name="Oval 52">
              <a:extLst>
                <a:ext uri="{FF2B5EF4-FFF2-40B4-BE49-F238E27FC236}">
                  <a16:creationId xmlns:a16="http://schemas.microsoft.com/office/drawing/2014/main" id="{2FC0F5DC-494B-0648-8F08-8C9EB92743FD}"/>
                </a:ext>
              </a:extLst>
            </p:cNvPr>
            <p:cNvSpPr>
              <a:spLocks noChangeArrowheads="1"/>
            </p:cNvSpPr>
            <p:nvPr/>
          </p:nvSpPr>
          <p:spPr bwMode="auto">
            <a:xfrm>
              <a:off x="4272" y="96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4" name="Line 53">
              <a:extLst>
                <a:ext uri="{FF2B5EF4-FFF2-40B4-BE49-F238E27FC236}">
                  <a16:creationId xmlns:a16="http://schemas.microsoft.com/office/drawing/2014/main" id="{D1C3B9F9-B3E9-C24A-97CC-EF3CE4A4FD7C}"/>
                </a:ext>
              </a:extLst>
            </p:cNvPr>
            <p:cNvSpPr>
              <a:spLocks noChangeShapeType="1"/>
            </p:cNvSpPr>
            <p:nvPr/>
          </p:nvSpPr>
          <p:spPr bwMode="auto">
            <a:xfrm flipH="1" flipV="1">
              <a:off x="732" y="2780"/>
              <a:ext cx="112" cy="4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5" name="Line 54">
              <a:extLst>
                <a:ext uri="{FF2B5EF4-FFF2-40B4-BE49-F238E27FC236}">
                  <a16:creationId xmlns:a16="http://schemas.microsoft.com/office/drawing/2014/main" id="{F6E532FA-47DE-EA47-A9FC-8A6AD0357869}"/>
                </a:ext>
              </a:extLst>
            </p:cNvPr>
            <p:cNvSpPr>
              <a:spLocks noChangeShapeType="1"/>
            </p:cNvSpPr>
            <p:nvPr/>
          </p:nvSpPr>
          <p:spPr bwMode="auto">
            <a:xfrm flipV="1">
              <a:off x="896" y="2860"/>
              <a:ext cx="552" cy="412"/>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6" name="Line 55">
              <a:extLst>
                <a:ext uri="{FF2B5EF4-FFF2-40B4-BE49-F238E27FC236}">
                  <a16:creationId xmlns:a16="http://schemas.microsoft.com/office/drawing/2014/main" id="{76696C18-EBA6-924A-9E52-17388B4742B4}"/>
                </a:ext>
              </a:extLst>
            </p:cNvPr>
            <p:cNvSpPr>
              <a:spLocks noChangeShapeType="1"/>
            </p:cNvSpPr>
            <p:nvPr/>
          </p:nvSpPr>
          <p:spPr bwMode="auto">
            <a:xfrm flipV="1">
              <a:off x="716" y="2156"/>
              <a:ext cx="92" cy="5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7" name="Line 56">
              <a:extLst>
                <a:ext uri="{FF2B5EF4-FFF2-40B4-BE49-F238E27FC236}">
                  <a16:creationId xmlns:a16="http://schemas.microsoft.com/office/drawing/2014/main" id="{6102725F-68E1-5446-9B3B-5C0CF3AC6598}"/>
                </a:ext>
              </a:extLst>
            </p:cNvPr>
            <p:cNvSpPr>
              <a:spLocks noChangeShapeType="1"/>
            </p:cNvSpPr>
            <p:nvPr/>
          </p:nvSpPr>
          <p:spPr bwMode="auto">
            <a:xfrm flipV="1">
              <a:off x="752" y="2248"/>
              <a:ext cx="468" cy="4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8" name="Line 57">
              <a:extLst>
                <a:ext uri="{FF2B5EF4-FFF2-40B4-BE49-F238E27FC236}">
                  <a16:creationId xmlns:a16="http://schemas.microsoft.com/office/drawing/2014/main" id="{0D786859-8AFD-1642-B187-4AF78F3B2BB4}"/>
                </a:ext>
              </a:extLst>
            </p:cNvPr>
            <p:cNvSpPr>
              <a:spLocks noChangeShapeType="1"/>
            </p:cNvSpPr>
            <p:nvPr/>
          </p:nvSpPr>
          <p:spPr bwMode="auto">
            <a:xfrm flipV="1">
              <a:off x="764" y="2372"/>
              <a:ext cx="1012" cy="36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9" name="Line 58">
              <a:extLst>
                <a:ext uri="{FF2B5EF4-FFF2-40B4-BE49-F238E27FC236}">
                  <a16:creationId xmlns:a16="http://schemas.microsoft.com/office/drawing/2014/main" id="{08620E60-ED3A-A64B-A601-E170F10D2D83}"/>
                </a:ext>
              </a:extLst>
            </p:cNvPr>
            <p:cNvSpPr>
              <a:spLocks noChangeShapeType="1"/>
            </p:cNvSpPr>
            <p:nvPr/>
          </p:nvSpPr>
          <p:spPr bwMode="auto">
            <a:xfrm flipH="1">
              <a:off x="1612" y="2392"/>
              <a:ext cx="180" cy="20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0" name="Line 59">
              <a:extLst>
                <a:ext uri="{FF2B5EF4-FFF2-40B4-BE49-F238E27FC236}">
                  <a16:creationId xmlns:a16="http://schemas.microsoft.com/office/drawing/2014/main" id="{92BF5938-594E-E741-B6DA-5AA656E28AE0}"/>
                </a:ext>
              </a:extLst>
            </p:cNvPr>
            <p:cNvSpPr>
              <a:spLocks noChangeShapeType="1"/>
            </p:cNvSpPr>
            <p:nvPr/>
          </p:nvSpPr>
          <p:spPr bwMode="auto">
            <a:xfrm>
              <a:off x="1856" y="2384"/>
              <a:ext cx="136" cy="1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1" name="Line 60">
              <a:extLst>
                <a:ext uri="{FF2B5EF4-FFF2-40B4-BE49-F238E27FC236}">
                  <a16:creationId xmlns:a16="http://schemas.microsoft.com/office/drawing/2014/main" id="{0DC7CEE3-A6F6-5440-A9DE-4073B89CBC0F}"/>
                </a:ext>
              </a:extLst>
            </p:cNvPr>
            <p:cNvSpPr>
              <a:spLocks noChangeShapeType="1"/>
            </p:cNvSpPr>
            <p:nvPr/>
          </p:nvSpPr>
          <p:spPr bwMode="auto">
            <a:xfrm>
              <a:off x="1484" y="2880"/>
              <a:ext cx="0" cy="57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2" name="Line 61">
              <a:extLst>
                <a:ext uri="{FF2B5EF4-FFF2-40B4-BE49-F238E27FC236}">
                  <a16:creationId xmlns:a16="http://schemas.microsoft.com/office/drawing/2014/main" id="{F9A367A6-A155-2545-9891-13BBB646A5E4}"/>
                </a:ext>
              </a:extLst>
            </p:cNvPr>
            <p:cNvSpPr>
              <a:spLocks noChangeShapeType="1"/>
            </p:cNvSpPr>
            <p:nvPr/>
          </p:nvSpPr>
          <p:spPr bwMode="auto">
            <a:xfrm>
              <a:off x="1524" y="2856"/>
              <a:ext cx="552" cy="4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3" name="Line 62">
              <a:extLst>
                <a:ext uri="{FF2B5EF4-FFF2-40B4-BE49-F238E27FC236}">
                  <a16:creationId xmlns:a16="http://schemas.microsoft.com/office/drawing/2014/main" id="{D6C4B068-0314-D34C-AEB2-70888568FD08}"/>
                </a:ext>
              </a:extLst>
            </p:cNvPr>
            <p:cNvSpPr>
              <a:spLocks noChangeShapeType="1"/>
            </p:cNvSpPr>
            <p:nvPr/>
          </p:nvSpPr>
          <p:spPr bwMode="auto">
            <a:xfrm flipH="1" flipV="1">
              <a:off x="2072" y="3020"/>
              <a:ext cx="28" cy="248"/>
            </a:xfrm>
            <a:prstGeom prst="line">
              <a:avLst/>
            </a:prstGeom>
            <a:noFill/>
            <a:ln w="9525">
              <a:solidFill>
                <a:srgbClr val="0033CC"/>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4" name="Line 63">
              <a:extLst>
                <a:ext uri="{FF2B5EF4-FFF2-40B4-BE49-F238E27FC236}">
                  <a16:creationId xmlns:a16="http://schemas.microsoft.com/office/drawing/2014/main" id="{2A4A99B1-AE1C-7841-A7AA-F8929C3C2ACA}"/>
                </a:ext>
              </a:extLst>
            </p:cNvPr>
            <p:cNvSpPr>
              <a:spLocks noChangeShapeType="1"/>
            </p:cNvSpPr>
            <p:nvPr/>
          </p:nvSpPr>
          <p:spPr bwMode="auto">
            <a:xfrm flipH="1" flipV="1">
              <a:off x="2028" y="2640"/>
              <a:ext cx="24" cy="288"/>
            </a:xfrm>
            <a:prstGeom prst="line">
              <a:avLst/>
            </a:prstGeom>
            <a:noFill/>
            <a:ln w="9525">
              <a:solidFill>
                <a:srgbClr val="0033CC"/>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5" name="Line 64">
              <a:extLst>
                <a:ext uri="{FF2B5EF4-FFF2-40B4-BE49-F238E27FC236}">
                  <a16:creationId xmlns:a16="http://schemas.microsoft.com/office/drawing/2014/main" id="{CB2E9B6E-6DBD-0848-A8FC-439165A0BDF3}"/>
                </a:ext>
              </a:extLst>
            </p:cNvPr>
            <p:cNvSpPr>
              <a:spLocks noChangeShapeType="1"/>
            </p:cNvSpPr>
            <p:nvPr/>
          </p:nvSpPr>
          <p:spPr bwMode="auto">
            <a:xfrm flipV="1">
              <a:off x="2056" y="2460"/>
              <a:ext cx="636" cy="116"/>
            </a:xfrm>
            <a:prstGeom prst="line">
              <a:avLst/>
            </a:prstGeom>
            <a:noFill/>
            <a:ln w="9525">
              <a:solidFill>
                <a:srgbClr val="0033CC"/>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6" name="Line 65">
              <a:extLst>
                <a:ext uri="{FF2B5EF4-FFF2-40B4-BE49-F238E27FC236}">
                  <a16:creationId xmlns:a16="http://schemas.microsoft.com/office/drawing/2014/main" id="{EEE89DC8-3FB2-FF4F-9B0D-FF5CD97C9B2E}"/>
                </a:ext>
              </a:extLst>
            </p:cNvPr>
            <p:cNvSpPr>
              <a:spLocks noChangeShapeType="1"/>
            </p:cNvSpPr>
            <p:nvPr/>
          </p:nvSpPr>
          <p:spPr bwMode="auto">
            <a:xfrm flipV="1">
              <a:off x="2024" y="1772"/>
              <a:ext cx="176" cy="77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7" name="Line 66">
              <a:extLst>
                <a:ext uri="{FF2B5EF4-FFF2-40B4-BE49-F238E27FC236}">
                  <a16:creationId xmlns:a16="http://schemas.microsoft.com/office/drawing/2014/main" id="{C902AF38-2C77-F54D-BC20-2D43F356895B}"/>
                </a:ext>
              </a:extLst>
            </p:cNvPr>
            <p:cNvSpPr>
              <a:spLocks noChangeShapeType="1"/>
            </p:cNvSpPr>
            <p:nvPr/>
          </p:nvSpPr>
          <p:spPr bwMode="auto">
            <a:xfrm flipV="1">
              <a:off x="2800" y="2916"/>
              <a:ext cx="148" cy="3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8" name="Line 67">
              <a:extLst>
                <a:ext uri="{FF2B5EF4-FFF2-40B4-BE49-F238E27FC236}">
                  <a16:creationId xmlns:a16="http://schemas.microsoft.com/office/drawing/2014/main" id="{497438E6-B614-944F-9B77-A36B66797B8A}"/>
                </a:ext>
              </a:extLst>
            </p:cNvPr>
            <p:cNvSpPr>
              <a:spLocks noChangeShapeType="1"/>
            </p:cNvSpPr>
            <p:nvPr/>
          </p:nvSpPr>
          <p:spPr bwMode="auto">
            <a:xfrm>
              <a:off x="2824" y="3328"/>
              <a:ext cx="292" cy="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9" name="Line 68">
              <a:extLst>
                <a:ext uri="{FF2B5EF4-FFF2-40B4-BE49-F238E27FC236}">
                  <a16:creationId xmlns:a16="http://schemas.microsoft.com/office/drawing/2014/main" id="{151A1F05-1E12-5D45-B33B-7117ABCB2433}"/>
                </a:ext>
              </a:extLst>
            </p:cNvPr>
            <p:cNvSpPr>
              <a:spLocks noChangeShapeType="1"/>
            </p:cNvSpPr>
            <p:nvPr/>
          </p:nvSpPr>
          <p:spPr bwMode="auto">
            <a:xfrm flipH="1" flipV="1">
              <a:off x="2688" y="1776"/>
              <a:ext cx="48" cy="6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0" name="Line 69">
              <a:extLst>
                <a:ext uri="{FF2B5EF4-FFF2-40B4-BE49-F238E27FC236}">
                  <a16:creationId xmlns:a16="http://schemas.microsoft.com/office/drawing/2014/main" id="{CFF489B9-E576-234A-BEBC-69922D3707E7}"/>
                </a:ext>
              </a:extLst>
            </p:cNvPr>
            <p:cNvSpPr>
              <a:spLocks noChangeShapeType="1"/>
            </p:cNvSpPr>
            <p:nvPr/>
          </p:nvSpPr>
          <p:spPr bwMode="auto">
            <a:xfrm flipV="1">
              <a:off x="2784" y="2232"/>
              <a:ext cx="440" cy="200"/>
            </a:xfrm>
            <a:prstGeom prst="line">
              <a:avLst/>
            </a:prstGeom>
            <a:noFill/>
            <a:ln w="9525">
              <a:solidFill>
                <a:srgbClr val="0033CC"/>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1" name="Line 70">
              <a:extLst>
                <a:ext uri="{FF2B5EF4-FFF2-40B4-BE49-F238E27FC236}">
                  <a16:creationId xmlns:a16="http://schemas.microsoft.com/office/drawing/2014/main" id="{28054A1A-39FA-C04E-85EC-0A6C7184CA80}"/>
                </a:ext>
              </a:extLst>
            </p:cNvPr>
            <p:cNvSpPr>
              <a:spLocks noChangeShapeType="1"/>
            </p:cNvSpPr>
            <p:nvPr/>
          </p:nvSpPr>
          <p:spPr bwMode="auto">
            <a:xfrm flipH="1" flipV="1">
              <a:off x="1204" y="1488"/>
              <a:ext cx="40" cy="6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2" name="Line 71">
              <a:extLst>
                <a:ext uri="{FF2B5EF4-FFF2-40B4-BE49-F238E27FC236}">
                  <a16:creationId xmlns:a16="http://schemas.microsoft.com/office/drawing/2014/main" id="{D784B6A0-1A1D-F54E-BC32-993BDDFD829C}"/>
                </a:ext>
              </a:extLst>
            </p:cNvPr>
            <p:cNvSpPr>
              <a:spLocks noChangeShapeType="1"/>
            </p:cNvSpPr>
            <p:nvPr/>
          </p:nvSpPr>
          <p:spPr bwMode="auto">
            <a:xfrm flipH="1">
              <a:off x="1284" y="1816"/>
              <a:ext cx="320" cy="3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3" name="Line 72">
              <a:extLst>
                <a:ext uri="{FF2B5EF4-FFF2-40B4-BE49-F238E27FC236}">
                  <a16:creationId xmlns:a16="http://schemas.microsoft.com/office/drawing/2014/main" id="{E97FA213-433E-944B-B14D-59B6A0FA4A2D}"/>
                </a:ext>
              </a:extLst>
            </p:cNvPr>
            <p:cNvSpPr>
              <a:spLocks noChangeShapeType="1"/>
            </p:cNvSpPr>
            <p:nvPr/>
          </p:nvSpPr>
          <p:spPr bwMode="auto">
            <a:xfrm>
              <a:off x="1648" y="1820"/>
              <a:ext cx="164" cy="4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4" name="Line 73">
              <a:extLst>
                <a:ext uri="{FF2B5EF4-FFF2-40B4-BE49-F238E27FC236}">
                  <a16:creationId xmlns:a16="http://schemas.microsoft.com/office/drawing/2014/main" id="{3B2424D2-5225-E744-86DC-B643531F0814}"/>
                </a:ext>
              </a:extLst>
            </p:cNvPr>
            <p:cNvSpPr>
              <a:spLocks noChangeShapeType="1"/>
            </p:cNvSpPr>
            <p:nvPr/>
          </p:nvSpPr>
          <p:spPr bwMode="auto">
            <a:xfrm flipV="1">
              <a:off x="1676" y="1732"/>
              <a:ext cx="480" cy="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5" name="Line 74">
              <a:extLst>
                <a:ext uri="{FF2B5EF4-FFF2-40B4-BE49-F238E27FC236}">
                  <a16:creationId xmlns:a16="http://schemas.microsoft.com/office/drawing/2014/main" id="{7C357119-C96E-A447-9CC3-0D185E3E0F34}"/>
                </a:ext>
              </a:extLst>
            </p:cNvPr>
            <p:cNvSpPr>
              <a:spLocks noChangeShapeType="1"/>
            </p:cNvSpPr>
            <p:nvPr/>
          </p:nvSpPr>
          <p:spPr bwMode="auto">
            <a:xfrm flipV="1">
              <a:off x="3784" y="1012"/>
              <a:ext cx="492" cy="1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6" name="Line 75">
              <a:extLst>
                <a:ext uri="{FF2B5EF4-FFF2-40B4-BE49-F238E27FC236}">
                  <a16:creationId xmlns:a16="http://schemas.microsoft.com/office/drawing/2014/main" id="{006AB1E0-DFED-6142-8AAD-6A1DEB2F8422}"/>
                </a:ext>
              </a:extLst>
            </p:cNvPr>
            <p:cNvSpPr>
              <a:spLocks noChangeShapeType="1"/>
            </p:cNvSpPr>
            <p:nvPr/>
          </p:nvSpPr>
          <p:spPr bwMode="auto">
            <a:xfrm flipV="1">
              <a:off x="3760" y="712"/>
              <a:ext cx="244" cy="392"/>
            </a:xfrm>
            <a:prstGeom prst="line">
              <a:avLst/>
            </a:prstGeom>
            <a:noFill/>
            <a:ln w="9525">
              <a:solidFill>
                <a:srgbClr val="0033CC"/>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7" name="Line 76">
              <a:extLst>
                <a:ext uri="{FF2B5EF4-FFF2-40B4-BE49-F238E27FC236}">
                  <a16:creationId xmlns:a16="http://schemas.microsoft.com/office/drawing/2014/main" id="{BC0BCC03-D021-3743-B604-082DE3A7C97F}"/>
                </a:ext>
              </a:extLst>
            </p:cNvPr>
            <p:cNvSpPr>
              <a:spLocks noChangeShapeType="1"/>
            </p:cNvSpPr>
            <p:nvPr/>
          </p:nvSpPr>
          <p:spPr bwMode="auto">
            <a:xfrm flipH="1">
              <a:off x="3552" y="676"/>
              <a:ext cx="432" cy="1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8" name="Line 77">
              <a:extLst>
                <a:ext uri="{FF2B5EF4-FFF2-40B4-BE49-F238E27FC236}">
                  <a16:creationId xmlns:a16="http://schemas.microsoft.com/office/drawing/2014/main" id="{99CDB371-6FC8-D84B-AF4D-45579901324B}"/>
                </a:ext>
              </a:extLst>
            </p:cNvPr>
            <p:cNvSpPr>
              <a:spLocks noChangeShapeType="1"/>
            </p:cNvSpPr>
            <p:nvPr/>
          </p:nvSpPr>
          <p:spPr bwMode="auto">
            <a:xfrm flipH="1" flipV="1">
              <a:off x="2440" y="352"/>
              <a:ext cx="1548" cy="2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9" name="Line 78">
              <a:extLst>
                <a:ext uri="{FF2B5EF4-FFF2-40B4-BE49-F238E27FC236}">
                  <a16:creationId xmlns:a16="http://schemas.microsoft.com/office/drawing/2014/main" id="{103DD254-8619-164E-AFC3-17EB7026ADD5}"/>
                </a:ext>
              </a:extLst>
            </p:cNvPr>
            <p:cNvSpPr>
              <a:spLocks noChangeShapeType="1"/>
            </p:cNvSpPr>
            <p:nvPr/>
          </p:nvSpPr>
          <p:spPr bwMode="auto">
            <a:xfrm flipV="1">
              <a:off x="4076" y="636"/>
              <a:ext cx="240" cy="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0" name="Line 79">
              <a:extLst>
                <a:ext uri="{FF2B5EF4-FFF2-40B4-BE49-F238E27FC236}">
                  <a16:creationId xmlns:a16="http://schemas.microsoft.com/office/drawing/2014/main" id="{DE01FAE5-1280-3C43-8471-BD8830D42208}"/>
                </a:ext>
              </a:extLst>
            </p:cNvPr>
            <p:cNvSpPr>
              <a:spLocks noChangeShapeType="1"/>
            </p:cNvSpPr>
            <p:nvPr/>
          </p:nvSpPr>
          <p:spPr bwMode="auto">
            <a:xfrm>
              <a:off x="4408" y="648"/>
              <a:ext cx="400" cy="2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1" name="Line 80">
              <a:extLst>
                <a:ext uri="{FF2B5EF4-FFF2-40B4-BE49-F238E27FC236}">
                  <a16:creationId xmlns:a16="http://schemas.microsoft.com/office/drawing/2014/main" id="{180FFB21-6F99-734B-B298-8B0491AE4787}"/>
                </a:ext>
              </a:extLst>
            </p:cNvPr>
            <p:cNvSpPr>
              <a:spLocks noChangeShapeType="1"/>
            </p:cNvSpPr>
            <p:nvPr/>
          </p:nvSpPr>
          <p:spPr bwMode="auto">
            <a:xfrm flipV="1">
              <a:off x="2204" y="128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2" name="Line 81">
              <a:extLst>
                <a:ext uri="{FF2B5EF4-FFF2-40B4-BE49-F238E27FC236}">
                  <a16:creationId xmlns:a16="http://schemas.microsoft.com/office/drawing/2014/main" id="{2EE9C369-0E2E-CA4B-9AF8-236BC84EC7B5}"/>
                </a:ext>
              </a:extLst>
            </p:cNvPr>
            <p:cNvSpPr>
              <a:spLocks noChangeShapeType="1"/>
            </p:cNvSpPr>
            <p:nvPr/>
          </p:nvSpPr>
          <p:spPr bwMode="auto">
            <a:xfrm>
              <a:off x="2256" y="1252"/>
              <a:ext cx="432" cy="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3" name="Line 82">
              <a:extLst>
                <a:ext uri="{FF2B5EF4-FFF2-40B4-BE49-F238E27FC236}">
                  <a16:creationId xmlns:a16="http://schemas.microsoft.com/office/drawing/2014/main" id="{FF662BF4-7C6C-4D40-B25D-A6506E2AE868}"/>
                </a:ext>
              </a:extLst>
            </p:cNvPr>
            <p:cNvSpPr>
              <a:spLocks noChangeShapeType="1"/>
            </p:cNvSpPr>
            <p:nvPr/>
          </p:nvSpPr>
          <p:spPr bwMode="auto">
            <a:xfrm flipV="1">
              <a:off x="2220" y="948"/>
              <a:ext cx="148" cy="2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4" name="Line 83">
              <a:extLst>
                <a:ext uri="{FF2B5EF4-FFF2-40B4-BE49-F238E27FC236}">
                  <a16:creationId xmlns:a16="http://schemas.microsoft.com/office/drawing/2014/main" id="{7F8AD707-33FB-EB4C-990A-D2B9AB6C618F}"/>
                </a:ext>
              </a:extLst>
            </p:cNvPr>
            <p:cNvSpPr>
              <a:spLocks noChangeShapeType="1"/>
            </p:cNvSpPr>
            <p:nvPr/>
          </p:nvSpPr>
          <p:spPr bwMode="auto">
            <a:xfrm flipV="1">
              <a:off x="2388" y="384"/>
              <a:ext cx="12" cy="48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5" name="Line 84">
              <a:extLst>
                <a:ext uri="{FF2B5EF4-FFF2-40B4-BE49-F238E27FC236}">
                  <a16:creationId xmlns:a16="http://schemas.microsoft.com/office/drawing/2014/main" id="{32CB3281-961A-AF42-8E25-08C3A7828501}"/>
                </a:ext>
              </a:extLst>
            </p:cNvPr>
            <p:cNvSpPr>
              <a:spLocks noChangeShapeType="1"/>
            </p:cNvSpPr>
            <p:nvPr/>
          </p:nvSpPr>
          <p:spPr bwMode="auto">
            <a:xfrm>
              <a:off x="2424" y="376"/>
              <a:ext cx="380" cy="3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6" name="Line 85">
              <a:extLst>
                <a:ext uri="{FF2B5EF4-FFF2-40B4-BE49-F238E27FC236}">
                  <a16:creationId xmlns:a16="http://schemas.microsoft.com/office/drawing/2014/main" id="{FAF41361-5154-054F-B268-1180EFD7F989}"/>
                </a:ext>
              </a:extLst>
            </p:cNvPr>
            <p:cNvSpPr>
              <a:spLocks noChangeShapeType="1"/>
            </p:cNvSpPr>
            <p:nvPr/>
          </p:nvSpPr>
          <p:spPr bwMode="auto">
            <a:xfrm>
              <a:off x="2416" y="384"/>
              <a:ext cx="308" cy="8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7" name="Line 86">
              <a:extLst>
                <a:ext uri="{FF2B5EF4-FFF2-40B4-BE49-F238E27FC236}">
                  <a16:creationId xmlns:a16="http://schemas.microsoft.com/office/drawing/2014/main" id="{3CBDE2EE-127B-444D-85EB-5745D3B15B53}"/>
                </a:ext>
              </a:extLst>
            </p:cNvPr>
            <p:cNvSpPr>
              <a:spLocks noChangeShapeType="1"/>
            </p:cNvSpPr>
            <p:nvPr/>
          </p:nvSpPr>
          <p:spPr bwMode="auto">
            <a:xfrm flipV="1">
              <a:off x="2772" y="952"/>
              <a:ext cx="364" cy="3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8" name="Line 87">
              <a:extLst>
                <a:ext uri="{FF2B5EF4-FFF2-40B4-BE49-F238E27FC236}">
                  <a16:creationId xmlns:a16="http://schemas.microsoft.com/office/drawing/2014/main" id="{96F9CD84-A6D5-D645-BB7E-3EB8BA1A5815}"/>
                </a:ext>
              </a:extLst>
            </p:cNvPr>
            <p:cNvSpPr>
              <a:spLocks noChangeShapeType="1"/>
            </p:cNvSpPr>
            <p:nvPr/>
          </p:nvSpPr>
          <p:spPr bwMode="auto">
            <a:xfrm flipH="1" flipV="1">
              <a:off x="2448" y="912"/>
              <a:ext cx="672" cy="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9" name="Line 88">
              <a:extLst>
                <a:ext uri="{FF2B5EF4-FFF2-40B4-BE49-F238E27FC236}">
                  <a16:creationId xmlns:a16="http://schemas.microsoft.com/office/drawing/2014/main" id="{F3BAD4EA-9110-2347-96B4-8CEE4F98935E}"/>
                </a:ext>
              </a:extLst>
            </p:cNvPr>
            <p:cNvSpPr>
              <a:spLocks noChangeShapeType="1"/>
            </p:cNvSpPr>
            <p:nvPr/>
          </p:nvSpPr>
          <p:spPr bwMode="auto">
            <a:xfrm>
              <a:off x="2876" y="784"/>
              <a:ext cx="252" cy="10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0" name="Line 89">
              <a:extLst>
                <a:ext uri="{FF2B5EF4-FFF2-40B4-BE49-F238E27FC236}">
                  <a16:creationId xmlns:a16="http://schemas.microsoft.com/office/drawing/2014/main" id="{F2983712-B49D-8642-A4E4-8C366588C520}"/>
                </a:ext>
              </a:extLst>
            </p:cNvPr>
            <p:cNvSpPr>
              <a:spLocks noChangeShapeType="1"/>
            </p:cNvSpPr>
            <p:nvPr/>
          </p:nvSpPr>
          <p:spPr bwMode="auto">
            <a:xfrm>
              <a:off x="2872" y="752"/>
              <a:ext cx="584" cy="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1" name="Line 90">
              <a:extLst>
                <a:ext uri="{FF2B5EF4-FFF2-40B4-BE49-F238E27FC236}">
                  <a16:creationId xmlns:a16="http://schemas.microsoft.com/office/drawing/2014/main" id="{9A78CC47-C239-E04E-83B6-B9BBF97D541D}"/>
                </a:ext>
              </a:extLst>
            </p:cNvPr>
            <p:cNvSpPr>
              <a:spLocks noChangeShapeType="1"/>
            </p:cNvSpPr>
            <p:nvPr/>
          </p:nvSpPr>
          <p:spPr bwMode="auto">
            <a:xfrm flipV="1">
              <a:off x="3396" y="1184"/>
              <a:ext cx="308" cy="324"/>
            </a:xfrm>
            <a:prstGeom prst="line">
              <a:avLst/>
            </a:prstGeom>
            <a:noFill/>
            <a:ln w="9525">
              <a:solidFill>
                <a:srgbClr val="0033CC"/>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2" name="Line 91">
              <a:extLst>
                <a:ext uri="{FF2B5EF4-FFF2-40B4-BE49-F238E27FC236}">
                  <a16:creationId xmlns:a16="http://schemas.microsoft.com/office/drawing/2014/main" id="{ADBF3CF6-FA4D-4E41-B3A0-E6D8A05FF337}"/>
                </a:ext>
              </a:extLst>
            </p:cNvPr>
            <p:cNvSpPr>
              <a:spLocks noChangeShapeType="1"/>
            </p:cNvSpPr>
            <p:nvPr/>
          </p:nvSpPr>
          <p:spPr bwMode="auto">
            <a:xfrm>
              <a:off x="4360" y="1036"/>
              <a:ext cx="348" cy="18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3" name="Line 92">
              <a:extLst>
                <a:ext uri="{FF2B5EF4-FFF2-40B4-BE49-F238E27FC236}">
                  <a16:creationId xmlns:a16="http://schemas.microsoft.com/office/drawing/2014/main" id="{09517DD2-DCB5-DB4A-9DC6-DC4690B920E5}"/>
                </a:ext>
              </a:extLst>
            </p:cNvPr>
            <p:cNvSpPr>
              <a:spLocks noChangeShapeType="1"/>
            </p:cNvSpPr>
            <p:nvPr/>
          </p:nvSpPr>
          <p:spPr bwMode="auto">
            <a:xfrm flipH="1">
              <a:off x="4312" y="664"/>
              <a:ext cx="60" cy="30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4" name="Line 93">
              <a:extLst>
                <a:ext uri="{FF2B5EF4-FFF2-40B4-BE49-F238E27FC236}">
                  <a16:creationId xmlns:a16="http://schemas.microsoft.com/office/drawing/2014/main" id="{34B94DAF-073B-0B47-A736-B2E97A75ABA1}"/>
                </a:ext>
              </a:extLst>
            </p:cNvPr>
            <p:cNvSpPr>
              <a:spLocks noChangeShapeType="1"/>
            </p:cNvSpPr>
            <p:nvPr/>
          </p:nvSpPr>
          <p:spPr bwMode="auto">
            <a:xfrm flipV="1">
              <a:off x="4060" y="1048"/>
              <a:ext cx="244" cy="3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5" name="Line 94">
              <a:extLst>
                <a:ext uri="{FF2B5EF4-FFF2-40B4-BE49-F238E27FC236}">
                  <a16:creationId xmlns:a16="http://schemas.microsoft.com/office/drawing/2014/main" id="{483A08EF-29E8-724C-93B7-65F43A9256BC}"/>
                </a:ext>
              </a:extLst>
            </p:cNvPr>
            <p:cNvSpPr>
              <a:spLocks noChangeShapeType="1"/>
            </p:cNvSpPr>
            <p:nvPr/>
          </p:nvSpPr>
          <p:spPr bwMode="auto">
            <a:xfrm flipH="1">
              <a:off x="2716" y="864"/>
              <a:ext cx="780" cy="8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6" name="Line 95">
              <a:extLst>
                <a:ext uri="{FF2B5EF4-FFF2-40B4-BE49-F238E27FC236}">
                  <a16:creationId xmlns:a16="http://schemas.microsoft.com/office/drawing/2014/main" id="{1B112B7D-128C-0148-9A22-0C3C2BF474F3}"/>
                </a:ext>
              </a:extLst>
            </p:cNvPr>
            <p:cNvSpPr>
              <a:spLocks noChangeShapeType="1"/>
            </p:cNvSpPr>
            <p:nvPr/>
          </p:nvSpPr>
          <p:spPr bwMode="auto">
            <a:xfrm flipH="1">
              <a:off x="3364" y="860"/>
              <a:ext cx="144" cy="6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7" name="Line 96">
              <a:extLst>
                <a:ext uri="{FF2B5EF4-FFF2-40B4-BE49-F238E27FC236}">
                  <a16:creationId xmlns:a16="http://schemas.microsoft.com/office/drawing/2014/main" id="{AEC7FD08-0D01-264B-99A4-3118737730EA}"/>
                </a:ext>
              </a:extLst>
            </p:cNvPr>
            <p:cNvSpPr>
              <a:spLocks noChangeShapeType="1"/>
            </p:cNvSpPr>
            <p:nvPr/>
          </p:nvSpPr>
          <p:spPr bwMode="auto">
            <a:xfrm flipH="1">
              <a:off x="3272" y="1584"/>
              <a:ext cx="72" cy="5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8" name="Line 97">
              <a:extLst>
                <a:ext uri="{FF2B5EF4-FFF2-40B4-BE49-F238E27FC236}">
                  <a16:creationId xmlns:a16="http://schemas.microsoft.com/office/drawing/2014/main" id="{D032C5BE-F243-2A49-A921-456BA74A8484}"/>
                </a:ext>
              </a:extLst>
            </p:cNvPr>
            <p:cNvSpPr>
              <a:spLocks noChangeShapeType="1"/>
            </p:cNvSpPr>
            <p:nvPr/>
          </p:nvSpPr>
          <p:spPr bwMode="auto">
            <a:xfrm>
              <a:off x="3396" y="1568"/>
              <a:ext cx="360" cy="596"/>
            </a:xfrm>
            <a:prstGeom prst="line">
              <a:avLst/>
            </a:prstGeom>
            <a:noFill/>
            <a:ln w="9525">
              <a:solidFill>
                <a:srgbClr val="0033CC"/>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9" name="Line 98">
              <a:extLst>
                <a:ext uri="{FF2B5EF4-FFF2-40B4-BE49-F238E27FC236}">
                  <a16:creationId xmlns:a16="http://schemas.microsoft.com/office/drawing/2014/main" id="{2E08D906-9779-BD42-8F79-26B1E7327B44}"/>
                </a:ext>
              </a:extLst>
            </p:cNvPr>
            <p:cNvSpPr>
              <a:spLocks noChangeShapeType="1"/>
            </p:cNvSpPr>
            <p:nvPr/>
          </p:nvSpPr>
          <p:spPr bwMode="auto">
            <a:xfrm>
              <a:off x="3408" y="1536"/>
              <a:ext cx="196" cy="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0" name="Line 99">
              <a:extLst>
                <a:ext uri="{FF2B5EF4-FFF2-40B4-BE49-F238E27FC236}">
                  <a16:creationId xmlns:a16="http://schemas.microsoft.com/office/drawing/2014/main" id="{EA113B1A-98A8-6B4A-841D-3A6292D8F54D}"/>
                </a:ext>
              </a:extLst>
            </p:cNvPr>
            <p:cNvSpPr>
              <a:spLocks noChangeShapeType="1"/>
            </p:cNvSpPr>
            <p:nvPr/>
          </p:nvSpPr>
          <p:spPr bwMode="auto">
            <a:xfrm flipH="1" flipV="1">
              <a:off x="3672" y="1624"/>
              <a:ext cx="628" cy="832"/>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1" name="Line 100">
              <a:extLst>
                <a:ext uri="{FF2B5EF4-FFF2-40B4-BE49-F238E27FC236}">
                  <a16:creationId xmlns:a16="http://schemas.microsoft.com/office/drawing/2014/main" id="{9E03D520-D9CD-C744-8A7B-1AEAA4544B79}"/>
                </a:ext>
              </a:extLst>
            </p:cNvPr>
            <p:cNvSpPr>
              <a:spLocks noChangeShapeType="1"/>
            </p:cNvSpPr>
            <p:nvPr/>
          </p:nvSpPr>
          <p:spPr bwMode="auto">
            <a:xfrm flipH="1" flipV="1">
              <a:off x="4048" y="1532"/>
              <a:ext cx="276" cy="9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2" name="Line 101">
              <a:extLst>
                <a:ext uri="{FF2B5EF4-FFF2-40B4-BE49-F238E27FC236}">
                  <a16:creationId xmlns:a16="http://schemas.microsoft.com/office/drawing/2014/main" id="{38C34DB3-8E19-4D4F-A255-EC54F7A71F3C}"/>
                </a:ext>
              </a:extLst>
            </p:cNvPr>
            <p:cNvSpPr>
              <a:spLocks noChangeShapeType="1"/>
            </p:cNvSpPr>
            <p:nvPr/>
          </p:nvSpPr>
          <p:spPr bwMode="auto">
            <a:xfrm flipV="1">
              <a:off x="4356" y="2368"/>
              <a:ext cx="252" cy="10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3" name="Line 102">
              <a:extLst>
                <a:ext uri="{FF2B5EF4-FFF2-40B4-BE49-F238E27FC236}">
                  <a16:creationId xmlns:a16="http://schemas.microsoft.com/office/drawing/2014/main" id="{94B3BCDD-011A-CE44-9388-3A3019A45350}"/>
                </a:ext>
              </a:extLst>
            </p:cNvPr>
            <p:cNvSpPr>
              <a:spLocks noChangeShapeType="1"/>
            </p:cNvSpPr>
            <p:nvPr/>
          </p:nvSpPr>
          <p:spPr bwMode="auto">
            <a:xfrm flipV="1">
              <a:off x="4656" y="1300"/>
              <a:ext cx="96" cy="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4" name="Line 103">
              <a:extLst>
                <a:ext uri="{FF2B5EF4-FFF2-40B4-BE49-F238E27FC236}">
                  <a16:creationId xmlns:a16="http://schemas.microsoft.com/office/drawing/2014/main" id="{F89CAC44-EEE0-2445-8BD7-D210CC1831DB}"/>
                </a:ext>
              </a:extLst>
            </p:cNvPr>
            <p:cNvSpPr>
              <a:spLocks noChangeShapeType="1"/>
            </p:cNvSpPr>
            <p:nvPr/>
          </p:nvSpPr>
          <p:spPr bwMode="auto">
            <a:xfrm flipV="1">
              <a:off x="4692" y="2140"/>
              <a:ext cx="300" cy="1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5" name="Line 104">
              <a:extLst>
                <a:ext uri="{FF2B5EF4-FFF2-40B4-BE49-F238E27FC236}">
                  <a16:creationId xmlns:a16="http://schemas.microsoft.com/office/drawing/2014/main" id="{54DCFB58-E3FD-2741-AB8C-04C912E5CCC8}"/>
                </a:ext>
              </a:extLst>
            </p:cNvPr>
            <p:cNvSpPr>
              <a:spLocks noChangeShapeType="1"/>
            </p:cNvSpPr>
            <p:nvPr/>
          </p:nvSpPr>
          <p:spPr bwMode="auto">
            <a:xfrm flipV="1">
              <a:off x="4680" y="1764"/>
              <a:ext cx="320" cy="5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6" name="Line 105">
              <a:extLst>
                <a:ext uri="{FF2B5EF4-FFF2-40B4-BE49-F238E27FC236}">
                  <a16:creationId xmlns:a16="http://schemas.microsoft.com/office/drawing/2014/main" id="{45C8F4CD-1C1B-3944-9D2D-42CB785CB73A}"/>
                </a:ext>
              </a:extLst>
            </p:cNvPr>
            <p:cNvSpPr>
              <a:spLocks noChangeShapeType="1"/>
            </p:cNvSpPr>
            <p:nvPr/>
          </p:nvSpPr>
          <p:spPr bwMode="auto">
            <a:xfrm flipH="1" flipV="1">
              <a:off x="4864" y="960"/>
              <a:ext cx="168" cy="7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7" name="Line 106">
              <a:extLst>
                <a:ext uri="{FF2B5EF4-FFF2-40B4-BE49-F238E27FC236}">
                  <a16:creationId xmlns:a16="http://schemas.microsoft.com/office/drawing/2014/main" id="{7C9E2DB5-090B-914E-A58B-E2C5B18F0927}"/>
                </a:ext>
              </a:extLst>
            </p:cNvPr>
            <p:cNvSpPr>
              <a:spLocks noChangeShapeType="1"/>
            </p:cNvSpPr>
            <p:nvPr/>
          </p:nvSpPr>
          <p:spPr bwMode="auto">
            <a:xfrm flipH="1" flipV="1">
              <a:off x="4788" y="1288"/>
              <a:ext cx="208" cy="4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8" name="Line 107">
              <a:extLst>
                <a:ext uri="{FF2B5EF4-FFF2-40B4-BE49-F238E27FC236}">
                  <a16:creationId xmlns:a16="http://schemas.microsoft.com/office/drawing/2014/main" id="{FBA7FA95-BE26-5945-B70E-594215C8E6AE}"/>
                </a:ext>
              </a:extLst>
            </p:cNvPr>
            <p:cNvSpPr>
              <a:spLocks noChangeShapeType="1"/>
            </p:cNvSpPr>
            <p:nvPr/>
          </p:nvSpPr>
          <p:spPr bwMode="auto">
            <a:xfrm>
              <a:off x="3024" y="2888"/>
              <a:ext cx="528" cy="84"/>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9" name="Line 108">
              <a:extLst>
                <a:ext uri="{FF2B5EF4-FFF2-40B4-BE49-F238E27FC236}">
                  <a16:creationId xmlns:a16="http://schemas.microsoft.com/office/drawing/2014/main" id="{297EA066-B223-3844-B2D8-B083416595D0}"/>
                </a:ext>
              </a:extLst>
            </p:cNvPr>
            <p:cNvSpPr>
              <a:spLocks noChangeShapeType="1"/>
            </p:cNvSpPr>
            <p:nvPr/>
          </p:nvSpPr>
          <p:spPr bwMode="auto">
            <a:xfrm flipV="1">
              <a:off x="3212" y="3020"/>
              <a:ext cx="360" cy="36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0" name="Line 109">
              <a:extLst>
                <a:ext uri="{FF2B5EF4-FFF2-40B4-BE49-F238E27FC236}">
                  <a16:creationId xmlns:a16="http://schemas.microsoft.com/office/drawing/2014/main" id="{779A0738-FAB0-4341-A487-46E457D84966}"/>
                </a:ext>
              </a:extLst>
            </p:cNvPr>
            <p:cNvSpPr>
              <a:spLocks noChangeShapeType="1"/>
            </p:cNvSpPr>
            <p:nvPr/>
          </p:nvSpPr>
          <p:spPr bwMode="auto">
            <a:xfrm>
              <a:off x="3620" y="3020"/>
              <a:ext cx="580" cy="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1" name="Line 110">
              <a:extLst>
                <a:ext uri="{FF2B5EF4-FFF2-40B4-BE49-F238E27FC236}">
                  <a16:creationId xmlns:a16="http://schemas.microsoft.com/office/drawing/2014/main" id="{1D81FE0D-0235-4B43-B2A0-81EB7EA0DCB1}"/>
                </a:ext>
              </a:extLst>
            </p:cNvPr>
            <p:cNvSpPr>
              <a:spLocks noChangeShapeType="1"/>
            </p:cNvSpPr>
            <p:nvPr/>
          </p:nvSpPr>
          <p:spPr bwMode="auto">
            <a:xfrm>
              <a:off x="3648" y="2972"/>
              <a:ext cx="1056" cy="1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2" name="Line 111">
              <a:extLst>
                <a:ext uri="{FF2B5EF4-FFF2-40B4-BE49-F238E27FC236}">
                  <a16:creationId xmlns:a16="http://schemas.microsoft.com/office/drawing/2014/main" id="{2FF574FA-2300-E144-B009-E00402E1C165}"/>
                </a:ext>
              </a:extLst>
            </p:cNvPr>
            <p:cNvSpPr>
              <a:spLocks noChangeShapeType="1"/>
            </p:cNvSpPr>
            <p:nvPr/>
          </p:nvSpPr>
          <p:spPr bwMode="auto">
            <a:xfrm flipH="1" flipV="1">
              <a:off x="2808" y="3352"/>
              <a:ext cx="504" cy="4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3" name="Line 112">
              <a:extLst>
                <a:ext uri="{FF2B5EF4-FFF2-40B4-BE49-F238E27FC236}">
                  <a16:creationId xmlns:a16="http://schemas.microsoft.com/office/drawing/2014/main" id="{42847FA1-4345-D24E-88D3-8E6B0E547532}"/>
                </a:ext>
              </a:extLst>
            </p:cNvPr>
            <p:cNvSpPr>
              <a:spLocks noChangeShapeType="1"/>
            </p:cNvSpPr>
            <p:nvPr/>
          </p:nvSpPr>
          <p:spPr bwMode="auto">
            <a:xfrm flipV="1">
              <a:off x="3368" y="3020"/>
              <a:ext cx="224" cy="7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4" name="Line 113">
              <a:extLst>
                <a:ext uri="{FF2B5EF4-FFF2-40B4-BE49-F238E27FC236}">
                  <a16:creationId xmlns:a16="http://schemas.microsoft.com/office/drawing/2014/main" id="{C1076C8E-DE7B-B646-8019-EEC3462FE751}"/>
                </a:ext>
              </a:extLst>
            </p:cNvPr>
            <p:cNvSpPr>
              <a:spLocks noChangeShapeType="1"/>
            </p:cNvSpPr>
            <p:nvPr/>
          </p:nvSpPr>
          <p:spPr bwMode="auto">
            <a:xfrm flipH="1">
              <a:off x="3408" y="3648"/>
              <a:ext cx="768"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5" name="Line 114">
              <a:extLst>
                <a:ext uri="{FF2B5EF4-FFF2-40B4-BE49-F238E27FC236}">
                  <a16:creationId xmlns:a16="http://schemas.microsoft.com/office/drawing/2014/main" id="{A3282BDD-4797-A742-B8FF-87D4C9319C28}"/>
                </a:ext>
              </a:extLst>
            </p:cNvPr>
            <p:cNvSpPr>
              <a:spLocks noChangeShapeType="1"/>
            </p:cNvSpPr>
            <p:nvPr/>
          </p:nvSpPr>
          <p:spPr bwMode="auto">
            <a:xfrm flipV="1">
              <a:off x="4260" y="3196"/>
              <a:ext cx="460" cy="424"/>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6" name="Oval 115">
              <a:extLst>
                <a:ext uri="{FF2B5EF4-FFF2-40B4-BE49-F238E27FC236}">
                  <a16:creationId xmlns:a16="http://schemas.microsoft.com/office/drawing/2014/main" id="{747AD096-1CF2-BF4B-8E02-5705CF580DE7}"/>
                </a:ext>
              </a:extLst>
            </p:cNvPr>
            <p:cNvSpPr>
              <a:spLocks noChangeArrowheads="1"/>
            </p:cNvSpPr>
            <p:nvPr/>
          </p:nvSpPr>
          <p:spPr bwMode="auto">
            <a:xfrm>
              <a:off x="4848" y="278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17" name="Oval 116">
              <a:extLst>
                <a:ext uri="{FF2B5EF4-FFF2-40B4-BE49-F238E27FC236}">
                  <a16:creationId xmlns:a16="http://schemas.microsoft.com/office/drawing/2014/main" id="{980DA263-A92E-F841-8E0A-B066781C6641}"/>
                </a:ext>
              </a:extLst>
            </p:cNvPr>
            <p:cNvSpPr>
              <a:spLocks noChangeArrowheads="1"/>
            </p:cNvSpPr>
            <p:nvPr/>
          </p:nvSpPr>
          <p:spPr bwMode="auto">
            <a:xfrm>
              <a:off x="5040" y="360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18" name="Line 117">
              <a:extLst>
                <a:ext uri="{FF2B5EF4-FFF2-40B4-BE49-F238E27FC236}">
                  <a16:creationId xmlns:a16="http://schemas.microsoft.com/office/drawing/2014/main" id="{C966D68B-8D45-BB48-9D99-C7E8A96E101F}"/>
                </a:ext>
              </a:extLst>
            </p:cNvPr>
            <p:cNvSpPr>
              <a:spLocks noChangeShapeType="1"/>
            </p:cNvSpPr>
            <p:nvPr/>
          </p:nvSpPr>
          <p:spPr bwMode="auto">
            <a:xfrm flipV="1">
              <a:off x="4772" y="2876"/>
              <a:ext cx="96" cy="248"/>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9" name="Line 118">
              <a:extLst>
                <a:ext uri="{FF2B5EF4-FFF2-40B4-BE49-F238E27FC236}">
                  <a16:creationId xmlns:a16="http://schemas.microsoft.com/office/drawing/2014/main" id="{51C6E404-404B-9142-B50C-6A844F5A1E26}"/>
                </a:ext>
              </a:extLst>
            </p:cNvPr>
            <p:cNvSpPr>
              <a:spLocks noChangeShapeType="1"/>
            </p:cNvSpPr>
            <p:nvPr/>
          </p:nvSpPr>
          <p:spPr bwMode="auto">
            <a:xfrm>
              <a:off x="4784" y="3208"/>
              <a:ext cx="280" cy="3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20" name="Line 119">
              <a:extLst>
                <a:ext uri="{FF2B5EF4-FFF2-40B4-BE49-F238E27FC236}">
                  <a16:creationId xmlns:a16="http://schemas.microsoft.com/office/drawing/2014/main" id="{1ACC537A-D568-334A-886F-21380AF57F0B}"/>
                </a:ext>
              </a:extLst>
            </p:cNvPr>
            <p:cNvSpPr>
              <a:spLocks noChangeShapeType="1"/>
            </p:cNvSpPr>
            <p:nvPr/>
          </p:nvSpPr>
          <p:spPr bwMode="auto">
            <a:xfrm>
              <a:off x="1148" y="768"/>
              <a:ext cx="48" cy="6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21" name="Line 120">
              <a:extLst>
                <a:ext uri="{FF2B5EF4-FFF2-40B4-BE49-F238E27FC236}">
                  <a16:creationId xmlns:a16="http://schemas.microsoft.com/office/drawing/2014/main" id="{C7C84B93-1395-EC47-BDDB-3A83E3D0EB87}"/>
                </a:ext>
              </a:extLst>
            </p:cNvPr>
            <p:cNvSpPr>
              <a:spLocks noChangeShapeType="1"/>
            </p:cNvSpPr>
            <p:nvPr/>
          </p:nvSpPr>
          <p:spPr bwMode="auto">
            <a:xfrm>
              <a:off x="628" y="1096"/>
              <a:ext cx="524" cy="3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22" name="Line 121">
              <a:extLst>
                <a:ext uri="{FF2B5EF4-FFF2-40B4-BE49-F238E27FC236}">
                  <a16:creationId xmlns:a16="http://schemas.microsoft.com/office/drawing/2014/main" id="{AC0A23D3-EE25-2046-BE81-040A3128DF4D}"/>
                </a:ext>
              </a:extLst>
            </p:cNvPr>
            <p:cNvSpPr>
              <a:spLocks noChangeShapeType="1"/>
            </p:cNvSpPr>
            <p:nvPr/>
          </p:nvSpPr>
          <p:spPr bwMode="auto">
            <a:xfrm flipH="1">
              <a:off x="1236" y="992"/>
              <a:ext cx="500" cy="41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23" name="Line 122">
              <a:extLst>
                <a:ext uri="{FF2B5EF4-FFF2-40B4-BE49-F238E27FC236}">
                  <a16:creationId xmlns:a16="http://schemas.microsoft.com/office/drawing/2014/main" id="{00B93DED-51D8-0745-9029-E1B3898B167C}"/>
                </a:ext>
              </a:extLst>
            </p:cNvPr>
            <p:cNvSpPr>
              <a:spLocks noChangeShapeType="1"/>
            </p:cNvSpPr>
            <p:nvPr/>
          </p:nvSpPr>
          <p:spPr bwMode="auto">
            <a:xfrm flipH="1">
              <a:off x="1192" y="340"/>
              <a:ext cx="1160" cy="3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24" name="Line 123">
              <a:extLst>
                <a:ext uri="{FF2B5EF4-FFF2-40B4-BE49-F238E27FC236}">
                  <a16:creationId xmlns:a16="http://schemas.microsoft.com/office/drawing/2014/main" id="{CF0422DF-C88C-014C-B97E-DD80BD323FA1}"/>
                </a:ext>
              </a:extLst>
            </p:cNvPr>
            <p:cNvSpPr>
              <a:spLocks noChangeShapeType="1"/>
            </p:cNvSpPr>
            <p:nvPr/>
          </p:nvSpPr>
          <p:spPr bwMode="auto">
            <a:xfrm flipH="1">
              <a:off x="628" y="744"/>
              <a:ext cx="480" cy="2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25" name="Line 124">
              <a:extLst>
                <a:ext uri="{FF2B5EF4-FFF2-40B4-BE49-F238E27FC236}">
                  <a16:creationId xmlns:a16="http://schemas.microsoft.com/office/drawing/2014/main" id="{CE41DEE5-0631-9F46-9956-F1870BBC6866}"/>
                </a:ext>
              </a:extLst>
            </p:cNvPr>
            <p:cNvSpPr>
              <a:spLocks noChangeShapeType="1"/>
            </p:cNvSpPr>
            <p:nvPr/>
          </p:nvSpPr>
          <p:spPr bwMode="auto">
            <a:xfrm flipV="1">
              <a:off x="644" y="960"/>
              <a:ext cx="1080" cy="1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26" name="Line 125">
              <a:extLst>
                <a:ext uri="{FF2B5EF4-FFF2-40B4-BE49-F238E27FC236}">
                  <a16:creationId xmlns:a16="http://schemas.microsoft.com/office/drawing/2014/main" id="{CF3D9A43-1CF3-F54B-965A-3C661693CE96}"/>
                </a:ext>
              </a:extLst>
            </p:cNvPr>
            <p:cNvSpPr>
              <a:spLocks noChangeShapeType="1"/>
            </p:cNvSpPr>
            <p:nvPr/>
          </p:nvSpPr>
          <p:spPr bwMode="auto">
            <a:xfrm>
              <a:off x="600" y="1112"/>
              <a:ext cx="200" cy="9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27" name="Line 126">
              <a:extLst>
                <a:ext uri="{FF2B5EF4-FFF2-40B4-BE49-F238E27FC236}">
                  <a16:creationId xmlns:a16="http://schemas.microsoft.com/office/drawing/2014/main" id="{8CD158F2-DFEA-A543-89F7-793971A84B46}"/>
                </a:ext>
              </a:extLst>
            </p:cNvPr>
            <p:cNvSpPr>
              <a:spLocks noChangeShapeType="1"/>
            </p:cNvSpPr>
            <p:nvPr/>
          </p:nvSpPr>
          <p:spPr bwMode="auto">
            <a:xfrm>
              <a:off x="1808" y="992"/>
              <a:ext cx="360" cy="2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28" name="Line 127">
              <a:extLst>
                <a:ext uri="{FF2B5EF4-FFF2-40B4-BE49-F238E27FC236}">
                  <a16:creationId xmlns:a16="http://schemas.microsoft.com/office/drawing/2014/main" id="{1C3367C0-46C7-AD4E-8B1F-4D688B4CC903}"/>
                </a:ext>
              </a:extLst>
            </p:cNvPr>
            <p:cNvSpPr>
              <a:spLocks noChangeShapeType="1"/>
            </p:cNvSpPr>
            <p:nvPr/>
          </p:nvSpPr>
          <p:spPr bwMode="auto">
            <a:xfrm>
              <a:off x="1244" y="1456"/>
              <a:ext cx="928" cy="2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29" name="Line 128">
              <a:extLst>
                <a:ext uri="{FF2B5EF4-FFF2-40B4-BE49-F238E27FC236}">
                  <a16:creationId xmlns:a16="http://schemas.microsoft.com/office/drawing/2014/main" id="{5A3D4875-72ED-DC43-84BE-924A4B8D7C27}"/>
                </a:ext>
              </a:extLst>
            </p:cNvPr>
            <p:cNvSpPr>
              <a:spLocks noChangeShapeType="1"/>
            </p:cNvSpPr>
            <p:nvPr/>
          </p:nvSpPr>
          <p:spPr bwMode="auto">
            <a:xfrm flipV="1">
              <a:off x="2252" y="1720"/>
              <a:ext cx="388"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30" name="Line 129">
              <a:extLst>
                <a:ext uri="{FF2B5EF4-FFF2-40B4-BE49-F238E27FC236}">
                  <a16:creationId xmlns:a16="http://schemas.microsoft.com/office/drawing/2014/main" id="{79CE624C-4383-2041-8870-4ED7184CD8BE}"/>
                </a:ext>
              </a:extLst>
            </p:cNvPr>
            <p:cNvSpPr>
              <a:spLocks noChangeShapeType="1"/>
            </p:cNvSpPr>
            <p:nvPr/>
          </p:nvSpPr>
          <p:spPr bwMode="auto">
            <a:xfrm flipH="1">
              <a:off x="2048" y="1768"/>
              <a:ext cx="612" cy="7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31" name="Line 130">
              <a:extLst>
                <a:ext uri="{FF2B5EF4-FFF2-40B4-BE49-F238E27FC236}">
                  <a16:creationId xmlns:a16="http://schemas.microsoft.com/office/drawing/2014/main" id="{CB76FD52-0FB8-834B-956B-029DA91F9A03}"/>
                </a:ext>
              </a:extLst>
            </p:cNvPr>
            <p:cNvSpPr>
              <a:spLocks noChangeShapeType="1"/>
            </p:cNvSpPr>
            <p:nvPr/>
          </p:nvSpPr>
          <p:spPr bwMode="auto">
            <a:xfrm flipH="1">
              <a:off x="860" y="1744"/>
              <a:ext cx="1788" cy="35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32" name="Line 131">
              <a:extLst>
                <a:ext uri="{FF2B5EF4-FFF2-40B4-BE49-F238E27FC236}">
                  <a16:creationId xmlns:a16="http://schemas.microsoft.com/office/drawing/2014/main" id="{F7A54433-5454-7E40-9016-75EB04649CFB}"/>
                </a:ext>
              </a:extLst>
            </p:cNvPr>
            <p:cNvSpPr>
              <a:spLocks noChangeShapeType="1"/>
            </p:cNvSpPr>
            <p:nvPr/>
          </p:nvSpPr>
          <p:spPr bwMode="auto">
            <a:xfrm>
              <a:off x="2764" y="1336"/>
              <a:ext cx="468" cy="8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33" name="Line 132">
              <a:extLst>
                <a:ext uri="{FF2B5EF4-FFF2-40B4-BE49-F238E27FC236}">
                  <a16:creationId xmlns:a16="http://schemas.microsoft.com/office/drawing/2014/main" id="{132A208E-794A-504B-ADBB-318E208B3E4D}"/>
                </a:ext>
              </a:extLst>
            </p:cNvPr>
            <p:cNvSpPr>
              <a:spLocks noChangeShapeType="1"/>
            </p:cNvSpPr>
            <p:nvPr/>
          </p:nvSpPr>
          <p:spPr bwMode="auto">
            <a:xfrm>
              <a:off x="3304" y="2184"/>
              <a:ext cx="424" cy="28"/>
            </a:xfrm>
            <a:prstGeom prst="line">
              <a:avLst/>
            </a:prstGeom>
            <a:noFill/>
            <a:ln w="9525">
              <a:solidFill>
                <a:srgbClr val="0033CC"/>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cxnSp>
        <p:nvCxnSpPr>
          <p:cNvPr id="135" name="Straight Arrow Connector 134">
            <a:extLst>
              <a:ext uri="{FF2B5EF4-FFF2-40B4-BE49-F238E27FC236}">
                <a16:creationId xmlns:a16="http://schemas.microsoft.com/office/drawing/2014/main" id="{7D0071B7-BFF1-E349-8695-111D1FA0CD8E}"/>
              </a:ext>
            </a:extLst>
          </p:cNvPr>
          <p:cNvCxnSpPr>
            <a:cxnSpLocks/>
          </p:cNvCxnSpPr>
          <p:nvPr/>
        </p:nvCxnSpPr>
        <p:spPr>
          <a:xfrm flipV="1">
            <a:off x="3840138" y="5400519"/>
            <a:ext cx="0" cy="33273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6" name="TextBox 135">
            <a:extLst>
              <a:ext uri="{FF2B5EF4-FFF2-40B4-BE49-F238E27FC236}">
                <a16:creationId xmlns:a16="http://schemas.microsoft.com/office/drawing/2014/main" id="{186CCDA7-834D-EA4E-85FE-931E2D7363C9}"/>
              </a:ext>
            </a:extLst>
          </p:cNvPr>
          <p:cNvSpPr txBox="1"/>
          <p:nvPr/>
        </p:nvSpPr>
        <p:spPr>
          <a:xfrm>
            <a:off x="3199284" y="5844818"/>
            <a:ext cx="1530136" cy="369332"/>
          </a:xfrm>
          <a:prstGeom prst="rect">
            <a:avLst/>
          </a:prstGeom>
          <a:noFill/>
        </p:spPr>
        <p:txBody>
          <a:bodyPr wrap="square" rtlCol="0">
            <a:spAutoFit/>
          </a:bodyPr>
          <a:lstStyle/>
          <a:p>
            <a:r>
              <a:rPr lang="en-US">
                <a:solidFill>
                  <a:srgbClr val="FF0000"/>
                </a:solidFill>
              </a:rPr>
              <a:t>Nút ban đầu</a:t>
            </a:r>
          </a:p>
        </p:txBody>
      </p:sp>
      <p:cxnSp>
        <p:nvCxnSpPr>
          <p:cNvPr id="143" name="Straight Arrow Connector 142">
            <a:extLst>
              <a:ext uri="{FF2B5EF4-FFF2-40B4-BE49-F238E27FC236}">
                <a16:creationId xmlns:a16="http://schemas.microsoft.com/office/drawing/2014/main" id="{53883DDF-189E-9942-AE8D-EE8C72FE1B92}"/>
              </a:ext>
            </a:extLst>
          </p:cNvPr>
          <p:cNvCxnSpPr>
            <a:cxnSpLocks/>
            <a:endCxn id="44" idx="0"/>
          </p:cNvCxnSpPr>
          <p:nvPr/>
        </p:nvCxnSpPr>
        <p:spPr>
          <a:xfrm>
            <a:off x="5647556" y="2348880"/>
            <a:ext cx="225524" cy="457948"/>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44" name="TextBox 143">
            <a:extLst>
              <a:ext uri="{FF2B5EF4-FFF2-40B4-BE49-F238E27FC236}">
                <a16:creationId xmlns:a16="http://schemas.microsoft.com/office/drawing/2014/main" id="{6B3DBA7E-4E4E-5F4D-90E7-3F8E2BDF352B}"/>
              </a:ext>
            </a:extLst>
          </p:cNvPr>
          <p:cNvSpPr txBox="1"/>
          <p:nvPr/>
        </p:nvSpPr>
        <p:spPr>
          <a:xfrm>
            <a:off x="4989242" y="1979548"/>
            <a:ext cx="1767676" cy="369332"/>
          </a:xfrm>
          <a:prstGeom prst="rect">
            <a:avLst/>
          </a:prstGeom>
          <a:noFill/>
        </p:spPr>
        <p:txBody>
          <a:bodyPr wrap="square" rtlCol="0">
            <a:spAutoFit/>
          </a:bodyPr>
          <a:lstStyle/>
          <a:p>
            <a:r>
              <a:rPr lang="en-US">
                <a:solidFill>
                  <a:schemeClr val="accent6"/>
                </a:solidFill>
              </a:rPr>
              <a:t>Nút đích</a:t>
            </a:r>
          </a:p>
        </p:txBody>
      </p:sp>
    </p:spTree>
    <p:extLst>
      <p:ext uri="{BB962C8B-B14F-4D97-AF65-F5344CB8AC3E}">
        <p14:creationId xmlns:p14="http://schemas.microsoft.com/office/powerpoint/2010/main" val="19476414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A0F32-4D61-E449-BD94-B8BD0D79635C}"/>
              </a:ext>
            </a:extLst>
          </p:cNvPr>
          <p:cNvSpPr>
            <a:spLocks noGrp="1"/>
          </p:cNvSpPr>
          <p:nvPr>
            <p:ph type="title"/>
          </p:nvPr>
        </p:nvSpPr>
        <p:spPr>
          <a:xfrm>
            <a:off x="751012" y="188640"/>
            <a:ext cx="8874125" cy="1325563"/>
          </a:xfrm>
        </p:spPr>
        <p:txBody>
          <a:bodyPr/>
          <a:lstStyle/>
          <a:p>
            <a:r>
              <a:rPr lang="en-US"/>
              <a:t>Lời giải của bài toán tìm kiếm</a:t>
            </a:r>
          </a:p>
        </p:txBody>
      </p:sp>
      <p:sp>
        <p:nvSpPr>
          <p:cNvPr id="3" name="Content Placeholder 2">
            <a:extLst>
              <a:ext uri="{FF2B5EF4-FFF2-40B4-BE49-F238E27FC236}">
                <a16:creationId xmlns:a16="http://schemas.microsoft.com/office/drawing/2014/main" id="{E1FFC340-F661-D844-83B6-78CD2E4F15BD}"/>
              </a:ext>
            </a:extLst>
          </p:cNvPr>
          <p:cNvSpPr>
            <a:spLocks noGrp="1"/>
          </p:cNvSpPr>
          <p:nvPr>
            <p:ph idx="1"/>
          </p:nvPr>
        </p:nvSpPr>
        <p:spPr>
          <a:xfrm>
            <a:off x="735147" y="1409538"/>
            <a:ext cx="5488473" cy="4804611"/>
          </a:xfrm>
        </p:spPr>
        <p:txBody>
          <a:bodyPr/>
          <a:lstStyle/>
          <a:p>
            <a:pPr>
              <a:lnSpc>
                <a:spcPct val="100000"/>
              </a:lnSpc>
            </a:pPr>
            <a:r>
              <a:rPr lang="en-US" sz="2800">
                <a:solidFill>
                  <a:srgbClr val="FF0000"/>
                </a:solidFill>
              </a:rPr>
              <a:t>Lời giải </a:t>
            </a:r>
            <a:r>
              <a:rPr lang="en-US" sz="2800"/>
              <a:t>là một đường đi liên tục giữa nút ban đầu và nút đích</a:t>
            </a:r>
          </a:p>
          <a:p>
            <a:pPr>
              <a:lnSpc>
                <a:spcPct val="100000"/>
              </a:lnSpc>
            </a:pPr>
            <a:r>
              <a:rPr lang="en-US" sz="2800">
                <a:solidFill>
                  <a:srgbClr val="FF0000"/>
                </a:solidFill>
              </a:rPr>
              <a:t>Chi phí </a:t>
            </a:r>
            <a:r>
              <a:rPr lang="en-US" sz="2800"/>
              <a:t>của lời giải là tổng các chi phí trên các cạnh của đường đi</a:t>
            </a:r>
          </a:p>
          <a:p>
            <a:pPr>
              <a:lnSpc>
                <a:spcPct val="100000"/>
              </a:lnSpc>
            </a:pPr>
            <a:r>
              <a:rPr lang="en-US" sz="2800">
                <a:solidFill>
                  <a:srgbClr val="FF0000"/>
                </a:solidFill>
              </a:rPr>
              <a:t>Lời giải tối ưu</a:t>
            </a:r>
            <a:r>
              <a:rPr lang="en-US" sz="2800"/>
              <a:t> là đường đi có chi phí nhỏ nhất</a:t>
            </a:r>
          </a:p>
          <a:p>
            <a:pPr>
              <a:lnSpc>
                <a:spcPct val="100000"/>
              </a:lnSpc>
            </a:pPr>
            <a:r>
              <a:rPr lang="en-US" sz="2800"/>
              <a:t>Có thể không có lời giải nào thỏa mãn!</a:t>
            </a:r>
          </a:p>
        </p:txBody>
      </p:sp>
      <p:sp>
        <p:nvSpPr>
          <p:cNvPr id="4" name="Slide Number Placeholder 3">
            <a:extLst>
              <a:ext uri="{FF2B5EF4-FFF2-40B4-BE49-F238E27FC236}">
                <a16:creationId xmlns:a16="http://schemas.microsoft.com/office/drawing/2014/main" id="{50D94F63-4F54-3D48-B33B-0D246B979012}"/>
              </a:ext>
            </a:extLst>
          </p:cNvPr>
          <p:cNvSpPr>
            <a:spLocks noGrp="1"/>
          </p:cNvSpPr>
          <p:nvPr>
            <p:ph type="sldNum" sz="quarter" idx="12"/>
          </p:nvPr>
        </p:nvSpPr>
        <p:spPr/>
        <p:txBody>
          <a:bodyPr/>
          <a:lstStyle/>
          <a:p>
            <a:fld id="{DA8C51A7-BEEA-471D-933F-7E35BC04A30F}" type="slidenum">
              <a:rPr lang="en-US"/>
              <a:pPr/>
              <a:t>16</a:t>
            </a:fld>
            <a:endParaRPr lang="en-US"/>
          </a:p>
        </p:txBody>
      </p:sp>
      <p:grpSp>
        <p:nvGrpSpPr>
          <p:cNvPr id="269" name="Group 4">
            <a:extLst>
              <a:ext uri="{FF2B5EF4-FFF2-40B4-BE49-F238E27FC236}">
                <a16:creationId xmlns:a16="http://schemas.microsoft.com/office/drawing/2014/main" id="{443920AA-DA74-5241-A0C3-88AFE5619241}"/>
              </a:ext>
            </a:extLst>
          </p:cNvPr>
          <p:cNvGrpSpPr>
            <a:grpSpLocks/>
          </p:cNvGrpSpPr>
          <p:nvPr/>
        </p:nvGrpSpPr>
        <p:grpSpPr bwMode="auto">
          <a:xfrm>
            <a:off x="6532562" y="1700808"/>
            <a:ext cx="3363465" cy="3240360"/>
            <a:chOff x="548" y="288"/>
            <a:chExt cx="4588" cy="3552"/>
          </a:xfrm>
        </p:grpSpPr>
        <p:sp>
          <p:nvSpPr>
            <p:cNvPr id="270" name="Oval 5">
              <a:extLst>
                <a:ext uri="{FF2B5EF4-FFF2-40B4-BE49-F238E27FC236}">
                  <a16:creationId xmlns:a16="http://schemas.microsoft.com/office/drawing/2014/main" id="{33596F58-8E2B-7E40-8E2F-EFD447499E35}"/>
                </a:ext>
              </a:extLst>
            </p:cNvPr>
            <p:cNvSpPr>
              <a:spLocks noChangeArrowheads="1"/>
            </p:cNvSpPr>
            <p:nvPr/>
          </p:nvSpPr>
          <p:spPr bwMode="auto">
            <a:xfrm>
              <a:off x="548" y="1020"/>
              <a:ext cx="96" cy="96"/>
            </a:xfrm>
            <a:prstGeom prst="ellipse">
              <a:avLst/>
            </a:prstGeom>
            <a:solidFill>
              <a:srgbClr val="FF0000"/>
            </a:solidFill>
            <a:ln w="9525">
              <a:solidFill>
                <a:srgbClr val="FF0000"/>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1" name="Oval 6">
              <a:extLst>
                <a:ext uri="{FF2B5EF4-FFF2-40B4-BE49-F238E27FC236}">
                  <a16:creationId xmlns:a16="http://schemas.microsoft.com/office/drawing/2014/main" id="{AF700697-2CE5-F24B-AC35-60B251A5BD27}"/>
                </a:ext>
              </a:extLst>
            </p:cNvPr>
            <p:cNvSpPr>
              <a:spLocks noChangeArrowheads="1"/>
            </p:cNvSpPr>
            <p:nvPr/>
          </p:nvSpPr>
          <p:spPr bwMode="auto">
            <a:xfrm>
              <a:off x="768" y="206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2" name="Oval 7">
              <a:extLst>
                <a:ext uri="{FF2B5EF4-FFF2-40B4-BE49-F238E27FC236}">
                  <a16:creationId xmlns:a16="http://schemas.microsoft.com/office/drawing/2014/main" id="{D640EA40-B570-D44E-B0F9-DBC1A481A606}"/>
                </a:ext>
              </a:extLst>
            </p:cNvPr>
            <p:cNvSpPr>
              <a:spLocks noChangeArrowheads="1"/>
            </p:cNvSpPr>
            <p:nvPr/>
          </p:nvSpPr>
          <p:spPr bwMode="auto">
            <a:xfrm>
              <a:off x="1104" y="67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3" name="Oval 8">
              <a:extLst>
                <a:ext uri="{FF2B5EF4-FFF2-40B4-BE49-F238E27FC236}">
                  <a16:creationId xmlns:a16="http://schemas.microsoft.com/office/drawing/2014/main" id="{AC7F75A7-8EC7-9E45-8567-CC1AC1156980}"/>
                </a:ext>
              </a:extLst>
            </p:cNvPr>
            <p:cNvSpPr>
              <a:spLocks noChangeArrowheads="1"/>
            </p:cNvSpPr>
            <p:nvPr/>
          </p:nvSpPr>
          <p:spPr bwMode="auto">
            <a:xfrm>
              <a:off x="2160" y="168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4" name="Oval 9">
              <a:extLst>
                <a:ext uri="{FF2B5EF4-FFF2-40B4-BE49-F238E27FC236}">
                  <a16:creationId xmlns:a16="http://schemas.microsoft.com/office/drawing/2014/main" id="{36E4CC2A-0E86-FA46-80A6-1125D755DCA3}"/>
                </a:ext>
              </a:extLst>
            </p:cNvPr>
            <p:cNvSpPr>
              <a:spLocks noChangeArrowheads="1"/>
            </p:cNvSpPr>
            <p:nvPr/>
          </p:nvSpPr>
          <p:spPr bwMode="auto">
            <a:xfrm>
              <a:off x="4704" y="120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5" name="Oval 10">
              <a:extLst>
                <a:ext uri="{FF2B5EF4-FFF2-40B4-BE49-F238E27FC236}">
                  <a16:creationId xmlns:a16="http://schemas.microsoft.com/office/drawing/2014/main" id="{312F0ACD-FAA2-F741-A050-5D6AF31A9A38}"/>
                </a:ext>
              </a:extLst>
            </p:cNvPr>
            <p:cNvSpPr>
              <a:spLocks noChangeArrowheads="1"/>
            </p:cNvSpPr>
            <p:nvPr/>
          </p:nvSpPr>
          <p:spPr bwMode="auto">
            <a:xfrm>
              <a:off x="4800" y="86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6" name="Oval 11">
              <a:extLst>
                <a:ext uri="{FF2B5EF4-FFF2-40B4-BE49-F238E27FC236}">
                  <a16:creationId xmlns:a16="http://schemas.microsoft.com/office/drawing/2014/main" id="{A1336632-A832-684D-8C0C-063E2B0D5D5B}"/>
                </a:ext>
              </a:extLst>
            </p:cNvPr>
            <p:cNvSpPr>
              <a:spLocks noChangeArrowheads="1"/>
            </p:cNvSpPr>
            <p:nvPr/>
          </p:nvSpPr>
          <p:spPr bwMode="auto">
            <a:xfrm>
              <a:off x="4272" y="244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7" name="Oval 12">
              <a:extLst>
                <a:ext uri="{FF2B5EF4-FFF2-40B4-BE49-F238E27FC236}">
                  <a16:creationId xmlns:a16="http://schemas.microsoft.com/office/drawing/2014/main" id="{7D303A4B-76DF-8840-A467-60ABB7B6FBD5}"/>
                </a:ext>
              </a:extLst>
            </p:cNvPr>
            <p:cNvSpPr>
              <a:spLocks noChangeArrowheads="1"/>
            </p:cNvSpPr>
            <p:nvPr/>
          </p:nvSpPr>
          <p:spPr bwMode="auto">
            <a:xfrm>
              <a:off x="1536" y="259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8" name="Oval 13">
              <a:extLst>
                <a:ext uri="{FF2B5EF4-FFF2-40B4-BE49-F238E27FC236}">
                  <a16:creationId xmlns:a16="http://schemas.microsoft.com/office/drawing/2014/main" id="{213A181D-57D9-3C4C-9B61-8BAA0D8AAF28}"/>
                </a:ext>
              </a:extLst>
            </p:cNvPr>
            <p:cNvSpPr>
              <a:spLocks noChangeArrowheads="1"/>
            </p:cNvSpPr>
            <p:nvPr/>
          </p:nvSpPr>
          <p:spPr bwMode="auto">
            <a:xfrm>
              <a:off x="2640" y="168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9" name="Oval 14">
              <a:extLst>
                <a:ext uri="{FF2B5EF4-FFF2-40B4-BE49-F238E27FC236}">
                  <a16:creationId xmlns:a16="http://schemas.microsoft.com/office/drawing/2014/main" id="{759BB3F5-0282-8D4D-87EA-C943E3015C21}"/>
                </a:ext>
              </a:extLst>
            </p:cNvPr>
            <p:cNvSpPr>
              <a:spLocks noChangeArrowheads="1"/>
            </p:cNvSpPr>
            <p:nvPr/>
          </p:nvSpPr>
          <p:spPr bwMode="auto">
            <a:xfrm>
              <a:off x="2016" y="292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0" name="Oval 15">
              <a:extLst>
                <a:ext uri="{FF2B5EF4-FFF2-40B4-BE49-F238E27FC236}">
                  <a16:creationId xmlns:a16="http://schemas.microsoft.com/office/drawing/2014/main" id="{114DA2FB-D397-3F4E-A9E1-70340950B411}"/>
                </a:ext>
              </a:extLst>
            </p:cNvPr>
            <p:cNvSpPr>
              <a:spLocks noChangeArrowheads="1"/>
            </p:cNvSpPr>
            <p:nvPr/>
          </p:nvSpPr>
          <p:spPr bwMode="auto">
            <a:xfrm>
              <a:off x="2064" y="326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1" name="Oval 16">
              <a:extLst>
                <a:ext uri="{FF2B5EF4-FFF2-40B4-BE49-F238E27FC236}">
                  <a16:creationId xmlns:a16="http://schemas.microsoft.com/office/drawing/2014/main" id="{9EB51C2B-3E38-1E40-AA3A-1AC552CCC1F9}"/>
                </a:ext>
              </a:extLst>
            </p:cNvPr>
            <p:cNvSpPr>
              <a:spLocks noChangeArrowheads="1"/>
            </p:cNvSpPr>
            <p:nvPr/>
          </p:nvSpPr>
          <p:spPr bwMode="auto">
            <a:xfrm>
              <a:off x="3552" y="2928"/>
              <a:ext cx="96" cy="96"/>
            </a:xfrm>
            <a:prstGeom prst="ellipse">
              <a:avLst/>
            </a:prstGeom>
            <a:solidFill>
              <a:srgbClr val="009900"/>
            </a:solidFill>
            <a:ln w="9525">
              <a:solidFill>
                <a:srgbClr val="009900"/>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2" name="Oval 17">
              <a:extLst>
                <a:ext uri="{FF2B5EF4-FFF2-40B4-BE49-F238E27FC236}">
                  <a16:creationId xmlns:a16="http://schemas.microsoft.com/office/drawing/2014/main" id="{9C9265E6-82DE-FC41-9E3D-87A2622E2D3C}"/>
                </a:ext>
              </a:extLst>
            </p:cNvPr>
            <p:cNvSpPr>
              <a:spLocks noChangeArrowheads="1"/>
            </p:cNvSpPr>
            <p:nvPr/>
          </p:nvSpPr>
          <p:spPr bwMode="auto">
            <a:xfrm>
              <a:off x="1152" y="139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3" name="Oval 18">
              <a:extLst>
                <a:ext uri="{FF2B5EF4-FFF2-40B4-BE49-F238E27FC236}">
                  <a16:creationId xmlns:a16="http://schemas.microsoft.com/office/drawing/2014/main" id="{CF26155F-A095-BA46-ADA8-9BA24EA6C3FD}"/>
                </a:ext>
              </a:extLst>
            </p:cNvPr>
            <p:cNvSpPr>
              <a:spLocks noChangeArrowheads="1"/>
            </p:cNvSpPr>
            <p:nvPr/>
          </p:nvSpPr>
          <p:spPr bwMode="auto">
            <a:xfrm>
              <a:off x="2688" y="124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4" name="Oval 19">
              <a:extLst>
                <a:ext uri="{FF2B5EF4-FFF2-40B4-BE49-F238E27FC236}">
                  <a16:creationId xmlns:a16="http://schemas.microsoft.com/office/drawing/2014/main" id="{0096F5E7-6F44-D147-9938-89F2D7554032}"/>
                </a:ext>
              </a:extLst>
            </p:cNvPr>
            <p:cNvSpPr>
              <a:spLocks noChangeArrowheads="1"/>
            </p:cNvSpPr>
            <p:nvPr/>
          </p:nvSpPr>
          <p:spPr bwMode="auto">
            <a:xfrm>
              <a:off x="672" y="268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5" name="Oval 20">
              <a:extLst>
                <a:ext uri="{FF2B5EF4-FFF2-40B4-BE49-F238E27FC236}">
                  <a16:creationId xmlns:a16="http://schemas.microsoft.com/office/drawing/2014/main" id="{EBADEA68-76CB-D344-B5B8-587E9D19353B}"/>
                </a:ext>
              </a:extLst>
            </p:cNvPr>
            <p:cNvSpPr>
              <a:spLocks noChangeArrowheads="1"/>
            </p:cNvSpPr>
            <p:nvPr/>
          </p:nvSpPr>
          <p:spPr bwMode="auto">
            <a:xfrm>
              <a:off x="1200" y="216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6" name="Oval 21">
              <a:extLst>
                <a:ext uri="{FF2B5EF4-FFF2-40B4-BE49-F238E27FC236}">
                  <a16:creationId xmlns:a16="http://schemas.microsoft.com/office/drawing/2014/main" id="{E313B16A-8015-7B4F-9581-B0C85A7E4062}"/>
                </a:ext>
              </a:extLst>
            </p:cNvPr>
            <p:cNvSpPr>
              <a:spLocks noChangeArrowheads="1"/>
            </p:cNvSpPr>
            <p:nvPr/>
          </p:nvSpPr>
          <p:spPr bwMode="auto">
            <a:xfrm>
              <a:off x="2784" y="72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7" name="Oval 22">
              <a:extLst>
                <a:ext uri="{FF2B5EF4-FFF2-40B4-BE49-F238E27FC236}">
                  <a16:creationId xmlns:a16="http://schemas.microsoft.com/office/drawing/2014/main" id="{B3F59C41-0E6C-EB46-B299-41B4F2261F9C}"/>
                </a:ext>
              </a:extLst>
            </p:cNvPr>
            <p:cNvSpPr>
              <a:spLocks noChangeArrowheads="1"/>
            </p:cNvSpPr>
            <p:nvPr/>
          </p:nvSpPr>
          <p:spPr bwMode="auto">
            <a:xfrm>
              <a:off x="4992" y="168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8" name="Oval 23">
              <a:extLst>
                <a:ext uri="{FF2B5EF4-FFF2-40B4-BE49-F238E27FC236}">
                  <a16:creationId xmlns:a16="http://schemas.microsoft.com/office/drawing/2014/main" id="{47CC311E-3B72-7F4E-854C-51E28EC9295F}"/>
                </a:ext>
              </a:extLst>
            </p:cNvPr>
            <p:cNvSpPr>
              <a:spLocks noChangeArrowheads="1"/>
            </p:cNvSpPr>
            <p:nvPr/>
          </p:nvSpPr>
          <p:spPr bwMode="auto">
            <a:xfrm>
              <a:off x="1440" y="278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9" name="Oval 24">
              <a:extLst>
                <a:ext uri="{FF2B5EF4-FFF2-40B4-BE49-F238E27FC236}">
                  <a16:creationId xmlns:a16="http://schemas.microsoft.com/office/drawing/2014/main" id="{8FD08D31-63F5-AF4F-B89C-171C45BBD0A9}"/>
                </a:ext>
              </a:extLst>
            </p:cNvPr>
            <p:cNvSpPr>
              <a:spLocks noChangeArrowheads="1"/>
            </p:cNvSpPr>
            <p:nvPr/>
          </p:nvSpPr>
          <p:spPr bwMode="auto">
            <a:xfrm>
              <a:off x="3216" y="216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0" name="Oval 25">
              <a:extLst>
                <a:ext uri="{FF2B5EF4-FFF2-40B4-BE49-F238E27FC236}">
                  <a16:creationId xmlns:a16="http://schemas.microsoft.com/office/drawing/2014/main" id="{B4153291-5004-744A-B23D-77FD5CC375F4}"/>
                </a:ext>
              </a:extLst>
            </p:cNvPr>
            <p:cNvSpPr>
              <a:spLocks noChangeArrowheads="1"/>
            </p:cNvSpPr>
            <p:nvPr/>
          </p:nvSpPr>
          <p:spPr bwMode="auto">
            <a:xfrm>
              <a:off x="2928" y="283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1" name="Oval 26">
              <a:extLst>
                <a:ext uri="{FF2B5EF4-FFF2-40B4-BE49-F238E27FC236}">
                  <a16:creationId xmlns:a16="http://schemas.microsoft.com/office/drawing/2014/main" id="{DCED6EDE-615C-4F4C-A573-B7BEB9BC3022}"/>
                </a:ext>
              </a:extLst>
            </p:cNvPr>
            <p:cNvSpPr>
              <a:spLocks noChangeArrowheads="1"/>
            </p:cNvSpPr>
            <p:nvPr/>
          </p:nvSpPr>
          <p:spPr bwMode="auto">
            <a:xfrm>
              <a:off x="1968" y="254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2" name="Oval 27">
              <a:extLst>
                <a:ext uri="{FF2B5EF4-FFF2-40B4-BE49-F238E27FC236}">
                  <a16:creationId xmlns:a16="http://schemas.microsoft.com/office/drawing/2014/main" id="{8C2F5710-E337-F248-93AB-48A875690FD4}"/>
                </a:ext>
              </a:extLst>
            </p:cNvPr>
            <p:cNvSpPr>
              <a:spLocks noChangeArrowheads="1"/>
            </p:cNvSpPr>
            <p:nvPr/>
          </p:nvSpPr>
          <p:spPr bwMode="auto">
            <a:xfrm>
              <a:off x="2736" y="326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3" name="Oval 28">
              <a:extLst>
                <a:ext uri="{FF2B5EF4-FFF2-40B4-BE49-F238E27FC236}">
                  <a16:creationId xmlns:a16="http://schemas.microsoft.com/office/drawing/2014/main" id="{9ED5B11A-697B-BB4D-AB3E-BAEE8C3B3305}"/>
                </a:ext>
              </a:extLst>
            </p:cNvPr>
            <p:cNvSpPr>
              <a:spLocks noChangeArrowheads="1"/>
            </p:cNvSpPr>
            <p:nvPr/>
          </p:nvSpPr>
          <p:spPr bwMode="auto">
            <a:xfrm>
              <a:off x="2688" y="240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4" name="Oval 29">
              <a:extLst>
                <a:ext uri="{FF2B5EF4-FFF2-40B4-BE49-F238E27FC236}">
                  <a16:creationId xmlns:a16="http://schemas.microsoft.com/office/drawing/2014/main" id="{D149A033-1D2A-764B-B29F-651E95AB10E9}"/>
                </a:ext>
              </a:extLst>
            </p:cNvPr>
            <p:cNvSpPr>
              <a:spLocks noChangeArrowheads="1"/>
            </p:cNvSpPr>
            <p:nvPr/>
          </p:nvSpPr>
          <p:spPr bwMode="auto">
            <a:xfrm>
              <a:off x="1584" y="172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5" name="Oval 30">
              <a:extLst>
                <a:ext uri="{FF2B5EF4-FFF2-40B4-BE49-F238E27FC236}">
                  <a16:creationId xmlns:a16="http://schemas.microsoft.com/office/drawing/2014/main" id="{78E23BDF-EDCE-F747-A4B1-6CAB09653672}"/>
                </a:ext>
              </a:extLst>
            </p:cNvPr>
            <p:cNvSpPr>
              <a:spLocks noChangeArrowheads="1"/>
            </p:cNvSpPr>
            <p:nvPr/>
          </p:nvSpPr>
          <p:spPr bwMode="auto">
            <a:xfrm>
              <a:off x="1728" y="91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6" name="Oval 31">
              <a:extLst>
                <a:ext uri="{FF2B5EF4-FFF2-40B4-BE49-F238E27FC236}">
                  <a16:creationId xmlns:a16="http://schemas.microsoft.com/office/drawing/2014/main" id="{7811BF53-A643-9D44-B9C9-FD2687EB7278}"/>
                </a:ext>
              </a:extLst>
            </p:cNvPr>
            <p:cNvSpPr>
              <a:spLocks noChangeArrowheads="1"/>
            </p:cNvSpPr>
            <p:nvPr/>
          </p:nvSpPr>
          <p:spPr bwMode="auto">
            <a:xfrm>
              <a:off x="2160" y="120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7" name="Oval 32">
              <a:extLst>
                <a:ext uri="{FF2B5EF4-FFF2-40B4-BE49-F238E27FC236}">
                  <a16:creationId xmlns:a16="http://schemas.microsoft.com/office/drawing/2014/main" id="{1458A3B4-7A60-714F-BBC4-E597BFB1D297}"/>
                </a:ext>
              </a:extLst>
            </p:cNvPr>
            <p:cNvSpPr>
              <a:spLocks noChangeArrowheads="1"/>
            </p:cNvSpPr>
            <p:nvPr/>
          </p:nvSpPr>
          <p:spPr bwMode="auto">
            <a:xfrm>
              <a:off x="2352" y="86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8" name="Oval 33">
              <a:extLst>
                <a:ext uri="{FF2B5EF4-FFF2-40B4-BE49-F238E27FC236}">
                  <a16:creationId xmlns:a16="http://schemas.microsoft.com/office/drawing/2014/main" id="{6D4EF6A4-3CEF-4A42-9F29-33263ADA9275}"/>
                </a:ext>
              </a:extLst>
            </p:cNvPr>
            <p:cNvSpPr>
              <a:spLocks noChangeArrowheads="1"/>
            </p:cNvSpPr>
            <p:nvPr/>
          </p:nvSpPr>
          <p:spPr bwMode="auto">
            <a:xfrm>
              <a:off x="4320" y="576"/>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9" name="Oval 34">
              <a:extLst>
                <a:ext uri="{FF2B5EF4-FFF2-40B4-BE49-F238E27FC236}">
                  <a16:creationId xmlns:a16="http://schemas.microsoft.com/office/drawing/2014/main" id="{B8F59707-A505-534E-9995-C4E935CDBD64}"/>
                </a:ext>
              </a:extLst>
            </p:cNvPr>
            <p:cNvSpPr>
              <a:spLocks noChangeArrowheads="1"/>
            </p:cNvSpPr>
            <p:nvPr/>
          </p:nvSpPr>
          <p:spPr bwMode="auto">
            <a:xfrm>
              <a:off x="2352" y="28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0" name="Oval 35">
              <a:extLst>
                <a:ext uri="{FF2B5EF4-FFF2-40B4-BE49-F238E27FC236}">
                  <a16:creationId xmlns:a16="http://schemas.microsoft.com/office/drawing/2014/main" id="{146D700E-B1E6-5D44-98A7-1E434671CB8A}"/>
                </a:ext>
              </a:extLst>
            </p:cNvPr>
            <p:cNvSpPr>
              <a:spLocks noChangeArrowheads="1"/>
            </p:cNvSpPr>
            <p:nvPr/>
          </p:nvSpPr>
          <p:spPr bwMode="auto">
            <a:xfrm>
              <a:off x="1776" y="230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1" name="Oval 36">
              <a:extLst>
                <a:ext uri="{FF2B5EF4-FFF2-40B4-BE49-F238E27FC236}">
                  <a16:creationId xmlns:a16="http://schemas.microsoft.com/office/drawing/2014/main" id="{4A25C305-CBE6-8448-A9FD-A8E2FF912E2E}"/>
                </a:ext>
              </a:extLst>
            </p:cNvPr>
            <p:cNvSpPr>
              <a:spLocks noChangeArrowheads="1"/>
            </p:cNvSpPr>
            <p:nvPr/>
          </p:nvSpPr>
          <p:spPr bwMode="auto">
            <a:xfrm>
              <a:off x="816" y="326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2" name="Oval 37">
              <a:extLst>
                <a:ext uri="{FF2B5EF4-FFF2-40B4-BE49-F238E27FC236}">
                  <a16:creationId xmlns:a16="http://schemas.microsoft.com/office/drawing/2014/main" id="{0FA191AD-2A31-6843-814F-33C7C394960C}"/>
                </a:ext>
              </a:extLst>
            </p:cNvPr>
            <p:cNvSpPr>
              <a:spLocks noChangeArrowheads="1"/>
            </p:cNvSpPr>
            <p:nvPr/>
          </p:nvSpPr>
          <p:spPr bwMode="auto">
            <a:xfrm>
              <a:off x="1440" y="3456"/>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3" name="Oval 38">
              <a:extLst>
                <a:ext uri="{FF2B5EF4-FFF2-40B4-BE49-F238E27FC236}">
                  <a16:creationId xmlns:a16="http://schemas.microsoft.com/office/drawing/2014/main" id="{C4059192-0142-3C4B-98AB-07B5833230B0}"/>
                </a:ext>
              </a:extLst>
            </p:cNvPr>
            <p:cNvSpPr>
              <a:spLocks noChangeArrowheads="1"/>
            </p:cNvSpPr>
            <p:nvPr/>
          </p:nvSpPr>
          <p:spPr bwMode="auto">
            <a:xfrm>
              <a:off x="3312" y="374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4" name="Oval 39">
              <a:extLst>
                <a:ext uri="{FF2B5EF4-FFF2-40B4-BE49-F238E27FC236}">
                  <a16:creationId xmlns:a16="http://schemas.microsoft.com/office/drawing/2014/main" id="{D0F4DF36-9525-204E-B3AE-4AAA386FD16A}"/>
                </a:ext>
              </a:extLst>
            </p:cNvPr>
            <p:cNvSpPr>
              <a:spLocks noChangeArrowheads="1"/>
            </p:cNvSpPr>
            <p:nvPr/>
          </p:nvSpPr>
          <p:spPr bwMode="auto">
            <a:xfrm>
              <a:off x="3120" y="336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5" name="Oval 40">
              <a:extLst>
                <a:ext uri="{FF2B5EF4-FFF2-40B4-BE49-F238E27FC236}">
                  <a16:creationId xmlns:a16="http://schemas.microsoft.com/office/drawing/2014/main" id="{C0202F35-F236-8241-8C9A-B3EA42FC1565}"/>
                </a:ext>
              </a:extLst>
            </p:cNvPr>
            <p:cNvSpPr>
              <a:spLocks noChangeArrowheads="1"/>
            </p:cNvSpPr>
            <p:nvPr/>
          </p:nvSpPr>
          <p:spPr bwMode="auto">
            <a:xfrm>
              <a:off x="4176" y="360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6" name="Oval 41">
              <a:extLst>
                <a:ext uri="{FF2B5EF4-FFF2-40B4-BE49-F238E27FC236}">
                  <a16:creationId xmlns:a16="http://schemas.microsoft.com/office/drawing/2014/main" id="{FFAAD6C8-F510-014F-96A2-B41D85A29E2E}"/>
                </a:ext>
              </a:extLst>
            </p:cNvPr>
            <p:cNvSpPr>
              <a:spLocks noChangeArrowheads="1"/>
            </p:cNvSpPr>
            <p:nvPr/>
          </p:nvSpPr>
          <p:spPr bwMode="auto">
            <a:xfrm>
              <a:off x="4704" y="312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7" name="Oval 42">
              <a:extLst>
                <a:ext uri="{FF2B5EF4-FFF2-40B4-BE49-F238E27FC236}">
                  <a16:creationId xmlns:a16="http://schemas.microsoft.com/office/drawing/2014/main" id="{E0506953-6856-6448-AC49-6E55EBFE74C8}"/>
                </a:ext>
              </a:extLst>
            </p:cNvPr>
            <p:cNvSpPr>
              <a:spLocks noChangeArrowheads="1"/>
            </p:cNvSpPr>
            <p:nvPr/>
          </p:nvSpPr>
          <p:spPr bwMode="auto">
            <a:xfrm>
              <a:off x="4992" y="206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8" name="Oval 43">
              <a:extLst>
                <a:ext uri="{FF2B5EF4-FFF2-40B4-BE49-F238E27FC236}">
                  <a16:creationId xmlns:a16="http://schemas.microsoft.com/office/drawing/2014/main" id="{9FF526E2-CB5B-B94F-965D-674100A5D97C}"/>
                </a:ext>
              </a:extLst>
            </p:cNvPr>
            <p:cNvSpPr>
              <a:spLocks noChangeArrowheads="1"/>
            </p:cNvSpPr>
            <p:nvPr/>
          </p:nvSpPr>
          <p:spPr bwMode="auto">
            <a:xfrm>
              <a:off x="3984" y="62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9" name="Oval 44">
              <a:extLst>
                <a:ext uri="{FF2B5EF4-FFF2-40B4-BE49-F238E27FC236}">
                  <a16:creationId xmlns:a16="http://schemas.microsoft.com/office/drawing/2014/main" id="{4ECF1DBF-F2B8-AA4E-8D97-89F97FEFE960}"/>
                </a:ext>
              </a:extLst>
            </p:cNvPr>
            <p:cNvSpPr>
              <a:spLocks noChangeArrowheads="1"/>
            </p:cNvSpPr>
            <p:nvPr/>
          </p:nvSpPr>
          <p:spPr bwMode="auto">
            <a:xfrm>
              <a:off x="3120" y="86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0" name="Oval 45">
              <a:extLst>
                <a:ext uri="{FF2B5EF4-FFF2-40B4-BE49-F238E27FC236}">
                  <a16:creationId xmlns:a16="http://schemas.microsoft.com/office/drawing/2014/main" id="{565864CA-6C2C-B844-B6B7-ADCAD5E6D520}"/>
                </a:ext>
              </a:extLst>
            </p:cNvPr>
            <p:cNvSpPr>
              <a:spLocks noChangeArrowheads="1"/>
            </p:cNvSpPr>
            <p:nvPr/>
          </p:nvSpPr>
          <p:spPr bwMode="auto">
            <a:xfrm>
              <a:off x="4608" y="230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1" name="Oval 46">
              <a:extLst>
                <a:ext uri="{FF2B5EF4-FFF2-40B4-BE49-F238E27FC236}">
                  <a16:creationId xmlns:a16="http://schemas.microsoft.com/office/drawing/2014/main" id="{30A02E61-274B-C24E-95F6-A815DB02C954}"/>
                </a:ext>
              </a:extLst>
            </p:cNvPr>
            <p:cNvSpPr>
              <a:spLocks noChangeArrowheads="1"/>
            </p:cNvSpPr>
            <p:nvPr/>
          </p:nvSpPr>
          <p:spPr bwMode="auto">
            <a:xfrm>
              <a:off x="3456" y="76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2" name="Oval 47">
              <a:extLst>
                <a:ext uri="{FF2B5EF4-FFF2-40B4-BE49-F238E27FC236}">
                  <a16:creationId xmlns:a16="http://schemas.microsoft.com/office/drawing/2014/main" id="{082397C3-8C67-BD4F-B5B3-AA5605E288A4}"/>
                </a:ext>
              </a:extLst>
            </p:cNvPr>
            <p:cNvSpPr>
              <a:spLocks noChangeArrowheads="1"/>
            </p:cNvSpPr>
            <p:nvPr/>
          </p:nvSpPr>
          <p:spPr bwMode="auto">
            <a:xfrm>
              <a:off x="3696" y="110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3" name="Oval 48">
              <a:extLst>
                <a:ext uri="{FF2B5EF4-FFF2-40B4-BE49-F238E27FC236}">
                  <a16:creationId xmlns:a16="http://schemas.microsoft.com/office/drawing/2014/main" id="{E0DE2B9C-2977-B247-A9D3-E60F428D380F}"/>
                </a:ext>
              </a:extLst>
            </p:cNvPr>
            <p:cNvSpPr>
              <a:spLocks noChangeArrowheads="1"/>
            </p:cNvSpPr>
            <p:nvPr/>
          </p:nvSpPr>
          <p:spPr bwMode="auto">
            <a:xfrm>
              <a:off x="3732" y="216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4" name="Oval 49">
              <a:extLst>
                <a:ext uri="{FF2B5EF4-FFF2-40B4-BE49-F238E27FC236}">
                  <a16:creationId xmlns:a16="http://schemas.microsoft.com/office/drawing/2014/main" id="{7F7D44A0-CB16-134F-8975-46320B906576}"/>
                </a:ext>
              </a:extLst>
            </p:cNvPr>
            <p:cNvSpPr>
              <a:spLocks noChangeArrowheads="1"/>
            </p:cNvSpPr>
            <p:nvPr/>
          </p:nvSpPr>
          <p:spPr bwMode="auto">
            <a:xfrm>
              <a:off x="3312" y="148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5" name="Oval 50">
              <a:extLst>
                <a:ext uri="{FF2B5EF4-FFF2-40B4-BE49-F238E27FC236}">
                  <a16:creationId xmlns:a16="http://schemas.microsoft.com/office/drawing/2014/main" id="{F446562C-6B3A-6A4F-B7DD-8F33837225FB}"/>
                </a:ext>
              </a:extLst>
            </p:cNvPr>
            <p:cNvSpPr>
              <a:spLocks noChangeArrowheads="1"/>
            </p:cNvSpPr>
            <p:nvPr/>
          </p:nvSpPr>
          <p:spPr bwMode="auto">
            <a:xfrm>
              <a:off x="3984" y="144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6" name="Oval 51">
              <a:extLst>
                <a:ext uri="{FF2B5EF4-FFF2-40B4-BE49-F238E27FC236}">
                  <a16:creationId xmlns:a16="http://schemas.microsoft.com/office/drawing/2014/main" id="{96DA6188-5C4A-5C45-958D-13248FC3FD65}"/>
                </a:ext>
              </a:extLst>
            </p:cNvPr>
            <p:cNvSpPr>
              <a:spLocks noChangeArrowheads="1"/>
            </p:cNvSpPr>
            <p:nvPr/>
          </p:nvSpPr>
          <p:spPr bwMode="auto">
            <a:xfrm>
              <a:off x="3600" y="1536"/>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7" name="Oval 52">
              <a:extLst>
                <a:ext uri="{FF2B5EF4-FFF2-40B4-BE49-F238E27FC236}">
                  <a16:creationId xmlns:a16="http://schemas.microsoft.com/office/drawing/2014/main" id="{07711C06-5333-FE49-8B06-7D7C8D3E99C5}"/>
                </a:ext>
              </a:extLst>
            </p:cNvPr>
            <p:cNvSpPr>
              <a:spLocks noChangeArrowheads="1"/>
            </p:cNvSpPr>
            <p:nvPr/>
          </p:nvSpPr>
          <p:spPr bwMode="auto">
            <a:xfrm>
              <a:off x="4272" y="96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8" name="Line 53">
              <a:extLst>
                <a:ext uri="{FF2B5EF4-FFF2-40B4-BE49-F238E27FC236}">
                  <a16:creationId xmlns:a16="http://schemas.microsoft.com/office/drawing/2014/main" id="{35F09658-0AB2-F842-B685-5F8B3E0AB861}"/>
                </a:ext>
              </a:extLst>
            </p:cNvPr>
            <p:cNvSpPr>
              <a:spLocks noChangeShapeType="1"/>
            </p:cNvSpPr>
            <p:nvPr/>
          </p:nvSpPr>
          <p:spPr bwMode="auto">
            <a:xfrm flipH="1" flipV="1">
              <a:off x="732" y="2780"/>
              <a:ext cx="112" cy="4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9" name="Line 54">
              <a:extLst>
                <a:ext uri="{FF2B5EF4-FFF2-40B4-BE49-F238E27FC236}">
                  <a16:creationId xmlns:a16="http://schemas.microsoft.com/office/drawing/2014/main" id="{88FD65EC-F217-8F42-869C-04669BD8C2B7}"/>
                </a:ext>
              </a:extLst>
            </p:cNvPr>
            <p:cNvSpPr>
              <a:spLocks noChangeShapeType="1"/>
            </p:cNvSpPr>
            <p:nvPr/>
          </p:nvSpPr>
          <p:spPr bwMode="auto">
            <a:xfrm flipV="1">
              <a:off x="896" y="2860"/>
              <a:ext cx="552" cy="412"/>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20" name="Line 55">
              <a:extLst>
                <a:ext uri="{FF2B5EF4-FFF2-40B4-BE49-F238E27FC236}">
                  <a16:creationId xmlns:a16="http://schemas.microsoft.com/office/drawing/2014/main" id="{4EF59CE9-7472-4343-BB7C-6B3329CE19F1}"/>
                </a:ext>
              </a:extLst>
            </p:cNvPr>
            <p:cNvSpPr>
              <a:spLocks noChangeShapeType="1"/>
            </p:cNvSpPr>
            <p:nvPr/>
          </p:nvSpPr>
          <p:spPr bwMode="auto">
            <a:xfrm flipV="1">
              <a:off x="716" y="2156"/>
              <a:ext cx="92" cy="5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21" name="Line 56">
              <a:extLst>
                <a:ext uri="{FF2B5EF4-FFF2-40B4-BE49-F238E27FC236}">
                  <a16:creationId xmlns:a16="http://schemas.microsoft.com/office/drawing/2014/main" id="{6573BC50-4C26-1F45-99CF-406C6CF25032}"/>
                </a:ext>
              </a:extLst>
            </p:cNvPr>
            <p:cNvSpPr>
              <a:spLocks noChangeShapeType="1"/>
            </p:cNvSpPr>
            <p:nvPr/>
          </p:nvSpPr>
          <p:spPr bwMode="auto">
            <a:xfrm flipV="1">
              <a:off x="752" y="2248"/>
              <a:ext cx="468" cy="4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22" name="Line 57">
              <a:extLst>
                <a:ext uri="{FF2B5EF4-FFF2-40B4-BE49-F238E27FC236}">
                  <a16:creationId xmlns:a16="http://schemas.microsoft.com/office/drawing/2014/main" id="{3FBB483D-2E00-EB4A-9F6E-9F1D7332D820}"/>
                </a:ext>
              </a:extLst>
            </p:cNvPr>
            <p:cNvSpPr>
              <a:spLocks noChangeShapeType="1"/>
            </p:cNvSpPr>
            <p:nvPr/>
          </p:nvSpPr>
          <p:spPr bwMode="auto">
            <a:xfrm flipV="1">
              <a:off x="764" y="2372"/>
              <a:ext cx="1012" cy="36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23" name="Line 58">
              <a:extLst>
                <a:ext uri="{FF2B5EF4-FFF2-40B4-BE49-F238E27FC236}">
                  <a16:creationId xmlns:a16="http://schemas.microsoft.com/office/drawing/2014/main" id="{DA26C89A-FA42-3B44-9A97-520D8B5FC099}"/>
                </a:ext>
              </a:extLst>
            </p:cNvPr>
            <p:cNvSpPr>
              <a:spLocks noChangeShapeType="1"/>
            </p:cNvSpPr>
            <p:nvPr/>
          </p:nvSpPr>
          <p:spPr bwMode="auto">
            <a:xfrm flipH="1">
              <a:off x="1612" y="2392"/>
              <a:ext cx="180" cy="20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24" name="Line 59">
              <a:extLst>
                <a:ext uri="{FF2B5EF4-FFF2-40B4-BE49-F238E27FC236}">
                  <a16:creationId xmlns:a16="http://schemas.microsoft.com/office/drawing/2014/main" id="{BC5EF881-972C-5440-8C9B-31ABCD4381FE}"/>
                </a:ext>
              </a:extLst>
            </p:cNvPr>
            <p:cNvSpPr>
              <a:spLocks noChangeShapeType="1"/>
            </p:cNvSpPr>
            <p:nvPr/>
          </p:nvSpPr>
          <p:spPr bwMode="auto">
            <a:xfrm>
              <a:off x="1856" y="2384"/>
              <a:ext cx="136" cy="1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25" name="Line 60">
              <a:extLst>
                <a:ext uri="{FF2B5EF4-FFF2-40B4-BE49-F238E27FC236}">
                  <a16:creationId xmlns:a16="http://schemas.microsoft.com/office/drawing/2014/main" id="{BBAC6BE3-209C-A646-89FD-4F4EA7D1D715}"/>
                </a:ext>
              </a:extLst>
            </p:cNvPr>
            <p:cNvSpPr>
              <a:spLocks noChangeShapeType="1"/>
            </p:cNvSpPr>
            <p:nvPr/>
          </p:nvSpPr>
          <p:spPr bwMode="auto">
            <a:xfrm>
              <a:off x="1484" y="2880"/>
              <a:ext cx="0" cy="57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26" name="Line 61">
              <a:extLst>
                <a:ext uri="{FF2B5EF4-FFF2-40B4-BE49-F238E27FC236}">
                  <a16:creationId xmlns:a16="http://schemas.microsoft.com/office/drawing/2014/main" id="{2FE46BA2-3042-D140-B2E9-57B3044EBF5A}"/>
                </a:ext>
              </a:extLst>
            </p:cNvPr>
            <p:cNvSpPr>
              <a:spLocks noChangeShapeType="1"/>
            </p:cNvSpPr>
            <p:nvPr/>
          </p:nvSpPr>
          <p:spPr bwMode="auto">
            <a:xfrm>
              <a:off x="1524" y="2856"/>
              <a:ext cx="552" cy="4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27" name="Line 62">
              <a:extLst>
                <a:ext uri="{FF2B5EF4-FFF2-40B4-BE49-F238E27FC236}">
                  <a16:creationId xmlns:a16="http://schemas.microsoft.com/office/drawing/2014/main" id="{D58B2599-BFDB-6F4A-907B-7E8B8333408F}"/>
                </a:ext>
              </a:extLst>
            </p:cNvPr>
            <p:cNvSpPr>
              <a:spLocks noChangeShapeType="1"/>
            </p:cNvSpPr>
            <p:nvPr/>
          </p:nvSpPr>
          <p:spPr bwMode="auto">
            <a:xfrm flipH="1" flipV="1">
              <a:off x="2072" y="3020"/>
              <a:ext cx="28" cy="2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28" name="Line 63">
              <a:extLst>
                <a:ext uri="{FF2B5EF4-FFF2-40B4-BE49-F238E27FC236}">
                  <a16:creationId xmlns:a16="http://schemas.microsoft.com/office/drawing/2014/main" id="{1BFD774C-FD2E-ED46-815F-7FCBD6B11DED}"/>
                </a:ext>
              </a:extLst>
            </p:cNvPr>
            <p:cNvSpPr>
              <a:spLocks noChangeShapeType="1"/>
            </p:cNvSpPr>
            <p:nvPr/>
          </p:nvSpPr>
          <p:spPr bwMode="auto">
            <a:xfrm flipH="1" flipV="1">
              <a:off x="2028" y="2640"/>
              <a:ext cx="24"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29" name="Line 64">
              <a:extLst>
                <a:ext uri="{FF2B5EF4-FFF2-40B4-BE49-F238E27FC236}">
                  <a16:creationId xmlns:a16="http://schemas.microsoft.com/office/drawing/2014/main" id="{34034D01-0D2A-FC4E-9AB4-8109B5092BA4}"/>
                </a:ext>
              </a:extLst>
            </p:cNvPr>
            <p:cNvSpPr>
              <a:spLocks noChangeShapeType="1"/>
            </p:cNvSpPr>
            <p:nvPr/>
          </p:nvSpPr>
          <p:spPr bwMode="auto">
            <a:xfrm flipV="1">
              <a:off x="2056" y="2460"/>
              <a:ext cx="636" cy="11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30" name="Line 65">
              <a:extLst>
                <a:ext uri="{FF2B5EF4-FFF2-40B4-BE49-F238E27FC236}">
                  <a16:creationId xmlns:a16="http://schemas.microsoft.com/office/drawing/2014/main" id="{9D4841AA-3B87-3B49-B88F-6DA800383BF3}"/>
                </a:ext>
              </a:extLst>
            </p:cNvPr>
            <p:cNvSpPr>
              <a:spLocks noChangeShapeType="1"/>
            </p:cNvSpPr>
            <p:nvPr/>
          </p:nvSpPr>
          <p:spPr bwMode="auto">
            <a:xfrm flipV="1">
              <a:off x="2024" y="1772"/>
              <a:ext cx="176" cy="77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31" name="Line 66">
              <a:extLst>
                <a:ext uri="{FF2B5EF4-FFF2-40B4-BE49-F238E27FC236}">
                  <a16:creationId xmlns:a16="http://schemas.microsoft.com/office/drawing/2014/main" id="{75CEA28B-50B2-9A4B-AA78-2C1E02F6711F}"/>
                </a:ext>
              </a:extLst>
            </p:cNvPr>
            <p:cNvSpPr>
              <a:spLocks noChangeShapeType="1"/>
            </p:cNvSpPr>
            <p:nvPr/>
          </p:nvSpPr>
          <p:spPr bwMode="auto">
            <a:xfrm flipV="1">
              <a:off x="2800" y="2916"/>
              <a:ext cx="148" cy="3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32" name="Line 67">
              <a:extLst>
                <a:ext uri="{FF2B5EF4-FFF2-40B4-BE49-F238E27FC236}">
                  <a16:creationId xmlns:a16="http://schemas.microsoft.com/office/drawing/2014/main" id="{2ACF897C-AAF7-5F45-811B-DE24107F78CC}"/>
                </a:ext>
              </a:extLst>
            </p:cNvPr>
            <p:cNvSpPr>
              <a:spLocks noChangeShapeType="1"/>
            </p:cNvSpPr>
            <p:nvPr/>
          </p:nvSpPr>
          <p:spPr bwMode="auto">
            <a:xfrm>
              <a:off x="2824" y="3328"/>
              <a:ext cx="292" cy="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33" name="Line 68">
              <a:extLst>
                <a:ext uri="{FF2B5EF4-FFF2-40B4-BE49-F238E27FC236}">
                  <a16:creationId xmlns:a16="http://schemas.microsoft.com/office/drawing/2014/main" id="{B6694597-4CFE-F141-A397-79E2EFD645BB}"/>
                </a:ext>
              </a:extLst>
            </p:cNvPr>
            <p:cNvSpPr>
              <a:spLocks noChangeShapeType="1"/>
            </p:cNvSpPr>
            <p:nvPr/>
          </p:nvSpPr>
          <p:spPr bwMode="auto">
            <a:xfrm flipH="1" flipV="1">
              <a:off x="2688" y="1776"/>
              <a:ext cx="48" cy="6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34" name="Line 69">
              <a:extLst>
                <a:ext uri="{FF2B5EF4-FFF2-40B4-BE49-F238E27FC236}">
                  <a16:creationId xmlns:a16="http://schemas.microsoft.com/office/drawing/2014/main" id="{8AD84A00-3B72-DA44-BDE1-A2ED0F238996}"/>
                </a:ext>
              </a:extLst>
            </p:cNvPr>
            <p:cNvSpPr>
              <a:spLocks noChangeShapeType="1"/>
            </p:cNvSpPr>
            <p:nvPr/>
          </p:nvSpPr>
          <p:spPr bwMode="auto">
            <a:xfrm flipV="1">
              <a:off x="2784" y="2232"/>
              <a:ext cx="440" cy="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35" name="Line 70">
              <a:extLst>
                <a:ext uri="{FF2B5EF4-FFF2-40B4-BE49-F238E27FC236}">
                  <a16:creationId xmlns:a16="http://schemas.microsoft.com/office/drawing/2014/main" id="{767AA9E9-DF3C-C447-8955-F22A385FF2C4}"/>
                </a:ext>
              </a:extLst>
            </p:cNvPr>
            <p:cNvSpPr>
              <a:spLocks noChangeShapeType="1"/>
            </p:cNvSpPr>
            <p:nvPr/>
          </p:nvSpPr>
          <p:spPr bwMode="auto">
            <a:xfrm flipH="1" flipV="1">
              <a:off x="1204" y="1488"/>
              <a:ext cx="40" cy="6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36" name="Line 71">
              <a:extLst>
                <a:ext uri="{FF2B5EF4-FFF2-40B4-BE49-F238E27FC236}">
                  <a16:creationId xmlns:a16="http://schemas.microsoft.com/office/drawing/2014/main" id="{EE078B24-4924-414B-8706-27806AFE1677}"/>
                </a:ext>
              </a:extLst>
            </p:cNvPr>
            <p:cNvSpPr>
              <a:spLocks noChangeShapeType="1"/>
            </p:cNvSpPr>
            <p:nvPr/>
          </p:nvSpPr>
          <p:spPr bwMode="auto">
            <a:xfrm flipH="1">
              <a:off x="1284" y="1816"/>
              <a:ext cx="320" cy="3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37" name="Line 72">
              <a:extLst>
                <a:ext uri="{FF2B5EF4-FFF2-40B4-BE49-F238E27FC236}">
                  <a16:creationId xmlns:a16="http://schemas.microsoft.com/office/drawing/2014/main" id="{95A862A3-FE1A-B647-96FD-E9304C07EB5E}"/>
                </a:ext>
              </a:extLst>
            </p:cNvPr>
            <p:cNvSpPr>
              <a:spLocks noChangeShapeType="1"/>
            </p:cNvSpPr>
            <p:nvPr/>
          </p:nvSpPr>
          <p:spPr bwMode="auto">
            <a:xfrm>
              <a:off x="1648" y="1820"/>
              <a:ext cx="164" cy="4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38" name="Line 73">
              <a:extLst>
                <a:ext uri="{FF2B5EF4-FFF2-40B4-BE49-F238E27FC236}">
                  <a16:creationId xmlns:a16="http://schemas.microsoft.com/office/drawing/2014/main" id="{3351DD1D-C73C-6E4B-B5C2-8122AC53BE83}"/>
                </a:ext>
              </a:extLst>
            </p:cNvPr>
            <p:cNvSpPr>
              <a:spLocks noChangeShapeType="1"/>
            </p:cNvSpPr>
            <p:nvPr/>
          </p:nvSpPr>
          <p:spPr bwMode="auto">
            <a:xfrm flipV="1">
              <a:off x="1676" y="1732"/>
              <a:ext cx="480" cy="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39" name="Line 74">
              <a:extLst>
                <a:ext uri="{FF2B5EF4-FFF2-40B4-BE49-F238E27FC236}">
                  <a16:creationId xmlns:a16="http://schemas.microsoft.com/office/drawing/2014/main" id="{1EC25573-A390-6443-8770-E7D27E75AE15}"/>
                </a:ext>
              </a:extLst>
            </p:cNvPr>
            <p:cNvSpPr>
              <a:spLocks noChangeShapeType="1"/>
            </p:cNvSpPr>
            <p:nvPr/>
          </p:nvSpPr>
          <p:spPr bwMode="auto">
            <a:xfrm flipV="1">
              <a:off x="3784" y="1012"/>
              <a:ext cx="492" cy="1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40" name="Line 75">
              <a:extLst>
                <a:ext uri="{FF2B5EF4-FFF2-40B4-BE49-F238E27FC236}">
                  <a16:creationId xmlns:a16="http://schemas.microsoft.com/office/drawing/2014/main" id="{445FB6D8-20C6-C345-A104-B2530F715907}"/>
                </a:ext>
              </a:extLst>
            </p:cNvPr>
            <p:cNvSpPr>
              <a:spLocks noChangeShapeType="1"/>
            </p:cNvSpPr>
            <p:nvPr/>
          </p:nvSpPr>
          <p:spPr bwMode="auto">
            <a:xfrm flipV="1">
              <a:off x="3760" y="712"/>
              <a:ext cx="244" cy="3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41" name="Line 76">
              <a:extLst>
                <a:ext uri="{FF2B5EF4-FFF2-40B4-BE49-F238E27FC236}">
                  <a16:creationId xmlns:a16="http://schemas.microsoft.com/office/drawing/2014/main" id="{109A0391-B8E4-6A4C-AFA9-E4496230C03F}"/>
                </a:ext>
              </a:extLst>
            </p:cNvPr>
            <p:cNvSpPr>
              <a:spLocks noChangeShapeType="1"/>
            </p:cNvSpPr>
            <p:nvPr/>
          </p:nvSpPr>
          <p:spPr bwMode="auto">
            <a:xfrm flipH="1">
              <a:off x="3552" y="676"/>
              <a:ext cx="432" cy="1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42" name="Line 77">
              <a:extLst>
                <a:ext uri="{FF2B5EF4-FFF2-40B4-BE49-F238E27FC236}">
                  <a16:creationId xmlns:a16="http://schemas.microsoft.com/office/drawing/2014/main" id="{89D7BD83-3EFD-504B-ABA6-6607131146C4}"/>
                </a:ext>
              </a:extLst>
            </p:cNvPr>
            <p:cNvSpPr>
              <a:spLocks noChangeShapeType="1"/>
            </p:cNvSpPr>
            <p:nvPr/>
          </p:nvSpPr>
          <p:spPr bwMode="auto">
            <a:xfrm flipH="1" flipV="1">
              <a:off x="2440" y="352"/>
              <a:ext cx="1548" cy="2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43" name="Line 78">
              <a:extLst>
                <a:ext uri="{FF2B5EF4-FFF2-40B4-BE49-F238E27FC236}">
                  <a16:creationId xmlns:a16="http://schemas.microsoft.com/office/drawing/2014/main" id="{FD94ED6C-3BF2-444E-87A5-E2EED2528BA2}"/>
                </a:ext>
              </a:extLst>
            </p:cNvPr>
            <p:cNvSpPr>
              <a:spLocks noChangeShapeType="1"/>
            </p:cNvSpPr>
            <p:nvPr/>
          </p:nvSpPr>
          <p:spPr bwMode="auto">
            <a:xfrm flipV="1">
              <a:off x="4076" y="636"/>
              <a:ext cx="240" cy="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44" name="Line 79">
              <a:extLst>
                <a:ext uri="{FF2B5EF4-FFF2-40B4-BE49-F238E27FC236}">
                  <a16:creationId xmlns:a16="http://schemas.microsoft.com/office/drawing/2014/main" id="{5DE7F974-A116-9642-9DF1-46FDCA8468BC}"/>
                </a:ext>
              </a:extLst>
            </p:cNvPr>
            <p:cNvSpPr>
              <a:spLocks noChangeShapeType="1"/>
            </p:cNvSpPr>
            <p:nvPr/>
          </p:nvSpPr>
          <p:spPr bwMode="auto">
            <a:xfrm>
              <a:off x="4408" y="648"/>
              <a:ext cx="400" cy="2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45" name="Line 80">
              <a:extLst>
                <a:ext uri="{FF2B5EF4-FFF2-40B4-BE49-F238E27FC236}">
                  <a16:creationId xmlns:a16="http://schemas.microsoft.com/office/drawing/2014/main" id="{04044D71-E1A1-B642-A51C-CCA6713B358C}"/>
                </a:ext>
              </a:extLst>
            </p:cNvPr>
            <p:cNvSpPr>
              <a:spLocks noChangeShapeType="1"/>
            </p:cNvSpPr>
            <p:nvPr/>
          </p:nvSpPr>
          <p:spPr bwMode="auto">
            <a:xfrm flipV="1">
              <a:off x="2204" y="128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46" name="Line 81">
              <a:extLst>
                <a:ext uri="{FF2B5EF4-FFF2-40B4-BE49-F238E27FC236}">
                  <a16:creationId xmlns:a16="http://schemas.microsoft.com/office/drawing/2014/main" id="{044E4E66-234D-DE4C-B38B-AC98A4499AEA}"/>
                </a:ext>
              </a:extLst>
            </p:cNvPr>
            <p:cNvSpPr>
              <a:spLocks noChangeShapeType="1"/>
            </p:cNvSpPr>
            <p:nvPr/>
          </p:nvSpPr>
          <p:spPr bwMode="auto">
            <a:xfrm>
              <a:off x="2256" y="1252"/>
              <a:ext cx="432" cy="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47" name="Line 82">
              <a:extLst>
                <a:ext uri="{FF2B5EF4-FFF2-40B4-BE49-F238E27FC236}">
                  <a16:creationId xmlns:a16="http://schemas.microsoft.com/office/drawing/2014/main" id="{8E6E5156-CFBD-4E4E-9872-EE45F0B3B66A}"/>
                </a:ext>
              </a:extLst>
            </p:cNvPr>
            <p:cNvSpPr>
              <a:spLocks noChangeShapeType="1"/>
            </p:cNvSpPr>
            <p:nvPr/>
          </p:nvSpPr>
          <p:spPr bwMode="auto">
            <a:xfrm flipV="1">
              <a:off x="2220" y="948"/>
              <a:ext cx="148" cy="2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48" name="Line 83">
              <a:extLst>
                <a:ext uri="{FF2B5EF4-FFF2-40B4-BE49-F238E27FC236}">
                  <a16:creationId xmlns:a16="http://schemas.microsoft.com/office/drawing/2014/main" id="{6F890F1F-45E7-F544-89AB-86994AF1C4F0}"/>
                </a:ext>
              </a:extLst>
            </p:cNvPr>
            <p:cNvSpPr>
              <a:spLocks noChangeShapeType="1"/>
            </p:cNvSpPr>
            <p:nvPr/>
          </p:nvSpPr>
          <p:spPr bwMode="auto">
            <a:xfrm flipV="1">
              <a:off x="2388" y="384"/>
              <a:ext cx="12" cy="48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49" name="Line 84">
              <a:extLst>
                <a:ext uri="{FF2B5EF4-FFF2-40B4-BE49-F238E27FC236}">
                  <a16:creationId xmlns:a16="http://schemas.microsoft.com/office/drawing/2014/main" id="{C16D233A-406D-5B46-AF30-24CEE2B134D0}"/>
                </a:ext>
              </a:extLst>
            </p:cNvPr>
            <p:cNvSpPr>
              <a:spLocks noChangeShapeType="1"/>
            </p:cNvSpPr>
            <p:nvPr/>
          </p:nvSpPr>
          <p:spPr bwMode="auto">
            <a:xfrm>
              <a:off x="2424" y="376"/>
              <a:ext cx="380" cy="3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50" name="Line 85">
              <a:extLst>
                <a:ext uri="{FF2B5EF4-FFF2-40B4-BE49-F238E27FC236}">
                  <a16:creationId xmlns:a16="http://schemas.microsoft.com/office/drawing/2014/main" id="{F2812859-49AC-5742-A494-D21DA343CCD4}"/>
                </a:ext>
              </a:extLst>
            </p:cNvPr>
            <p:cNvSpPr>
              <a:spLocks noChangeShapeType="1"/>
            </p:cNvSpPr>
            <p:nvPr/>
          </p:nvSpPr>
          <p:spPr bwMode="auto">
            <a:xfrm>
              <a:off x="2416" y="384"/>
              <a:ext cx="308" cy="8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51" name="Line 86">
              <a:extLst>
                <a:ext uri="{FF2B5EF4-FFF2-40B4-BE49-F238E27FC236}">
                  <a16:creationId xmlns:a16="http://schemas.microsoft.com/office/drawing/2014/main" id="{7BF5C62E-C510-B247-ACEF-5BCD8171A3C4}"/>
                </a:ext>
              </a:extLst>
            </p:cNvPr>
            <p:cNvSpPr>
              <a:spLocks noChangeShapeType="1"/>
            </p:cNvSpPr>
            <p:nvPr/>
          </p:nvSpPr>
          <p:spPr bwMode="auto">
            <a:xfrm flipV="1">
              <a:off x="2772" y="952"/>
              <a:ext cx="364" cy="3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52" name="Line 87">
              <a:extLst>
                <a:ext uri="{FF2B5EF4-FFF2-40B4-BE49-F238E27FC236}">
                  <a16:creationId xmlns:a16="http://schemas.microsoft.com/office/drawing/2014/main" id="{A0EBD026-DC38-D540-8CCF-9E7C11FBBA09}"/>
                </a:ext>
              </a:extLst>
            </p:cNvPr>
            <p:cNvSpPr>
              <a:spLocks noChangeShapeType="1"/>
            </p:cNvSpPr>
            <p:nvPr/>
          </p:nvSpPr>
          <p:spPr bwMode="auto">
            <a:xfrm flipH="1" flipV="1">
              <a:off x="2448" y="912"/>
              <a:ext cx="672" cy="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53" name="Line 88">
              <a:extLst>
                <a:ext uri="{FF2B5EF4-FFF2-40B4-BE49-F238E27FC236}">
                  <a16:creationId xmlns:a16="http://schemas.microsoft.com/office/drawing/2014/main" id="{4DBC6F03-E377-8343-A623-C652EFFDCD37}"/>
                </a:ext>
              </a:extLst>
            </p:cNvPr>
            <p:cNvSpPr>
              <a:spLocks noChangeShapeType="1"/>
            </p:cNvSpPr>
            <p:nvPr/>
          </p:nvSpPr>
          <p:spPr bwMode="auto">
            <a:xfrm>
              <a:off x="2876" y="784"/>
              <a:ext cx="252" cy="10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54" name="Line 89">
              <a:extLst>
                <a:ext uri="{FF2B5EF4-FFF2-40B4-BE49-F238E27FC236}">
                  <a16:creationId xmlns:a16="http://schemas.microsoft.com/office/drawing/2014/main" id="{70FF0608-00F3-3C4F-B864-C052E23268FC}"/>
                </a:ext>
              </a:extLst>
            </p:cNvPr>
            <p:cNvSpPr>
              <a:spLocks noChangeShapeType="1"/>
            </p:cNvSpPr>
            <p:nvPr/>
          </p:nvSpPr>
          <p:spPr bwMode="auto">
            <a:xfrm>
              <a:off x="2872" y="752"/>
              <a:ext cx="584" cy="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55" name="Line 90">
              <a:extLst>
                <a:ext uri="{FF2B5EF4-FFF2-40B4-BE49-F238E27FC236}">
                  <a16:creationId xmlns:a16="http://schemas.microsoft.com/office/drawing/2014/main" id="{83ED5DA3-2681-0D4A-897D-3F443670A86B}"/>
                </a:ext>
              </a:extLst>
            </p:cNvPr>
            <p:cNvSpPr>
              <a:spLocks noChangeShapeType="1"/>
            </p:cNvSpPr>
            <p:nvPr/>
          </p:nvSpPr>
          <p:spPr bwMode="auto">
            <a:xfrm flipV="1">
              <a:off x="3396" y="1184"/>
              <a:ext cx="308" cy="3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56" name="Line 91">
              <a:extLst>
                <a:ext uri="{FF2B5EF4-FFF2-40B4-BE49-F238E27FC236}">
                  <a16:creationId xmlns:a16="http://schemas.microsoft.com/office/drawing/2014/main" id="{ECDC453B-44EC-C244-BE96-104D041A7D66}"/>
                </a:ext>
              </a:extLst>
            </p:cNvPr>
            <p:cNvSpPr>
              <a:spLocks noChangeShapeType="1"/>
            </p:cNvSpPr>
            <p:nvPr/>
          </p:nvSpPr>
          <p:spPr bwMode="auto">
            <a:xfrm>
              <a:off x="4360" y="1036"/>
              <a:ext cx="348" cy="18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57" name="Line 92">
              <a:extLst>
                <a:ext uri="{FF2B5EF4-FFF2-40B4-BE49-F238E27FC236}">
                  <a16:creationId xmlns:a16="http://schemas.microsoft.com/office/drawing/2014/main" id="{37858AEE-0716-7E4E-BFBB-5A7FEEF6C822}"/>
                </a:ext>
              </a:extLst>
            </p:cNvPr>
            <p:cNvSpPr>
              <a:spLocks noChangeShapeType="1"/>
            </p:cNvSpPr>
            <p:nvPr/>
          </p:nvSpPr>
          <p:spPr bwMode="auto">
            <a:xfrm flipH="1">
              <a:off x="4312" y="664"/>
              <a:ext cx="60" cy="30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58" name="Line 93">
              <a:extLst>
                <a:ext uri="{FF2B5EF4-FFF2-40B4-BE49-F238E27FC236}">
                  <a16:creationId xmlns:a16="http://schemas.microsoft.com/office/drawing/2014/main" id="{8DB989F7-F6D4-4A4D-BF4D-014A52ACD509}"/>
                </a:ext>
              </a:extLst>
            </p:cNvPr>
            <p:cNvSpPr>
              <a:spLocks noChangeShapeType="1"/>
            </p:cNvSpPr>
            <p:nvPr/>
          </p:nvSpPr>
          <p:spPr bwMode="auto">
            <a:xfrm flipV="1">
              <a:off x="4060" y="1048"/>
              <a:ext cx="244" cy="3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59" name="Line 94">
              <a:extLst>
                <a:ext uri="{FF2B5EF4-FFF2-40B4-BE49-F238E27FC236}">
                  <a16:creationId xmlns:a16="http://schemas.microsoft.com/office/drawing/2014/main" id="{C112BF21-942D-2441-91C6-9E1FE9935D33}"/>
                </a:ext>
              </a:extLst>
            </p:cNvPr>
            <p:cNvSpPr>
              <a:spLocks noChangeShapeType="1"/>
            </p:cNvSpPr>
            <p:nvPr/>
          </p:nvSpPr>
          <p:spPr bwMode="auto">
            <a:xfrm flipH="1">
              <a:off x="2716" y="864"/>
              <a:ext cx="780" cy="8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60" name="Line 95">
              <a:extLst>
                <a:ext uri="{FF2B5EF4-FFF2-40B4-BE49-F238E27FC236}">
                  <a16:creationId xmlns:a16="http://schemas.microsoft.com/office/drawing/2014/main" id="{2E0CEF73-329E-274C-9BD9-2BBDE35C29D8}"/>
                </a:ext>
              </a:extLst>
            </p:cNvPr>
            <p:cNvSpPr>
              <a:spLocks noChangeShapeType="1"/>
            </p:cNvSpPr>
            <p:nvPr/>
          </p:nvSpPr>
          <p:spPr bwMode="auto">
            <a:xfrm flipH="1">
              <a:off x="3364" y="860"/>
              <a:ext cx="144" cy="6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61" name="Line 96">
              <a:extLst>
                <a:ext uri="{FF2B5EF4-FFF2-40B4-BE49-F238E27FC236}">
                  <a16:creationId xmlns:a16="http://schemas.microsoft.com/office/drawing/2014/main" id="{33FBAD7F-C6D2-8048-A238-E397EE0A7A24}"/>
                </a:ext>
              </a:extLst>
            </p:cNvPr>
            <p:cNvSpPr>
              <a:spLocks noChangeShapeType="1"/>
            </p:cNvSpPr>
            <p:nvPr/>
          </p:nvSpPr>
          <p:spPr bwMode="auto">
            <a:xfrm flipH="1">
              <a:off x="3272" y="1584"/>
              <a:ext cx="72" cy="5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62" name="Line 97">
              <a:extLst>
                <a:ext uri="{FF2B5EF4-FFF2-40B4-BE49-F238E27FC236}">
                  <a16:creationId xmlns:a16="http://schemas.microsoft.com/office/drawing/2014/main" id="{A4BF3E0A-2836-5049-9A5C-369E8BF1A82C}"/>
                </a:ext>
              </a:extLst>
            </p:cNvPr>
            <p:cNvSpPr>
              <a:spLocks noChangeShapeType="1"/>
            </p:cNvSpPr>
            <p:nvPr/>
          </p:nvSpPr>
          <p:spPr bwMode="auto">
            <a:xfrm>
              <a:off x="3396" y="1568"/>
              <a:ext cx="360" cy="596"/>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63" name="Line 98">
              <a:extLst>
                <a:ext uri="{FF2B5EF4-FFF2-40B4-BE49-F238E27FC236}">
                  <a16:creationId xmlns:a16="http://schemas.microsoft.com/office/drawing/2014/main" id="{9EF94049-24CD-4F45-B6D7-3E57213F208F}"/>
                </a:ext>
              </a:extLst>
            </p:cNvPr>
            <p:cNvSpPr>
              <a:spLocks noChangeShapeType="1"/>
            </p:cNvSpPr>
            <p:nvPr/>
          </p:nvSpPr>
          <p:spPr bwMode="auto">
            <a:xfrm>
              <a:off x="3408" y="1536"/>
              <a:ext cx="196" cy="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64" name="Line 99">
              <a:extLst>
                <a:ext uri="{FF2B5EF4-FFF2-40B4-BE49-F238E27FC236}">
                  <a16:creationId xmlns:a16="http://schemas.microsoft.com/office/drawing/2014/main" id="{EEAD6F2E-D2C8-B642-9EDB-F76767CAB455}"/>
                </a:ext>
              </a:extLst>
            </p:cNvPr>
            <p:cNvSpPr>
              <a:spLocks noChangeShapeType="1"/>
            </p:cNvSpPr>
            <p:nvPr/>
          </p:nvSpPr>
          <p:spPr bwMode="auto">
            <a:xfrm flipH="1" flipV="1">
              <a:off x="3672" y="1624"/>
              <a:ext cx="628" cy="832"/>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65" name="Line 100">
              <a:extLst>
                <a:ext uri="{FF2B5EF4-FFF2-40B4-BE49-F238E27FC236}">
                  <a16:creationId xmlns:a16="http://schemas.microsoft.com/office/drawing/2014/main" id="{A8271A06-3848-4A40-AAFE-75B420B712AA}"/>
                </a:ext>
              </a:extLst>
            </p:cNvPr>
            <p:cNvSpPr>
              <a:spLocks noChangeShapeType="1"/>
            </p:cNvSpPr>
            <p:nvPr/>
          </p:nvSpPr>
          <p:spPr bwMode="auto">
            <a:xfrm flipH="1" flipV="1">
              <a:off x="4048" y="1532"/>
              <a:ext cx="276" cy="9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66" name="Line 101">
              <a:extLst>
                <a:ext uri="{FF2B5EF4-FFF2-40B4-BE49-F238E27FC236}">
                  <a16:creationId xmlns:a16="http://schemas.microsoft.com/office/drawing/2014/main" id="{14FBC86E-9F0D-6647-BBCA-1A55B32E96BA}"/>
                </a:ext>
              </a:extLst>
            </p:cNvPr>
            <p:cNvSpPr>
              <a:spLocks noChangeShapeType="1"/>
            </p:cNvSpPr>
            <p:nvPr/>
          </p:nvSpPr>
          <p:spPr bwMode="auto">
            <a:xfrm flipV="1">
              <a:off x="4356" y="2368"/>
              <a:ext cx="252" cy="10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67" name="Line 102">
              <a:extLst>
                <a:ext uri="{FF2B5EF4-FFF2-40B4-BE49-F238E27FC236}">
                  <a16:creationId xmlns:a16="http://schemas.microsoft.com/office/drawing/2014/main" id="{6753EC7C-0B18-384C-A6CD-17B3779ED24B}"/>
                </a:ext>
              </a:extLst>
            </p:cNvPr>
            <p:cNvSpPr>
              <a:spLocks noChangeShapeType="1"/>
            </p:cNvSpPr>
            <p:nvPr/>
          </p:nvSpPr>
          <p:spPr bwMode="auto">
            <a:xfrm flipV="1">
              <a:off x="4656" y="1300"/>
              <a:ext cx="96" cy="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68" name="Line 103">
              <a:extLst>
                <a:ext uri="{FF2B5EF4-FFF2-40B4-BE49-F238E27FC236}">
                  <a16:creationId xmlns:a16="http://schemas.microsoft.com/office/drawing/2014/main" id="{9D1BBC4C-FF97-7A44-B6F7-A4CE4E3DF1D4}"/>
                </a:ext>
              </a:extLst>
            </p:cNvPr>
            <p:cNvSpPr>
              <a:spLocks noChangeShapeType="1"/>
            </p:cNvSpPr>
            <p:nvPr/>
          </p:nvSpPr>
          <p:spPr bwMode="auto">
            <a:xfrm flipV="1">
              <a:off x="4692" y="2140"/>
              <a:ext cx="300" cy="1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69" name="Line 104">
              <a:extLst>
                <a:ext uri="{FF2B5EF4-FFF2-40B4-BE49-F238E27FC236}">
                  <a16:creationId xmlns:a16="http://schemas.microsoft.com/office/drawing/2014/main" id="{717B9941-A689-0840-952D-A37260F42905}"/>
                </a:ext>
              </a:extLst>
            </p:cNvPr>
            <p:cNvSpPr>
              <a:spLocks noChangeShapeType="1"/>
            </p:cNvSpPr>
            <p:nvPr/>
          </p:nvSpPr>
          <p:spPr bwMode="auto">
            <a:xfrm flipV="1">
              <a:off x="4680" y="1764"/>
              <a:ext cx="320" cy="5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70" name="Line 105">
              <a:extLst>
                <a:ext uri="{FF2B5EF4-FFF2-40B4-BE49-F238E27FC236}">
                  <a16:creationId xmlns:a16="http://schemas.microsoft.com/office/drawing/2014/main" id="{CA65C58B-8F8C-7D4D-B04E-2FEB2387D04D}"/>
                </a:ext>
              </a:extLst>
            </p:cNvPr>
            <p:cNvSpPr>
              <a:spLocks noChangeShapeType="1"/>
            </p:cNvSpPr>
            <p:nvPr/>
          </p:nvSpPr>
          <p:spPr bwMode="auto">
            <a:xfrm flipH="1" flipV="1">
              <a:off x="4864" y="960"/>
              <a:ext cx="168" cy="7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71" name="Line 106">
              <a:extLst>
                <a:ext uri="{FF2B5EF4-FFF2-40B4-BE49-F238E27FC236}">
                  <a16:creationId xmlns:a16="http://schemas.microsoft.com/office/drawing/2014/main" id="{49E6B51C-FB69-184D-BAEC-955063AED627}"/>
                </a:ext>
              </a:extLst>
            </p:cNvPr>
            <p:cNvSpPr>
              <a:spLocks noChangeShapeType="1"/>
            </p:cNvSpPr>
            <p:nvPr/>
          </p:nvSpPr>
          <p:spPr bwMode="auto">
            <a:xfrm flipH="1" flipV="1">
              <a:off x="4788" y="1288"/>
              <a:ext cx="208" cy="4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72" name="Line 107">
              <a:extLst>
                <a:ext uri="{FF2B5EF4-FFF2-40B4-BE49-F238E27FC236}">
                  <a16:creationId xmlns:a16="http://schemas.microsoft.com/office/drawing/2014/main" id="{41A9E13F-434C-F747-BB75-0C76D6435B52}"/>
                </a:ext>
              </a:extLst>
            </p:cNvPr>
            <p:cNvSpPr>
              <a:spLocks noChangeShapeType="1"/>
            </p:cNvSpPr>
            <p:nvPr/>
          </p:nvSpPr>
          <p:spPr bwMode="auto">
            <a:xfrm>
              <a:off x="3024" y="2888"/>
              <a:ext cx="528" cy="84"/>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73" name="Line 108">
              <a:extLst>
                <a:ext uri="{FF2B5EF4-FFF2-40B4-BE49-F238E27FC236}">
                  <a16:creationId xmlns:a16="http://schemas.microsoft.com/office/drawing/2014/main" id="{FABB4E47-4B1A-334F-9698-C84EC925F82E}"/>
                </a:ext>
              </a:extLst>
            </p:cNvPr>
            <p:cNvSpPr>
              <a:spLocks noChangeShapeType="1"/>
            </p:cNvSpPr>
            <p:nvPr/>
          </p:nvSpPr>
          <p:spPr bwMode="auto">
            <a:xfrm flipV="1">
              <a:off x="3212" y="3020"/>
              <a:ext cx="360" cy="36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74" name="Line 109">
              <a:extLst>
                <a:ext uri="{FF2B5EF4-FFF2-40B4-BE49-F238E27FC236}">
                  <a16:creationId xmlns:a16="http://schemas.microsoft.com/office/drawing/2014/main" id="{6EE2AD9C-192F-9D43-BBEE-1C62F5C63068}"/>
                </a:ext>
              </a:extLst>
            </p:cNvPr>
            <p:cNvSpPr>
              <a:spLocks noChangeShapeType="1"/>
            </p:cNvSpPr>
            <p:nvPr/>
          </p:nvSpPr>
          <p:spPr bwMode="auto">
            <a:xfrm>
              <a:off x="3620" y="3020"/>
              <a:ext cx="580" cy="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75" name="Line 110">
              <a:extLst>
                <a:ext uri="{FF2B5EF4-FFF2-40B4-BE49-F238E27FC236}">
                  <a16:creationId xmlns:a16="http://schemas.microsoft.com/office/drawing/2014/main" id="{C4F93B05-73AD-154E-B794-AB1B238CD687}"/>
                </a:ext>
              </a:extLst>
            </p:cNvPr>
            <p:cNvSpPr>
              <a:spLocks noChangeShapeType="1"/>
            </p:cNvSpPr>
            <p:nvPr/>
          </p:nvSpPr>
          <p:spPr bwMode="auto">
            <a:xfrm>
              <a:off x="3648" y="2972"/>
              <a:ext cx="1056" cy="1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76" name="Line 111">
              <a:extLst>
                <a:ext uri="{FF2B5EF4-FFF2-40B4-BE49-F238E27FC236}">
                  <a16:creationId xmlns:a16="http://schemas.microsoft.com/office/drawing/2014/main" id="{D5E9F319-5314-C74D-A35D-A060E20D3D86}"/>
                </a:ext>
              </a:extLst>
            </p:cNvPr>
            <p:cNvSpPr>
              <a:spLocks noChangeShapeType="1"/>
            </p:cNvSpPr>
            <p:nvPr/>
          </p:nvSpPr>
          <p:spPr bwMode="auto">
            <a:xfrm flipH="1" flipV="1">
              <a:off x="2808" y="3352"/>
              <a:ext cx="504" cy="4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77" name="Line 112">
              <a:extLst>
                <a:ext uri="{FF2B5EF4-FFF2-40B4-BE49-F238E27FC236}">
                  <a16:creationId xmlns:a16="http://schemas.microsoft.com/office/drawing/2014/main" id="{F8CE3CC8-108D-BA4F-9AD4-6FA6B2CEC2DA}"/>
                </a:ext>
              </a:extLst>
            </p:cNvPr>
            <p:cNvSpPr>
              <a:spLocks noChangeShapeType="1"/>
            </p:cNvSpPr>
            <p:nvPr/>
          </p:nvSpPr>
          <p:spPr bwMode="auto">
            <a:xfrm flipV="1">
              <a:off x="3368" y="3020"/>
              <a:ext cx="224" cy="7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78" name="Line 113">
              <a:extLst>
                <a:ext uri="{FF2B5EF4-FFF2-40B4-BE49-F238E27FC236}">
                  <a16:creationId xmlns:a16="http://schemas.microsoft.com/office/drawing/2014/main" id="{84059509-4507-6B4E-A4DF-AF0AFE180C24}"/>
                </a:ext>
              </a:extLst>
            </p:cNvPr>
            <p:cNvSpPr>
              <a:spLocks noChangeShapeType="1"/>
            </p:cNvSpPr>
            <p:nvPr/>
          </p:nvSpPr>
          <p:spPr bwMode="auto">
            <a:xfrm flipH="1">
              <a:off x="3408" y="3648"/>
              <a:ext cx="768"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79" name="Line 114">
              <a:extLst>
                <a:ext uri="{FF2B5EF4-FFF2-40B4-BE49-F238E27FC236}">
                  <a16:creationId xmlns:a16="http://schemas.microsoft.com/office/drawing/2014/main" id="{1253FA4C-28AB-CA4D-992A-34DD3EA4B274}"/>
                </a:ext>
              </a:extLst>
            </p:cNvPr>
            <p:cNvSpPr>
              <a:spLocks noChangeShapeType="1"/>
            </p:cNvSpPr>
            <p:nvPr/>
          </p:nvSpPr>
          <p:spPr bwMode="auto">
            <a:xfrm flipV="1">
              <a:off x="4260" y="3196"/>
              <a:ext cx="460" cy="424"/>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80" name="Oval 115">
              <a:extLst>
                <a:ext uri="{FF2B5EF4-FFF2-40B4-BE49-F238E27FC236}">
                  <a16:creationId xmlns:a16="http://schemas.microsoft.com/office/drawing/2014/main" id="{ACDA27D6-39CA-8B44-9D4D-4D295F86A8F8}"/>
                </a:ext>
              </a:extLst>
            </p:cNvPr>
            <p:cNvSpPr>
              <a:spLocks noChangeArrowheads="1"/>
            </p:cNvSpPr>
            <p:nvPr/>
          </p:nvSpPr>
          <p:spPr bwMode="auto">
            <a:xfrm>
              <a:off x="4848" y="278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81" name="Oval 116">
              <a:extLst>
                <a:ext uri="{FF2B5EF4-FFF2-40B4-BE49-F238E27FC236}">
                  <a16:creationId xmlns:a16="http://schemas.microsoft.com/office/drawing/2014/main" id="{3A69AC44-3C3A-ED4B-93A8-C514AA40CD9B}"/>
                </a:ext>
              </a:extLst>
            </p:cNvPr>
            <p:cNvSpPr>
              <a:spLocks noChangeArrowheads="1"/>
            </p:cNvSpPr>
            <p:nvPr/>
          </p:nvSpPr>
          <p:spPr bwMode="auto">
            <a:xfrm>
              <a:off x="5040" y="360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82" name="Line 117">
              <a:extLst>
                <a:ext uri="{FF2B5EF4-FFF2-40B4-BE49-F238E27FC236}">
                  <a16:creationId xmlns:a16="http://schemas.microsoft.com/office/drawing/2014/main" id="{176CA779-9006-B541-A63E-253A8752543E}"/>
                </a:ext>
              </a:extLst>
            </p:cNvPr>
            <p:cNvSpPr>
              <a:spLocks noChangeShapeType="1"/>
            </p:cNvSpPr>
            <p:nvPr/>
          </p:nvSpPr>
          <p:spPr bwMode="auto">
            <a:xfrm flipV="1">
              <a:off x="4772" y="2876"/>
              <a:ext cx="96" cy="248"/>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83" name="Line 118">
              <a:extLst>
                <a:ext uri="{FF2B5EF4-FFF2-40B4-BE49-F238E27FC236}">
                  <a16:creationId xmlns:a16="http://schemas.microsoft.com/office/drawing/2014/main" id="{CC8A0C7C-CA7F-2049-8900-567E49198F73}"/>
                </a:ext>
              </a:extLst>
            </p:cNvPr>
            <p:cNvSpPr>
              <a:spLocks noChangeShapeType="1"/>
            </p:cNvSpPr>
            <p:nvPr/>
          </p:nvSpPr>
          <p:spPr bwMode="auto">
            <a:xfrm>
              <a:off x="4784" y="3208"/>
              <a:ext cx="280" cy="3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84" name="Line 119">
              <a:extLst>
                <a:ext uri="{FF2B5EF4-FFF2-40B4-BE49-F238E27FC236}">
                  <a16:creationId xmlns:a16="http://schemas.microsoft.com/office/drawing/2014/main" id="{DF73CDB7-C5FF-0A4C-9EC2-A024B760A7ED}"/>
                </a:ext>
              </a:extLst>
            </p:cNvPr>
            <p:cNvSpPr>
              <a:spLocks noChangeShapeType="1"/>
            </p:cNvSpPr>
            <p:nvPr/>
          </p:nvSpPr>
          <p:spPr bwMode="auto">
            <a:xfrm>
              <a:off x="1148" y="768"/>
              <a:ext cx="48" cy="6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85" name="Line 120">
              <a:extLst>
                <a:ext uri="{FF2B5EF4-FFF2-40B4-BE49-F238E27FC236}">
                  <a16:creationId xmlns:a16="http://schemas.microsoft.com/office/drawing/2014/main" id="{F739E333-F403-3C46-B2E1-96959957E26A}"/>
                </a:ext>
              </a:extLst>
            </p:cNvPr>
            <p:cNvSpPr>
              <a:spLocks noChangeShapeType="1"/>
            </p:cNvSpPr>
            <p:nvPr/>
          </p:nvSpPr>
          <p:spPr bwMode="auto">
            <a:xfrm>
              <a:off x="628" y="1096"/>
              <a:ext cx="524" cy="3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86" name="Line 121">
              <a:extLst>
                <a:ext uri="{FF2B5EF4-FFF2-40B4-BE49-F238E27FC236}">
                  <a16:creationId xmlns:a16="http://schemas.microsoft.com/office/drawing/2014/main" id="{C99092E2-54D4-F544-B357-ED59324EEB14}"/>
                </a:ext>
              </a:extLst>
            </p:cNvPr>
            <p:cNvSpPr>
              <a:spLocks noChangeShapeType="1"/>
            </p:cNvSpPr>
            <p:nvPr/>
          </p:nvSpPr>
          <p:spPr bwMode="auto">
            <a:xfrm flipH="1">
              <a:off x="1236" y="992"/>
              <a:ext cx="500" cy="41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87" name="Line 122">
              <a:extLst>
                <a:ext uri="{FF2B5EF4-FFF2-40B4-BE49-F238E27FC236}">
                  <a16:creationId xmlns:a16="http://schemas.microsoft.com/office/drawing/2014/main" id="{F505789E-6C96-F744-B885-6F715643FE77}"/>
                </a:ext>
              </a:extLst>
            </p:cNvPr>
            <p:cNvSpPr>
              <a:spLocks noChangeShapeType="1"/>
            </p:cNvSpPr>
            <p:nvPr/>
          </p:nvSpPr>
          <p:spPr bwMode="auto">
            <a:xfrm flipH="1">
              <a:off x="1192" y="340"/>
              <a:ext cx="1160" cy="3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88" name="Line 123">
              <a:extLst>
                <a:ext uri="{FF2B5EF4-FFF2-40B4-BE49-F238E27FC236}">
                  <a16:creationId xmlns:a16="http://schemas.microsoft.com/office/drawing/2014/main" id="{22633F2D-2696-E14C-B0C2-187CBB81B386}"/>
                </a:ext>
              </a:extLst>
            </p:cNvPr>
            <p:cNvSpPr>
              <a:spLocks noChangeShapeType="1"/>
            </p:cNvSpPr>
            <p:nvPr/>
          </p:nvSpPr>
          <p:spPr bwMode="auto">
            <a:xfrm flipH="1">
              <a:off x="628" y="744"/>
              <a:ext cx="480" cy="2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89" name="Line 124">
              <a:extLst>
                <a:ext uri="{FF2B5EF4-FFF2-40B4-BE49-F238E27FC236}">
                  <a16:creationId xmlns:a16="http://schemas.microsoft.com/office/drawing/2014/main" id="{EFE07E50-46E4-A94A-828A-8207AD56BD5F}"/>
                </a:ext>
              </a:extLst>
            </p:cNvPr>
            <p:cNvSpPr>
              <a:spLocks noChangeShapeType="1"/>
            </p:cNvSpPr>
            <p:nvPr/>
          </p:nvSpPr>
          <p:spPr bwMode="auto">
            <a:xfrm flipV="1">
              <a:off x="644" y="960"/>
              <a:ext cx="1080" cy="1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90" name="Line 125">
              <a:extLst>
                <a:ext uri="{FF2B5EF4-FFF2-40B4-BE49-F238E27FC236}">
                  <a16:creationId xmlns:a16="http://schemas.microsoft.com/office/drawing/2014/main" id="{1114F309-5661-B345-9009-3E52026CBF93}"/>
                </a:ext>
              </a:extLst>
            </p:cNvPr>
            <p:cNvSpPr>
              <a:spLocks noChangeShapeType="1"/>
            </p:cNvSpPr>
            <p:nvPr/>
          </p:nvSpPr>
          <p:spPr bwMode="auto">
            <a:xfrm>
              <a:off x="600" y="1112"/>
              <a:ext cx="200" cy="9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91" name="Line 126">
              <a:extLst>
                <a:ext uri="{FF2B5EF4-FFF2-40B4-BE49-F238E27FC236}">
                  <a16:creationId xmlns:a16="http://schemas.microsoft.com/office/drawing/2014/main" id="{9AD4DC82-AD53-5E4B-A22F-86D1D2E387F4}"/>
                </a:ext>
              </a:extLst>
            </p:cNvPr>
            <p:cNvSpPr>
              <a:spLocks noChangeShapeType="1"/>
            </p:cNvSpPr>
            <p:nvPr/>
          </p:nvSpPr>
          <p:spPr bwMode="auto">
            <a:xfrm>
              <a:off x="1808" y="992"/>
              <a:ext cx="360" cy="2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92" name="Line 127">
              <a:extLst>
                <a:ext uri="{FF2B5EF4-FFF2-40B4-BE49-F238E27FC236}">
                  <a16:creationId xmlns:a16="http://schemas.microsoft.com/office/drawing/2014/main" id="{1719D908-0FC3-A240-8E3B-86A6B0840157}"/>
                </a:ext>
              </a:extLst>
            </p:cNvPr>
            <p:cNvSpPr>
              <a:spLocks noChangeShapeType="1"/>
            </p:cNvSpPr>
            <p:nvPr/>
          </p:nvSpPr>
          <p:spPr bwMode="auto">
            <a:xfrm>
              <a:off x="1244" y="1456"/>
              <a:ext cx="928" cy="2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93" name="Line 128">
              <a:extLst>
                <a:ext uri="{FF2B5EF4-FFF2-40B4-BE49-F238E27FC236}">
                  <a16:creationId xmlns:a16="http://schemas.microsoft.com/office/drawing/2014/main" id="{0E3960A1-ACC7-3943-8D34-BDA170B7FA87}"/>
                </a:ext>
              </a:extLst>
            </p:cNvPr>
            <p:cNvSpPr>
              <a:spLocks noChangeShapeType="1"/>
            </p:cNvSpPr>
            <p:nvPr/>
          </p:nvSpPr>
          <p:spPr bwMode="auto">
            <a:xfrm flipV="1">
              <a:off x="2252" y="1720"/>
              <a:ext cx="388"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94" name="Line 129">
              <a:extLst>
                <a:ext uri="{FF2B5EF4-FFF2-40B4-BE49-F238E27FC236}">
                  <a16:creationId xmlns:a16="http://schemas.microsoft.com/office/drawing/2014/main" id="{74698BB3-F6CF-4D49-ACBC-A1F533135E4A}"/>
                </a:ext>
              </a:extLst>
            </p:cNvPr>
            <p:cNvSpPr>
              <a:spLocks noChangeShapeType="1"/>
            </p:cNvSpPr>
            <p:nvPr/>
          </p:nvSpPr>
          <p:spPr bwMode="auto">
            <a:xfrm flipH="1">
              <a:off x="2048" y="1768"/>
              <a:ext cx="612" cy="7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95" name="Line 130">
              <a:extLst>
                <a:ext uri="{FF2B5EF4-FFF2-40B4-BE49-F238E27FC236}">
                  <a16:creationId xmlns:a16="http://schemas.microsoft.com/office/drawing/2014/main" id="{4540D10A-89BC-4A45-B10A-BF3B4A8D9A2A}"/>
                </a:ext>
              </a:extLst>
            </p:cNvPr>
            <p:cNvSpPr>
              <a:spLocks noChangeShapeType="1"/>
            </p:cNvSpPr>
            <p:nvPr/>
          </p:nvSpPr>
          <p:spPr bwMode="auto">
            <a:xfrm flipH="1">
              <a:off x="860" y="1744"/>
              <a:ext cx="1788" cy="35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96" name="Line 131">
              <a:extLst>
                <a:ext uri="{FF2B5EF4-FFF2-40B4-BE49-F238E27FC236}">
                  <a16:creationId xmlns:a16="http://schemas.microsoft.com/office/drawing/2014/main" id="{C3F2FAAB-1A38-2248-B0B2-057D10A899C5}"/>
                </a:ext>
              </a:extLst>
            </p:cNvPr>
            <p:cNvSpPr>
              <a:spLocks noChangeShapeType="1"/>
            </p:cNvSpPr>
            <p:nvPr/>
          </p:nvSpPr>
          <p:spPr bwMode="auto">
            <a:xfrm>
              <a:off x="2764" y="1336"/>
              <a:ext cx="468" cy="8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97" name="Line 132">
              <a:extLst>
                <a:ext uri="{FF2B5EF4-FFF2-40B4-BE49-F238E27FC236}">
                  <a16:creationId xmlns:a16="http://schemas.microsoft.com/office/drawing/2014/main" id="{6C633E39-4B99-064D-BF6F-785D8E0FCA3D}"/>
                </a:ext>
              </a:extLst>
            </p:cNvPr>
            <p:cNvSpPr>
              <a:spLocks noChangeShapeType="1"/>
            </p:cNvSpPr>
            <p:nvPr/>
          </p:nvSpPr>
          <p:spPr bwMode="auto">
            <a:xfrm>
              <a:off x="3304" y="2184"/>
              <a:ext cx="424" cy="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
        <p:nvSpPr>
          <p:cNvPr id="398" name="Text Box 133">
            <a:extLst>
              <a:ext uri="{FF2B5EF4-FFF2-40B4-BE49-F238E27FC236}">
                <a16:creationId xmlns:a16="http://schemas.microsoft.com/office/drawing/2014/main" id="{8FDE344C-A1DB-5540-9039-6CDE3E7291AC}"/>
              </a:ext>
            </a:extLst>
          </p:cNvPr>
          <p:cNvSpPr txBox="1">
            <a:spLocks noChangeArrowheads="1"/>
          </p:cNvSpPr>
          <p:nvPr/>
        </p:nvSpPr>
        <p:spPr bwMode="auto">
          <a:xfrm>
            <a:off x="6227763" y="2158008"/>
            <a:ext cx="34160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800" b="1">
                <a:solidFill>
                  <a:srgbClr val="FF0000"/>
                </a:solidFill>
                <a:latin typeface="Comic Sans MS" panose="030F0902030302020204" pitchFamily="66" charset="0"/>
              </a:rPr>
              <a:t>I</a:t>
            </a:r>
          </a:p>
        </p:txBody>
      </p:sp>
      <p:sp>
        <p:nvSpPr>
          <p:cNvPr id="399" name="Text Box 134">
            <a:extLst>
              <a:ext uri="{FF2B5EF4-FFF2-40B4-BE49-F238E27FC236}">
                <a16:creationId xmlns:a16="http://schemas.microsoft.com/office/drawing/2014/main" id="{78EE811D-8CA8-8742-B753-C125F21A358F}"/>
              </a:ext>
            </a:extLst>
          </p:cNvPr>
          <p:cNvSpPr txBox="1">
            <a:spLocks noChangeArrowheads="1"/>
          </p:cNvSpPr>
          <p:nvPr/>
        </p:nvSpPr>
        <p:spPr bwMode="auto">
          <a:xfrm>
            <a:off x="8599884" y="3789040"/>
            <a:ext cx="37488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800" b="1">
                <a:solidFill>
                  <a:srgbClr val="009900"/>
                </a:solidFill>
                <a:latin typeface="Comic Sans MS" panose="030F0902030302020204" pitchFamily="66" charset="0"/>
              </a:rPr>
              <a:t>G</a:t>
            </a:r>
          </a:p>
        </p:txBody>
      </p:sp>
    </p:spTree>
    <p:extLst>
      <p:ext uri="{BB962C8B-B14F-4D97-AF65-F5344CB8AC3E}">
        <p14:creationId xmlns:p14="http://schemas.microsoft.com/office/powerpoint/2010/main" val="3769574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6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 grpId="0"/>
      <p:bldP spid="39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4FDF4-9E10-724C-869A-DF378F189D7E}"/>
              </a:ext>
            </a:extLst>
          </p:cNvPr>
          <p:cNvSpPr>
            <a:spLocks noGrp="1"/>
          </p:cNvSpPr>
          <p:nvPr>
            <p:ph type="title"/>
          </p:nvPr>
        </p:nvSpPr>
        <p:spPr/>
        <p:txBody>
          <a:bodyPr/>
          <a:lstStyle/>
          <a:p>
            <a:r>
              <a:rPr lang="en-US"/>
              <a:t>Số các trạng thái trong bài đố ô số</a:t>
            </a:r>
          </a:p>
        </p:txBody>
      </p:sp>
      <p:sp>
        <p:nvSpPr>
          <p:cNvPr id="3" name="Content Placeholder 2">
            <a:extLst>
              <a:ext uri="{FF2B5EF4-FFF2-40B4-BE49-F238E27FC236}">
                <a16:creationId xmlns:a16="http://schemas.microsoft.com/office/drawing/2014/main" id="{84610D01-D4D9-3546-A2AC-0739682204E6}"/>
              </a:ext>
            </a:extLst>
          </p:cNvPr>
          <p:cNvSpPr>
            <a:spLocks noGrp="1"/>
          </p:cNvSpPr>
          <p:nvPr>
            <p:ph idx="1"/>
          </p:nvPr>
        </p:nvSpPr>
        <p:spPr/>
        <p:txBody>
          <a:bodyPr/>
          <a:lstStyle/>
          <a:p>
            <a:r>
              <a:rPr lang="en-US" sz="2800"/>
              <a:t>Với bài toán tổng quát (n</a:t>
            </a:r>
            <a:r>
              <a:rPr lang="en-US" sz="2800" baseline="30000"/>
              <a:t>2 </a:t>
            </a:r>
            <a:r>
              <a:rPr lang="en-US" sz="2800"/>
              <a:t>– 1) ô số, không gian trạng thái là bao nhiêu?</a:t>
            </a:r>
          </a:p>
          <a:p>
            <a:endParaRPr lang="en-US" sz="2800"/>
          </a:p>
          <a:p>
            <a:r>
              <a:rPr lang="en-US" altLang="en-US" sz="2800">
                <a:latin typeface="Calibri" panose="020F0502020204030204" pitchFamily="34" charset="0"/>
                <a:cs typeface="Calibri" panose="020F0502020204030204" pitchFamily="34" charset="0"/>
              </a:rPr>
              <a:t>8 ô số </a:t>
            </a:r>
            <a:r>
              <a:rPr lang="en-US" altLang="en-US" sz="2800">
                <a:latin typeface="Calibri" panose="020F0502020204030204" pitchFamily="34" charset="0"/>
                <a:cs typeface="Calibri" panose="020F0502020204030204" pitchFamily="34" charset="0"/>
                <a:sym typeface="Wingdings" pitchFamily="2" charset="2"/>
              </a:rPr>
              <a:t></a:t>
            </a:r>
            <a:r>
              <a:rPr lang="en-US" altLang="en-US" sz="2800">
                <a:latin typeface="Calibri" panose="020F0502020204030204" pitchFamily="34" charset="0"/>
                <a:cs typeface="Calibri" panose="020F0502020204030204" pitchFamily="34" charset="0"/>
              </a:rPr>
              <a:t> </a:t>
            </a:r>
            <a:r>
              <a:rPr lang="en-US" altLang="en-US" sz="2800">
                <a:solidFill>
                  <a:srgbClr val="FF0000"/>
                </a:solidFill>
                <a:latin typeface="Calibri" panose="020F0502020204030204" pitchFamily="34" charset="0"/>
                <a:cs typeface="Calibri" panose="020F0502020204030204" pitchFamily="34" charset="0"/>
              </a:rPr>
              <a:t>??</a:t>
            </a:r>
            <a:r>
              <a:rPr lang="en-US" altLang="en-US" sz="2800">
                <a:latin typeface="Calibri" panose="020F0502020204030204" pitchFamily="34" charset="0"/>
                <a:cs typeface="Calibri" panose="020F0502020204030204" pitchFamily="34" charset="0"/>
              </a:rPr>
              <a:t> trạng thái</a:t>
            </a:r>
          </a:p>
          <a:p>
            <a:endParaRPr lang="en-US" sz="2800"/>
          </a:p>
        </p:txBody>
      </p:sp>
      <p:sp>
        <p:nvSpPr>
          <p:cNvPr id="4" name="Slide Number Placeholder 3">
            <a:extLst>
              <a:ext uri="{FF2B5EF4-FFF2-40B4-BE49-F238E27FC236}">
                <a16:creationId xmlns:a16="http://schemas.microsoft.com/office/drawing/2014/main" id="{D103FFEC-BF2A-9C49-BD6C-67DD51D772CF}"/>
              </a:ext>
            </a:extLst>
          </p:cNvPr>
          <p:cNvSpPr>
            <a:spLocks noGrp="1"/>
          </p:cNvSpPr>
          <p:nvPr>
            <p:ph type="sldNum" sz="quarter" idx="12"/>
          </p:nvPr>
        </p:nvSpPr>
        <p:spPr/>
        <p:txBody>
          <a:bodyPr/>
          <a:lstStyle/>
          <a:p>
            <a:fld id="{DA8C51A7-BEEA-471D-933F-7E35BC04A30F}" type="slidenum">
              <a:rPr lang="en-US"/>
              <a:pPr/>
              <a:t>17</a:t>
            </a:fld>
            <a:endParaRPr lang="en-US"/>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D5187647-205E-1941-99EF-0B745C46AF94}"/>
                  </a:ext>
                </a:extLst>
              </p14:cNvPr>
              <p14:cNvContentPartPr/>
              <p14:nvPr/>
            </p14:nvContentPartPr>
            <p14:xfrm>
              <a:off x="915840" y="3641040"/>
              <a:ext cx="217080" cy="17280"/>
            </p14:xfrm>
          </p:contentPart>
        </mc:Choice>
        <mc:Fallback xmlns="">
          <p:pic>
            <p:nvPicPr>
              <p:cNvPr id="5" name="Ink 4">
                <a:extLst>
                  <a:ext uri="{FF2B5EF4-FFF2-40B4-BE49-F238E27FC236}">
                    <a16:creationId xmlns:a16="http://schemas.microsoft.com/office/drawing/2014/main" id="{D5187647-205E-1941-99EF-0B745C46AF94}"/>
                  </a:ext>
                </a:extLst>
              </p:cNvPr>
              <p:cNvPicPr/>
              <p:nvPr/>
            </p:nvPicPr>
            <p:blipFill>
              <a:blip r:embed="rId3"/>
              <a:stretch>
                <a:fillRect/>
              </a:stretch>
            </p:blipFill>
            <p:spPr>
              <a:xfrm>
                <a:off x="899640" y="3624840"/>
                <a:ext cx="249480" cy="49680"/>
              </a:xfrm>
              <a:prstGeom prst="rect">
                <a:avLst/>
              </a:prstGeom>
            </p:spPr>
          </p:pic>
        </mc:Fallback>
      </mc:AlternateContent>
    </p:spTree>
    <p:extLst>
      <p:ext uri="{BB962C8B-B14F-4D97-AF65-F5344CB8AC3E}">
        <p14:creationId xmlns:p14="http://schemas.microsoft.com/office/powerpoint/2010/main" val="27178658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4FDF4-9E10-724C-869A-DF378F189D7E}"/>
              </a:ext>
            </a:extLst>
          </p:cNvPr>
          <p:cNvSpPr>
            <a:spLocks noGrp="1"/>
          </p:cNvSpPr>
          <p:nvPr>
            <p:ph type="title"/>
          </p:nvPr>
        </p:nvSpPr>
        <p:spPr/>
        <p:txBody>
          <a:bodyPr/>
          <a:lstStyle/>
          <a:p>
            <a:r>
              <a:rPr lang="en-US"/>
              <a:t>Số các trạng thái trong bài đố ô số</a:t>
            </a:r>
          </a:p>
        </p:txBody>
      </p:sp>
      <p:sp>
        <p:nvSpPr>
          <p:cNvPr id="3" name="Content Placeholder 2">
            <a:extLst>
              <a:ext uri="{FF2B5EF4-FFF2-40B4-BE49-F238E27FC236}">
                <a16:creationId xmlns:a16="http://schemas.microsoft.com/office/drawing/2014/main" id="{84610D01-D4D9-3546-A2AC-0739682204E6}"/>
              </a:ext>
            </a:extLst>
          </p:cNvPr>
          <p:cNvSpPr>
            <a:spLocks noGrp="1"/>
          </p:cNvSpPr>
          <p:nvPr>
            <p:ph idx="1"/>
          </p:nvPr>
        </p:nvSpPr>
        <p:spPr/>
        <p:txBody>
          <a:bodyPr/>
          <a:lstStyle/>
          <a:p>
            <a:r>
              <a:rPr lang="en-US" sz="2800"/>
              <a:t>Với bài toán tổng quát (n</a:t>
            </a:r>
            <a:r>
              <a:rPr lang="en-US" sz="2800" baseline="30000"/>
              <a:t>2 </a:t>
            </a:r>
            <a:r>
              <a:rPr lang="en-US" sz="2800"/>
              <a:t>– 1) ô số, không gian trạng thái là bao nhiêu?</a:t>
            </a:r>
          </a:p>
          <a:p>
            <a:endParaRPr lang="en-US" sz="2800"/>
          </a:p>
          <a:p>
            <a:pPr eaLnBrk="1" hangingPunct="1">
              <a:spcBef>
                <a:spcPct val="0"/>
              </a:spcBef>
              <a:buClr>
                <a:srgbClr val="0033CC"/>
              </a:buClr>
              <a:buFont typeface="Wingdings" pitchFamily="2" charset="2"/>
              <a:buChar char="§"/>
            </a:pPr>
            <a:r>
              <a:rPr lang="en-US" altLang="en-US" sz="2800"/>
              <a:t>8-ô số </a:t>
            </a:r>
            <a:r>
              <a:rPr lang="en-US" altLang="en-US" sz="2800">
                <a:sym typeface="Wingdings" pitchFamily="2" charset="2"/>
              </a:rPr>
              <a:t></a:t>
            </a:r>
            <a:r>
              <a:rPr lang="en-US" altLang="en-US" sz="2800"/>
              <a:t> 9! = 362,880 trạng thái</a:t>
            </a:r>
          </a:p>
          <a:p>
            <a:pPr eaLnBrk="1" hangingPunct="1">
              <a:spcBef>
                <a:spcPct val="0"/>
              </a:spcBef>
              <a:buClr>
                <a:srgbClr val="0033CC"/>
              </a:buClr>
              <a:buFont typeface="Wingdings" pitchFamily="2" charset="2"/>
              <a:buChar char="§"/>
            </a:pPr>
            <a:r>
              <a:rPr lang="en-US" altLang="en-US" sz="2800"/>
              <a:t>15-ô số </a:t>
            </a:r>
            <a:r>
              <a:rPr lang="en-US" altLang="en-US" sz="2800">
                <a:sym typeface="Wingdings" pitchFamily="2" charset="2"/>
              </a:rPr>
              <a:t> 16! ~ 2.09 x 10</a:t>
            </a:r>
            <a:r>
              <a:rPr lang="en-US" altLang="en-US" sz="2800" baseline="30000">
                <a:sym typeface="Wingdings" pitchFamily="2" charset="2"/>
              </a:rPr>
              <a:t>13</a:t>
            </a:r>
            <a:r>
              <a:rPr lang="en-US" altLang="en-US" sz="2800"/>
              <a:t> trạng thái</a:t>
            </a:r>
          </a:p>
          <a:p>
            <a:pPr eaLnBrk="1" hangingPunct="1">
              <a:spcBef>
                <a:spcPct val="0"/>
              </a:spcBef>
              <a:buClr>
                <a:srgbClr val="0033CC"/>
              </a:buClr>
              <a:buFont typeface="Wingdings" pitchFamily="2" charset="2"/>
              <a:buChar char="§"/>
            </a:pPr>
            <a:r>
              <a:rPr lang="en-US" altLang="en-US" sz="2800"/>
              <a:t>24-ô số </a:t>
            </a:r>
            <a:r>
              <a:rPr lang="en-US" altLang="en-US" sz="2800">
                <a:sym typeface="Wingdings" pitchFamily="2" charset="2"/>
              </a:rPr>
              <a:t> 25! ~ </a:t>
            </a:r>
            <a:r>
              <a:rPr lang="en-US" altLang="en-US" sz="2800"/>
              <a:t>10</a:t>
            </a:r>
            <a:r>
              <a:rPr lang="en-US" altLang="en-US" sz="2800" baseline="30000"/>
              <a:t>25</a:t>
            </a:r>
            <a:r>
              <a:rPr lang="en-US" altLang="en-US" sz="2800"/>
              <a:t> trạng thái</a:t>
            </a:r>
          </a:p>
          <a:p>
            <a:pPr eaLnBrk="1" hangingPunct="1">
              <a:spcBef>
                <a:spcPct val="0"/>
              </a:spcBef>
              <a:buClr>
                <a:srgbClr val="0033CC"/>
              </a:buClr>
              <a:buFont typeface="Wingdings" pitchFamily="2" charset="2"/>
              <a:buChar char="§"/>
            </a:pPr>
            <a:endParaRPr lang="en-US" altLang="en-US" sz="2800">
              <a:latin typeface="Comic Sans MS" panose="030F0902030302020204" pitchFamily="66" charset="0"/>
            </a:endParaRPr>
          </a:p>
          <a:p>
            <a:pPr eaLnBrk="1" hangingPunct="1">
              <a:spcBef>
                <a:spcPct val="0"/>
              </a:spcBef>
              <a:buClr>
                <a:srgbClr val="0033CC"/>
              </a:buClr>
              <a:buFont typeface="Wingdings" pitchFamily="2" charset="2"/>
              <a:buNone/>
            </a:pPr>
            <a:r>
              <a:rPr lang="vi-VN">
                <a:solidFill>
                  <a:srgbClr val="FF0000"/>
                </a:solidFill>
              </a:rPr>
              <a:t>Chỉ một nửa trong số các trạng thái này có thể đến được từ bất kỳ trạng thái nào </a:t>
            </a:r>
            <a:r>
              <a:rPr lang="vi-VN">
                <a:solidFill>
                  <a:schemeClr val="tx1">
                    <a:lumMod val="65000"/>
                    <a:lumOff val="35000"/>
                  </a:schemeClr>
                </a:solidFill>
              </a:rPr>
              <a:t>(nhưng chúng ta sẽ không thể xác định được)</a:t>
            </a:r>
            <a:endParaRPr lang="en-US" altLang="en-US">
              <a:solidFill>
                <a:schemeClr val="tx1">
                  <a:lumMod val="65000"/>
                  <a:lumOff val="35000"/>
                </a:schemeClr>
              </a:solidFill>
            </a:endParaRPr>
          </a:p>
        </p:txBody>
      </p:sp>
      <p:sp>
        <p:nvSpPr>
          <p:cNvPr id="4" name="Slide Number Placeholder 3">
            <a:extLst>
              <a:ext uri="{FF2B5EF4-FFF2-40B4-BE49-F238E27FC236}">
                <a16:creationId xmlns:a16="http://schemas.microsoft.com/office/drawing/2014/main" id="{D103FFEC-BF2A-9C49-BD6C-67DD51D772CF}"/>
              </a:ext>
            </a:extLst>
          </p:cNvPr>
          <p:cNvSpPr>
            <a:spLocks noGrp="1"/>
          </p:cNvSpPr>
          <p:nvPr>
            <p:ph type="sldNum" sz="quarter" idx="12"/>
          </p:nvPr>
        </p:nvSpPr>
        <p:spPr/>
        <p:txBody>
          <a:bodyPr/>
          <a:lstStyle/>
          <a:p>
            <a:fld id="{DA8C51A7-BEEA-471D-933F-7E35BC04A30F}" type="slidenum">
              <a:rPr lang="en-US"/>
              <a:pPr/>
              <a:t>18</a:t>
            </a:fld>
            <a:endParaRPr lang="en-US"/>
          </a:p>
        </p:txBody>
      </p:sp>
    </p:spTree>
    <p:extLst>
      <p:ext uri="{BB962C8B-B14F-4D97-AF65-F5344CB8AC3E}">
        <p14:creationId xmlns:p14="http://schemas.microsoft.com/office/powerpoint/2010/main" val="24512412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0669B-9719-534E-808E-575BFD4D8B09}"/>
              </a:ext>
            </a:extLst>
          </p:cNvPr>
          <p:cNvSpPr>
            <a:spLocks noGrp="1"/>
          </p:cNvSpPr>
          <p:nvPr>
            <p:ph type="title"/>
          </p:nvPr>
        </p:nvSpPr>
        <p:spPr>
          <a:xfrm>
            <a:off x="751012" y="188641"/>
            <a:ext cx="8874125" cy="1277938"/>
          </a:xfrm>
        </p:spPr>
        <p:txBody>
          <a:bodyPr/>
          <a:lstStyle/>
          <a:p>
            <a:r>
              <a:rPr lang="en-US"/>
              <a:t>Nghịch đảo hoán vị</a:t>
            </a:r>
          </a:p>
        </p:txBody>
      </p:sp>
      <p:sp>
        <p:nvSpPr>
          <p:cNvPr id="3" name="Content Placeholder 2">
            <a:extLst>
              <a:ext uri="{FF2B5EF4-FFF2-40B4-BE49-F238E27FC236}">
                <a16:creationId xmlns:a16="http://schemas.microsoft.com/office/drawing/2014/main" id="{10FD58A1-B845-3641-92E9-A91AC77D8BB7}"/>
              </a:ext>
            </a:extLst>
          </p:cNvPr>
          <p:cNvSpPr>
            <a:spLocks noGrp="1"/>
          </p:cNvSpPr>
          <p:nvPr>
            <p:ph idx="1"/>
          </p:nvPr>
        </p:nvSpPr>
        <p:spPr>
          <a:xfrm>
            <a:off x="671785" y="1195901"/>
            <a:ext cx="8648179" cy="3097196"/>
          </a:xfrm>
        </p:spPr>
        <p:txBody>
          <a:bodyPr/>
          <a:lstStyle/>
          <a:p>
            <a:r>
              <a:rPr lang="en-US"/>
              <a:t>Mục tiêu của bài toán là</a:t>
            </a:r>
          </a:p>
          <a:p>
            <a:endParaRPr lang="en-US"/>
          </a:p>
          <a:p>
            <a:endParaRPr lang="en-US"/>
          </a:p>
          <a:p>
            <a:pPr marL="0" indent="0">
              <a:buNone/>
            </a:pPr>
            <a:endParaRPr lang="en-US"/>
          </a:p>
          <a:p>
            <a:r>
              <a:rPr lang="en-US"/>
              <a:t>Ô</a:t>
            </a:r>
            <a:r>
              <a:rPr lang="en-US">
                <a:solidFill>
                  <a:schemeClr val="accent6">
                    <a:lumMod val="75000"/>
                  </a:schemeClr>
                </a:solidFill>
              </a:rPr>
              <a:t> j</a:t>
            </a:r>
            <a:r>
              <a:rPr lang="en-US"/>
              <a:t> </a:t>
            </a:r>
            <a:r>
              <a:rPr lang="en-US">
                <a:solidFill>
                  <a:srgbClr val="FF0000"/>
                </a:solidFill>
              </a:rPr>
              <a:t>đứng sau </a:t>
            </a:r>
            <a:r>
              <a:rPr lang="en-US"/>
              <a:t>ô </a:t>
            </a:r>
            <a:r>
              <a:rPr lang="en-US">
                <a:solidFill>
                  <a:schemeClr val="accent6">
                    <a:lumMod val="75000"/>
                  </a:schemeClr>
                </a:solidFill>
              </a:rPr>
              <a:t>i</a:t>
            </a:r>
            <a:r>
              <a:rPr lang="en-US"/>
              <a:t> nếu ô</a:t>
            </a:r>
            <a:r>
              <a:rPr lang="en-US">
                <a:solidFill>
                  <a:schemeClr val="accent6">
                    <a:lumMod val="75000"/>
                  </a:schemeClr>
                </a:solidFill>
              </a:rPr>
              <a:t> j</a:t>
            </a:r>
            <a:r>
              <a:rPr lang="en-US"/>
              <a:t> đứng </a:t>
            </a:r>
            <a:r>
              <a:rPr lang="en-US">
                <a:solidFill>
                  <a:srgbClr val="FF0000"/>
                </a:solidFill>
              </a:rPr>
              <a:t>cùng dòng về bên phải</a:t>
            </a:r>
            <a:r>
              <a:rPr lang="en-US"/>
              <a:t> hoặc </a:t>
            </a:r>
            <a:r>
              <a:rPr lang="en-US">
                <a:solidFill>
                  <a:srgbClr val="FF0000"/>
                </a:solidFill>
              </a:rPr>
              <a:t>nằm ở dòng dưới của ô</a:t>
            </a:r>
            <a:r>
              <a:rPr lang="en-US">
                <a:solidFill>
                  <a:schemeClr val="accent6">
                    <a:lumMod val="75000"/>
                  </a:schemeClr>
                </a:solidFill>
              </a:rPr>
              <a:t> i</a:t>
            </a:r>
            <a:r>
              <a:rPr lang="en-US">
                <a:solidFill>
                  <a:srgbClr val="FF0000"/>
                </a:solidFill>
              </a:rPr>
              <a:t>.</a:t>
            </a:r>
          </a:p>
          <a:p>
            <a:r>
              <a:rPr lang="en-US"/>
              <a:t>Với mỗi giá trị i = 1,2, ..., 15, đặt n</a:t>
            </a:r>
            <a:r>
              <a:rPr lang="en-US" baseline="-25000"/>
              <a:t>i </a:t>
            </a:r>
            <a:r>
              <a:rPr lang="en-US"/>
              <a:t>là số các ô j &lt; i xuất hiện sau ô i. (nghịch đảo hoán vị)</a:t>
            </a:r>
          </a:p>
          <a:p>
            <a:pPr lvl="4"/>
            <a:endParaRPr lang="en-US" altLang="en-US" sz="1600">
              <a:latin typeface="Comic Sans MS" panose="030F0902030302020204" pitchFamily="66" charset="0"/>
            </a:endParaRPr>
          </a:p>
          <a:p>
            <a:endParaRPr lang="en-US"/>
          </a:p>
        </p:txBody>
      </p:sp>
      <p:sp>
        <p:nvSpPr>
          <p:cNvPr id="4" name="Slide Number Placeholder 3">
            <a:extLst>
              <a:ext uri="{FF2B5EF4-FFF2-40B4-BE49-F238E27FC236}">
                <a16:creationId xmlns:a16="http://schemas.microsoft.com/office/drawing/2014/main" id="{2F5691AA-F968-F442-8666-122B13F79649}"/>
              </a:ext>
            </a:extLst>
          </p:cNvPr>
          <p:cNvSpPr>
            <a:spLocks noGrp="1"/>
          </p:cNvSpPr>
          <p:nvPr>
            <p:ph type="sldNum" sz="quarter" idx="12"/>
          </p:nvPr>
        </p:nvSpPr>
        <p:spPr/>
        <p:txBody>
          <a:bodyPr/>
          <a:lstStyle/>
          <a:p>
            <a:fld id="{DA8C51A7-BEEA-471D-933F-7E35BC04A30F}" type="slidenum">
              <a:rPr lang="en-US"/>
              <a:pPr/>
              <a:t>19</a:t>
            </a:fld>
            <a:endParaRPr lang="en-US"/>
          </a:p>
        </p:txBody>
      </p:sp>
      <p:grpSp>
        <p:nvGrpSpPr>
          <p:cNvPr id="5" name="Group 4">
            <a:extLst>
              <a:ext uri="{FF2B5EF4-FFF2-40B4-BE49-F238E27FC236}">
                <a16:creationId xmlns:a16="http://schemas.microsoft.com/office/drawing/2014/main" id="{98ECB20F-2C57-AA40-9707-1BE2616286A7}"/>
              </a:ext>
            </a:extLst>
          </p:cNvPr>
          <p:cNvGrpSpPr>
            <a:grpSpLocks/>
          </p:cNvGrpSpPr>
          <p:nvPr/>
        </p:nvGrpSpPr>
        <p:grpSpPr bwMode="auto">
          <a:xfrm>
            <a:off x="4433983" y="1244721"/>
            <a:ext cx="1524000" cy="1524000"/>
            <a:chOff x="1440" y="1296"/>
            <a:chExt cx="1920" cy="1920"/>
          </a:xfrm>
        </p:grpSpPr>
        <p:sp>
          <p:nvSpPr>
            <p:cNvPr id="6" name="Rectangle 5">
              <a:extLst>
                <a:ext uri="{FF2B5EF4-FFF2-40B4-BE49-F238E27FC236}">
                  <a16:creationId xmlns:a16="http://schemas.microsoft.com/office/drawing/2014/main" id="{B1717F1B-B518-4A49-8C79-7C5616A1E39E}"/>
                </a:ext>
              </a:extLst>
            </p:cNvPr>
            <p:cNvSpPr>
              <a:spLocks noChangeArrowheads="1"/>
            </p:cNvSpPr>
            <p:nvPr/>
          </p:nvSpPr>
          <p:spPr bwMode="auto">
            <a:xfrm>
              <a:off x="1440" y="1296"/>
              <a:ext cx="1920" cy="192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7" name="Rectangle 6">
              <a:extLst>
                <a:ext uri="{FF2B5EF4-FFF2-40B4-BE49-F238E27FC236}">
                  <a16:creationId xmlns:a16="http://schemas.microsoft.com/office/drawing/2014/main" id="{CBF636B8-AA2C-BC46-A8C8-4F6BCC330BAC}"/>
                </a:ext>
              </a:extLst>
            </p:cNvPr>
            <p:cNvSpPr>
              <a:spLocks noChangeArrowheads="1"/>
            </p:cNvSpPr>
            <p:nvPr/>
          </p:nvSpPr>
          <p:spPr bwMode="auto">
            <a:xfrm>
              <a:off x="2880" y="225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12</a:t>
              </a:r>
            </a:p>
          </p:txBody>
        </p:sp>
        <p:sp>
          <p:nvSpPr>
            <p:cNvPr id="8" name="Rectangle 7">
              <a:extLst>
                <a:ext uri="{FF2B5EF4-FFF2-40B4-BE49-F238E27FC236}">
                  <a16:creationId xmlns:a16="http://schemas.microsoft.com/office/drawing/2014/main" id="{6C1C9019-C149-0447-8337-B0291C3B66E0}"/>
                </a:ext>
              </a:extLst>
            </p:cNvPr>
            <p:cNvSpPr>
              <a:spLocks noChangeArrowheads="1"/>
            </p:cNvSpPr>
            <p:nvPr/>
          </p:nvSpPr>
          <p:spPr bwMode="auto">
            <a:xfrm>
              <a:off x="2400" y="273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15</a:t>
              </a:r>
            </a:p>
          </p:txBody>
        </p:sp>
        <p:sp>
          <p:nvSpPr>
            <p:cNvPr id="9" name="Rectangle 8">
              <a:extLst>
                <a:ext uri="{FF2B5EF4-FFF2-40B4-BE49-F238E27FC236}">
                  <a16:creationId xmlns:a16="http://schemas.microsoft.com/office/drawing/2014/main" id="{385329B8-8DD5-F84D-99B2-BB44EA24BB76}"/>
                </a:ext>
              </a:extLst>
            </p:cNvPr>
            <p:cNvSpPr>
              <a:spLocks noChangeArrowheads="1"/>
            </p:cNvSpPr>
            <p:nvPr/>
          </p:nvSpPr>
          <p:spPr bwMode="auto">
            <a:xfrm>
              <a:off x="2400" y="225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11</a:t>
              </a:r>
            </a:p>
          </p:txBody>
        </p:sp>
        <p:sp>
          <p:nvSpPr>
            <p:cNvPr id="10" name="Rectangle 9">
              <a:extLst>
                <a:ext uri="{FF2B5EF4-FFF2-40B4-BE49-F238E27FC236}">
                  <a16:creationId xmlns:a16="http://schemas.microsoft.com/office/drawing/2014/main" id="{B7FCFD0D-939A-7F4D-ADE8-A06598297013}"/>
                </a:ext>
              </a:extLst>
            </p:cNvPr>
            <p:cNvSpPr>
              <a:spLocks noChangeArrowheads="1"/>
            </p:cNvSpPr>
            <p:nvPr/>
          </p:nvSpPr>
          <p:spPr bwMode="auto">
            <a:xfrm>
              <a:off x="1920" y="273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14</a:t>
              </a:r>
            </a:p>
          </p:txBody>
        </p:sp>
        <p:sp>
          <p:nvSpPr>
            <p:cNvPr id="11" name="Rectangle 10">
              <a:extLst>
                <a:ext uri="{FF2B5EF4-FFF2-40B4-BE49-F238E27FC236}">
                  <a16:creationId xmlns:a16="http://schemas.microsoft.com/office/drawing/2014/main" id="{B0C03C8C-F814-B444-8778-822FED88312D}"/>
                </a:ext>
              </a:extLst>
            </p:cNvPr>
            <p:cNvSpPr>
              <a:spLocks noChangeArrowheads="1"/>
            </p:cNvSpPr>
            <p:nvPr/>
          </p:nvSpPr>
          <p:spPr bwMode="auto">
            <a:xfrm>
              <a:off x="1920" y="225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10</a:t>
              </a:r>
            </a:p>
          </p:txBody>
        </p:sp>
        <p:sp>
          <p:nvSpPr>
            <p:cNvPr id="12" name="Rectangle 11">
              <a:extLst>
                <a:ext uri="{FF2B5EF4-FFF2-40B4-BE49-F238E27FC236}">
                  <a16:creationId xmlns:a16="http://schemas.microsoft.com/office/drawing/2014/main" id="{372CD46E-186C-864F-AA1A-F5F08071E549}"/>
                </a:ext>
              </a:extLst>
            </p:cNvPr>
            <p:cNvSpPr>
              <a:spLocks noChangeArrowheads="1"/>
            </p:cNvSpPr>
            <p:nvPr/>
          </p:nvSpPr>
          <p:spPr bwMode="auto">
            <a:xfrm>
              <a:off x="1440" y="273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13</a:t>
              </a:r>
            </a:p>
          </p:txBody>
        </p:sp>
        <p:sp>
          <p:nvSpPr>
            <p:cNvPr id="13" name="Rectangle 12">
              <a:extLst>
                <a:ext uri="{FF2B5EF4-FFF2-40B4-BE49-F238E27FC236}">
                  <a16:creationId xmlns:a16="http://schemas.microsoft.com/office/drawing/2014/main" id="{66972E10-FFC3-3F49-9662-FF59CF1DA915}"/>
                </a:ext>
              </a:extLst>
            </p:cNvPr>
            <p:cNvSpPr>
              <a:spLocks noChangeArrowheads="1"/>
            </p:cNvSpPr>
            <p:nvPr/>
          </p:nvSpPr>
          <p:spPr bwMode="auto">
            <a:xfrm>
              <a:off x="1440" y="225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9</a:t>
              </a:r>
            </a:p>
          </p:txBody>
        </p:sp>
        <p:sp>
          <p:nvSpPr>
            <p:cNvPr id="14" name="Rectangle 13">
              <a:extLst>
                <a:ext uri="{FF2B5EF4-FFF2-40B4-BE49-F238E27FC236}">
                  <a16:creationId xmlns:a16="http://schemas.microsoft.com/office/drawing/2014/main" id="{74D13911-3225-124F-8DA9-D55DD6C6032C}"/>
                </a:ext>
              </a:extLst>
            </p:cNvPr>
            <p:cNvSpPr>
              <a:spLocks noChangeArrowheads="1"/>
            </p:cNvSpPr>
            <p:nvPr/>
          </p:nvSpPr>
          <p:spPr bwMode="auto">
            <a:xfrm>
              <a:off x="1440" y="177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5</a:t>
              </a:r>
            </a:p>
          </p:txBody>
        </p:sp>
        <p:sp>
          <p:nvSpPr>
            <p:cNvPr id="15" name="Rectangle 14">
              <a:extLst>
                <a:ext uri="{FF2B5EF4-FFF2-40B4-BE49-F238E27FC236}">
                  <a16:creationId xmlns:a16="http://schemas.microsoft.com/office/drawing/2014/main" id="{066D2DA7-6F14-3B4A-8BC4-6E6A4C102081}"/>
                </a:ext>
              </a:extLst>
            </p:cNvPr>
            <p:cNvSpPr>
              <a:spLocks noChangeArrowheads="1"/>
            </p:cNvSpPr>
            <p:nvPr/>
          </p:nvSpPr>
          <p:spPr bwMode="auto">
            <a:xfrm>
              <a:off x="1920" y="177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6</a:t>
              </a:r>
            </a:p>
          </p:txBody>
        </p:sp>
        <p:sp>
          <p:nvSpPr>
            <p:cNvPr id="16" name="Rectangle 15">
              <a:extLst>
                <a:ext uri="{FF2B5EF4-FFF2-40B4-BE49-F238E27FC236}">
                  <a16:creationId xmlns:a16="http://schemas.microsoft.com/office/drawing/2014/main" id="{6E13DB14-2608-AA49-8B5F-A94E9FFF019B}"/>
                </a:ext>
              </a:extLst>
            </p:cNvPr>
            <p:cNvSpPr>
              <a:spLocks noChangeArrowheads="1"/>
            </p:cNvSpPr>
            <p:nvPr/>
          </p:nvSpPr>
          <p:spPr bwMode="auto">
            <a:xfrm>
              <a:off x="2400" y="177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7</a:t>
              </a:r>
            </a:p>
          </p:txBody>
        </p:sp>
        <p:sp>
          <p:nvSpPr>
            <p:cNvPr id="17" name="Rectangle 16">
              <a:extLst>
                <a:ext uri="{FF2B5EF4-FFF2-40B4-BE49-F238E27FC236}">
                  <a16:creationId xmlns:a16="http://schemas.microsoft.com/office/drawing/2014/main" id="{AFFF44E7-9D78-C34F-A622-F6FF40C57104}"/>
                </a:ext>
              </a:extLst>
            </p:cNvPr>
            <p:cNvSpPr>
              <a:spLocks noChangeArrowheads="1"/>
            </p:cNvSpPr>
            <p:nvPr/>
          </p:nvSpPr>
          <p:spPr bwMode="auto">
            <a:xfrm>
              <a:off x="2880" y="177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8</a:t>
              </a:r>
            </a:p>
          </p:txBody>
        </p:sp>
        <p:sp>
          <p:nvSpPr>
            <p:cNvPr id="18" name="Rectangle 17">
              <a:extLst>
                <a:ext uri="{FF2B5EF4-FFF2-40B4-BE49-F238E27FC236}">
                  <a16:creationId xmlns:a16="http://schemas.microsoft.com/office/drawing/2014/main" id="{55F12D22-0D0C-7E48-9B85-05D99204A679}"/>
                </a:ext>
              </a:extLst>
            </p:cNvPr>
            <p:cNvSpPr>
              <a:spLocks noChangeArrowheads="1"/>
            </p:cNvSpPr>
            <p:nvPr/>
          </p:nvSpPr>
          <p:spPr bwMode="auto">
            <a:xfrm>
              <a:off x="2880" y="129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4</a:t>
              </a:r>
            </a:p>
          </p:txBody>
        </p:sp>
        <p:sp>
          <p:nvSpPr>
            <p:cNvPr id="19" name="Rectangle 18">
              <a:extLst>
                <a:ext uri="{FF2B5EF4-FFF2-40B4-BE49-F238E27FC236}">
                  <a16:creationId xmlns:a16="http://schemas.microsoft.com/office/drawing/2014/main" id="{EEB16913-1ECF-8D46-AEA5-A33AEBACBB43}"/>
                </a:ext>
              </a:extLst>
            </p:cNvPr>
            <p:cNvSpPr>
              <a:spLocks noChangeArrowheads="1"/>
            </p:cNvSpPr>
            <p:nvPr/>
          </p:nvSpPr>
          <p:spPr bwMode="auto">
            <a:xfrm>
              <a:off x="2400" y="129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3</a:t>
              </a:r>
            </a:p>
          </p:txBody>
        </p:sp>
        <p:sp>
          <p:nvSpPr>
            <p:cNvPr id="20" name="Rectangle 19">
              <a:extLst>
                <a:ext uri="{FF2B5EF4-FFF2-40B4-BE49-F238E27FC236}">
                  <a16:creationId xmlns:a16="http://schemas.microsoft.com/office/drawing/2014/main" id="{1E0CD9DE-748A-DD49-B5D2-92422C1CAA8B}"/>
                </a:ext>
              </a:extLst>
            </p:cNvPr>
            <p:cNvSpPr>
              <a:spLocks noChangeArrowheads="1"/>
            </p:cNvSpPr>
            <p:nvPr/>
          </p:nvSpPr>
          <p:spPr bwMode="auto">
            <a:xfrm>
              <a:off x="1920" y="129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2</a:t>
              </a:r>
            </a:p>
          </p:txBody>
        </p:sp>
        <p:sp>
          <p:nvSpPr>
            <p:cNvPr id="21" name="Rectangle 20">
              <a:extLst>
                <a:ext uri="{FF2B5EF4-FFF2-40B4-BE49-F238E27FC236}">
                  <a16:creationId xmlns:a16="http://schemas.microsoft.com/office/drawing/2014/main" id="{92019388-7613-5748-B50B-3E970CC89D17}"/>
                </a:ext>
              </a:extLst>
            </p:cNvPr>
            <p:cNvSpPr>
              <a:spLocks noChangeArrowheads="1"/>
            </p:cNvSpPr>
            <p:nvPr/>
          </p:nvSpPr>
          <p:spPr bwMode="auto">
            <a:xfrm>
              <a:off x="1440" y="129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1</a:t>
              </a:r>
            </a:p>
          </p:txBody>
        </p:sp>
      </p:grpSp>
      <p:grpSp>
        <p:nvGrpSpPr>
          <p:cNvPr id="22" name="Group 21">
            <a:extLst>
              <a:ext uri="{FF2B5EF4-FFF2-40B4-BE49-F238E27FC236}">
                <a16:creationId xmlns:a16="http://schemas.microsoft.com/office/drawing/2014/main" id="{FE20FEEC-6F61-A443-8F98-E0C4BD040F63}"/>
              </a:ext>
            </a:extLst>
          </p:cNvPr>
          <p:cNvGrpSpPr>
            <a:grpSpLocks/>
          </p:cNvGrpSpPr>
          <p:nvPr/>
        </p:nvGrpSpPr>
        <p:grpSpPr bwMode="auto">
          <a:xfrm>
            <a:off x="953827" y="4452240"/>
            <a:ext cx="1828800" cy="1752600"/>
            <a:chOff x="1440" y="1296"/>
            <a:chExt cx="1920" cy="1920"/>
          </a:xfrm>
        </p:grpSpPr>
        <p:sp>
          <p:nvSpPr>
            <p:cNvPr id="23" name="Rectangle 22">
              <a:extLst>
                <a:ext uri="{FF2B5EF4-FFF2-40B4-BE49-F238E27FC236}">
                  <a16:creationId xmlns:a16="http://schemas.microsoft.com/office/drawing/2014/main" id="{485ECB6E-4A8B-5F47-882C-BF317950F620}"/>
                </a:ext>
              </a:extLst>
            </p:cNvPr>
            <p:cNvSpPr>
              <a:spLocks noChangeArrowheads="1"/>
            </p:cNvSpPr>
            <p:nvPr/>
          </p:nvSpPr>
          <p:spPr bwMode="auto">
            <a:xfrm>
              <a:off x="1440" y="1296"/>
              <a:ext cx="1920" cy="192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4" name="Rectangle 23">
              <a:extLst>
                <a:ext uri="{FF2B5EF4-FFF2-40B4-BE49-F238E27FC236}">
                  <a16:creationId xmlns:a16="http://schemas.microsoft.com/office/drawing/2014/main" id="{FBB9342E-28FB-7B40-AF7E-B8B075D59112}"/>
                </a:ext>
              </a:extLst>
            </p:cNvPr>
            <p:cNvSpPr>
              <a:spLocks noChangeArrowheads="1"/>
            </p:cNvSpPr>
            <p:nvPr/>
          </p:nvSpPr>
          <p:spPr bwMode="auto">
            <a:xfrm>
              <a:off x="2880" y="225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12</a:t>
              </a:r>
            </a:p>
          </p:txBody>
        </p:sp>
        <p:sp>
          <p:nvSpPr>
            <p:cNvPr id="25" name="Rectangle 24">
              <a:extLst>
                <a:ext uri="{FF2B5EF4-FFF2-40B4-BE49-F238E27FC236}">
                  <a16:creationId xmlns:a16="http://schemas.microsoft.com/office/drawing/2014/main" id="{E2C1D3BF-8902-CD40-AFA6-A0DEA787138C}"/>
                </a:ext>
              </a:extLst>
            </p:cNvPr>
            <p:cNvSpPr>
              <a:spLocks noChangeArrowheads="1"/>
            </p:cNvSpPr>
            <p:nvPr/>
          </p:nvSpPr>
          <p:spPr bwMode="auto">
            <a:xfrm>
              <a:off x="2400" y="273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15</a:t>
              </a:r>
            </a:p>
          </p:txBody>
        </p:sp>
        <p:sp>
          <p:nvSpPr>
            <p:cNvPr id="26" name="Rectangle 25">
              <a:extLst>
                <a:ext uri="{FF2B5EF4-FFF2-40B4-BE49-F238E27FC236}">
                  <a16:creationId xmlns:a16="http://schemas.microsoft.com/office/drawing/2014/main" id="{11B7F2AF-52A5-B546-968E-D15D9FA9E029}"/>
                </a:ext>
              </a:extLst>
            </p:cNvPr>
            <p:cNvSpPr>
              <a:spLocks noChangeArrowheads="1"/>
            </p:cNvSpPr>
            <p:nvPr/>
          </p:nvSpPr>
          <p:spPr bwMode="auto">
            <a:xfrm>
              <a:off x="2400" y="225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11</a:t>
              </a:r>
            </a:p>
          </p:txBody>
        </p:sp>
        <p:sp>
          <p:nvSpPr>
            <p:cNvPr id="27" name="Rectangle 26">
              <a:extLst>
                <a:ext uri="{FF2B5EF4-FFF2-40B4-BE49-F238E27FC236}">
                  <a16:creationId xmlns:a16="http://schemas.microsoft.com/office/drawing/2014/main" id="{317D34B0-85B3-3B41-9DB0-CC134A2A12C2}"/>
                </a:ext>
              </a:extLst>
            </p:cNvPr>
            <p:cNvSpPr>
              <a:spLocks noChangeArrowheads="1"/>
            </p:cNvSpPr>
            <p:nvPr/>
          </p:nvSpPr>
          <p:spPr bwMode="auto">
            <a:xfrm>
              <a:off x="1920" y="273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14</a:t>
              </a:r>
            </a:p>
          </p:txBody>
        </p:sp>
        <p:sp>
          <p:nvSpPr>
            <p:cNvPr id="28" name="Rectangle 27">
              <a:extLst>
                <a:ext uri="{FF2B5EF4-FFF2-40B4-BE49-F238E27FC236}">
                  <a16:creationId xmlns:a16="http://schemas.microsoft.com/office/drawing/2014/main" id="{0681897E-9210-8E49-9003-A7EBA6B71F4A}"/>
                </a:ext>
              </a:extLst>
            </p:cNvPr>
            <p:cNvSpPr>
              <a:spLocks noChangeArrowheads="1"/>
            </p:cNvSpPr>
            <p:nvPr/>
          </p:nvSpPr>
          <p:spPr bwMode="auto">
            <a:xfrm>
              <a:off x="1920" y="225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solidFill>
                    <a:srgbClr val="FF0000"/>
                  </a:solidFill>
                  <a:latin typeface="Comic Sans MS" panose="030F0902030302020204" pitchFamily="66" charset="0"/>
                </a:rPr>
                <a:t>6</a:t>
              </a:r>
            </a:p>
          </p:txBody>
        </p:sp>
        <p:sp>
          <p:nvSpPr>
            <p:cNvPr id="29" name="Rectangle 28">
              <a:extLst>
                <a:ext uri="{FF2B5EF4-FFF2-40B4-BE49-F238E27FC236}">
                  <a16:creationId xmlns:a16="http://schemas.microsoft.com/office/drawing/2014/main" id="{5F1A3810-715F-954D-9EB4-A827D5D3C348}"/>
                </a:ext>
              </a:extLst>
            </p:cNvPr>
            <p:cNvSpPr>
              <a:spLocks noChangeArrowheads="1"/>
            </p:cNvSpPr>
            <p:nvPr/>
          </p:nvSpPr>
          <p:spPr bwMode="auto">
            <a:xfrm>
              <a:off x="1440" y="273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13</a:t>
              </a:r>
            </a:p>
          </p:txBody>
        </p:sp>
        <p:sp>
          <p:nvSpPr>
            <p:cNvPr id="30" name="Rectangle 29">
              <a:extLst>
                <a:ext uri="{FF2B5EF4-FFF2-40B4-BE49-F238E27FC236}">
                  <a16:creationId xmlns:a16="http://schemas.microsoft.com/office/drawing/2014/main" id="{1BE03203-85D5-DF4C-8D0E-986E74A2261F}"/>
                </a:ext>
              </a:extLst>
            </p:cNvPr>
            <p:cNvSpPr>
              <a:spLocks noChangeArrowheads="1"/>
            </p:cNvSpPr>
            <p:nvPr/>
          </p:nvSpPr>
          <p:spPr bwMode="auto">
            <a:xfrm>
              <a:off x="1440" y="225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9</a:t>
              </a:r>
            </a:p>
          </p:txBody>
        </p:sp>
        <p:sp>
          <p:nvSpPr>
            <p:cNvPr id="31" name="Rectangle 30">
              <a:extLst>
                <a:ext uri="{FF2B5EF4-FFF2-40B4-BE49-F238E27FC236}">
                  <a16:creationId xmlns:a16="http://schemas.microsoft.com/office/drawing/2014/main" id="{1F469631-BE5A-2040-A2A7-7A7A883861BF}"/>
                </a:ext>
              </a:extLst>
            </p:cNvPr>
            <p:cNvSpPr>
              <a:spLocks noChangeArrowheads="1"/>
            </p:cNvSpPr>
            <p:nvPr/>
          </p:nvSpPr>
          <p:spPr bwMode="auto">
            <a:xfrm>
              <a:off x="1440" y="177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5</a:t>
              </a:r>
            </a:p>
          </p:txBody>
        </p:sp>
        <p:sp>
          <p:nvSpPr>
            <p:cNvPr id="32" name="Rectangle 31">
              <a:extLst>
                <a:ext uri="{FF2B5EF4-FFF2-40B4-BE49-F238E27FC236}">
                  <a16:creationId xmlns:a16="http://schemas.microsoft.com/office/drawing/2014/main" id="{9BE25389-9FC2-3F42-9298-F547F4503858}"/>
                </a:ext>
              </a:extLst>
            </p:cNvPr>
            <p:cNvSpPr>
              <a:spLocks noChangeArrowheads="1"/>
            </p:cNvSpPr>
            <p:nvPr/>
          </p:nvSpPr>
          <p:spPr bwMode="auto">
            <a:xfrm>
              <a:off x="1920" y="177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solidFill>
                    <a:srgbClr val="FF0000"/>
                  </a:solidFill>
                  <a:latin typeface="Comic Sans MS" panose="030F0902030302020204" pitchFamily="66" charset="0"/>
                </a:rPr>
                <a:t>10</a:t>
              </a:r>
            </a:p>
          </p:txBody>
        </p:sp>
        <p:sp>
          <p:nvSpPr>
            <p:cNvPr id="33" name="Rectangle 32">
              <a:extLst>
                <a:ext uri="{FF2B5EF4-FFF2-40B4-BE49-F238E27FC236}">
                  <a16:creationId xmlns:a16="http://schemas.microsoft.com/office/drawing/2014/main" id="{0325F181-51E3-AA47-9E69-C986A12A7195}"/>
                </a:ext>
              </a:extLst>
            </p:cNvPr>
            <p:cNvSpPr>
              <a:spLocks noChangeArrowheads="1"/>
            </p:cNvSpPr>
            <p:nvPr/>
          </p:nvSpPr>
          <p:spPr bwMode="auto">
            <a:xfrm>
              <a:off x="2400" y="177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7</a:t>
              </a:r>
            </a:p>
          </p:txBody>
        </p:sp>
        <p:sp>
          <p:nvSpPr>
            <p:cNvPr id="34" name="Rectangle 33">
              <a:extLst>
                <a:ext uri="{FF2B5EF4-FFF2-40B4-BE49-F238E27FC236}">
                  <a16:creationId xmlns:a16="http://schemas.microsoft.com/office/drawing/2014/main" id="{6FA403AA-48E5-FB40-B78F-CC18CA48630F}"/>
                </a:ext>
              </a:extLst>
            </p:cNvPr>
            <p:cNvSpPr>
              <a:spLocks noChangeArrowheads="1"/>
            </p:cNvSpPr>
            <p:nvPr/>
          </p:nvSpPr>
          <p:spPr bwMode="auto">
            <a:xfrm>
              <a:off x="2880" y="177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8</a:t>
              </a:r>
            </a:p>
          </p:txBody>
        </p:sp>
        <p:sp>
          <p:nvSpPr>
            <p:cNvPr id="35" name="Rectangle 34">
              <a:extLst>
                <a:ext uri="{FF2B5EF4-FFF2-40B4-BE49-F238E27FC236}">
                  <a16:creationId xmlns:a16="http://schemas.microsoft.com/office/drawing/2014/main" id="{76B54C9D-E144-564C-84A0-98F55EDA4A6C}"/>
                </a:ext>
              </a:extLst>
            </p:cNvPr>
            <p:cNvSpPr>
              <a:spLocks noChangeArrowheads="1"/>
            </p:cNvSpPr>
            <p:nvPr/>
          </p:nvSpPr>
          <p:spPr bwMode="auto">
            <a:xfrm>
              <a:off x="2880" y="129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4</a:t>
              </a:r>
            </a:p>
          </p:txBody>
        </p:sp>
        <p:sp>
          <p:nvSpPr>
            <p:cNvPr id="36" name="Rectangle 35">
              <a:extLst>
                <a:ext uri="{FF2B5EF4-FFF2-40B4-BE49-F238E27FC236}">
                  <a16:creationId xmlns:a16="http://schemas.microsoft.com/office/drawing/2014/main" id="{590FE5B0-F8BC-1B42-81DC-C38A62D30FBB}"/>
                </a:ext>
              </a:extLst>
            </p:cNvPr>
            <p:cNvSpPr>
              <a:spLocks noChangeArrowheads="1"/>
            </p:cNvSpPr>
            <p:nvPr/>
          </p:nvSpPr>
          <p:spPr bwMode="auto">
            <a:xfrm>
              <a:off x="2400" y="129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3</a:t>
              </a:r>
            </a:p>
          </p:txBody>
        </p:sp>
        <p:sp>
          <p:nvSpPr>
            <p:cNvPr id="37" name="Rectangle 36">
              <a:extLst>
                <a:ext uri="{FF2B5EF4-FFF2-40B4-BE49-F238E27FC236}">
                  <a16:creationId xmlns:a16="http://schemas.microsoft.com/office/drawing/2014/main" id="{F6B8A48C-6DC6-9A45-B787-AC7FD87F35FD}"/>
                </a:ext>
              </a:extLst>
            </p:cNvPr>
            <p:cNvSpPr>
              <a:spLocks noChangeArrowheads="1"/>
            </p:cNvSpPr>
            <p:nvPr/>
          </p:nvSpPr>
          <p:spPr bwMode="auto">
            <a:xfrm>
              <a:off x="1920" y="129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2</a:t>
              </a:r>
            </a:p>
          </p:txBody>
        </p:sp>
        <p:sp>
          <p:nvSpPr>
            <p:cNvPr id="38" name="Rectangle 37">
              <a:extLst>
                <a:ext uri="{FF2B5EF4-FFF2-40B4-BE49-F238E27FC236}">
                  <a16:creationId xmlns:a16="http://schemas.microsoft.com/office/drawing/2014/main" id="{16450AC0-2B42-B046-85CE-BD3116592365}"/>
                </a:ext>
              </a:extLst>
            </p:cNvPr>
            <p:cNvSpPr>
              <a:spLocks noChangeArrowheads="1"/>
            </p:cNvSpPr>
            <p:nvPr/>
          </p:nvSpPr>
          <p:spPr bwMode="auto">
            <a:xfrm>
              <a:off x="1440" y="129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1</a:t>
              </a:r>
            </a:p>
          </p:txBody>
        </p:sp>
      </p:grpSp>
      <p:sp>
        <p:nvSpPr>
          <p:cNvPr id="39" name="Text Box 38">
            <a:extLst>
              <a:ext uri="{FF2B5EF4-FFF2-40B4-BE49-F238E27FC236}">
                <a16:creationId xmlns:a16="http://schemas.microsoft.com/office/drawing/2014/main" id="{9AC9D1DA-52C7-4B46-8AB7-AB7CD962DB26}"/>
              </a:ext>
            </a:extLst>
          </p:cNvPr>
          <p:cNvSpPr txBox="1">
            <a:spLocks noChangeArrowheads="1"/>
          </p:cNvSpPr>
          <p:nvPr/>
        </p:nvSpPr>
        <p:spPr bwMode="auto">
          <a:xfrm>
            <a:off x="2935027" y="4404615"/>
            <a:ext cx="2911475"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n</a:t>
            </a:r>
            <a:r>
              <a:rPr lang="en-US" altLang="en-US" sz="2400" baseline="-25000">
                <a:latin typeface="Comic Sans MS" panose="030F0902030302020204" pitchFamily="66" charset="0"/>
              </a:rPr>
              <a:t>2</a:t>
            </a:r>
            <a:r>
              <a:rPr lang="en-US" altLang="en-US" sz="2400">
                <a:latin typeface="Comic Sans MS" panose="030F0902030302020204" pitchFamily="66" charset="0"/>
              </a:rPr>
              <a:t> = 0	n</a:t>
            </a:r>
            <a:r>
              <a:rPr lang="en-US" altLang="en-US" sz="2400" baseline="-25000">
                <a:latin typeface="Comic Sans MS" panose="030F0902030302020204" pitchFamily="66" charset="0"/>
              </a:rPr>
              <a:t>3</a:t>
            </a:r>
            <a:r>
              <a:rPr lang="en-US" altLang="en-US" sz="2400">
                <a:latin typeface="Comic Sans MS" panose="030F0902030302020204" pitchFamily="66" charset="0"/>
              </a:rPr>
              <a:t> = 0	n</a:t>
            </a:r>
            <a:r>
              <a:rPr lang="en-US" altLang="en-US" sz="2400" baseline="-25000">
                <a:latin typeface="Comic Sans MS" panose="030F0902030302020204" pitchFamily="66" charset="0"/>
              </a:rPr>
              <a:t>4</a:t>
            </a:r>
            <a:r>
              <a:rPr lang="en-US" altLang="en-US" sz="2400">
                <a:latin typeface="Comic Sans MS" panose="030F0902030302020204" pitchFamily="66" charset="0"/>
              </a:rPr>
              <a:t> = 0</a:t>
            </a:r>
          </a:p>
          <a:p>
            <a:pPr eaLnBrk="1" hangingPunct="1"/>
            <a:r>
              <a:rPr lang="en-US" altLang="en-US" sz="2400">
                <a:latin typeface="Comic Sans MS" panose="030F0902030302020204" pitchFamily="66" charset="0"/>
              </a:rPr>
              <a:t>n</a:t>
            </a:r>
            <a:r>
              <a:rPr lang="en-US" altLang="en-US" sz="2400" baseline="-25000">
                <a:latin typeface="Comic Sans MS" panose="030F0902030302020204" pitchFamily="66" charset="0"/>
              </a:rPr>
              <a:t>5</a:t>
            </a:r>
            <a:r>
              <a:rPr lang="en-US" altLang="en-US" sz="2400">
                <a:latin typeface="Comic Sans MS" panose="030F0902030302020204" pitchFamily="66" charset="0"/>
              </a:rPr>
              <a:t> = 0	n</a:t>
            </a:r>
            <a:r>
              <a:rPr lang="en-US" altLang="en-US" sz="2400" baseline="-25000">
                <a:latin typeface="Comic Sans MS" panose="030F0902030302020204" pitchFamily="66" charset="0"/>
              </a:rPr>
              <a:t>6</a:t>
            </a:r>
            <a:r>
              <a:rPr lang="en-US" altLang="en-US" sz="2400">
                <a:latin typeface="Comic Sans MS" panose="030F0902030302020204" pitchFamily="66" charset="0"/>
              </a:rPr>
              <a:t> = 0	</a:t>
            </a:r>
            <a:r>
              <a:rPr lang="en-US" altLang="en-US" sz="2400">
                <a:solidFill>
                  <a:srgbClr val="FF0000"/>
                </a:solidFill>
                <a:latin typeface="Comic Sans MS" panose="030F0902030302020204" pitchFamily="66" charset="0"/>
              </a:rPr>
              <a:t>n</a:t>
            </a:r>
            <a:r>
              <a:rPr lang="en-US" altLang="en-US" sz="2400" baseline="-25000">
                <a:solidFill>
                  <a:srgbClr val="FF0000"/>
                </a:solidFill>
                <a:latin typeface="Comic Sans MS" panose="030F0902030302020204" pitchFamily="66" charset="0"/>
              </a:rPr>
              <a:t>7</a:t>
            </a:r>
            <a:r>
              <a:rPr lang="en-US" altLang="en-US" sz="2400">
                <a:solidFill>
                  <a:srgbClr val="FF0000"/>
                </a:solidFill>
                <a:latin typeface="Comic Sans MS" panose="030F0902030302020204" pitchFamily="66" charset="0"/>
              </a:rPr>
              <a:t> = 1</a:t>
            </a:r>
          </a:p>
          <a:p>
            <a:pPr eaLnBrk="1" hangingPunct="1"/>
            <a:r>
              <a:rPr lang="en-US" altLang="en-US" sz="2400">
                <a:solidFill>
                  <a:srgbClr val="FF0000"/>
                </a:solidFill>
                <a:latin typeface="Comic Sans MS" panose="030F0902030302020204" pitchFamily="66" charset="0"/>
              </a:rPr>
              <a:t>n</a:t>
            </a:r>
            <a:r>
              <a:rPr lang="en-US" altLang="en-US" sz="2400" baseline="-25000">
                <a:solidFill>
                  <a:srgbClr val="FF0000"/>
                </a:solidFill>
                <a:latin typeface="Comic Sans MS" panose="030F0902030302020204" pitchFamily="66" charset="0"/>
              </a:rPr>
              <a:t>8</a:t>
            </a:r>
            <a:r>
              <a:rPr lang="en-US" altLang="en-US" sz="2400">
                <a:solidFill>
                  <a:srgbClr val="FF0000"/>
                </a:solidFill>
                <a:latin typeface="Comic Sans MS" panose="030F0902030302020204" pitchFamily="66" charset="0"/>
              </a:rPr>
              <a:t> = 1	n</a:t>
            </a:r>
            <a:r>
              <a:rPr lang="en-US" altLang="en-US" sz="2400" baseline="-25000">
                <a:solidFill>
                  <a:srgbClr val="FF0000"/>
                </a:solidFill>
                <a:latin typeface="Comic Sans MS" panose="030F0902030302020204" pitchFamily="66" charset="0"/>
              </a:rPr>
              <a:t>9</a:t>
            </a:r>
            <a:r>
              <a:rPr lang="en-US" altLang="en-US" sz="2400">
                <a:solidFill>
                  <a:srgbClr val="FF0000"/>
                </a:solidFill>
                <a:latin typeface="Comic Sans MS" panose="030F0902030302020204" pitchFamily="66" charset="0"/>
              </a:rPr>
              <a:t> = 1	n</a:t>
            </a:r>
            <a:r>
              <a:rPr lang="en-US" altLang="en-US" sz="2400" baseline="-25000">
                <a:solidFill>
                  <a:srgbClr val="FF0000"/>
                </a:solidFill>
                <a:latin typeface="Comic Sans MS" panose="030F0902030302020204" pitchFamily="66" charset="0"/>
              </a:rPr>
              <a:t>10</a:t>
            </a:r>
            <a:r>
              <a:rPr lang="en-US" altLang="en-US" sz="2400">
                <a:solidFill>
                  <a:srgbClr val="FF0000"/>
                </a:solidFill>
                <a:latin typeface="Comic Sans MS" panose="030F0902030302020204" pitchFamily="66" charset="0"/>
              </a:rPr>
              <a:t> = 4</a:t>
            </a:r>
          </a:p>
          <a:p>
            <a:pPr eaLnBrk="1" hangingPunct="1"/>
            <a:r>
              <a:rPr lang="en-US" altLang="en-US" sz="2400">
                <a:latin typeface="Comic Sans MS" panose="030F0902030302020204" pitchFamily="66" charset="0"/>
              </a:rPr>
              <a:t>n</a:t>
            </a:r>
            <a:r>
              <a:rPr lang="en-US" altLang="en-US" sz="2400" baseline="-25000">
                <a:latin typeface="Comic Sans MS" panose="030F0902030302020204" pitchFamily="66" charset="0"/>
              </a:rPr>
              <a:t>11</a:t>
            </a:r>
            <a:r>
              <a:rPr lang="en-US" altLang="en-US" sz="2400">
                <a:latin typeface="Comic Sans MS" panose="030F0902030302020204" pitchFamily="66" charset="0"/>
              </a:rPr>
              <a:t> = 0	n</a:t>
            </a:r>
            <a:r>
              <a:rPr lang="en-US" altLang="en-US" sz="2400" baseline="-25000">
                <a:latin typeface="Comic Sans MS" panose="030F0902030302020204" pitchFamily="66" charset="0"/>
              </a:rPr>
              <a:t>12</a:t>
            </a:r>
            <a:r>
              <a:rPr lang="en-US" altLang="en-US" sz="2400">
                <a:latin typeface="Comic Sans MS" panose="030F0902030302020204" pitchFamily="66" charset="0"/>
              </a:rPr>
              <a:t> = 0	n</a:t>
            </a:r>
            <a:r>
              <a:rPr lang="en-US" altLang="en-US" sz="2400" baseline="-25000">
                <a:latin typeface="Comic Sans MS" panose="030F0902030302020204" pitchFamily="66" charset="0"/>
              </a:rPr>
              <a:t>13</a:t>
            </a:r>
            <a:r>
              <a:rPr lang="en-US" altLang="en-US" sz="2400">
                <a:latin typeface="Comic Sans MS" panose="030F0902030302020204" pitchFamily="66" charset="0"/>
              </a:rPr>
              <a:t> = 0</a:t>
            </a:r>
          </a:p>
          <a:p>
            <a:pPr eaLnBrk="1" hangingPunct="1"/>
            <a:r>
              <a:rPr lang="en-US" altLang="en-US" sz="2400">
                <a:latin typeface="Comic Sans MS" panose="030F0902030302020204" pitchFamily="66" charset="0"/>
              </a:rPr>
              <a:t>n</a:t>
            </a:r>
            <a:r>
              <a:rPr lang="en-US" altLang="en-US" sz="2400" baseline="-25000">
                <a:latin typeface="Comic Sans MS" panose="030F0902030302020204" pitchFamily="66" charset="0"/>
              </a:rPr>
              <a:t>14</a:t>
            </a:r>
            <a:r>
              <a:rPr lang="en-US" altLang="en-US" sz="2400">
                <a:latin typeface="Comic Sans MS" panose="030F0902030302020204" pitchFamily="66" charset="0"/>
              </a:rPr>
              <a:t> = 0	n</a:t>
            </a:r>
            <a:r>
              <a:rPr lang="en-US" altLang="en-US" sz="2400" baseline="-25000">
                <a:latin typeface="Comic Sans MS" panose="030F0902030302020204" pitchFamily="66" charset="0"/>
              </a:rPr>
              <a:t>15</a:t>
            </a:r>
            <a:r>
              <a:rPr lang="en-US" altLang="en-US" sz="2400">
                <a:latin typeface="Comic Sans MS" panose="030F0902030302020204" pitchFamily="66" charset="0"/>
              </a:rPr>
              <a:t> = 0</a:t>
            </a:r>
          </a:p>
        </p:txBody>
      </p:sp>
      <p:sp>
        <p:nvSpPr>
          <p:cNvPr id="40" name="Text Box 39">
            <a:extLst>
              <a:ext uri="{FF2B5EF4-FFF2-40B4-BE49-F238E27FC236}">
                <a16:creationId xmlns:a16="http://schemas.microsoft.com/office/drawing/2014/main" id="{1FB1AB0D-A180-F34B-AC02-834122302DE7}"/>
              </a:ext>
            </a:extLst>
          </p:cNvPr>
          <p:cNvSpPr txBox="1">
            <a:spLocks noChangeArrowheads="1"/>
          </p:cNvSpPr>
          <p:nvPr/>
        </p:nvSpPr>
        <p:spPr bwMode="auto">
          <a:xfrm>
            <a:off x="6364027" y="5061840"/>
            <a:ext cx="1851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sym typeface="Wingdings" pitchFamily="2" charset="2"/>
              </a:rPr>
              <a:t> </a:t>
            </a:r>
            <a:r>
              <a:rPr lang="en-US" altLang="en-US" sz="2400">
                <a:latin typeface="Comic Sans MS" panose="030F0902030302020204" pitchFamily="66" charset="0"/>
              </a:rPr>
              <a:t>N = 7 + 4</a:t>
            </a:r>
          </a:p>
        </p:txBody>
      </p:sp>
      <p:sp>
        <p:nvSpPr>
          <p:cNvPr id="41" name="TextBox 40">
            <a:extLst>
              <a:ext uri="{FF2B5EF4-FFF2-40B4-BE49-F238E27FC236}">
                <a16:creationId xmlns:a16="http://schemas.microsoft.com/office/drawing/2014/main" id="{72531D97-ABDC-414F-BC0C-F24967EB2E18}"/>
              </a:ext>
            </a:extLst>
          </p:cNvPr>
          <p:cNvSpPr txBox="1"/>
          <p:nvPr/>
        </p:nvSpPr>
        <p:spPr>
          <a:xfrm>
            <a:off x="6347959" y="4171256"/>
            <a:ext cx="2470548" cy="1061829"/>
          </a:xfrm>
          <a:prstGeom prst="rect">
            <a:avLst/>
          </a:prstGeom>
          <a:noFill/>
        </p:spPr>
        <p:txBody>
          <a:bodyPr wrap="none" rtlCol="0">
            <a:spAutoFit/>
          </a:bodyPr>
          <a:lstStyle/>
          <a:p>
            <a:r>
              <a:rPr lang="en-US" altLang="en-US">
                <a:latin typeface="Comic Sans MS" panose="030F0902030302020204" pitchFamily="66" charset="0"/>
              </a:rPr>
              <a:t>N = n</a:t>
            </a:r>
            <a:r>
              <a:rPr lang="en-US" altLang="en-US" baseline="-25000">
                <a:latin typeface="Comic Sans MS" panose="030F0902030302020204" pitchFamily="66" charset="0"/>
              </a:rPr>
              <a:t>2</a:t>
            </a:r>
            <a:r>
              <a:rPr lang="en-US" altLang="en-US">
                <a:latin typeface="Comic Sans MS" panose="030F0902030302020204" pitchFamily="66" charset="0"/>
              </a:rPr>
              <a:t> + n</a:t>
            </a:r>
            <a:r>
              <a:rPr lang="en-US" altLang="en-US" baseline="-25000">
                <a:latin typeface="Comic Sans MS" panose="030F0902030302020204" pitchFamily="66" charset="0"/>
              </a:rPr>
              <a:t>3</a:t>
            </a:r>
            <a:r>
              <a:rPr lang="en-US" altLang="en-US">
                <a:latin typeface="Comic Sans MS" panose="030F0902030302020204" pitchFamily="66" charset="0"/>
              </a:rPr>
              <a:t> + </a:t>
            </a:r>
            <a:r>
              <a:rPr lang="en-US" altLang="en-US">
                <a:latin typeface="Comic Sans MS" panose="030F0902030302020204" pitchFamily="66" charset="0"/>
                <a:sym typeface="Symbol" pitchFamily="2" charset="2"/>
              </a:rPr>
              <a:t></a:t>
            </a:r>
            <a:r>
              <a:rPr lang="en-US" altLang="en-US">
                <a:latin typeface="Comic Sans MS" panose="030F0902030302020204" pitchFamily="66" charset="0"/>
              </a:rPr>
              <a:t> + n</a:t>
            </a:r>
            <a:r>
              <a:rPr lang="en-US" altLang="en-US" baseline="-25000">
                <a:latin typeface="Comic Sans MS" panose="030F0902030302020204" pitchFamily="66" charset="0"/>
              </a:rPr>
              <a:t>15 </a:t>
            </a:r>
            <a:r>
              <a:rPr lang="en-US" altLang="en-US">
                <a:latin typeface="Comic Sans MS" panose="030F0902030302020204" pitchFamily="66" charset="0"/>
              </a:rPr>
              <a:t>+</a:t>
            </a:r>
          </a:p>
          <a:p>
            <a:pPr>
              <a:lnSpc>
                <a:spcPct val="150000"/>
              </a:lnSpc>
            </a:pPr>
            <a:r>
              <a:rPr lang="en-US" altLang="en-US">
                <a:latin typeface="Calibri" panose="020F0502020204030204" pitchFamily="34" charset="0"/>
                <a:cs typeface="Calibri" panose="020F0502020204030204" pitchFamily="34" charset="0"/>
              </a:rPr>
              <a:t>số dòng của ô trống</a:t>
            </a:r>
          </a:p>
          <a:p>
            <a:endParaRPr lang="en-US"/>
          </a:p>
        </p:txBody>
      </p:sp>
    </p:spTree>
    <p:extLst>
      <p:ext uri="{BB962C8B-B14F-4D97-AF65-F5344CB8AC3E}">
        <p14:creationId xmlns:p14="http://schemas.microsoft.com/office/powerpoint/2010/main" val="1841200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9989A-7B61-C44B-A507-FFB8673744D9}"/>
              </a:ext>
            </a:extLst>
          </p:cNvPr>
          <p:cNvSpPr>
            <a:spLocks noGrp="1"/>
          </p:cNvSpPr>
          <p:nvPr>
            <p:ph type="title"/>
          </p:nvPr>
        </p:nvSpPr>
        <p:spPr/>
        <p:txBody>
          <a:bodyPr/>
          <a:lstStyle/>
          <a:p>
            <a:r>
              <a:rPr lang="en-US"/>
              <a:t>Bài toán ô số</a:t>
            </a:r>
          </a:p>
        </p:txBody>
      </p:sp>
      <p:sp>
        <p:nvSpPr>
          <p:cNvPr id="3" name="Content Placeholder 2">
            <a:extLst>
              <a:ext uri="{FF2B5EF4-FFF2-40B4-BE49-F238E27FC236}">
                <a16:creationId xmlns:a16="http://schemas.microsoft.com/office/drawing/2014/main" id="{078F0594-6F7E-C044-B48E-1EA228DB2F30}"/>
              </a:ext>
            </a:extLst>
          </p:cNvPr>
          <p:cNvSpPr>
            <a:spLocks noGrp="1"/>
          </p:cNvSpPr>
          <p:nvPr>
            <p:ph idx="1"/>
          </p:nvPr>
        </p:nvSpPr>
        <p:spPr>
          <a:xfrm>
            <a:off x="706438" y="1445022"/>
            <a:ext cx="9117582" cy="4911328"/>
          </a:xfrm>
        </p:spPr>
        <p:txBody>
          <a:bodyPr/>
          <a:lstStyle/>
          <a:p>
            <a:r>
              <a:rPr lang="vi-VN">
                <a:solidFill>
                  <a:srgbClr val="C00000"/>
                </a:solidFill>
              </a:rPr>
              <a:t>Mệnh đề</a:t>
            </a:r>
            <a:r>
              <a:rPr lang="vi-VN"/>
              <a:t>: (N mod 2) không đổi với bất kỳ cách đi hợp lệ nào của ô trống</a:t>
            </a:r>
          </a:p>
          <a:p>
            <a:r>
              <a:rPr lang="vi-VN">
                <a:solidFill>
                  <a:srgbClr val="C00000"/>
                </a:solidFill>
              </a:rPr>
              <a:t>Nhận xét:</a:t>
            </a:r>
          </a:p>
          <a:p>
            <a:pPr lvl="1"/>
            <a:r>
              <a:rPr lang="vi-VN" sz="2400"/>
              <a:t>Bất cứ di chuyển của ô trống theo hàng ngang đều không làm thay đổi N</a:t>
            </a:r>
          </a:p>
          <a:p>
            <a:pPr lvl="1"/>
            <a:r>
              <a:rPr lang="vi-VN" sz="2400"/>
              <a:t>Di chuyển ô trống theo chiều dọc thay đổi N bởi một giá trị chẵn </a:t>
            </a:r>
            <a:r>
              <a:rPr lang="en-US" altLang="en-US" sz="2400">
                <a:latin typeface="Comic Sans MS" panose="030F0902030302020204" pitchFamily="66" charset="0"/>
              </a:rPr>
              <a:t>(</a:t>
            </a:r>
            <a:r>
              <a:rPr lang="en-US" altLang="en-US" sz="2400">
                <a:latin typeface="Comic Sans MS" panose="030F0902030302020204" pitchFamily="66" charset="0"/>
                <a:sym typeface="Symbol" pitchFamily="2" charset="2"/>
              </a:rPr>
              <a:t> 1  1  1  1)</a:t>
            </a:r>
          </a:p>
          <a:p>
            <a:endParaRPr lang="en-US"/>
          </a:p>
        </p:txBody>
      </p:sp>
      <p:sp>
        <p:nvSpPr>
          <p:cNvPr id="4" name="Slide Number Placeholder 3">
            <a:extLst>
              <a:ext uri="{FF2B5EF4-FFF2-40B4-BE49-F238E27FC236}">
                <a16:creationId xmlns:a16="http://schemas.microsoft.com/office/drawing/2014/main" id="{723641E4-C045-4141-8BDE-0B7805230E2F}"/>
              </a:ext>
            </a:extLst>
          </p:cNvPr>
          <p:cNvSpPr>
            <a:spLocks noGrp="1"/>
          </p:cNvSpPr>
          <p:nvPr>
            <p:ph type="sldNum" sz="quarter" idx="12"/>
          </p:nvPr>
        </p:nvSpPr>
        <p:spPr/>
        <p:txBody>
          <a:bodyPr/>
          <a:lstStyle/>
          <a:p>
            <a:fld id="{DA8C51A7-BEEA-471D-933F-7E35BC04A30F}" type="slidenum">
              <a:rPr lang="en-US"/>
              <a:pPr/>
              <a:t>20</a:t>
            </a:fld>
            <a:endParaRPr lang="en-US"/>
          </a:p>
        </p:txBody>
      </p:sp>
      <p:grpSp>
        <p:nvGrpSpPr>
          <p:cNvPr id="5" name="Group 3">
            <a:extLst>
              <a:ext uri="{FF2B5EF4-FFF2-40B4-BE49-F238E27FC236}">
                <a16:creationId xmlns:a16="http://schemas.microsoft.com/office/drawing/2014/main" id="{F27EE420-E385-6247-AD4E-16FB0AD7FEEF}"/>
              </a:ext>
            </a:extLst>
          </p:cNvPr>
          <p:cNvGrpSpPr>
            <a:grpSpLocks/>
          </p:cNvGrpSpPr>
          <p:nvPr/>
        </p:nvGrpSpPr>
        <p:grpSpPr bwMode="auto">
          <a:xfrm>
            <a:off x="1183544" y="4095155"/>
            <a:ext cx="2590800" cy="1981200"/>
            <a:chOff x="720" y="2784"/>
            <a:chExt cx="1632" cy="1248"/>
          </a:xfrm>
        </p:grpSpPr>
        <p:grpSp>
          <p:nvGrpSpPr>
            <p:cNvPr id="6" name="Group 4">
              <a:extLst>
                <a:ext uri="{FF2B5EF4-FFF2-40B4-BE49-F238E27FC236}">
                  <a16:creationId xmlns:a16="http://schemas.microsoft.com/office/drawing/2014/main" id="{9F59C51A-F5DC-C54B-A575-1211182EED13}"/>
                </a:ext>
              </a:extLst>
            </p:cNvPr>
            <p:cNvGrpSpPr>
              <a:grpSpLocks/>
            </p:cNvGrpSpPr>
            <p:nvPr/>
          </p:nvGrpSpPr>
          <p:grpSpPr bwMode="auto">
            <a:xfrm>
              <a:off x="1104" y="2784"/>
              <a:ext cx="1248" cy="1248"/>
              <a:chOff x="432" y="2112"/>
              <a:chExt cx="1920" cy="1920"/>
            </a:xfrm>
          </p:grpSpPr>
          <p:sp>
            <p:nvSpPr>
              <p:cNvPr id="8" name="Rectangle 5">
                <a:extLst>
                  <a:ext uri="{FF2B5EF4-FFF2-40B4-BE49-F238E27FC236}">
                    <a16:creationId xmlns:a16="http://schemas.microsoft.com/office/drawing/2014/main" id="{22087974-061B-1C4B-8E93-52100CDB6B42}"/>
                  </a:ext>
                </a:extLst>
              </p:cNvPr>
              <p:cNvSpPr>
                <a:spLocks noChangeArrowheads="1"/>
              </p:cNvSpPr>
              <p:nvPr/>
            </p:nvSpPr>
            <p:spPr bwMode="auto">
              <a:xfrm>
                <a:off x="432" y="2112"/>
                <a:ext cx="1920" cy="192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9" name="Rectangle 6">
                <a:extLst>
                  <a:ext uri="{FF2B5EF4-FFF2-40B4-BE49-F238E27FC236}">
                    <a16:creationId xmlns:a16="http://schemas.microsoft.com/office/drawing/2014/main" id="{71131CE3-4807-BD44-AFBC-E6BC96E6A79D}"/>
                  </a:ext>
                </a:extLst>
              </p:cNvPr>
              <p:cNvSpPr>
                <a:spLocks noChangeArrowheads="1"/>
              </p:cNvSpPr>
              <p:nvPr/>
            </p:nvSpPr>
            <p:spPr bwMode="auto">
              <a:xfrm>
                <a:off x="1872" y="3552"/>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12</a:t>
                </a:r>
              </a:p>
            </p:txBody>
          </p:sp>
          <p:sp>
            <p:nvSpPr>
              <p:cNvPr id="10" name="Rectangle 7">
                <a:extLst>
                  <a:ext uri="{FF2B5EF4-FFF2-40B4-BE49-F238E27FC236}">
                    <a16:creationId xmlns:a16="http://schemas.microsoft.com/office/drawing/2014/main" id="{F3606E5F-79CD-CA40-87BB-33DADC9F06A9}"/>
                  </a:ext>
                </a:extLst>
              </p:cNvPr>
              <p:cNvSpPr>
                <a:spLocks noChangeArrowheads="1"/>
              </p:cNvSpPr>
              <p:nvPr/>
            </p:nvSpPr>
            <p:spPr bwMode="auto">
              <a:xfrm>
                <a:off x="1392" y="3552"/>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15</a:t>
                </a:r>
              </a:p>
            </p:txBody>
          </p:sp>
          <p:sp>
            <p:nvSpPr>
              <p:cNvPr id="11" name="Rectangle 8">
                <a:extLst>
                  <a:ext uri="{FF2B5EF4-FFF2-40B4-BE49-F238E27FC236}">
                    <a16:creationId xmlns:a16="http://schemas.microsoft.com/office/drawing/2014/main" id="{4FCD8965-AA42-C14D-91D6-6578E0DD374F}"/>
                  </a:ext>
                </a:extLst>
              </p:cNvPr>
              <p:cNvSpPr>
                <a:spLocks noChangeArrowheads="1"/>
              </p:cNvSpPr>
              <p:nvPr/>
            </p:nvSpPr>
            <p:spPr bwMode="auto">
              <a:xfrm>
                <a:off x="1392" y="3072"/>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11</a:t>
                </a:r>
              </a:p>
            </p:txBody>
          </p:sp>
          <p:sp>
            <p:nvSpPr>
              <p:cNvPr id="12" name="Rectangle 9">
                <a:extLst>
                  <a:ext uri="{FF2B5EF4-FFF2-40B4-BE49-F238E27FC236}">
                    <a16:creationId xmlns:a16="http://schemas.microsoft.com/office/drawing/2014/main" id="{C3D53429-24B0-F24E-B8F1-3B54EB7BCB14}"/>
                  </a:ext>
                </a:extLst>
              </p:cNvPr>
              <p:cNvSpPr>
                <a:spLocks noChangeArrowheads="1"/>
              </p:cNvSpPr>
              <p:nvPr/>
            </p:nvSpPr>
            <p:spPr bwMode="auto">
              <a:xfrm>
                <a:off x="912" y="3552"/>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14</a:t>
                </a:r>
              </a:p>
            </p:txBody>
          </p:sp>
          <p:sp>
            <p:nvSpPr>
              <p:cNvPr id="13" name="Rectangle 10">
                <a:extLst>
                  <a:ext uri="{FF2B5EF4-FFF2-40B4-BE49-F238E27FC236}">
                    <a16:creationId xmlns:a16="http://schemas.microsoft.com/office/drawing/2014/main" id="{A3702E5F-2774-ED40-B5BF-C9A385C9DC6C}"/>
                  </a:ext>
                </a:extLst>
              </p:cNvPr>
              <p:cNvSpPr>
                <a:spLocks noChangeArrowheads="1"/>
              </p:cNvSpPr>
              <p:nvPr/>
            </p:nvSpPr>
            <p:spPr bwMode="auto">
              <a:xfrm>
                <a:off x="912" y="3072"/>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10</a:t>
                </a:r>
              </a:p>
            </p:txBody>
          </p:sp>
          <p:sp>
            <p:nvSpPr>
              <p:cNvPr id="14" name="Rectangle 11">
                <a:extLst>
                  <a:ext uri="{FF2B5EF4-FFF2-40B4-BE49-F238E27FC236}">
                    <a16:creationId xmlns:a16="http://schemas.microsoft.com/office/drawing/2014/main" id="{6146BEF0-7A43-B44D-93A1-5BF92BD9C16D}"/>
                  </a:ext>
                </a:extLst>
              </p:cNvPr>
              <p:cNvSpPr>
                <a:spLocks noChangeArrowheads="1"/>
              </p:cNvSpPr>
              <p:nvPr/>
            </p:nvSpPr>
            <p:spPr bwMode="auto">
              <a:xfrm>
                <a:off x="432" y="3552"/>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13</a:t>
                </a:r>
              </a:p>
            </p:txBody>
          </p:sp>
          <p:sp>
            <p:nvSpPr>
              <p:cNvPr id="15" name="Rectangle 12">
                <a:extLst>
                  <a:ext uri="{FF2B5EF4-FFF2-40B4-BE49-F238E27FC236}">
                    <a16:creationId xmlns:a16="http://schemas.microsoft.com/office/drawing/2014/main" id="{07BC78F4-B4EC-0F40-AEFA-D56ABBC88CFA}"/>
                  </a:ext>
                </a:extLst>
              </p:cNvPr>
              <p:cNvSpPr>
                <a:spLocks noChangeArrowheads="1"/>
              </p:cNvSpPr>
              <p:nvPr/>
            </p:nvSpPr>
            <p:spPr bwMode="auto">
              <a:xfrm>
                <a:off x="432" y="3072"/>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9</a:t>
                </a:r>
              </a:p>
            </p:txBody>
          </p:sp>
          <p:sp>
            <p:nvSpPr>
              <p:cNvPr id="16" name="Rectangle 13">
                <a:extLst>
                  <a:ext uri="{FF2B5EF4-FFF2-40B4-BE49-F238E27FC236}">
                    <a16:creationId xmlns:a16="http://schemas.microsoft.com/office/drawing/2014/main" id="{76F483E4-E414-8345-A0A2-1580F302F7CF}"/>
                  </a:ext>
                </a:extLst>
              </p:cNvPr>
              <p:cNvSpPr>
                <a:spLocks noChangeArrowheads="1"/>
              </p:cNvSpPr>
              <p:nvPr/>
            </p:nvSpPr>
            <p:spPr bwMode="auto">
              <a:xfrm>
                <a:off x="432" y="2592"/>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5</a:t>
                </a:r>
              </a:p>
            </p:txBody>
          </p:sp>
          <p:sp>
            <p:nvSpPr>
              <p:cNvPr id="17" name="Rectangle 14">
                <a:extLst>
                  <a:ext uri="{FF2B5EF4-FFF2-40B4-BE49-F238E27FC236}">
                    <a16:creationId xmlns:a16="http://schemas.microsoft.com/office/drawing/2014/main" id="{2FF95272-4851-7549-91AA-20D7B16E1749}"/>
                  </a:ext>
                </a:extLst>
              </p:cNvPr>
              <p:cNvSpPr>
                <a:spLocks noChangeArrowheads="1"/>
              </p:cNvSpPr>
              <p:nvPr/>
            </p:nvSpPr>
            <p:spPr bwMode="auto">
              <a:xfrm>
                <a:off x="912" y="2592"/>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6</a:t>
                </a:r>
              </a:p>
            </p:txBody>
          </p:sp>
          <p:sp>
            <p:nvSpPr>
              <p:cNvPr id="18" name="Rectangle 15">
                <a:extLst>
                  <a:ext uri="{FF2B5EF4-FFF2-40B4-BE49-F238E27FC236}">
                    <a16:creationId xmlns:a16="http://schemas.microsoft.com/office/drawing/2014/main" id="{6FF7E436-2A24-C341-A9DF-F3030D894460}"/>
                  </a:ext>
                </a:extLst>
              </p:cNvPr>
              <p:cNvSpPr>
                <a:spLocks noChangeArrowheads="1"/>
              </p:cNvSpPr>
              <p:nvPr/>
            </p:nvSpPr>
            <p:spPr bwMode="auto">
              <a:xfrm>
                <a:off x="1872" y="2592"/>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7</a:t>
                </a:r>
              </a:p>
            </p:txBody>
          </p:sp>
          <p:sp>
            <p:nvSpPr>
              <p:cNvPr id="19" name="Rectangle 16">
                <a:extLst>
                  <a:ext uri="{FF2B5EF4-FFF2-40B4-BE49-F238E27FC236}">
                    <a16:creationId xmlns:a16="http://schemas.microsoft.com/office/drawing/2014/main" id="{BFF33850-913A-9244-8646-A26B1DD4F5E2}"/>
                  </a:ext>
                </a:extLst>
              </p:cNvPr>
              <p:cNvSpPr>
                <a:spLocks noChangeArrowheads="1"/>
              </p:cNvSpPr>
              <p:nvPr/>
            </p:nvSpPr>
            <p:spPr bwMode="auto">
              <a:xfrm>
                <a:off x="1872" y="3072"/>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8</a:t>
                </a:r>
              </a:p>
            </p:txBody>
          </p:sp>
          <p:sp>
            <p:nvSpPr>
              <p:cNvPr id="20" name="Rectangle 17">
                <a:extLst>
                  <a:ext uri="{FF2B5EF4-FFF2-40B4-BE49-F238E27FC236}">
                    <a16:creationId xmlns:a16="http://schemas.microsoft.com/office/drawing/2014/main" id="{A77D401D-E276-684E-99A0-1BE0C09BF562}"/>
                  </a:ext>
                </a:extLst>
              </p:cNvPr>
              <p:cNvSpPr>
                <a:spLocks noChangeArrowheads="1"/>
              </p:cNvSpPr>
              <p:nvPr/>
            </p:nvSpPr>
            <p:spPr bwMode="auto">
              <a:xfrm>
                <a:off x="1872" y="2112"/>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4</a:t>
                </a:r>
              </a:p>
            </p:txBody>
          </p:sp>
          <p:sp>
            <p:nvSpPr>
              <p:cNvPr id="21" name="Rectangle 18">
                <a:extLst>
                  <a:ext uri="{FF2B5EF4-FFF2-40B4-BE49-F238E27FC236}">
                    <a16:creationId xmlns:a16="http://schemas.microsoft.com/office/drawing/2014/main" id="{56B60997-148F-5640-AF73-1F2E7131E512}"/>
                  </a:ext>
                </a:extLst>
              </p:cNvPr>
              <p:cNvSpPr>
                <a:spLocks noChangeArrowheads="1"/>
              </p:cNvSpPr>
              <p:nvPr/>
            </p:nvSpPr>
            <p:spPr bwMode="auto">
              <a:xfrm>
                <a:off x="1392" y="2112"/>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3</a:t>
                </a:r>
              </a:p>
            </p:txBody>
          </p:sp>
          <p:sp>
            <p:nvSpPr>
              <p:cNvPr id="22" name="Rectangle 19">
                <a:extLst>
                  <a:ext uri="{FF2B5EF4-FFF2-40B4-BE49-F238E27FC236}">
                    <a16:creationId xmlns:a16="http://schemas.microsoft.com/office/drawing/2014/main" id="{D6D9B498-81AA-DB47-B271-90918444410C}"/>
                  </a:ext>
                </a:extLst>
              </p:cNvPr>
              <p:cNvSpPr>
                <a:spLocks noChangeArrowheads="1"/>
              </p:cNvSpPr>
              <p:nvPr/>
            </p:nvSpPr>
            <p:spPr bwMode="auto">
              <a:xfrm>
                <a:off x="912" y="2112"/>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2</a:t>
                </a:r>
              </a:p>
            </p:txBody>
          </p:sp>
          <p:sp>
            <p:nvSpPr>
              <p:cNvPr id="23" name="Rectangle 20">
                <a:extLst>
                  <a:ext uri="{FF2B5EF4-FFF2-40B4-BE49-F238E27FC236}">
                    <a16:creationId xmlns:a16="http://schemas.microsoft.com/office/drawing/2014/main" id="{44461EC7-5D11-7B4A-AD43-55E6E0586FAD}"/>
                  </a:ext>
                </a:extLst>
              </p:cNvPr>
              <p:cNvSpPr>
                <a:spLocks noChangeArrowheads="1"/>
              </p:cNvSpPr>
              <p:nvPr/>
            </p:nvSpPr>
            <p:spPr bwMode="auto">
              <a:xfrm>
                <a:off x="432" y="2112"/>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1</a:t>
                </a:r>
              </a:p>
            </p:txBody>
          </p:sp>
        </p:grpSp>
        <p:sp>
          <p:nvSpPr>
            <p:cNvPr id="7" name="Text Box 21">
              <a:extLst>
                <a:ext uri="{FF2B5EF4-FFF2-40B4-BE49-F238E27FC236}">
                  <a16:creationId xmlns:a16="http://schemas.microsoft.com/office/drawing/2014/main" id="{29BC3911-1806-7244-B714-96DC1DD23B35}"/>
                </a:ext>
              </a:extLst>
            </p:cNvPr>
            <p:cNvSpPr txBox="1">
              <a:spLocks noChangeArrowheads="1"/>
            </p:cNvSpPr>
            <p:nvPr/>
          </p:nvSpPr>
          <p:spPr bwMode="auto">
            <a:xfrm>
              <a:off x="720" y="3233"/>
              <a:ext cx="40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800">
                  <a:latin typeface="Comic Sans MS" panose="030F0902030302020204" pitchFamily="66" charset="0"/>
                </a:rPr>
                <a:t>s =</a:t>
              </a:r>
            </a:p>
          </p:txBody>
        </p:sp>
      </p:grpSp>
      <p:grpSp>
        <p:nvGrpSpPr>
          <p:cNvPr id="24" name="Group 22">
            <a:extLst>
              <a:ext uri="{FF2B5EF4-FFF2-40B4-BE49-F238E27FC236}">
                <a16:creationId xmlns:a16="http://schemas.microsoft.com/office/drawing/2014/main" id="{9325D1BF-E0C5-E24E-AED8-05A1D0F87576}"/>
              </a:ext>
            </a:extLst>
          </p:cNvPr>
          <p:cNvGrpSpPr>
            <a:grpSpLocks/>
          </p:cNvGrpSpPr>
          <p:nvPr/>
        </p:nvGrpSpPr>
        <p:grpSpPr bwMode="auto">
          <a:xfrm>
            <a:off x="4155344" y="4095155"/>
            <a:ext cx="2590800" cy="1981200"/>
            <a:chOff x="3552" y="2784"/>
            <a:chExt cx="1632" cy="1248"/>
          </a:xfrm>
        </p:grpSpPr>
        <p:grpSp>
          <p:nvGrpSpPr>
            <p:cNvPr id="25" name="Group 23">
              <a:extLst>
                <a:ext uri="{FF2B5EF4-FFF2-40B4-BE49-F238E27FC236}">
                  <a16:creationId xmlns:a16="http://schemas.microsoft.com/office/drawing/2014/main" id="{8F4BC3A9-DC67-0D4B-82DF-532608C66E02}"/>
                </a:ext>
              </a:extLst>
            </p:cNvPr>
            <p:cNvGrpSpPr>
              <a:grpSpLocks/>
            </p:cNvGrpSpPr>
            <p:nvPr/>
          </p:nvGrpSpPr>
          <p:grpSpPr bwMode="auto">
            <a:xfrm>
              <a:off x="3936" y="2784"/>
              <a:ext cx="1248" cy="1248"/>
              <a:chOff x="3024" y="2112"/>
              <a:chExt cx="1920" cy="1920"/>
            </a:xfrm>
          </p:grpSpPr>
          <p:sp>
            <p:nvSpPr>
              <p:cNvPr id="27" name="Rectangle 24">
                <a:extLst>
                  <a:ext uri="{FF2B5EF4-FFF2-40B4-BE49-F238E27FC236}">
                    <a16:creationId xmlns:a16="http://schemas.microsoft.com/office/drawing/2014/main" id="{ECA89D77-4FE0-2E4E-A5BE-9A82CAB84942}"/>
                  </a:ext>
                </a:extLst>
              </p:cNvPr>
              <p:cNvSpPr>
                <a:spLocks noChangeArrowheads="1"/>
              </p:cNvSpPr>
              <p:nvPr/>
            </p:nvSpPr>
            <p:spPr bwMode="auto">
              <a:xfrm>
                <a:off x="3024" y="2112"/>
                <a:ext cx="1920" cy="192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 name="Rectangle 25">
                <a:extLst>
                  <a:ext uri="{FF2B5EF4-FFF2-40B4-BE49-F238E27FC236}">
                    <a16:creationId xmlns:a16="http://schemas.microsoft.com/office/drawing/2014/main" id="{62D30F0E-E800-1F48-9622-7A448B7E9D63}"/>
                  </a:ext>
                </a:extLst>
              </p:cNvPr>
              <p:cNvSpPr>
                <a:spLocks noChangeArrowheads="1"/>
              </p:cNvSpPr>
              <p:nvPr/>
            </p:nvSpPr>
            <p:spPr bwMode="auto">
              <a:xfrm>
                <a:off x="4464" y="3552"/>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12</a:t>
                </a:r>
              </a:p>
            </p:txBody>
          </p:sp>
          <p:sp>
            <p:nvSpPr>
              <p:cNvPr id="29" name="Rectangle 26">
                <a:extLst>
                  <a:ext uri="{FF2B5EF4-FFF2-40B4-BE49-F238E27FC236}">
                    <a16:creationId xmlns:a16="http://schemas.microsoft.com/office/drawing/2014/main" id="{10A17431-64F8-9C4A-8BEF-85DD62AB0BE3}"/>
                  </a:ext>
                </a:extLst>
              </p:cNvPr>
              <p:cNvSpPr>
                <a:spLocks noChangeArrowheads="1"/>
              </p:cNvSpPr>
              <p:nvPr/>
            </p:nvSpPr>
            <p:spPr bwMode="auto">
              <a:xfrm>
                <a:off x="3984" y="3552"/>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15</a:t>
                </a:r>
              </a:p>
            </p:txBody>
          </p:sp>
          <p:sp>
            <p:nvSpPr>
              <p:cNvPr id="30" name="Rectangle 27">
                <a:extLst>
                  <a:ext uri="{FF2B5EF4-FFF2-40B4-BE49-F238E27FC236}">
                    <a16:creationId xmlns:a16="http://schemas.microsoft.com/office/drawing/2014/main" id="{D253F529-19FD-D64C-BB7A-49BF345DB507}"/>
                  </a:ext>
                </a:extLst>
              </p:cNvPr>
              <p:cNvSpPr>
                <a:spLocks noChangeArrowheads="1"/>
              </p:cNvSpPr>
              <p:nvPr/>
            </p:nvSpPr>
            <p:spPr bwMode="auto">
              <a:xfrm>
                <a:off x="3984" y="2592"/>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11</a:t>
                </a:r>
              </a:p>
            </p:txBody>
          </p:sp>
          <p:sp>
            <p:nvSpPr>
              <p:cNvPr id="31" name="Rectangle 28">
                <a:extLst>
                  <a:ext uri="{FF2B5EF4-FFF2-40B4-BE49-F238E27FC236}">
                    <a16:creationId xmlns:a16="http://schemas.microsoft.com/office/drawing/2014/main" id="{6FC8D76C-6F98-4242-8047-4D8FA5367836}"/>
                  </a:ext>
                </a:extLst>
              </p:cNvPr>
              <p:cNvSpPr>
                <a:spLocks noChangeArrowheads="1"/>
              </p:cNvSpPr>
              <p:nvPr/>
            </p:nvSpPr>
            <p:spPr bwMode="auto">
              <a:xfrm>
                <a:off x="3504" y="3552"/>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14</a:t>
                </a:r>
              </a:p>
            </p:txBody>
          </p:sp>
          <p:sp>
            <p:nvSpPr>
              <p:cNvPr id="32" name="Rectangle 29">
                <a:extLst>
                  <a:ext uri="{FF2B5EF4-FFF2-40B4-BE49-F238E27FC236}">
                    <a16:creationId xmlns:a16="http://schemas.microsoft.com/office/drawing/2014/main" id="{B8467C83-2093-3240-A5A0-A1DCC4B82141}"/>
                  </a:ext>
                </a:extLst>
              </p:cNvPr>
              <p:cNvSpPr>
                <a:spLocks noChangeArrowheads="1"/>
              </p:cNvSpPr>
              <p:nvPr/>
            </p:nvSpPr>
            <p:spPr bwMode="auto">
              <a:xfrm>
                <a:off x="3504" y="3072"/>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10</a:t>
                </a:r>
              </a:p>
            </p:txBody>
          </p:sp>
          <p:sp>
            <p:nvSpPr>
              <p:cNvPr id="33" name="Rectangle 30">
                <a:extLst>
                  <a:ext uri="{FF2B5EF4-FFF2-40B4-BE49-F238E27FC236}">
                    <a16:creationId xmlns:a16="http://schemas.microsoft.com/office/drawing/2014/main" id="{42DC5F7A-6E69-A34E-AC3E-C9ED1F5A7816}"/>
                  </a:ext>
                </a:extLst>
              </p:cNvPr>
              <p:cNvSpPr>
                <a:spLocks noChangeArrowheads="1"/>
              </p:cNvSpPr>
              <p:nvPr/>
            </p:nvSpPr>
            <p:spPr bwMode="auto">
              <a:xfrm>
                <a:off x="3024" y="3552"/>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13</a:t>
                </a:r>
              </a:p>
            </p:txBody>
          </p:sp>
          <p:sp>
            <p:nvSpPr>
              <p:cNvPr id="34" name="Rectangle 31">
                <a:extLst>
                  <a:ext uri="{FF2B5EF4-FFF2-40B4-BE49-F238E27FC236}">
                    <a16:creationId xmlns:a16="http://schemas.microsoft.com/office/drawing/2014/main" id="{65E682F0-FA4C-E543-A63A-A03446982080}"/>
                  </a:ext>
                </a:extLst>
              </p:cNvPr>
              <p:cNvSpPr>
                <a:spLocks noChangeArrowheads="1"/>
              </p:cNvSpPr>
              <p:nvPr/>
            </p:nvSpPr>
            <p:spPr bwMode="auto">
              <a:xfrm>
                <a:off x="3024" y="3072"/>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9</a:t>
                </a:r>
              </a:p>
            </p:txBody>
          </p:sp>
          <p:sp>
            <p:nvSpPr>
              <p:cNvPr id="35" name="Rectangle 32">
                <a:extLst>
                  <a:ext uri="{FF2B5EF4-FFF2-40B4-BE49-F238E27FC236}">
                    <a16:creationId xmlns:a16="http://schemas.microsoft.com/office/drawing/2014/main" id="{764230F5-AB24-4546-A500-27F9C8EFBAB9}"/>
                  </a:ext>
                </a:extLst>
              </p:cNvPr>
              <p:cNvSpPr>
                <a:spLocks noChangeArrowheads="1"/>
              </p:cNvSpPr>
              <p:nvPr/>
            </p:nvSpPr>
            <p:spPr bwMode="auto">
              <a:xfrm>
                <a:off x="3024" y="2592"/>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5</a:t>
                </a:r>
              </a:p>
            </p:txBody>
          </p:sp>
          <p:sp>
            <p:nvSpPr>
              <p:cNvPr id="36" name="Rectangle 33">
                <a:extLst>
                  <a:ext uri="{FF2B5EF4-FFF2-40B4-BE49-F238E27FC236}">
                    <a16:creationId xmlns:a16="http://schemas.microsoft.com/office/drawing/2014/main" id="{C1F6624B-1869-094F-AB62-C1302E751BD0}"/>
                  </a:ext>
                </a:extLst>
              </p:cNvPr>
              <p:cNvSpPr>
                <a:spLocks noChangeArrowheads="1"/>
              </p:cNvSpPr>
              <p:nvPr/>
            </p:nvSpPr>
            <p:spPr bwMode="auto">
              <a:xfrm>
                <a:off x="3504" y="2592"/>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6</a:t>
                </a:r>
              </a:p>
            </p:txBody>
          </p:sp>
          <p:sp>
            <p:nvSpPr>
              <p:cNvPr id="37" name="Rectangle 34">
                <a:extLst>
                  <a:ext uri="{FF2B5EF4-FFF2-40B4-BE49-F238E27FC236}">
                    <a16:creationId xmlns:a16="http://schemas.microsoft.com/office/drawing/2014/main" id="{B726146B-6CDD-8341-AD56-C1651B662CFC}"/>
                  </a:ext>
                </a:extLst>
              </p:cNvPr>
              <p:cNvSpPr>
                <a:spLocks noChangeArrowheads="1"/>
              </p:cNvSpPr>
              <p:nvPr/>
            </p:nvSpPr>
            <p:spPr bwMode="auto">
              <a:xfrm>
                <a:off x="4464" y="2592"/>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7</a:t>
                </a:r>
              </a:p>
            </p:txBody>
          </p:sp>
          <p:sp>
            <p:nvSpPr>
              <p:cNvPr id="38" name="Rectangle 35">
                <a:extLst>
                  <a:ext uri="{FF2B5EF4-FFF2-40B4-BE49-F238E27FC236}">
                    <a16:creationId xmlns:a16="http://schemas.microsoft.com/office/drawing/2014/main" id="{CDAF8689-7B87-504D-BBA0-F742C6134555}"/>
                  </a:ext>
                </a:extLst>
              </p:cNvPr>
              <p:cNvSpPr>
                <a:spLocks noChangeArrowheads="1"/>
              </p:cNvSpPr>
              <p:nvPr/>
            </p:nvSpPr>
            <p:spPr bwMode="auto">
              <a:xfrm>
                <a:off x="4464" y="3072"/>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8</a:t>
                </a:r>
              </a:p>
            </p:txBody>
          </p:sp>
          <p:sp>
            <p:nvSpPr>
              <p:cNvPr id="39" name="Rectangle 36">
                <a:extLst>
                  <a:ext uri="{FF2B5EF4-FFF2-40B4-BE49-F238E27FC236}">
                    <a16:creationId xmlns:a16="http://schemas.microsoft.com/office/drawing/2014/main" id="{0216327B-3C97-DA4C-B9D1-1EAC27263A81}"/>
                  </a:ext>
                </a:extLst>
              </p:cNvPr>
              <p:cNvSpPr>
                <a:spLocks noChangeArrowheads="1"/>
              </p:cNvSpPr>
              <p:nvPr/>
            </p:nvSpPr>
            <p:spPr bwMode="auto">
              <a:xfrm>
                <a:off x="4464" y="2112"/>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4</a:t>
                </a:r>
              </a:p>
            </p:txBody>
          </p:sp>
          <p:sp>
            <p:nvSpPr>
              <p:cNvPr id="40" name="Rectangle 37">
                <a:extLst>
                  <a:ext uri="{FF2B5EF4-FFF2-40B4-BE49-F238E27FC236}">
                    <a16:creationId xmlns:a16="http://schemas.microsoft.com/office/drawing/2014/main" id="{755A5456-D17C-4347-8CC5-BE6E9D018366}"/>
                  </a:ext>
                </a:extLst>
              </p:cNvPr>
              <p:cNvSpPr>
                <a:spLocks noChangeArrowheads="1"/>
              </p:cNvSpPr>
              <p:nvPr/>
            </p:nvSpPr>
            <p:spPr bwMode="auto">
              <a:xfrm>
                <a:off x="3984" y="2112"/>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3</a:t>
                </a:r>
              </a:p>
            </p:txBody>
          </p:sp>
          <p:sp>
            <p:nvSpPr>
              <p:cNvPr id="41" name="Rectangle 38">
                <a:extLst>
                  <a:ext uri="{FF2B5EF4-FFF2-40B4-BE49-F238E27FC236}">
                    <a16:creationId xmlns:a16="http://schemas.microsoft.com/office/drawing/2014/main" id="{6A18D6B7-A3E4-D843-BB70-5546143B1A89}"/>
                  </a:ext>
                </a:extLst>
              </p:cNvPr>
              <p:cNvSpPr>
                <a:spLocks noChangeArrowheads="1"/>
              </p:cNvSpPr>
              <p:nvPr/>
            </p:nvSpPr>
            <p:spPr bwMode="auto">
              <a:xfrm>
                <a:off x="3504" y="2112"/>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2</a:t>
                </a:r>
              </a:p>
            </p:txBody>
          </p:sp>
          <p:sp>
            <p:nvSpPr>
              <p:cNvPr id="42" name="Rectangle 39">
                <a:extLst>
                  <a:ext uri="{FF2B5EF4-FFF2-40B4-BE49-F238E27FC236}">
                    <a16:creationId xmlns:a16="http://schemas.microsoft.com/office/drawing/2014/main" id="{E806E10A-527D-6041-8DA2-C07CD53F51AF}"/>
                  </a:ext>
                </a:extLst>
              </p:cNvPr>
              <p:cNvSpPr>
                <a:spLocks noChangeArrowheads="1"/>
              </p:cNvSpPr>
              <p:nvPr/>
            </p:nvSpPr>
            <p:spPr bwMode="auto">
              <a:xfrm>
                <a:off x="3024" y="2112"/>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latin typeface="Comic Sans MS" panose="030F0902030302020204" pitchFamily="66" charset="0"/>
                  </a:rPr>
                  <a:t>1</a:t>
                </a:r>
              </a:p>
            </p:txBody>
          </p:sp>
        </p:grpSp>
        <p:sp>
          <p:nvSpPr>
            <p:cNvPr id="26" name="Text Box 40">
              <a:extLst>
                <a:ext uri="{FF2B5EF4-FFF2-40B4-BE49-F238E27FC236}">
                  <a16:creationId xmlns:a16="http://schemas.microsoft.com/office/drawing/2014/main" id="{719342BA-74CB-1544-B931-11BE6EBA2D02}"/>
                </a:ext>
              </a:extLst>
            </p:cNvPr>
            <p:cNvSpPr txBox="1">
              <a:spLocks noChangeArrowheads="1"/>
            </p:cNvSpPr>
            <p:nvPr/>
          </p:nvSpPr>
          <p:spPr bwMode="auto">
            <a:xfrm>
              <a:off x="3552" y="3264"/>
              <a:ext cx="39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s’ =</a:t>
              </a:r>
            </a:p>
          </p:txBody>
        </p:sp>
      </p:grpSp>
      <p:sp>
        <p:nvSpPr>
          <p:cNvPr id="43" name="Text Box 41">
            <a:extLst>
              <a:ext uri="{FF2B5EF4-FFF2-40B4-BE49-F238E27FC236}">
                <a16:creationId xmlns:a16="http://schemas.microsoft.com/office/drawing/2014/main" id="{6A0B559D-BAED-1948-BAA3-E652760F9E65}"/>
              </a:ext>
            </a:extLst>
          </p:cNvPr>
          <p:cNvSpPr txBox="1">
            <a:spLocks noChangeArrowheads="1"/>
          </p:cNvSpPr>
          <p:nvPr/>
        </p:nvSpPr>
        <p:spPr bwMode="auto">
          <a:xfrm>
            <a:off x="7127144" y="4863505"/>
            <a:ext cx="23606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N(s’) = N(s) + 3 + 1</a:t>
            </a:r>
          </a:p>
        </p:txBody>
      </p:sp>
    </p:spTree>
    <p:extLst>
      <p:ext uri="{BB962C8B-B14F-4D97-AF65-F5344CB8AC3E}">
        <p14:creationId xmlns:p14="http://schemas.microsoft.com/office/powerpoint/2010/main" val="9079427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9989A-7B61-C44B-A507-FFB8673744D9}"/>
              </a:ext>
            </a:extLst>
          </p:cNvPr>
          <p:cNvSpPr>
            <a:spLocks noGrp="1"/>
          </p:cNvSpPr>
          <p:nvPr>
            <p:ph type="title"/>
          </p:nvPr>
        </p:nvSpPr>
        <p:spPr/>
        <p:txBody>
          <a:bodyPr/>
          <a:lstStyle/>
          <a:p>
            <a:r>
              <a:rPr lang="en-US"/>
              <a:t>Bài toán ô số</a:t>
            </a:r>
          </a:p>
        </p:txBody>
      </p:sp>
      <p:sp>
        <p:nvSpPr>
          <p:cNvPr id="3" name="Content Placeholder 2">
            <a:extLst>
              <a:ext uri="{FF2B5EF4-FFF2-40B4-BE49-F238E27FC236}">
                <a16:creationId xmlns:a16="http://schemas.microsoft.com/office/drawing/2014/main" id="{078F0594-6F7E-C044-B48E-1EA228DB2F30}"/>
              </a:ext>
            </a:extLst>
          </p:cNvPr>
          <p:cNvSpPr>
            <a:spLocks noGrp="1"/>
          </p:cNvSpPr>
          <p:nvPr>
            <p:ph idx="1"/>
          </p:nvPr>
        </p:nvSpPr>
        <p:spPr>
          <a:xfrm>
            <a:off x="706438" y="1445022"/>
            <a:ext cx="9117582" cy="4911328"/>
          </a:xfrm>
        </p:spPr>
        <p:txBody>
          <a:bodyPr/>
          <a:lstStyle/>
          <a:p>
            <a:r>
              <a:rPr lang="vi-VN">
                <a:solidFill>
                  <a:srgbClr val="C00000"/>
                </a:solidFill>
              </a:rPr>
              <a:t>Mệnh đề</a:t>
            </a:r>
            <a:r>
              <a:rPr lang="vi-VN"/>
              <a:t>: (N mod 2) không đổi với bất kỳ cách đi hợp lệ nào của ô trống</a:t>
            </a:r>
          </a:p>
          <a:p>
            <a:pPr marL="0" indent="0">
              <a:buNone/>
            </a:pPr>
            <a:r>
              <a:rPr lang="en-US" altLang="en-US" sz="2800">
                <a:latin typeface="Comic Sans MS" panose="030F0902030302020204" pitchFamily="66" charset="0"/>
                <a:sym typeface="Wingdings" pitchFamily="2" charset="2"/>
              </a:rPr>
              <a:t></a:t>
            </a:r>
            <a:r>
              <a:rPr lang="en-US" altLang="en-US" sz="2800">
                <a:latin typeface="Calibri" panose="020F0502020204030204" pitchFamily="34" charset="0"/>
                <a:cs typeface="Calibri" panose="020F0502020204030204" pitchFamily="34" charset="0"/>
                <a:sym typeface="Wingdings" pitchFamily="2" charset="2"/>
              </a:rPr>
              <a:t> Như vậy, để đến được trạng thái đích g từ trạng thái s bất kỳ thì điều kiện của N(g) và N(s) phải có cùng giá trị chẵn hoặc lẻ.</a:t>
            </a:r>
          </a:p>
          <a:p>
            <a:r>
              <a:rPr lang="en-US" sz="2800">
                <a:latin typeface="Calibri" panose="020F0502020204030204" pitchFamily="34" charset="0"/>
                <a:cs typeface="Calibri" panose="020F0502020204030204" pitchFamily="34" charset="0"/>
              </a:rPr>
              <a:t>Có thể cho rằng đây là điều kiện đủ</a:t>
            </a:r>
          </a:p>
          <a:p>
            <a:r>
              <a:rPr lang="vi-VN" sz="2800">
                <a:latin typeface="Calibri" panose="020F0502020204030204" pitchFamily="34" charset="0"/>
                <a:cs typeface="Calibri" panose="020F0502020204030204" pitchFamily="34" charset="0"/>
              </a:rPr>
              <a:t>Đồ thị trạng thái bao gồm hai thành phần không liên thông có kích thước bằng nhau</a:t>
            </a:r>
            <a:endParaRPr lang="en-US" sz="2800">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723641E4-C045-4141-8BDE-0B7805230E2F}"/>
              </a:ext>
            </a:extLst>
          </p:cNvPr>
          <p:cNvSpPr>
            <a:spLocks noGrp="1"/>
          </p:cNvSpPr>
          <p:nvPr>
            <p:ph type="sldNum" sz="quarter" idx="12"/>
          </p:nvPr>
        </p:nvSpPr>
        <p:spPr/>
        <p:txBody>
          <a:bodyPr/>
          <a:lstStyle/>
          <a:p>
            <a:fld id="{DA8C51A7-BEEA-471D-933F-7E35BC04A30F}" type="slidenum">
              <a:rPr lang="en-US"/>
              <a:pPr/>
              <a:t>21</a:t>
            </a:fld>
            <a:endParaRPr lang="en-US"/>
          </a:p>
        </p:txBody>
      </p:sp>
    </p:spTree>
    <p:extLst>
      <p:ext uri="{BB962C8B-B14F-4D97-AF65-F5344CB8AC3E}">
        <p14:creationId xmlns:p14="http://schemas.microsoft.com/office/powerpoint/2010/main" val="31193151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9989A-7B61-C44B-A507-FFB8673744D9}"/>
              </a:ext>
            </a:extLst>
          </p:cNvPr>
          <p:cNvSpPr>
            <a:spLocks noGrp="1"/>
          </p:cNvSpPr>
          <p:nvPr>
            <p:ph type="title"/>
          </p:nvPr>
        </p:nvSpPr>
        <p:spPr/>
        <p:txBody>
          <a:bodyPr/>
          <a:lstStyle/>
          <a:p>
            <a:r>
              <a:rPr lang="en-US"/>
              <a:t>Bài toán ô số</a:t>
            </a:r>
          </a:p>
        </p:txBody>
      </p:sp>
      <p:sp>
        <p:nvSpPr>
          <p:cNvPr id="4" name="Slide Number Placeholder 3">
            <a:extLst>
              <a:ext uri="{FF2B5EF4-FFF2-40B4-BE49-F238E27FC236}">
                <a16:creationId xmlns:a16="http://schemas.microsoft.com/office/drawing/2014/main" id="{723641E4-C045-4141-8BDE-0B7805230E2F}"/>
              </a:ext>
            </a:extLst>
          </p:cNvPr>
          <p:cNvSpPr>
            <a:spLocks noGrp="1"/>
          </p:cNvSpPr>
          <p:nvPr>
            <p:ph type="sldNum" sz="quarter" idx="12"/>
          </p:nvPr>
        </p:nvSpPr>
        <p:spPr/>
        <p:txBody>
          <a:bodyPr/>
          <a:lstStyle/>
          <a:p>
            <a:fld id="{DA8C51A7-BEEA-471D-933F-7E35BC04A30F}" type="slidenum">
              <a:rPr lang="en-US"/>
              <a:pPr/>
              <a:t>22</a:t>
            </a:fld>
            <a:endParaRPr lang="en-US"/>
          </a:p>
        </p:txBody>
      </p:sp>
      <p:sp>
        <p:nvSpPr>
          <p:cNvPr id="12" name="Rectangle 2">
            <a:extLst>
              <a:ext uri="{FF2B5EF4-FFF2-40B4-BE49-F238E27FC236}">
                <a16:creationId xmlns:a16="http://schemas.microsoft.com/office/drawing/2014/main" id="{CABC18F6-A340-664A-8A9D-0013C6D0EEB1}"/>
              </a:ext>
            </a:extLst>
          </p:cNvPr>
          <p:cNvSpPr txBox="1">
            <a:spLocks noChangeArrowheads="1"/>
          </p:cNvSpPr>
          <p:nvPr/>
        </p:nvSpPr>
        <p:spPr bwMode="auto">
          <a:xfrm>
            <a:off x="5442961" y="4148832"/>
            <a:ext cx="4648200" cy="1905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192088" indent="-192088" algn="l" defTabSz="771525" rtl="0" eaLnBrk="0" fontAlgn="base" hangingPunct="0">
              <a:lnSpc>
                <a:spcPct val="90000"/>
              </a:lnSpc>
              <a:spcBef>
                <a:spcPts val="850"/>
              </a:spcBef>
              <a:spcAft>
                <a:spcPct val="0"/>
              </a:spcAft>
              <a:buFont typeface="Arial" pitchFamily="34" charset="0"/>
              <a:buChar char="•"/>
              <a:defRPr sz="2300" kern="1200">
                <a:solidFill>
                  <a:schemeClr val="tx1"/>
                </a:solidFill>
                <a:latin typeface="+mn-lt"/>
                <a:ea typeface="+mn-ea"/>
                <a:cs typeface="+mn-cs"/>
              </a:defRPr>
            </a:lvl1pPr>
            <a:lvl2pPr marL="577850" indent="-192088" algn="l" defTabSz="771525" rtl="0" eaLnBrk="0" fontAlgn="base" hangingPunct="0">
              <a:lnSpc>
                <a:spcPct val="90000"/>
              </a:lnSpc>
              <a:spcBef>
                <a:spcPts val="425"/>
              </a:spcBef>
              <a:spcAft>
                <a:spcPct val="0"/>
              </a:spcAft>
              <a:buFont typeface="Arial" pitchFamily="34" charset="0"/>
              <a:buChar char="•"/>
              <a:defRPr sz="2000" kern="1200">
                <a:solidFill>
                  <a:schemeClr val="tx1"/>
                </a:solidFill>
                <a:latin typeface="+mn-lt"/>
                <a:ea typeface="+mn-ea"/>
                <a:cs typeface="+mn-cs"/>
              </a:defRPr>
            </a:lvl2pPr>
            <a:lvl3pPr marL="963613" indent="-192088" algn="l" defTabSz="771525" rtl="0" eaLnBrk="0" fontAlgn="base" hangingPunct="0">
              <a:lnSpc>
                <a:spcPct val="90000"/>
              </a:lnSpc>
              <a:spcBef>
                <a:spcPts val="425"/>
              </a:spcBef>
              <a:spcAft>
                <a:spcPct val="0"/>
              </a:spcAft>
              <a:buFont typeface="Arial" pitchFamily="34" charset="0"/>
              <a:buChar char="•"/>
              <a:defRPr sz="1600" kern="1200">
                <a:solidFill>
                  <a:schemeClr val="tx1"/>
                </a:solidFill>
                <a:latin typeface="+mn-lt"/>
                <a:ea typeface="+mn-ea"/>
                <a:cs typeface="+mn-cs"/>
              </a:defRPr>
            </a:lvl3pPr>
            <a:lvl4pPr marL="1349375" indent="-192088" algn="l" defTabSz="771525" rtl="0" eaLnBrk="0" fontAlgn="base" hangingPunct="0">
              <a:lnSpc>
                <a:spcPct val="90000"/>
              </a:lnSpc>
              <a:spcBef>
                <a:spcPts val="425"/>
              </a:spcBef>
              <a:spcAft>
                <a:spcPct val="0"/>
              </a:spcAft>
              <a:buFont typeface="Arial" pitchFamily="34" charset="0"/>
              <a:buChar char="•"/>
              <a:defRPr sz="1500" kern="1200">
                <a:solidFill>
                  <a:schemeClr val="tx1"/>
                </a:solidFill>
                <a:latin typeface="+mn-lt"/>
                <a:ea typeface="+mn-ea"/>
                <a:cs typeface="+mn-cs"/>
              </a:defRPr>
            </a:lvl4pPr>
            <a:lvl5pPr marL="1735138" indent="-192088" algn="l" defTabSz="771525" rtl="0" eaLnBrk="0" fontAlgn="base" hangingPunct="0">
              <a:lnSpc>
                <a:spcPct val="90000"/>
              </a:lnSpc>
              <a:spcBef>
                <a:spcPts val="425"/>
              </a:spcBef>
              <a:spcAft>
                <a:spcPct val="0"/>
              </a:spcAft>
              <a:buFont typeface="Arial" pitchFamily="34" charset="0"/>
              <a:buChar char="•"/>
              <a:defRPr sz="1500" kern="1200">
                <a:solidFill>
                  <a:schemeClr val="tx1"/>
                </a:solidFill>
                <a:latin typeface="+mn-lt"/>
                <a:ea typeface="+mn-ea"/>
                <a:cs typeface="+mn-cs"/>
              </a:defRPr>
            </a:lvl5pPr>
            <a:lvl6pPr marL="2121819"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6pPr>
            <a:lvl7pPr marL="2507605"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7pPr>
            <a:lvl8pPr marL="2893390"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8pPr>
            <a:lvl9pPr marL="3279176"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9pPr>
          </a:lstStyle>
          <a:p>
            <a:pPr eaLnBrk="1" hangingPunct="1">
              <a:buFontTx/>
              <a:buNone/>
            </a:pPr>
            <a:r>
              <a:rPr lang="en-US" altLang="en-US" sz="2800">
                <a:solidFill>
                  <a:srgbClr val="990033"/>
                </a:solidFill>
                <a:latin typeface="Calibri" panose="020F0502020204030204" pitchFamily="34" charset="0"/>
                <a:cs typeface="Calibri" panose="020F0502020204030204" pitchFamily="34" charset="0"/>
              </a:rPr>
              <a:t>Như vậy, không thể đến được trạng thái thứ 2 từ trạng thái thứ nhất. Sam Loyd không bị mất tiền treo thưởng	</a:t>
            </a:r>
          </a:p>
        </p:txBody>
      </p:sp>
      <p:pic>
        <p:nvPicPr>
          <p:cNvPr id="13" name="Picture 3" descr="Picture1">
            <a:extLst>
              <a:ext uri="{FF2B5EF4-FFF2-40B4-BE49-F238E27FC236}">
                <a16:creationId xmlns:a16="http://schemas.microsoft.com/office/drawing/2014/main" id="{53E3BADD-F8F6-C747-8F2D-B1BA6C95D3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4111" y="1336576"/>
            <a:ext cx="4768850" cy="345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4">
            <a:extLst>
              <a:ext uri="{FF2B5EF4-FFF2-40B4-BE49-F238E27FC236}">
                <a16:creationId xmlns:a16="http://schemas.microsoft.com/office/drawing/2014/main" id="{1AA4E3F2-D29C-964F-9BC7-C81E06F1AAAD}"/>
              </a:ext>
            </a:extLst>
          </p:cNvPr>
          <p:cNvSpPr>
            <a:spLocks noChangeArrowheads="1"/>
          </p:cNvSpPr>
          <p:nvPr/>
        </p:nvSpPr>
        <p:spPr bwMode="auto">
          <a:xfrm>
            <a:off x="674111" y="1412776"/>
            <a:ext cx="4648200" cy="3429000"/>
          </a:xfrm>
          <a:prstGeom prst="rect">
            <a:avLst/>
          </a:prstGeom>
          <a:noFill/>
          <a:ln w="9525">
            <a:solidFill>
              <a:schemeClr val="bg2"/>
            </a:solidFill>
            <a:miter lim="800000"/>
            <a:headEnd/>
            <a:tailEnd/>
          </a:ln>
          <a:effectLst>
            <a:prstShdw prst="shdw17" dist="17961" dir="2700000">
              <a:schemeClr val="bg2">
                <a:gamma/>
                <a:shade val="60000"/>
                <a:invGamma/>
              </a:schemeClr>
            </a:prstShdw>
          </a:effectLst>
        </p:spPr>
        <p:txBody>
          <a:bodyPr wrap="none" anchor="ctr"/>
          <a:lstStyle/>
          <a:p>
            <a:pPr>
              <a:defRPr/>
            </a:pPr>
            <a:endParaRPr lang="en-US">
              <a:latin typeface="Arial" charset="0"/>
              <a:cs typeface="Arial" charset="0"/>
            </a:endParaRPr>
          </a:p>
        </p:txBody>
      </p:sp>
      <p:sp>
        <p:nvSpPr>
          <p:cNvPr id="15" name="Text Box 5">
            <a:extLst>
              <a:ext uri="{FF2B5EF4-FFF2-40B4-BE49-F238E27FC236}">
                <a16:creationId xmlns:a16="http://schemas.microsoft.com/office/drawing/2014/main" id="{FC0D7BA2-4B2B-9348-B4E1-B1B7B5C074F6}"/>
              </a:ext>
            </a:extLst>
          </p:cNvPr>
          <p:cNvSpPr txBox="1">
            <a:spLocks noChangeArrowheads="1"/>
          </p:cNvSpPr>
          <p:nvPr/>
        </p:nvSpPr>
        <p:spPr bwMode="auto">
          <a:xfrm>
            <a:off x="1283711" y="4917976"/>
            <a:ext cx="7588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Comic Sans MS" panose="030F0902030302020204" pitchFamily="66" charset="0"/>
              </a:rPr>
              <a:t>N = 4</a:t>
            </a:r>
          </a:p>
        </p:txBody>
      </p:sp>
      <p:sp>
        <p:nvSpPr>
          <p:cNvPr id="16" name="Text Box 6">
            <a:extLst>
              <a:ext uri="{FF2B5EF4-FFF2-40B4-BE49-F238E27FC236}">
                <a16:creationId xmlns:a16="http://schemas.microsoft.com/office/drawing/2014/main" id="{703A214F-B266-D040-B348-809917CA6E99}"/>
              </a:ext>
            </a:extLst>
          </p:cNvPr>
          <p:cNvSpPr txBox="1">
            <a:spLocks noChangeArrowheads="1"/>
          </p:cNvSpPr>
          <p:nvPr/>
        </p:nvSpPr>
        <p:spPr bwMode="auto">
          <a:xfrm>
            <a:off x="3798311" y="4917976"/>
            <a:ext cx="7588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Comic Sans MS" panose="030F0902030302020204" pitchFamily="66" charset="0"/>
              </a:rPr>
              <a:t>N = 5</a:t>
            </a:r>
          </a:p>
        </p:txBody>
      </p:sp>
    </p:spTree>
    <p:extLst>
      <p:ext uri="{BB962C8B-B14F-4D97-AF65-F5344CB8AC3E}">
        <p14:creationId xmlns:p14="http://schemas.microsoft.com/office/powerpoint/2010/main" val="2523119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15" grpId="0"/>
      <p:bldP spid="1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DAB26-8347-8345-A5F7-F4327C7F1D21}"/>
              </a:ext>
            </a:extLst>
          </p:cNvPr>
          <p:cNvSpPr>
            <a:spLocks noGrp="1"/>
          </p:cNvSpPr>
          <p:nvPr>
            <p:ph type="title"/>
          </p:nvPr>
        </p:nvSpPr>
        <p:spPr/>
        <p:txBody>
          <a:bodyPr/>
          <a:lstStyle/>
          <a:p>
            <a:r>
              <a:rPr lang="en-US"/>
              <a:t>Không gian trạng thái thật sự?</a:t>
            </a:r>
          </a:p>
        </p:txBody>
      </p:sp>
      <p:sp>
        <p:nvSpPr>
          <p:cNvPr id="4" name="Slide Number Placeholder 3">
            <a:extLst>
              <a:ext uri="{FF2B5EF4-FFF2-40B4-BE49-F238E27FC236}">
                <a16:creationId xmlns:a16="http://schemas.microsoft.com/office/drawing/2014/main" id="{AEE5EEC1-FE28-5F44-A31B-A53FF3A41423}"/>
              </a:ext>
            </a:extLst>
          </p:cNvPr>
          <p:cNvSpPr>
            <a:spLocks noGrp="1"/>
          </p:cNvSpPr>
          <p:nvPr>
            <p:ph type="sldNum" sz="quarter" idx="12"/>
          </p:nvPr>
        </p:nvSpPr>
        <p:spPr/>
        <p:txBody>
          <a:bodyPr/>
          <a:lstStyle/>
          <a:p>
            <a:fld id="{DA8C51A7-BEEA-471D-933F-7E35BC04A30F}" type="slidenum">
              <a:rPr lang="en-US"/>
              <a:pPr/>
              <a:t>23</a:t>
            </a:fld>
            <a:endParaRPr lang="en-US"/>
          </a:p>
        </p:txBody>
      </p:sp>
      <p:sp>
        <p:nvSpPr>
          <p:cNvPr id="6" name="Rectangle 3">
            <a:extLst>
              <a:ext uri="{FF2B5EF4-FFF2-40B4-BE49-F238E27FC236}">
                <a16:creationId xmlns:a16="http://schemas.microsoft.com/office/drawing/2014/main" id="{2C42ED3D-45E9-6149-B422-B3C39DB675CE}"/>
              </a:ext>
            </a:extLst>
          </p:cNvPr>
          <p:cNvSpPr txBox="1">
            <a:spLocks noChangeArrowheads="1"/>
          </p:cNvSpPr>
          <p:nvPr/>
        </p:nvSpPr>
        <p:spPr bwMode="auto">
          <a:xfrm>
            <a:off x="751011" y="1450329"/>
            <a:ext cx="8874125" cy="47275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192088" indent="-192088" algn="l" defTabSz="771525" rtl="0" eaLnBrk="0" fontAlgn="base" hangingPunct="0">
              <a:lnSpc>
                <a:spcPct val="90000"/>
              </a:lnSpc>
              <a:spcBef>
                <a:spcPts val="850"/>
              </a:spcBef>
              <a:spcAft>
                <a:spcPct val="0"/>
              </a:spcAft>
              <a:buFont typeface="Arial" pitchFamily="34" charset="0"/>
              <a:buChar char="•"/>
              <a:defRPr sz="2300" kern="1200">
                <a:solidFill>
                  <a:schemeClr val="tx1"/>
                </a:solidFill>
                <a:latin typeface="+mn-lt"/>
                <a:ea typeface="+mn-ea"/>
                <a:cs typeface="+mn-cs"/>
              </a:defRPr>
            </a:lvl1pPr>
            <a:lvl2pPr marL="577850" indent="-192088" algn="l" defTabSz="771525" rtl="0" eaLnBrk="0" fontAlgn="base" hangingPunct="0">
              <a:lnSpc>
                <a:spcPct val="90000"/>
              </a:lnSpc>
              <a:spcBef>
                <a:spcPts val="425"/>
              </a:spcBef>
              <a:spcAft>
                <a:spcPct val="0"/>
              </a:spcAft>
              <a:buFont typeface="Arial" pitchFamily="34" charset="0"/>
              <a:buChar char="•"/>
              <a:defRPr sz="2000" kern="1200">
                <a:solidFill>
                  <a:schemeClr val="tx1"/>
                </a:solidFill>
                <a:latin typeface="+mn-lt"/>
                <a:ea typeface="+mn-ea"/>
                <a:cs typeface="+mn-cs"/>
              </a:defRPr>
            </a:lvl2pPr>
            <a:lvl3pPr marL="963613" indent="-192088" algn="l" defTabSz="771525" rtl="0" eaLnBrk="0" fontAlgn="base" hangingPunct="0">
              <a:lnSpc>
                <a:spcPct val="90000"/>
              </a:lnSpc>
              <a:spcBef>
                <a:spcPts val="425"/>
              </a:spcBef>
              <a:spcAft>
                <a:spcPct val="0"/>
              </a:spcAft>
              <a:buFont typeface="Arial" pitchFamily="34" charset="0"/>
              <a:buChar char="•"/>
              <a:defRPr sz="1600" kern="1200">
                <a:solidFill>
                  <a:schemeClr val="tx1"/>
                </a:solidFill>
                <a:latin typeface="+mn-lt"/>
                <a:ea typeface="+mn-ea"/>
                <a:cs typeface="+mn-cs"/>
              </a:defRPr>
            </a:lvl3pPr>
            <a:lvl4pPr marL="1349375" indent="-192088" algn="l" defTabSz="771525" rtl="0" eaLnBrk="0" fontAlgn="base" hangingPunct="0">
              <a:lnSpc>
                <a:spcPct val="90000"/>
              </a:lnSpc>
              <a:spcBef>
                <a:spcPts val="425"/>
              </a:spcBef>
              <a:spcAft>
                <a:spcPct val="0"/>
              </a:spcAft>
              <a:buFont typeface="Arial" pitchFamily="34" charset="0"/>
              <a:buChar char="•"/>
              <a:defRPr sz="1500" kern="1200">
                <a:solidFill>
                  <a:schemeClr val="tx1"/>
                </a:solidFill>
                <a:latin typeface="+mn-lt"/>
                <a:ea typeface="+mn-ea"/>
                <a:cs typeface="+mn-cs"/>
              </a:defRPr>
            </a:lvl4pPr>
            <a:lvl5pPr marL="1735138" indent="-192088" algn="l" defTabSz="771525" rtl="0" eaLnBrk="0" fontAlgn="base" hangingPunct="0">
              <a:lnSpc>
                <a:spcPct val="90000"/>
              </a:lnSpc>
              <a:spcBef>
                <a:spcPts val="425"/>
              </a:spcBef>
              <a:spcAft>
                <a:spcPct val="0"/>
              </a:spcAft>
              <a:buFont typeface="Arial" pitchFamily="34" charset="0"/>
              <a:buChar char="•"/>
              <a:defRPr sz="1500" kern="1200">
                <a:solidFill>
                  <a:schemeClr val="tx1"/>
                </a:solidFill>
                <a:latin typeface="+mn-lt"/>
                <a:ea typeface="+mn-ea"/>
                <a:cs typeface="+mn-cs"/>
              </a:defRPr>
            </a:lvl5pPr>
            <a:lvl6pPr marL="2121819"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6pPr>
            <a:lvl7pPr marL="2507605"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7pPr>
            <a:lvl8pPr marL="2893390"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8pPr>
            <a:lvl9pPr marL="3279176"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9pPr>
          </a:lstStyle>
          <a:p>
            <a:pPr marL="609600" indent="-609600" eaLnBrk="1" hangingPunct="1">
              <a:lnSpc>
                <a:spcPct val="80000"/>
              </a:lnSpc>
              <a:buClr>
                <a:srgbClr val="0033CC"/>
              </a:buClr>
              <a:buFontTx/>
              <a:buAutoNum type="alphaLcParenR"/>
            </a:pPr>
            <a:r>
              <a:rPr lang="en-US" altLang="en-US" sz="2800">
                <a:latin typeface="Calibri" panose="020F0502020204030204" pitchFamily="34" charset="0"/>
                <a:cs typeface="Calibri" panose="020F0502020204030204" pitchFamily="34" charset="0"/>
              </a:rPr>
              <a:t>Tập tất cả các trạng thái?</a:t>
            </a:r>
            <a:br>
              <a:rPr lang="en-US" altLang="en-US" sz="2800">
                <a:latin typeface="Calibri" panose="020F0502020204030204" pitchFamily="34" charset="0"/>
                <a:cs typeface="Calibri" panose="020F0502020204030204" pitchFamily="34" charset="0"/>
              </a:rPr>
            </a:br>
            <a:r>
              <a:rPr lang="en-US" altLang="en-US" sz="2400">
                <a:solidFill>
                  <a:schemeClr val="tx1">
                    <a:lumMod val="50000"/>
                    <a:lumOff val="50000"/>
                  </a:schemeClr>
                </a:solidFill>
                <a:latin typeface="Calibri" panose="020F0502020204030204" pitchFamily="34" charset="0"/>
                <a:cs typeface="Calibri" panose="020F0502020204030204" pitchFamily="34" charset="0"/>
              </a:rPr>
              <a:t>[VD., tập gồm 16! trạng thái cho bài đố 15 ô số]</a:t>
            </a:r>
            <a:br>
              <a:rPr lang="en-US" altLang="en-US" sz="2800">
                <a:solidFill>
                  <a:schemeClr val="tx1">
                    <a:lumMod val="50000"/>
                    <a:lumOff val="50000"/>
                  </a:schemeClr>
                </a:solidFill>
                <a:latin typeface="Calibri" panose="020F0502020204030204" pitchFamily="34" charset="0"/>
                <a:cs typeface="Calibri" panose="020F0502020204030204" pitchFamily="34" charset="0"/>
              </a:rPr>
            </a:br>
            <a:endParaRPr lang="en-US" altLang="en-US" sz="2400">
              <a:solidFill>
                <a:schemeClr val="tx1">
                  <a:lumMod val="50000"/>
                  <a:lumOff val="50000"/>
                </a:schemeClr>
              </a:solidFill>
              <a:latin typeface="Calibri" panose="020F0502020204030204" pitchFamily="34" charset="0"/>
              <a:cs typeface="Calibri" panose="020F0502020204030204" pitchFamily="34" charset="0"/>
            </a:endParaRPr>
          </a:p>
          <a:p>
            <a:pPr marL="609600" indent="-609600" eaLnBrk="1" hangingPunct="1">
              <a:lnSpc>
                <a:spcPct val="80000"/>
              </a:lnSpc>
              <a:buClr>
                <a:srgbClr val="0033CC"/>
              </a:buClr>
              <a:buFontTx/>
              <a:buAutoNum type="alphaLcParenR"/>
            </a:pPr>
            <a:r>
              <a:rPr lang="en-US" altLang="en-US" sz="2800">
                <a:latin typeface="Calibri" panose="020F0502020204030204" pitchFamily="34" charset="0"/>
                <a:cs typeface="Calibri" panose="020F0502020204030204" pitchFamily="34" charset="0"/>
              </a:rPr>
              <a:t>Tập gồm tất cả các trạng thái có thể đến được từ trạng thái bắt đầu</a:t>
            </a:r>
            <a:br>
              <a:rPr lang="en-US" altLang="en-US" sz="2800">
                <a:latin typeface="Calibri" panose="020F0502020204030204" pitchFamily="34" charset="0"/>
                <a:cs typeface="Calibri" panose="020F0502020204030204" pitchFamily="34" charset="0"/>
              </a:rPr>
            </a:br>
            <a:r>
              <a:rPr lang="en-US" altLang="en-US" sz="2400">
                <a:solidFill>
                  <a:schemeClr val="tx1">
                    <a:lumMod val="50000"/>
                    <a:lumOff val="50000"/>
                  </a:schemeClr>
                </a:solidFill>
                <a:latin typeface="Calibri" panose="020F0502020204030204" pitchFamily="34" charset="0"/>
                <a:cs typeface="Calibri" panose="020F0502020204030204" pitchFamily="34" charset="0"/>
              </a:rPr>
              <a:t>[VD., tập gồm 16!/2 trạng thái cho bài đố 15 ô số]</a:t>
            </a:r>
            <a:endParaRPr lang="en-US" altLang="en-US" sz="2800">
              <a:solidFill>
                <a:schemeClr val="tx1">
                  <a:lumMod val="50000"/>
                  <a:lumOff val="50000"/>
                </a:schemeClr>
              </a:solidFill>
              <a:latin typeface="Calibri" panose="020F0502020204030204" pitchFamily="34" charset="0"/>
              <a:cs typeface="Calibri" panose="020F0502020204030204" pitchFamily="34" charset="0"/>
            </a:endParaRPr>
          </a:p>
          <a:p>
            <a:pPr marL="609600" indent="-609600" eaLnBrk="1" hangingPunct="1">
              <a:lnSpc>
                <a:spcPct val="80000"/>
              </a:lnSpc>
              <a:buClr>
                <a:srgbClr val="0033CC"/>
              </a:buClr>
              <a:buFontTx/>
              <a:buNone/>
            </a:pPr>
            <a:r>
              <a:rPr lang="en-US" altLang="en-US" sz="1000">
                <a:latin typeface="Calibri" panose="020F0502020204030204" pitchFamily="34" charset="0"/>
                <a:cs typeface="Calibri" panose="020F0502020204030204" pitchFamily="34" charset="0"/>
              </a:rPr>
              <a:t>	</a:t>
            </a:r>
            <a:endParaRPr lang="en-US" altLang="en-US" sz="500">
              <a:latin typeface="Calibri" panose="020F0502020204030204" pitchFamily="34" charset="0"/>
              <a:cs typeface="Calibri" panose="020F0502020204030204" pitchFamily="34" charset="0"/>
            </a:endParaRPr>
          </a:p>
          <a:p>
            <a:pPr marL="609600" indent="-609600" eaLnBrk="1" hangingPunct="1">
              <a:lnSpc>
                <a:spcPct val="80000"/>
              </a:lnSpc>
              <a:buClr>
                <a:srgbClr val="0033CC"/>
              </a:buClr>
              <a:buFontTx/>
              <a:buNone/>
            </a:pPr>
            <a:r>
              <a:rPr lang="en-US" altLang="en-US" sz="2800">
                <a:latin typeface="Calibri" panose="020F0502020204030204" pitchFamily="34" charset="0"/>
                <a:cs typeface="Calibri" panose="020F0502020204030204" pitchFamily="34" charset="0"/>
              </a:rPr>
              <a:t>Thông thường, câu trả lời là </a:t>
            </a:r>
            <a:r>
              <a:rPr lang="en-US" altLang="en-US" sz="2800">
                <a:solidFill>
                  <a:srgbClr val="0033CC"/>
                </a:solidFill>
                <a:latin typeface="Calibri" panose="020F0502020204030204" pitchFamily="34" charset="0"/>
                <a:cs typeface="Calibri" panose="020F0502020204030204" pitchFamily="34" charset="0"/>
              </a:rPr>
              <a:t>a) </a:t>
            </a:r>
            <a:br>
              <a:rPr lang="en-US" altLang="en-US" sz="2800">
                <a:solidFill>
                  <a:srgbClr val="0033CC"/>
                </a:solidFill>
                <a:latin typeface="Calibri" panose="020F0502020204030204" pitchFamily="34" charset="0"/>
                <a:cs typeface="Calibri" panose="020F0502020204030204" pitchFamily="34" charset="0"/>
              </a:rPr>
            </a:br>
            <a:r>
              <a:rPr lang="en-US" altLang="en-US" sz="2400">
                <a:solidFill>
                  <a:srgbClr val="5F5F5F"/>
                </a:solidFill>
                <a:latin typeface="Calibri" panose="020F0502020204030204" pitchFamily="34" charset="0"/>
                <a:cs typeface="Calibri" panose="020F0502020204030204" pitchFamily="34" charset="0"/>
              </a:rPr>
              <a:t>[</a:t>
            </a:r>
            <a:r>
              <a:rPr lang="vi-VN" altLang="en-US" sz="2400">
                <a:solidFill>
                  <a:srgbClr val="5F5F5F"/>
                </a:solidFill>
                <a:latin typeface="Calibri" panose="020F0502020204030204" pitchFamily="34" charset="0"/>
                <a:cs typeface="Calibri" panose="020F0502020204030204" pitchFamily="34" charset="0"/>
              </a:rPr>
              <a:t>bởi vì người ta không biết trước trạng thái nào có thể đến được</a:t>
            </a:r>
            <a:r>
              <a:rPr lang="en-US" altLang="en-US" sz="2400">
                <a:solidFill>
                  <a:srgbClr val="5F5F5F"/>
                </a:solidFill>
                <a:latin typeface="Calibri" panose="020F0502020204030204" pitchFamily="34" charset="0"/>
                <a:cs typeface="Calibri" panose="020F0502020204030204" pitchFamily="34" charset="0"/>
              </a:rPr>
              <a:t>]</a:t>
            </a:r>
          </a:p>
          <a:p>
            <a:pPr marL="609600" indent="-609600" eaLnBrk="1" hangingPunct="1">
              <a:lnSpc>
                <a:spcPct val="80000"/>
              </a:lnSpc>
              <a:buClr>
                <a:srgbClr val="0033CC"/>
              </a:buClr>
              <a:buFontTx/>
              <a:buNone/>
            </a:pPr>
            <a:endParaRPr lang="en-US" altLang="en-US" sz="2000">
              <a:solidFill>
                <a:srgbClr val="5F5F5F"/>
              </a:solidFill>
              <a:latin typeface="Calibri" panose="020F0502020204030204" pitchFamily="34" charset="0"/>
              <a:cs typeface="Calibri" panose="020F0502020204030204" pitchFamily="34" charset="0"/>
            </a:endParaRPr>
          </a:p>
          <a:p>
            <a:pPr marL="609600" indent="-609600" eaLnBrk="1" hangingPunct="1">
              <a:lnSpc>
                <a:spcPct val="80000"/>
              </a:lnSpc>
              <a:buClr>
                <a:srgbClr val="0033CC"/>
              </a:buClr>
              <a:buFontTx/>
              <a:buNone/>
            </a:pPr>
            <a:r>
              <a:rPr lang="vi-VN" altLang="en-US" sz="2400">
                <a:solidFill>
                  <a:srgbClr val="C00000"/>
                </a:solidFill>
                <a:latin typeface="Calibri" panose="020F0502020204030204" pitchFamily="34" charset="0"/>
                <a:cs typeface="Calibri" panose="020F0502020204030204" pitchFamily="34" charset="0"/>
              </a:rPr>
              <a:t>Nhưng một đánh giá nhanh xác định xem một trạng thái có thể đến được từ trạng thái khác hay không là rất hữu ích, vì các kỹ thuật tìm kiếm thường không hiệu quả khi một vấn đề không có lời giải</a:t>
            </a:r>
          </a:p>
          <a:p>
            <a:pPr marL="609600" indent="-609600" eaLnBrk="1" hangingPunct="1">
              <a:lnSpc>
                <a:spcPct val="80000"/>
              </a:lnSpc>
              <a:buClr>
                <a:srgbClr val="0033CC"/>
              </a:buClr>
              <a:buFontTx/>
              <a:buNone/>
            </a:pPr>
            <a:endParaRPr lang="en-US" altLang="en-US" sz="2400">
              <a:solidFill>
                <a:srgbClr val="0033CC"/>
              </a:solidFill>
              <a:latin typeface="Calibri" panose="020F0502020204030204" pitchFamily="34" charset="0"/>
              <a:cs typeface="Calibri" panose="020F0502020204030204" pitchFamily="34" charset="0"/>
            </a:endParaRP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D6C91233-F5C2-0B41-A2F3-D3BA2092543A}"/>
                  </a:ext>
                </a:extLst>
              </p14:cNvPr>
              <p14:cNvContentPartPr/>
              <p14:nvPr/>
            </p14:nvContentPartPr>
            <p14:xfrm>
              <a:off x="8182080" y="2269440"/>
              <a:ext cx="564120" cy="60840"/>
            </p14:xfrm>
          </p:contentPart>
        </mc:Choice>
        <mc:Fallback>
          <p:pic>
            <p:nvPicPr>
              <p:cNvPr id="3" name="Ink 2">
                <a:extLst>
                  <a:ext uri="{FF2B5EF4-FFF2-40B4-BE49-F238E27FC236}">
                    <a16:creationId xmlns:a16="http://schemas.microsoft.com/office/drawing/2014/main" id="{D6C91233-F5C2-0B41-A2F3-D3BA2092543A}"/>
                  </a:ext>
                </a:extLst>
              </p:cNvPr>
              <p:cNvPicPr/>
              <p:nvPr/>
            </p:nvPicPr>
            <p:blipFill>
              <a:blip r:embed="rId3"/>
              <a:stretch>
                <a:fillRect/>
              </a:stretch>
            </p:blipFill>
            <p:spPr>
              <a:xfrm>
                <a:off x="8172720" y="2260080"/>
                <a:ext cx="582840" cy="79560"/>
              </a:xfrm>
              <a:prstGeom prst="rect">
                <a:avLst/>
              </a:prstGeom>
            </p:spPr>
          </p:pic>
        </mc:Fallback>
      </mc:AlternateContent>
    </p:spTree>
    <p:extLst>
      <p:ext uri="{BB962C8B-B14F-4D97-AF65-F5344CB8AC3E}">
        <p14:creationId xmlns:p14="http://schemas.microsoft.com/office/powerpoint/2010/main" val="2505402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DAB26-8347-8345-A5F7-F4327C7F1D21}"/>
              </a:ext>
            </a:extLst>
          </p:cNvPr>
          <p:cNvSpPr>
            <a:spLocks noGrp="1"/>
          </p:cNvSpPr>
          <p:nvPr>
            <p:ph type="title"/>
          </p:nvPr>
        </p:nvSpPr>
        <p:spPr/>
        <p:txBody>
          <a:bodyPr/>
          <a:lstStyle/>
          <a:p>
            <a:r>
              <a:rPr lang="en-US"/>
              <a:t>Tìm kiếm trong không gian trạng thái</a:t>
            </a:r>
          </a:p>
        </p:txBody>
      </p:sp>
      <p:sp>
        <p:nvSpPr>
          <p:cNvPr id="4" name="Slide Number Placeholder 3">
            <a:extLst>
              <a:ext uri="{FF2B5EF4-FFF2-40B4-BE49-F238E27FC236}">
                <a16:creationId xmlns:a16="http://schemas.microsoft.com/office/drawing/2014/main" id="{AEE5EEC1-FE28-5F44-A31B-A53FF3A41423}"/>
              </a:ext>
            </a:extLst>
          </p:cNvPr>
          <p:cNvSpPr>
            <a:spLocks noGrp="1"/>
          </p:cNvSpPr>
          <p:nvPr>
            <p:ph type="sldNum" sz="quarter" idx="12"/>
          </p:nvPr>
        </p:nvSpPr>
        <p:spPr/>
        <p:txBody>
          <a:bodyPr/>
          <a:lstStyle/>
          <a:p>
            <a:fld id="{DA8C51A7-BEEA-471D-933F-7E35BC04A30F}" type="slidenum">
              <a:rPr lang="en-US"/>
              <a:pPr/>
              <a:t>24</a:t>
            </a:fld>
            <a:endParaRPr lang="en-US"/>
          </a:p>
        </p:txBody>
      </p:sp>
      <p:sp>
        <p:nvSpPr>
          <p:cNvPr id="6" name="Rectangle 3">
            <a:extLst>
              <a:ext uri="{FF2B5EF4-FFF2-40B4-BE49-F238E27FC236}">
                <a16:creationId xmlns:a16="http://schemas.microsoft.com/office/drawing/2014/main" id="{2C42ED3D-45E9-6149-B422-B3C39DB675CE}"/>
              </a:ext>
            </a:extLst>
          </p:cNvPr>
          <p:cNvSpPr txBox="1">
            <a:spLocks noChangeArrowheads="1"/>
          </p:cNvSpPr>
          <p:nvPr/>
        </p:nvSpPr>
        <p:spPr bwMode="auto">
          <a:xfrm>
            <a:off x="5756017" y="1623310"/>
            <a:ext cx="3849643" cy="457095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192088" indent="-192088" algn="l" defTabSz="771525" rtl="0" eaLnBrk="0" fontAlgn="base" hangingPunct="0">
              <a:lnSpc>
                <a:spcPct val="90000"/>
              </a:lnSpc>
              <a:spcBef>
                <a:spcPts val="850"/>
              </a:spcBef>
              <a:spcAft>
                <a:spcPct val="0"/>
              </a:spcAft>
              <a:buFont typeface="Arial" pitchFamily="34" charset="0"/>
              <a:buChar char="•"/>
              <a:defRPr sz="2300" kern="1200">
                <a:solidFill>
                  <a:schemeClr val="tx1"/>
                </a:solidFill>
                <a:latin typeface="+mn-lt"/>
                <a:ea typeface="+mn-ea"/>
                <a:cs typeface="+mn-cs"/>
              </a:defRPr>
            </a:lvl1pPr>
            <a:lvl2pPr marL="577850" indent="-192088" algn="l" defTabSz="771525" rtl="0" eaLnBrk="0" fontAlgn="base" hangingPunct="0">
              <a:lnSpc>
                <a:spcPct val="90000"/>
              </a:lnSpc>
              <a:spcBef>
                <a:spcPts val="425"/>
              </a:spcBef>
              <a:spcAft>
                <a:spcPct val="0"/>
              </a:spcAft>
              <a:buFont typeface="Arial" pitchFamily="34" charset="0"/>
              <a:buChar char="•"/>
              <a:defRPr sz="2000" kern="1200">
                <a:solidFill>
                  <a:schemeClr val="tx1"/>
                </a:solidFill>
                <a:latin typeface="+mn-lt"/>
                <a:ea typeface="+mn-ea"/>
                <a:cs typeface="+mn-cs"/>
              </a:defRPr>
            </a:lvl2pPr>
            <a:lvl3pPr marL="963613" indent="-192088" algn="l" defTabSz="771525" rtl="0" eaLnBrk="0" fontAlgn="base" hangingPunct="0">
              <a:lnSpc>
                <a:spcPct val="90000"/>
              </a:lnSpc>
              <a:spcBef>
                <a:spcPts val="425"/>
              </a:spcBef>
              <a:spcAft>
                <a:spcPct val="0"/>
              </a:spcAft>
              <a:buFont typeface="Arial" pitchFamily="34" charset="0"/>
              <a:buChar char="•"/>
              <a:defRPr sz="1600" kern="1200">
                <a:solidFill>
                  <a:schemeClr val="tx1"/>
                </a:solidFill>
                <a:latin typeface="+mn-lt"/>
                <a:ea typeface="+mn-ea"/>
                <a:cs typeface="+mn-cs"/>
              </a:defRPr>
            </a:lvl3pPr>
            <a:lvl4pPr marL="1349375" indent="-192088" algn="l" defTabSz="771525" rtl="0" eaLnBrk="0" fontAlgn="base" hangingPunct="0">
              <a:lnSpc>
                <a:spcPct val="90000"/>
              </a:lnSpc>
              <a:spcBef>
                <a:spcPts val="425"/>
              </a:spcBef>
              <a:spcAft>
                <a:spcPct val="0"/>
              </a:spcAft>
              <a:buFont typeface="Arial" pitchFamily="34" charset="0"/>
              <a:buChar char="•"/>
              <a:defRPr sz="1500" kern="1200">
                <a:solidFill>
                  <a:schemeClr val="tx1"/>
                </a:solidFill>
                <a:latin typeface="+mn-lt"/>
                <a:ea typeface="+mn-ea"/>
                <a:cs typeface="+mn-cs"/>
              </a:defRPr>
            </a:lvl4pPr>
            <a:lvl5pPr marL="1735138" indent="-192088" algn="l" defTabSz="771525" rtl="0" eaLnBrk="0" fontAlgn="base" hangingPunct="0">
              <a:lnSpc>
                <a:spcPct val="90000"/>
              </a:lnSpc>
              <a:spcBef>
                <a:spcPts val="425"/>
              </a:spcBef>
              <a:spcAft>
                <a:spcPct val="0"/>
              </a:spcAft>
              <a:buFont typeface="Arial" pitchFamily="34" charset="0"/>
              <a:buChar char="•"/>
              <a:defRPr sz="1500" kern="1200">
                <a:solidFill>
                  <a:schemeClr val="tx1"/>
                </a:solidFill>
                <a:latin typeface="+mn-lt"/>
                <a:ea typeface="+mn-ea"/>
                <a:cs typeface="+mn-cs"/>
              </a:defRPr>
            </a:lvl5pPr>
            <a:lvl6pPr marL="2121819"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6pPr>
            <a:lvl7pPr marL="2507605"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7pPr>
            <a:lvl8pPr marL="2893390"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8pPr>
            <a:lvl9pPr marL="3279176"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9pPr>
          </a:lstStyle>
          <a:p>
            <a:pPr eaLnBrk="1" hangingPunct="1">
              <a:lnSpc>
                <a:spcPct val="150000"/>
              </a:lnSpc>
              <a:spcBef>
                <a:spcPts val="1450"/>
              </a:spcBef>
              <a:buClr>
                <a:srgbClr val="0033CC"/>
              </a:buClr>
            </a:pPr>
            <a:r>
              <a:rPr lang="en-US" altLang="en-US"/>
              <a:t>Điều này có thể </a:t>
            </a:r>
            <a:r>
              <a:rPr lang="en-US" altLang="en-US">
                <a:solidFill>
                  <a:schemeClr val="accent2">
                    <a:lumMod val="75000"/>
                  </a:schemeClr>
                </a:solidFill>
              </a:rPr>
              <a:t>không khả thi </a:t>
            </a:r>
            <a:r>
              <a:rPr lang="en-US" altLang="en-US"/>
              <a:t>(hoặc tốn nhiều chi phí) để xây dựng một biểu diễn đầy đủ của đồ thị trạng thái.</a:t>
            </a:r>
          </a:p>
        </p:txBody>
      </p:sp>
      <p:grpSp>
        <p:nvGrpSpPr>
          <p:cNvPr id="5" name="Group 4">
            <a:extLst>
              <a:ext uri="{FF2B5EF4-FFF2-40B4-BE49-F238E27FC236}">
                <a16:creationId xmlns:a16="http://schemas.microsoft.com/office/drawing/2014/main" id="{C456C106-822E-2744-A420-AD9CE767DD3C}"/>
              </a:ext>
            </a:extLst>
          </p:cNvPr>
          <p:cNvGrpSpPr>
            <a:grpSpLocks/>
          </p:cNvGrpSpPr>
          <p:nvPr/>
        </p:nvGrpSpPr>
        <p:grpSpPr bwMode="auto">
          <a:xfrm>
            <a:off x="606996" y="1772816"/>
            <a:ext cx="5040560" cy="3424812"/>
            <a:chOff x="288" y="1392"/>
            <a:chExt cx="3532" cy="2496"/>
          </a:xfrm>
        </p:grpSpPr>
        <p:sp>
          <p:nvSpPr>
            <p:cNvPr id="7" name="Oval 5">
              <a:extLst>
                <a:ext uri="{FF2B5EF4-FFF2-40B4-BE49-F238E27FC236}">
                  <a16:creationId xmlns:a16="http://schemas.microsoft.com/office/drawing/2014/main" id="{E8976726-71E4-BA4D-8455-FECDA1A6B002}"/>
                </a:ext>
              </a:extLst>
            </p:cNvPr>
            <p:cNvSpPr>
              <a:spLocks noChangeArrowheads="1"/>
            </p:cNvSpPr>
            <p:nvPr/>
          </p:nvSpPr>
          <p:spPr bwMode="auto">
            <a:xfrm>
              <a:off x="288" y="212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8" name="Oval 6">
              <a:extLst>
                <a:ext uri="{FF2B5EF4-FFF2-40B4-BE49-F238E27FC236}">
                  <a16:creationId xmlns:a16="http://schemas.microsoft.com/office/drawing/2014/main" id="{F99BF374-5A40-CA41-9599-38DDF1F8EA87}"/>
                </a:ext>
              </a:extLst>
            </p:cNvPr>
            <p:cNvSpPr>
              <a:spLocks noChangeArrowheads="1"/>
            </p:cNvSpPr>
            <p:nvPr/>
          </p:nvSpPr>
          <p:spPr bwMode="auto">
            <a:xfrm>
              <a:off x="508" y="316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9" name="Oval 7">
              <a:extLst>
                <a:ext uri="{FF2B5EF4-FFF2-40B4-BE49-F238E27FC236}">
                  <a16:creationId xmlns:a16="http://schemas.microsoft.com/office/drawing/2014/main" id="{8874105E-F4C0-054B-963E-C87E1A11E352}"/>
                </a:ext>
              </a:extLst>
            </p:cNvPr>
            <p:cNvSpPr>
              <a:spLocks noChangeArrowheads="1"/>
            </p:cNvSpPr>
            <p:nvPr/>
          </p:nvSpPr>
          <p:spPr bwMode="auto">
            <a:xfrm>
              <a:off x="844" y="1776"/>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 name="Oval 8">
              <a:extLst>
                <a:ext uri="{FF2B5EF4-FFF2-40B4-BE49-F238E27FC236}">
                  <a16:creationId xmlns:a16="http://schemas.microsoft.com/office/drawing/2014/main" id="{5B4D0C72-E992-AB4A-8E3B-6D9113A8C98F}"/>
                </a:ext>
              </a:extLst>
            </p:cNvPr>
            <p:cNvSpPr>
              <a:spLocks noChangeArrowheads="1"/>
            </p:cNvSpPr>
            <p:nvPr/>
          </p:nvSpPr>
          <p:spPr bwMode="auto">
            <a:xfrm>
              <a:off x="1900" y="278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1" name="Oval 9">
              <a:extLst>
                <a:ext uri="{FF2B5EF4-FFF2-40B4-BE49-F238E27FC236}">
                  <a16:creationId xmlns:a16="http://schemas.microsoft.com/office/drawing/2014/main" id="{FD89AEA2-C91C-0D42-BC2E-47C90D42AE37}"/>
                </a:ext>
              </a:extLst>
            </p:cNvPr>
            <p:cNvSpPr>
              <a:spLocks noChangeArrowheads="1"/>
            </p:cNvSpPr>
            <p:nvPr/>
          </p:nvSpPr>
          <p:spPr bwMode="auto">
            <a:xfrm>
              <a:off x="1276" y="3696"/>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2" name="Oval 10">
              <a:extLst>
                <a:ext uri="{FF2B5EF4-FFF2-40B4-BE49-F238E27FC236}">
                  <a16:creationId xmlns:a16="http://schemas.microsoft.com/office/drawing/2014/main" id="{D0968FD3-0B01-F048-BF0F-2D4E064FF901}"/>
                </a:ext>
              </a:extLst>
            </p:cNvPr>
            <p:cNvSpPr>
              <a:spLocks noChangeArrowheads="1"/>
            </p:cNvSpPr>
            <p:nvPr/>
          </p:nvSpPr>
          <p:spPr bwMode="auto">
            <a:xfrm>
              <a:off x="2380" y="278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3" name="Oval 11">
              <a:extLst>
                <a:ext uri="{FF2B5EF4-FFF2-40B4-BE49-F238E27FC236}">
                  <a16:creationId xmlns:a16="http://schemas.microsoft.com/office/drawing/2014/main" id="{8A73074B-9065-0348-BB9C-05BCA20B36EA}"/>
                </a:ext>
              </a:extLst>
            </p:cNvPr>
            <p:cNvSpPr>
              <a:spLocks noChangeArrowheads="1"/>
            </p:cNvSpPr>
            <p:nvPr/>
          </p:nvSpPr>
          <p:spPr bwMode="auto">
            <a:xfrm>
              <a:off x="892" y="2496"/>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4" name="Oval 12">
              <a:extLst>
                <a:ext uri="{FF2B5EF4-FFF2-40B4-BE49-F238E27FC236}">
                  <a16:creationId xmlns:a16="http://schemas.microsoft.com/office/drawing/2014/main" id="{01357955-2C79-ED45-8582-FCD56F85B492}"/>
                </a:ext>
              </a:extLst>
            </p:cNvPr>
            <p:cNvSpPr>
              <a:spLocks noChangeArrowheads="1"/>
            </p:cNvSpPr>
            <p:nvPr/>
          </p:nvSpPr>
          <p:spPr bwMode="auto">
            <a:xfrm>
              <a:off x="2428" y="235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5" name="Oval 13">
              <a:extLst>
                <a:ext uri="{FF2B5EF4-FFF2-40B4-BE49-F238E27FC236}">
                  <a16:creationId xmlns:a16="http://schemas.microsoft.com/office/drawing/2014/main" id="{975F32E5-A597-A14E-9198-9812466C5D78}"/>
                </a:ext>
              </a:extLst>
            </p:cNvPr>
            <p:cNvSpPr>
              <a:spLocks noChangeArrowheads="1"/>
            </p:cNvSpPr>
            <p:nvPr/>
          </p:nvSpPr>
          <p:spPr bwMode="auto">
            <a:xfrm>
              <a:off x="412" y="379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6" name="Oval 14">
              <a:extLst>
                <a:ext uri="{FF2B5EF4-FFF2-40B4-BE49-F238E27FC236}">
                  <a16:creationId xmlns:a16="http://schemas.microsoft.com/office/drawing/2014/main" id="{31015C4F-65D6-2642-A6A1-88AACF8AF230}"/>
                </a:ext>
              </a:extLst>
            </p:cNvPr>
            <p:cNvSpPr>
              <a:spLocks noChangeArrowheads="1"/>
            </p:cNvSpPr>
            <p:nvPr/>
          </p:nvSpPr>
          <p:spPr bwMode="auto">
            <a:xfrm>
              <a:off x="940" y="326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7" name="Oval 15">
              <a:extLst>
                <a:ext uri="{FF2B5EF4-FFF2-40B4-BE49-F238E27FC236}">
                  <a16:creationId xmlns:a16="http://schemas.microsoft.com/office/drawing/2014/main" id="{484EEB9B-9215-F540-8A0B-6BF4E8377CAE}"/>
                </a:ext>
              </a:extLst>
            </p:cNvPr>
            <p:cNvSpPr>
              <a:spLocks noChangeArrowheads="1"/>
            </p:cNvSpPr>
            <p:nvPr/>
          </p:nvSpPr>
          <p:spPr bwMode="auto">
            <a:xfrm>
              <a:off x="2524" y="182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8" name="Oval 16">
              <a:extLst>
                <a:ext uri="{FF2B5EF4-FFF2-40B4-BE49-F238E27FC236}">
                  <a16:creationId xmlns:a16="http://schemas.microsoft.com/office/drawing/2014/main" id="{F26CD4F0-8238-934F-AF2D-E9D42006D49C}"/>
                </a:ext>
              </a:extLst>
            </p:cNvPr>
            <p:cNvSpPr>
              <a:spLocks noChangeArrowheads="1"/>
            </p:cNvSpPr>
            <p:nvPr/>
          </p:nvSpPr>
          <p:spPr bwMode="auto">
            <a:xfrm>
              <a:off x="2956" y="326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9" name="Oval 17">
              <a:extLst>
                <a:ext uri="{FF2B5EF4-FFF2-40B4-BE49-F238E27FC236}">
                  <a16:creationId xmlns:a16="http://schemas.microsoft.com/office/drawing/2014/main" id="{47B25532-4A1A-E545-BFDA-47C1537CB1CD}"/>
                </a:ext>
              </a:extLst>
            </p:cNvPr>
            <p:cNvSpPr>
              <a:spLocks noChangeArrowheads="1"/>
            </p:cNvSpPr>
            <p:nvPr/>
          </p:nvSpPr>
          <p:spPr bwMode="auto">
            <a:xfrm>
              <a:off x="1708" y="3648"/>
              <a:ext cx="96" cy="96"/>
            </a:xfrm>
            <a:prstGeom prst="ellipse">
              <a:avLst/>
            </a:prstGeom>
            <a:solidFill>
              <a:srgbClr val="FF0000"/>
            </a:solidFill>
            <a:ln w="9525">
              <a:solidFill>
                <a:srgbClr val="FF0000"/>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0" name="Oval 18">
              <a:extLst>
                <a:ext uri="{FF2B5EF4-FFF2-40B4-BE49-F238E27FC236}">
                  <a16:creationId xmlns:a16="http://schemas.microsoft.com/office/drawing/2014/main" id="{A0634E2B-DCAB-174F-B7DE-273FDD5FD3EE}"/>
                </a:ext>
              </a:extLst>
            </p:cNvPr>
            <p:cNvSpPr>
              <a:spLocks noChangeArrowheads="1"/>
            </p:cNvSpPr>
            <p:nvPr/>
          </p:nvSpPr>
          <p:spPr bwMode="auto">
            <a:xfrm>
              <a:off x="2428" y="350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1" name="Oval 19">
              <a:extLst>
                <a:ext uri="{FF2B5EF4-FFF2-40B4-BE49-F238E27FC236}">
                  <a16:creationId xmlns:a16="http://schemas.microsoft.com/office/drawing/2014/main" id="{A4D38DB5-AE92-5F47-97C9-13B69985CB4B}"/>
                </a:ext>
              </a:extLst>
            </p:cNvPr>
            <p:cNvSpPr>
              <a:spLocks noChangeArrowheads="1"/>
            </p:cNvSpPr>
            <p:nvPr/>
          </p:nvSpPr>
          <p:spPr bwMode="auto">
            <a:xfrm>
              <a:off x="1324" y="283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2" name="Oval 20">
              <a:extLst>
                <a:ext uri="{FF2B5EF4-FFF2-40B4-BE49-F238E27FC236}">
                  <a16:creationId xmlns:a16="http://schemas.microsoft.com/office/drawing/2014/main" id="{22917A73-4156-B74B-88D2-BC6E6BC900EE}"/>
                </a:ext>
              </a:extLst>
            </p:cNvPr>
            <p:cNvSpPr>
              <a:spLocks noChangeArrowheads="1"/>
            </p:cNvSpPr>
            <p:nvPr/>
          </p:nvSpPr>
          <p:spPr bwMode="auto">
            <a:xfrm>
              <a:off x="1468" y="2016"/>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3" name="Oval 21">
              <a:extLst>
                <a:ext uri="{FF2B5EF4-FFF2-40B4-BE49-F238E27FC236}">
                  <a16:creationId xmlns:a16="http://schemas.microsoft.com/office/drawing/2014/main" id="{B3ED0FF5-6C23-9541-A07E-2DCADB2A336C}"/>
                </a:ext>
              </a:extLst>
            </p:cNvPr>
            <p:cNvSpPr>
              <a:spLocks noChangeArrowheads="1"/>
            </p:cNvSpPr>
            <p:nvPr/>
          </p:nvSpPr>
          <p:spPr bwMode="auto">
            <a:xfrm>
              <a:off x="1900" y="230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4" name="Oval 22">
              <a:extLst>
                <a:ext uri="{FF2B5EF4-FFF2-40B4-BE49-F238E27FC236}">
                  <a16:creationId xmlns:a16="http://schemas.microsoft.com/office/drawing/2014/main" id="{A460C101-B88C-D14F-850E-EA57618E90D1}"/>
                </a:ext>
              </a:extLst>
            </p:cNvPr>
            <p:cNvSpPr>
              <a:spLocks noChangeArrowheads="1"/>
            </p:cNvSpPr>
            <p:nvPr/>
          </p:nvSpPr>
          <p:spPr bwMode="auto">
            <a:xfrm>
              <a:off x="2092" y="196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5" name="Oval 23">
              <a:extLst>
                <a:ext uri="{FF2B5EF4-FFF2-40B4-BE49-F238E27FC236}">
                  <a16:creationId xmlns:a16="http://schemas.microsoft.com/office/drawing/2014/main" id="{546E5454-EF92-5749-98A1-B01B9B6D57F4}"/>
                </a:ext>
              </a:extLst>
            </p:cNvPr>
            <p:cNvSpPr>
              <a:spLocks noChangeArrowheads="1"/>
            </p:cNvSpPr>
            <p:nvPr/>
          </p:nvSpPr>
          <p:spPr bwMode="auto">
            <a:xfrm>
              <a:off x="2092" y="139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6" name="Oval 24">
              <a:extLst>
                <a:ext uri="{FF2B5EF4-FFF2-40B4-BE49-F238E27FC236}">
                  <a16:creationId xmlns:a16="http://schemas.microsoft.com/office/drawing/2014/main" id="{6FD931C4-D02D-6848-8010-A74A4490977F}"/>
                </a:ext>
              </a:extLst>
            </p:cNvPr>
            <p:cNvSpPr>
              <a:spLocks noChangeArrowheads="1"/>
            </p:cNvSpPr>
            <p:nvPr/>
          </p:nvSpPr>
          <p:spPr bwMode="auto">
            <a:xfrm>
              <a:off x="1516" y="340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 name="Oval 25">
              <a:extLst>
                <a:ext uri="{FF2B5EF4-FFF2-40B4-BE49-F238E27FC236}">
                  <a16:creationId xmlns:a16="http://schemas.microsoft.com/office/drawing/2014/main" id="{52C09DB0-3C53-0B4D-93B0-EC7D3151258C}"/>
                </a:ext>
              </a:extLst>
            </p:cNvPr>
            <p:cNvSpPr>
              <a:spLocks noChangeArrowheads="1"/>
            </p:cNvSpPr>
            <p:nvPr/>
          </p:nvSpPr>
          <p:spPr bwMode="auto">
            <a:xfrm>
              <a:off x="3724" y="172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 name="Oval 26">
              <a:extLst>
                <a:ext uri="{FF2B5EF4-FFF2-40B4-BE49-F238E27FC236}">
                  <a16:creationId xmlns:a16="http://schemas.microsoft.com/office/drawing/2014/main" id="{7A513E04-550D-9E45-9BCC-5B3FF2C52578}"/>
                </a:ext>
              </a:extLst>
            </p:cNvPr>
            <p:cNvSpPr>
              <a:spLocks noChangeArrowheads="1"/>
            </p:cNvSpPr>
            <p:nvPr/>
          </p:nvSpPr>
          <p:spPr bwMode="auto">
            <a:xfrm>
              <a:off x="2860" y="196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 name="Oval 27">
              <a:extLst>
                <a:ext uri="{FF2B5EF4-FFF2-40B4-BE49-F238E27FC236}">
                  <a16:creationId xmlns:a16="http://schemas.microsoft.com/office/drawing/2014/main" id="{33C977CF-15FC-2A43-BDAA-BFADCCC6038D}"/>
                </a:ext>
              </a:extLst>
            </p:cNvPr>
            <p:cNvSpPr>
              <a:spLocks noChangeArrowheads="1"/>
            </p:cNvSpPr>
            <p:nvPr/>
          </p:nvSpPr>
          <p:spPr bwMode="auto">
            <a:xfrm>
              <a:off x="3196" y="187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 name="Oval 28">
              <a:extLst>
                <a:ext uri="{FF2B5EF4-FFF2-40B4-BE49-F238E27FC236}">
                  <a16:creationId xmlns:a16="http://schemas.microsoft.com/office/drawing/2014/main" id="{79FCABFA-8360-4343-BE52-623F4A783AB5}"/>
                </a:ext>
              </a:extLst>
            </p:cNvPr>
            <p:cNvSpPr>
              <a:spLocks noChangeArrowheads="1"/>
            </p:cNvSpPr>
            <p:nvPr/>
          </p:nvSpPr>
          <p:spPr bwMode="auto">
            <a:xfrm>
              <a:off x="3436" y="220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 name="Oval 29">
              <a:extLst>
                <a:ext uri="{FF2B5EF4-FFF2-40B4-BE49-F238E27FC236}">
                  <a16:creationId xmlns:a16="http://schemas.microsoft.com/office/drawing/2014/main" id="{EE3E19FA-9315-E24C-85B7-4DA6C1BC78BC}"/>
                </a:ext>
              </a:extLst>
            </p:cNvPr>
            <p:cNvSpPr>
              <a:spLocks noChangeArrowheads="1"/>
            </p:cNvSpPr>
            <p:nvPr/>
          </p:nvSpPr>
          <p:spPr bwMode="auto">
            <a:xfrm>
              <a:off x="3472" y="326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2" name="Oval 30">
              <a:extLst>
                <a:ext uri="{FF2B5EF4-FFF2-40B4-BE49-F238E27FC236}">
                  <a16:creationId xmlns:a16="http://schemas.microsoft.com/office/drawing/2014/main" id="{58CCB8A8-14AB-984D-BA93-E62ACC742546}"/>
                </a:ext>
              </a:extLst>
            </p:cNvPr>
            <p:cNvSpPr>
              <a:spLocks noChangeArrowheads="1"/>
            </p:cNvSpPr>
            <p:nvPr/>
          </p:nvSpPr>
          <p:spPr bwMode="auto">
            <a:xfrm>
              <a:off x="3052" y="2592"/>
              <a:ext cx="96" cy="96"/>
            </a:xfrm>
            <a:prstGeom prst="ellipse">
              <a:avLst/>
            </a:prstGeom>
            <a:solidFill>
              <a:srgbClr val="009900"/>
            </a:solidFill>
            <a:ln w="9525">
              <a:solidFill>
                <a:srgbClr val="009900"/>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3" name="Oval 31">
              <a:extLst>
                <a:ext uri="{FF2B5EF4-FFF2-40B4-BE49-F238E27FC236}">
                  <a16:creationId xmlns:a16="http://schemas.microsoft.com/office/drawing/2014/main" id="{E644E6B6-7F8D-B747-A142-735C046C61CA}"/>
                </a:ext>
              </a:extLst>
            </p:cNvPr>
            <p:cNvSpPr>
              <a:spLocks noChangeArrowheads="1"/>
            </p:cNvSpPr>
            <p:nvPr/>
          </p:nvSpPr>
          <p:spPr bwMode="auto">
            <a:xfrm>
              <a:off x="3340" y="264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4" name="Line 32">
              <a:extLst>
                <a:ext uri="{FF2B5EF4-FFF2-40B4-BE49-F238E27FC236}">
                  <a16:creationId xmlns:a16="http://schemas.microsoft.com/office/drawing/2014/main" id="{74F47878-A1BD-EA43-85AF-23F8166DE540}"/>
                </a:ext>
              </a:extLst>
            </p:cNvPr>
            <p:cNvSpPr>
              <a:spLocks noChangeShapeType="1"/>
            </p:cNvSpPr>
            <p:nvPr/>
          </p:nvSpPr>
          <p:spPr bwMode="auto">
            <a:xfrm flipV="1">
              <a:off x="456" y="3260"/>
              <a:ext cx="92" cy="5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5" name="Line 33">
              <a:extLst>
                <a:ext uri="{FF2B5EF4-FFF2-40B4-BE49-F238E27FC236}">
                  <a16:creationId xmlns:a16="http://schemas.microsoft.com/office/drawing/2014/main" id="{7569450B-4693-CD47-9E60-4FCC0FD2F49A}"/>
                </a:ext>
              </a:extLst>
            </p:cNvPr>
            <p:cNvSpPr>
              <a:spLocks noChangeShapeType="1"/>
            </p:cNvSpPr>
            <p:nvPr/>
          </p:nvSpPr>
          <p:spPr bwMode="auto">
            <a:xfrm flipV="1">
              <a:off x="492" y="3352"/>
              <a:ext cx="468" cy="4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6" name="Line 34">
              <a:extLst>
                <a:ext uri="{FF2B5EF4-FFF2-40B4-BE49-F238E27FC236}">
                  <a16:creationId xmlns:a16="http://schemas.microsoft.com/office/drawing/2014/main" id="{FC55AA3B-154C-244E-BDEB-E6694AEF2DA5}"/>
                </a:ext>
              </a:extLst>
            </p:cNvPr>
            <p:cNvSpPr>
              <a:spLocks noChangeShapeType="1"/>
            </p:cNvSpPr>
            <p:nvPr/>
          </p:nvSpPr>
          <p:spPr bwMode="auto">
            <a:xfrm flipV="1">
              <a:off x="504" y="3476"/>
              <a:ext cx="1012" cy="36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7" name="Line 35">
              <a:extLst>
                <a:ext uri="{FF2B5EF4-FFF2-40B4-BE49-F238E27FC236}">
                  <a16:creationId xmlns:a16="http://schemas.microsoft.com/office/drawing/2014/main" id="{09B92B60-B87B-844F-BAAB-0E292EDCAFF1}"/>
                </a:ext>
              </a:extLst>
            </p:cNvPr>
            <p:cNvSpPr>
              <a:spLocks noChangeShapeType="1"/>
            </p:cNvSpPr>
            <p:nvPr/>
          </p:nvSpPr>
          <p:spPr bwMode="auto">
            <a:xfrm flipH="1">
              <a:off x="1352" y="3496"/>
              <a:ext cx="180" cy="20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8" name="Line 36">
              <a:extLst>
                <a:ext uri="{FF2B5EF4-FFF2-40B4-BE49-F238E27FC236}">
                  <a16:creationId xmlns:a16="http://schemas.microsoft.com/office/drawing/2014/main" id="{FA4070A5-B05C-214A-A4CA-D01D3EE63DBC}"/>
                </a:ext>
              </a:extLst>
            </p:cNvPr>
            <p:cNvSpPr>
              <a:spLocks noChangeShapeType="1"/>
            </p:cNvSpPr>
            <p:nvPr/>
          </p:nvSpPr>
          <p:spPr bwMode="auto">
            <a:xfrm>
              <a:off x="1596" y="3488"/>
              <a:ext cx="136" cy="1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9" name="Line 37">
              <a:extLst>
                <a:ext uri="{FF2B5EF4-FFF2-40B4-BE49-F238E27FC236}">
                  <a16:creationId xmlns:a16="http://schemas.microsoft.com/office/drawing/2014/main" id="{1E3CF9CB-69E6-3E46-8454-68CFE6608EC4}"/>
                </a:ext>
              </a:extLst>
            </p:cNvPr>
            <p:cNvSpPr>
              <a:spLocks noChangeShapeType="1"/>
            </p:cNvSpPr>
            <p:nvPr/>
          </p:nvSpPr>
          <p:spPr bwMode="auto">
            <a:xfrm flipV="1">
              <a:off x="1796" y="3564"/>
              <a:ext cx="636" cy="11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0" name="Line 38">
              <a:extLst>
                <a:ext uri="{FF2B5EF4-FFF2-40B4-BE49-F238E27FC236}">
                  <a16:creationId xmlns:a16="http://schemas.microsoft.com/office/drawing/2014/main" id="{BF44647A-55C8-1E4F-BF9D-AF658DB8E6C6}"/>
                </a:ext>
              </a:extLst>
            </p:cNvPr>
            <p:cNvSpPr>
              <a:spLocks noChangeShapeType="1"/>
            </p:cNvSpPr>
            <p:nvPr/>
          </p:nvSpPr>
          <p:spPr bwMode="auto">
            <a:xfrm flipV="1">
              <a:off x="1764" y="2876"/>
              <a:ext cx="176" cy="77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1" name="Line 39">
              <a:extLst>
                <a:ext uri="{FF2B5EF4-FFF2-40B4-BE49-F238E27FC236}">
                  <a16:creationId xmlns:a16="http://schemas.microsoft.com/office/drawing/2014/main" id="{71ACDD4A-3AA5-8046-80D9-A982B1540FFF}"/>
                </a:ext>
              </a:extLst>
            </p:cNvPr>
            <p:cNvSpPr>
              <a:spLocks noChangeShapeType="1"/>
            </p:cNvSpPr>
            <p:nvPr/>
          </p:nvSpPr>
          <p:spPr bwMode="auto">
            <a:xfrm flipH="1" flipV="1">
              <a:off x="2428" y="2880"/>
              <a:ext cx="48" cy="6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2" name="Line 40">
              <a:extLst>
                <a:ext uri="{FF2B5EF4-FFF2-40B4-BE49-F238E27FC236}">
                  <a16:creationId xmlns:a16="http://schemas.microsoft.com/office/drawing/2014/main" id="{8AB3724D-5A38-CA44-864D-8CAA92FCD014}"/>
                </a:ext>
              </a:extLst>
            </p:cNvPr>
            <p:cNvSpPr>
              <a:spLocks noChangeShapeType="1"/>
            </p:cNvSpPr>
            <p:nvPr/>
          </p:nvSpPr>
          <p:spPr bwMode="auto">
            <a:xfrm flipV="1">
              <a:off x="2524" y="3336"/>
              <a:ext cx="440" cy="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3" name="Line 41">
              <a:extLst>
                <a:ext uri="{FF2B5EF4-FFF2-40B4-BE49-F238E27FC236}">
                  <a16:creationId xmlns:a16="http://schemas.microsoft.com/office/drawing/2014/main" id="{C54CE591-CF4D-364F-BCB1-58DA946BDE8F}"/>
                </a:ext>
              </a:extLst>
            </p:cNvPr>
            <p:cNvSpPr>
              <a:spLocks noChangeShapeType="1"/>
            </p:cNvSpPr>
            <p:nvPr/>
          </p:nvSpPr>
          <p:spPr bwMode="auto">
            <a:xfrm flipH="1" flipV="1">
              <a:off x="944" y="2592"/>
              <a:ext cx="40" cy="6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4" name="Line 42">
              <a:extLst>
                <a:ext uri="{FF2B5EF4-FFF2-40B4-BE49-F238E27FC236}">
                  <a16:creationId xmlns:a16="http://schemas.microsoft.com/office/drawing/2014/main" id="{1F9FF3CF-8CC0-464D-BC57-685C46555182}"/>
                </a:ext>
              </a:extLst>
            </p:cNvPr>
            <p:cNvSpPr>
              <a:spLocks noChangeShapeType="1"/>
            </p:cNvSpPr>
            <p:nvPr/>
          </p:nvSpPr>
          <p:spPr bwMode="auto">
            <a:xfrm flipH="1">
              <a:off x="1024" y="2920"/>
              <a:ext cx="320" cy="3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5" name="Line 43">
              <a:extLst>
                <a:ext uri="{FF2B5EF4-FFF2-40B4-BE49-F238E27FC236}">
                  <a16:creationId xmlns:a16="http://schemas.microsoft.com/office/drawing/2014/main" id="{05B3C710-7AA2-4241-810C-AC198C5DFB87}"/>
                </a:ext>
              </a:extLst>
            </p:cNvPr>
            <p:cNvSpPr>
              <a:spLocks noChangeShapeType="1"/>
            </p:cNvSpPr>
            <p:nvPr/>
          </p:nvSpPr>
          <p:spPr bwMode="auto">
            <a:xfrm>
              <a:off x="1388" y="2924"/>
              <a:ext cx="164" cy="4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6" name="Line 44">
              <a:extLst>
                <a:ext uri="{FF2B5EF4-FFF2-40B4-BE49-F238E27FC236}">
                  <a16:creationId xmlns:a16="http://schemas.microsoft.com/office/drawing/2014/main" id="{51B8E72C-F6DC-0145-A35B-162F431D56C5}"/>
                </a:ext>
              </a:extLst>
            </p:cNvPr>
            <p:cNvSpPr>
              <a:spLocks noChangeShapeType="1"/>
            </p:cNvSpPr>
            <p:nvPr/>
          </p:nvSpPr>
          <p:spPr bwMode="auto">
            <a:xfrm flipV="1">
              <a:off x="1416" y="2836"/>
              <a:ext cx="480" cy="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7" name="Line 45">
              <a:extLst>
                <a:ext uri="{FF2B5EF4-FFF2-40B4-BE49-F238E27FC236}">
                  <a16:creationId xmlns:a16="http://schemas.microsoft.com/office/drawing/2014/main" id="{0DF1F108-3768-D74F-AC9F-B18963E9465F}"/>
                </a:ext>
              </a:extLst>
            </p:cNvPr>
            <p:cNvSpPr>
              <a:spLocks noChangeShapeType="1"/>
            </p:cNvSpPr>
            <p:nvPr/>
          </p:nvSpPr>
          <p:spPr bwMode="auto">
            <a:xfrm flipV="1">
              <a:off x="3500" y="1816"/>
              <a:ext cx="244" cy="3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8" name="Line 46">
              <a:extLst>
                <a:ext uri="{FF2B5EF4-FFF2-40B4-BE49-F238E27FC236}">
                  <a16:creationId xmlns:a16="http://schemas.microsoft.com/office/drawing/2014/main" id="{1F9B87E9-7A85-F64E-9DA7-4C44E8ACF281}"/>
                </a:ext>
              </a:extLst>
            </p:cNvPr>
            <p:cNvSpPr>
              <a:spLocks noChangeShapeType="1"/>
            </p:cNvSpPr>
            <p:nvPr/>
          </p:nvSpPr>
          <p:spPr bwMode="auto">
            <a:xfrm flipH="1">
              <a:off x="3292" y="1780"/>
              <a:ext cx="432" cy="1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9" name="Line 47">
              <a:extLst>
                <a:ext uri="{FF2B5EF4-FFF2-40B4-BE49-F238E27FC236}">
                  <a16:creationId xmlns:a16="http://schemas.microsoft.com/office/drawing/2014/main" id="{153BBED3-F6D9-9842-9D77-2E7832A67AFB}"/>
                </a:ext>
              </a:extLst>
            </p:cNvPr>
            <p:cNvSpPr>
              <a:spLocks noChangeShapeType="1"/>
            </p:cNvSpPr>
            <p:nvPr/>
          </p:nvSpPr>
          <p:spPr bwMode="auto">
            <a:xfrm flipH="1" flipV="1">
              <a:off x="2180" y="1456"/>
              <a:ext cx="1548" cy="2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0" name="Line 48">
              <a:extLst>
                <a:ext uri="{FF2B5EF4-FFF2-40B4-BE49-F238E27FC236}">
                  <a16:creationId xmlns:a16="http://schemas.microsoft.com/office/drawing/2014/main" id="{2E2861AB-16EF-7045-92E9-57D6BE86B20A}"/>
                </a:ext>
              </a:extLst>
            </p:cNvPr>
            <p:cNvSpPr>
              <a:spLocks noChangeShapeType="1"/>
            </p:cNvSpPr>
            <p:nvPr/>
          </p:nvSpPr>
          <p:spPr bwMode="auto">
            <a:xfrm flipV="1">
              <a:off x="1944" y="2392"/>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1" name="Line 49">
              <a:extLst>
                <a:ext uri="{FF2B5EF4-FFF2-40B4-BE49-F238E27FC236}">
                  <a16:creationId xmlns:a16="http://schemas.microsoft.com/office/drawing/2014/main" id="{54979F68-2C36-B94D-AE00-E56C59D4AE4D}"/>
                </a:ext>
              </a:extLst>
            </p:cNvPr>
            <p:cNvSpPr>
              <a:spLocks noChangeShapeType="1"/>
            </p:cNvSpPr>
            <p:nvPr/>
          </p:nvSpPr>
          <p:spPr bwMode="auto">
            <a:xfrm>
              <a:off x="1996" y="2356"/>
              <a:ext cx="432" cy="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2" name="Line 50">
              <a:extLst>
                <a:ext uri="{FF2B5EF4-FFF2-40B4-BE49-F238E27FC236}">
                  <a16:creationId xmlns:a16="http://schemas.microsoft.com/office/drawing/2014/main" id="{86C2BC30-2F2A-E74F-85A9-07E9D73E0916}"/>
                </a:ext>
              </a:extLst>
            </p:cNvPr>
            <p:cNvSpPr>
              <a:spLocks noChangeShapeType="1"/>
            </p:cNvSpPr>
            <p:nvPr/>
          </p:nvSpPr>
          <p:spPr bwMode="auto">
            <a:xfrm flipV="1">
              <a:off x="1960" y="2052"/>
              <a:ext cx="148" cy="2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3" name="Line 51">
              <a:extLst>
                <a:ext uri="{FF2B5EF4-FFF2-40B4-BE49-F238E27FC236}">
                  <a16:creationId xmlns:a16="http://schemas.microsoft.com/office/drawing/2014/main" id="{02E4C077-E10D-1341-89E0-98B0DB26D175}"/>
                </a:ext>
              </a:extLst>
            </p:cNvPr>
            <p:cNvSpPr>
              <a:spLocks noChangeShapeType="1"/>
            </p:cNvSpPr>
            <p:nvPr/>
          </p:nvSpPr>
          <p:spPr bwMode="auto">
            <a:xfrm flipV="1">
              <a:off x="2128" y="1488"/>
              <a:ext cx="12" cy="48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4" name="Line 52">
              <a:extLst>
                <a:ext uri="{FF2B5EF4-FFF2-40B4-BE49-F238E27FC236}">
                  <a16:creationId xmlns:a16="http://schemas.microsoft.com/office/drawing/2014/main" id="{A9F09063-8E67-7A45-9555-82F932BB48AC}"/>
                </a:ext>
              </a:extLst>
            </p:cNvPr>
            <p:cNvSpPr>
              <a:spLocks noChangeShapeType="1"/>
            </p:cNvSpPr>
            <p:nvPr/>
          </p:nvSpPr>
          <p:spPr bwMode="auto">
            <a:xfrm>
              <a:off x="2164" y="1480"/>
              <a:ext cx="380" cy="3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5" name="Line 53">
              <a:extLst>
                <a:ext uri="{FF2B5EF4-FFF2-40B4-BE49-F238E27FC236}">
                  <a16:creationId xmlns:a16="http://schemas.microsoft.com/office/drawing/2014/main" id="{1C6D170D-CCE1-2B4A-BDAD-F6705C95083D}"/>
                </a:ext>
              </a:extLst>
            </p:cNvPr>
            <p:cNvSpPr>
              <a:spLocks noChangeShapeType="1"/>
            </p:cNvSpPr>
            <p:nvPr/>
          </p:nvSpPr>
          <p:spPr bwMode="auto">
            <a:xfrm>
              <a:off x="2156" y="1488"/>
              <a:ext cx="308" cy="8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6" name="Line 54">
              <a:extLst>
                <a:ext uri="{FF2B5EF4-FFF2-40B4-BE49-F238E27FC236}">
                  <a16:creationId xmlns:a16="http://schemas.microsoft.com/office/drawing/2014/main" id="{9766FEBA-500D-5545-B58B-5C8C6BCDF5E0}"/>
                </a:ext>
              </a:extLst>
            </p:cNvPr>
            <p:cNvSpPr>
              <a:spLocks noChangeShapeType="1"/>
            </p:cNvSpPr>
            <p:nvPr/>
          </p:nvSpPr>
          <p:spPr bwMode="auto">
            <a:xfrm flipV="1">
              <a:off x="2512" y="2056"/>
              <a:ext cx="364" cy="3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7" name="Line 55">
              <a:extLst>
                <a:ext uri="{FF2B5EF4-FFF2-40B4-BE49-F238E27FC236}">
                  <a16:creationId xmlns:a16="http://schemas.microsoft.com/office/drawing/2014/main" id="{05C3EA01-A53F-8B4C-8E95-097A5670B367}"/>
                </a:ext>
              </a:extLst>
            </p:cNvPr>
            <p:cNvSpPr>
              <a:spLocks noChangeShapeType="1"/>
            </p:cNvSpPr>
            <p:nvPr/>
          </p:nvSpPr>
          <p:spPr bwMode="auto">
            <a:xfrm flipH="1" flipV="1">
              <a:off x="2188" y="2016"/>
              <a:ext cx="672" cy="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8" name="Line 56">
              <a:extLst>
                <a:ext uri="{FF2B5EF4-FFF2-40B4-BE49-F238E27FC236}">
                  <a16:creationId xmlns:a16="http://schemas.microsoft.com/office/drawing/2014/main" id="{C464A01C-F802-5242-9908-3C4725E10D65}"/>
                </a:ext>
              </a:extLst>
            </p:cNvPr>
            <p:cNvSpPr>
              <a:spLocks noChangeShapeType="1"/>
            </p:cNvSpPr>
            <p:nvPr/>
          </p:nvSpPr>
          <p:spPr bwMode="auto">
            <a:xfrm>
              <a:off x="2616" y="1888"/>
              <a:ext cx="252" cy="10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9" name="Line 57">
              <a:extLst>
                <a:ext uri="{FF2B5EF4-FFF2-40B4-BE49-F238E27FC236}">
                  <a16:creationId xmlns:a16="http://schemas.microsoft.com/office/drawing/2014/main" id="{C5685DF1-34E6-8F47-AB5F-2445F547B1DA}"/>
                </a:ext>
              </a:extLst>
            </p:cNvPr>
            <p:cNvSpPr>
              <a:spLocks noChangeShapeType="1"/>
            </p:cNvSpPr>
            <p:nvPr/>
          </p:nvSpPr>
          <p:spPr bwMode="auto">
            <a:xfrm>
              <a:off x="2612" y="1856"/>
              <a:ext cx="584" cy="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0" name="Line 58">
              <a:extLst>
                <a:ext uri="{FF2B5EF4-FFF2-40B4-BE49-F238E27FC236}">
                  <a16:creationId xmlns:a16="http://schemas.microsoft.com/office/drawing/2014/main" id="{881A71D1-DD69-A54C-83CF-703A8AC64A12}"/>
                </a:ext>
              </a:extLst>
            </p:cNvPr>
            <p:cNvSpPr>
              <a:spLocks noChangeShapeType="1"/>
            </p:cNvSpPr>
            <p:nvPr/>
          </p:nvSpPr>
          <p:spPr bwMode="auto">
            <a:xfrm flipV="1">
              <a:off x="3136" y="2288"/>
              <a:ext cx="308" cy="3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1" name="Line 59">
              <a:extLst>
                <a:ext uri="{FF2B5EF4-FFF2-40B4-BE49-F238E27FC236}">
                  <a16:creationId xmlns:a16="http://schemas.microsoft.com/office/drawing/2014/main" id="{913E8A28-9F17-1A44-B403-DA59DAB5A9EA}"/>
                </a:ext>
              </a:extLst>
            </p:cNvPr>
            <p:cNvSpPr>
              <a:spLocks noChangeShapeType="1"/>
            </p:cNvSpPr>
            <p:nvPr/>
          </p:nvSpPr>
          <p:spPr bwMode="auto">
            <a:xfrm flipH="1">
              <a:off x="2456" y="1968"/>
              <a:ext cx="780" cy="8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2" name="Line 60">
              <a:extLst>
                <a:ext uri="{FF2B5EF4-FFF2-40B4-BE49-F238E27FC236}">
                  <a16:creationId xmlns:a16="http://schemas.microsoft.com/office/drawing/2014/main" id="{C1C3C980-2B84-3940-8A90-BB051801C93A}"/>
                </a:ext>
              </a:extLst>
            </p:cNvPr>
            <p:cNvSpPr>
              <a:spLocks noChangeShapeType="1"/>
            </p:cNvSpPr>
            <p:nvPr/>
          </p:nvSpPr>
          <p:spPr bwMode="auto">
            <a:xfrm flipH="1">
              <a:off x="3104" y="1964"/>
              <a:ext cx="144" cy="6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3" name="Line 61">
              <a:extLst>
                <a:ext uri="{FF2B5EF4-FFF2-40B4-BE49-F238E27FC236}">
                  <a16:creationId xmlns:a16="http://schemas.microsoft.com/office/drawing/2014/main" id="{85244C65-2D3A-B045-BCAF-71879EFFBDBA}"/>
                </a:ext>
              </a:extLst>
            </p:cNvPr>
            <p:cNvSpPr>
              <a:spLocks noChangeShapeType="1"/>
            </p:cNvSpPr>
            <p:nvPr/>
          </p:nvSpPr>
          <p:spPr bwMode="auto">
            <a:xfrm flipH="1">
              <a:off x="3012" y="2688"/>
              <a:ext cx="72" cy="5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4" name="Line 62">
              <a:extLst>
                <a:ext uri="{FF2B5EF4-FFF2-40B4-BE49-F238E27FC236}">
                  <a16:creationId xmlns:a16="http://schemas.microsoft.com/office/drawing/2014/main" id="{38BAC22F-4C18-9244-886C-4E13E012BB9F}"/>
                </a:ext>
              </a:extLst>
            </p:cNvPr>
            <p:cNvSpPr>
              <a:spLocks noChangeShapeType="1"/>
            </p:cNvSpPr>
            <p:nvPr/>
          </p:nvSpPr>
          <p:spPr bwMode="auto">
            <a:xfrm>
              <a:off x="3136" y="2672"/>
              <a:ext cx="360" cy="596"/>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5" name="Line 63">
              <a:extLst>
                <a:ext uri="{FF2B5EF4-FFF2-40B4-BE49-F238E27FC236}">
                  <a16:creationId xmlns:a16="http://schemas.microsoft.com/office/drawing/2014/main" id="{B89B9A42-58E4-134D-9E2C-BBF4695EA361}"/>
                </a:ext>
              </a:extLst>
            </p:cNvPr>
            <p:cNvSpPr>
              <a:spLocks noChangeShapeType="1"/>
            </p:cNvSpPr>
            <p:nvPr/>
          </p:nvSpPr>
          <p:spPr bwMode="auto">
            <a:xfrm>
              <a:off x="3148" y="2640"/>
              <a:ext cx="196" cy="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6" name="Line 64">
              <a:extLst>
                <a:ext uri="{FF2B5EF4-FFF2-40B4-BE49-F238E27FC236}">
                  <a16:creationId xmlns:a16="http://schemas.microsoft.com/office/drawing/2014/main" id="{892F6B15-8B96-E94F-B910-DDBF52ADE57E}"/>
                </a:ext>
              </a:extLst>
            </p:cNvPr>
            <p:cNvSpPr>
              <a:spLocks noChangeShapeType="1"/>
            </p:cNvSpPr>
            <p:nvPr/>
          </p:nvSpPr>
          <p:spPr bwMode="auto">
            <a:xfrm>
              <a:off x="888" y="1872"/>
              <a:ext cx="48" cy="6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7" name="Line 65">
              <a:extLst>
                <a:ext uri="{FF2B5EF4-FFF2-40B4-BE49-F238E27FC236}">
                  <a16:creationId xmlns:a16="http://schemas.microsoft.com/office/drawing/2014/main" id="{20CD59AC-BFF9-F74B-B40E-5EFC3BBB0490}"/>
                </a:ext>
              </a:extLst>
            </p:cNvPr>
            <p:cNvSpPr>
              <a:spLocks noChangeShapeType="1"/>
            </p:cNvSpPr>
            <p:nvPr/>
          </p:nvSpPr>
          <p:spPr bwMode="auto">
            <a:xfrm>
              <a:off x="368" y="2200"/>
              <a:ext cx="524" cy="3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8" name="Line 66">
              <a:extLst>
                <a:ext uri="{FF2B5EF4-FFF2-40B4-BE49-F238E27FC236}">
                  <a16:creationId xmlns:a16="http://schemas.microsoft.com/office/drawing/2014/main" id="{9F08E5E3-84FD-AD41-8BA7-B8299DA41882}"/>
                </a:ext>
              </a:extLst>
            </p:cNvPr>
            <p:cNvSpPr>
              <a:spLocks noChangeShapeType="1"/>
            </p:cNvSpPr>
            <p:nvPr/>
          </p:nvSpPr>
          <p:spPr bwMode="auto">
            <a:xfrm flipH="1">
              <a:off x="976" y="2096"/>
              <a:ext cx="500" cy="41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9" name="Line 67">
              <a:extLst>
                <a:ext uri="{FF2B5EF4-FFF2-40B4-BE49-F238E27FC236}">
                  <a16:creationId xmlns:a16="http://schemas.microsoft.com/office/drawing/2014/main" id="{1FABB2DD-EF10-B64D-AF4D-AE721C6BEC7B}"/>
                </a:ext>
              </a:extLst>
            </p:cNvPr>
            <p:cNvSpPr>
              <a:spLocks noChangeShapeType="1"/>
            </p:cNvSpPr>
            <p:nvPr/>
          </p:nvSpPr>
          <p:spPr bwMode="auto">
            <a:xfrm flipH="1">
              <a:off x="932" y="1444"/>
              <a:ext cx="1160" cy="3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0" name="Line 68">
              <a:extLst>
                <a:ext uri="{FF2B5EF4-FFF2-40B4-BE49-F238E27FC236}">
                  <a16:creationId xmlns:a16="http://schemas.microsoft.com/office/drawing/2014/main" id="{DFB9C9E9-5B9E-8A4D-835F-F80493FEB5D1}"/>
                </a:ext>
              </a:extLst>
            </p:cNvPr>
            <p:cNvSpPr>
              <a:spLocks noChangeShapeType="1"/>
            </p:cNvSpPr>
            <p:nvPr/>
          </p:nvSpPr>
          <p:spPr bwMode="auto">
            <a:xfrm flipH="1">
              <a:off x="368" y="1848"/>
              <a:ext cx="480" cy="2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1" name="Line 69">
              <a:extLst>
                <a:ext uri="{FF2B5EF4-FFF2-40B4-BE49-F238E27FC236}">
                  <a16:creationId xmlns:a16="http://schemas.microsoft.com/office/drawing/2014/main" id="{AE4A8809-E946-7B48-ADB8-453CDD3DC2FC}"/>
                </a:ext>
              </a:extLst>
            </p:cNvPr>
            <p:cNvSpPr>
              <a:spLocks noChangeShapeType="1"/>
            </p:cNvSpPr>
            <p:nvPr/>
          </p:nvSpPr>
          <p:spPr bwMode="auto">
            <a:xfrm flipV="1">
              <a:off x="384" y="2064"/>
              <a:ext cx="1080" cy="1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2" name="Line 70">
              <a:extLst>
                <a:ext uri="{FF2B5EF4-FFF2-40B4-BE49-F238E27FC236}">
                  <a16:creationId xmlns:a16="http://schemas.microsoft.com/office/drawing/2014/main" id="{6CE88C35-5343-4E4D-93C4-34353BE20146}"/>
                </a:ext>
              </a:extLst>
            </p:cNvPr>
            <p:cNvSpPr>
              <a:spLocks noChangeShapeType="1"/>
            </p:cNvSpPr>
            <p:nvPr/>
          </p:nvSpPr>
          <p:spPr bwMode="auto">
            <a:xfrm>
              <a:off x="340" y="2216"/>
              <a:ext cx="200" cy="9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3" name="Line 71">
              <a:extLst>
                <a:ext uri="{FF2B5EF4-FFF2-40B4-BE49-F238E27FC236}">
                  <a16:creationId xmlns:a16="http://schemas.microsoft.com/office/drawing/2014/main" id="{C24ADAD1-2E65-4146-BA44-83F1AE84BDAF}"/>
                </a:ext>
              </a:extLst>
            </p:cNvPr>
            <p:cNvSpPr>
              <a:spLocks noChangeShapeType="1"/>
            </p:cNvSpPr>
            <p:nvPr/>
          </p:nvSpPr>
          <p:spPr bwMode="auto">
            <a:xfrm>
              <a:off x="1548" y="2096"/>
              <a:ext cx="360" cy="2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4" name="Line 72">
              <a:extLst>
                <a:ext uri="{FF2B5EF4-FFF2-40B4-BE49-F238E27FC236}">
                  <a16:creationId xmlns:a16="http://schemas.microsoft.com/office/drawing/2014/main" id="{0B97A015-D1F9-F74F-9E71-BB008DB3D3F0}"/>
                </a:ext>
              </a:extLst>
            </p:cNvPr>
            <p:cNvSpPr>
              <a:spLocks noChangeShapeType="1"/>
            </p:cNvSpPr>
            <p:nvPr/>
          </p:nvSpPr>
          <p:spPr bwMode="auto">
            <a:xfrm>
              <a:off x="984" y="2560"/>
              <a:ext cx="928" cy="2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5" name="Line 73">
              <a:extLst>
                <a:ext uri="{FF2B5EF4-FFF2-40B4-BE49-F238E27FC236}">
                  <a16:creationId xmlns:a16="http://schemas.microsoft.com/office/drawing/2014/main" id="{1BC5FFC9-03F8-8741-8593-71832BE776B6}"/>
                </a:ext>
              </a:extLst>
            </p:cNvPr>
            <p:cNvSpPr>
              <a:spLocks noChangeShapeType="1"/>
            </p:cNvSpPr>
            <p:nvPr/>
          </p:nvSpPr>
          <p:spPr bwMode="auto">
            <a:xfrm flipV="1">
              <a:off x="1992" y="2824"/>
              <a:ext cx="388"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6" name="Line 74">
              <a:extLst>
                <a:ext uri="{FF2B5EF4-FFF2-40B4-BE49-F238E27FC236}">
                  <a16:creationId xmlns:a16="http://schemas.microsoft.com/office/drawing/2014/main" id="{81C36CFF-4E2E-E54F-8E14-CE27D19574C7}"/>
                </a:ext>
              </a:extLst>
            </p:cNvPr>
            <p:cNvSpPr>
              <a:spLocks noChangeShapeType="1"/>
            </p:cNvSpPr>
            <p:nvPr/>
          </p:nvSpPr>
          <p:spPr bwMode="auto">
            <a:xfrm flipH="1">
              <a:off x="1788" y="2872"/>
              <a:ext cx="612" cy="7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7" name="Line 75">
              <a:extLst>
                <a:ext uri="{FF2B5EF4-FFF2-40B4-BE49-F238E27FC236}">
                  <a16:creationId xmlns:a16="http://schemas.microsoft.com/office/drawing/2014/main" id="{0173811A-5082-AE44-BD7E-373BFC4B52D6}"/>
                </a:ext>
              </a:extLst>
            </p:cNvPr>
            <p:cNvSpPr>
              <a:spLocks noChangeShapeType="1"/>
            </p:cNvSpPr>
            <p:nvPr/>
          </p:nvSpPr>
          <p:spPr bwMode="auto">
            <a:xfrm flipH="1">
              <a:off x="600" y="2848"/>
              <a:ext cx="1788" cy="35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8" name="Line 76">
              <a:extLst>
                <a:ext uri="{FF2B5EF4-FFF2-40B4-BE49-F238E27FC236}">
                  <a16:creationId xmlns:a16="http://schemas.microsoft.com/office/drawing/2014/main" id="{A28AB44E-56C0-2E46-A55B-BC91808BED70}"/>
                </a:ext>
              </a:extLst>
            </p:cNvPr>
            <p:cNvSpPr>
              <a:spLocks noChangeShapeType="1"/>
            </p:cNvSpPr>
            <p:nvPr/>
          </p:nvSpPr>
          <p:spPr bwMode="auto">
            <a:xfrm>
              <a:off x="2504" y="2440"/>
              <a:ext cx="468" cy="8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9" name="Line 77">
              <a:extLst>
                <a:ext uri="{FF2B5EF4-FFF2-40B4-BE49-F238E27FC236}">
                  <a16:creationId xmlns:a16="http://schemas.microsoft.com/office/drawing/2014/main" id="{1836F80A-C0CE-8C45-B5F5-DA45585BC3CA}"/>
                </a:ext>
              </a:extLst>
            </p:cNvPr>
            <p:cNvSpPr>
              <a:spLocks noChangeShapeType="1"/>
            </p:cNvSpPr>
            <p:nvPr/>
          </p:nvSpPr>
          <p:spPr bwMode="auto">
            <a:xfrm>
              <a:off x="3044" y="3288"/>
              <a:ext cx="424" cy="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Tree>
    <p:extLst>
      <p:ext uri="{BB962C8B-B14F-4D97-AF65-F5344CB8AC3E}">
        <p14:creationId xmlns:p14="http://schemas.microsoft.com/office/powerpoint/2010/main" val="17444473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E078E-2651-0141-BC9F-D85DB251A4E9}"/>
              </a:ext>
            </a:extLst>
          </p:cNvPr>
          <p:cNvSpPr>
            <a:spLocks noGrp="1"/>
          </p:cNvSpPr>
          <p:nvPr>
            <p:ph type="title"/>
          </p:nvPr>
        </p:nvSpPr>
        <p:spPr/>
        <p:txBody>
          <a:bodyPr/>
          <a:lstStyle/>
          <a:p>
            <a:r>
              <a:rPr lang="en-US"/>
              <a:t>Tìm kiếm trong không gian trạng thái</a:t>
            </a:r>
          </a:p>
        </p:txBody>
      </p:sp>
      <p:sp>
        <p:nvSpPr>
          <p:cNvPr id="4" name="Slide Number Placeholder 3">
            <a:extLst>
              <a:ext uri="{FF2B5EF4-FFF2-40B4-BE49-F238E27FC236}">
                <a16:creationId xmlns:a16="http://schemas.microsoft.com/office/drawing/2014/main" id="{0A677A12-4A5F-0240-8503-B8F916AD4DD6}"/>
              </a:ext>
            </a:extLst>
          </p:cNvPr>
          <p:cNvSpPr>
            <a:spLocks noGrp="1"/>
          </p:cNvSpPr>
          <p:nvPr>
            <p:ph type="sldNum" sz="quarter" idx="12"/>
          </p:nvPr>
        </p:nvSpPr>
        <p:spPr/>
        <p:txBody>
          <a:bodyPr/>
          <a:lstStyle/>
          <a:p>
            <a:fld id="{DA8C51A7-BEEA-471D-933F-7E35BC04A30F}" type="slidenum">
              <a:rPr lang="en-US"/>
              <a:pPr/>
              <a:t>25</a:t>
            </a:fld>
            <a:endParaRPr lang="en-US"/>
          </a:p>
        </p:txBody>
      </p:sp>
      <p:sp>
        <p:nvSpPr>
          <p:cNvPr id="5" name="Text Box 2">
            <a:extLst>
              <a:ext uri="{FF2B5EF4-FFF2-40B4-BE49-F238E27FC236}">
                <a16:creationId xmlns:a16="http://schemas.microsoft.com/office/drawing/2014/main" id="{A789F0EF-FEDB-9548-ADCA-F7BBF6A56D84}"/>
              </a:ext>
            </a:extLst>
          </p:cNvPr>
          <p:cNvSpPr txBox="1">
            <a:spLocks noChangeArrowheads="1"/>
          </p:cNvSpPr>
          <p:nvPr/>
        </p:nvSpPr>
        <p:spPr bwMode="auto">
          <a:xfrm>
            <a:off x="1552458" y="1696765"/>
            <a:ext cx="7047122"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	         		</a:t>
            </a:r>
            <a:r>
              <a:rPr lang="en-US" altLang="en-US" sz="2400">
                <a:solidFill>
                  <a:srgbClr val="0033CC"/>
                </a:solidFill>
                <a:latin typeface="Comic Sans MS" panose="030F0902030302020204" pitchFamily="66" charset="0"/>
              </a:rPr>
              <a:t>8-ô số </a:t>
            </a:r>
            <a:r>
              <a:rPr lang="en-US" altLang="en-US" sz="2400">
                <a:solidFill>
                  <a:srgbClr val="0033CC"/>
                </a:solidFill>
                <a:latin typeface="Comic Sans MS" panose="030F0902030302020204" pitchFamily="66" charset="0"/>
                <a:sym typeface="Wingdings" pitchFamily="2" charset="2"/>
              </a:rPr>
              <a:t></a:t>
            </a:r>
            <a:r>
              <a:rPr lang="en-US" altLang="en-US" sz="2400">
                <a:solidFill>
                  <a:srgbClr val="0033CC"/>
                </a:solidFill>
                <a:latin typeface="Comic Sans MS" panose="030F0902030302020204" pitchFamily="66" charset="0"/>
              </a:rPr>
              <a:t> 362,880 trạng thái</a:t>
            </a:r>
          </a:p>
          <a:p>
            <a:pPr eaLnBrk="1" hangingPunct="1"/>
            <a:endParaRPr lang="en-US" altLang="en-US" sz="2400">
              <a:latin typeface="Comic Sans MS" panose="030F0902030302020204" pitchFamily="66" charset="0"/>
            </a:endParaRPr>
          </a:p>
          <a:p>
            <a:pPr eaLnBrk="1" hangingPunct="1"/>
            <a:endParaRPr lang="en-US" altLang="en-US" sz="2400">
              <a:latin typeface="Comic Sans MS" panose="030F0902030302020204" pitchFamily="66" charset="0"/>
            </a:endParaRPr>
          </a:p>
          <a:p>
            <a:pPr eaLnBrk="1" hangingPunct="1"/>
            <a:endParaRPr lang="en-US" altLang="en-US" sz="2400">
              <a:latin typeface="Comic Sans MS" panose="030F0902030302020204" pitchFamily="66" charset="0"/>
            </a:endParaRPr>
          </a:p>
          <a:p>
            <a:pPr eaLnBrk="1" hangingPunct="1"/>
            <a:r>
              <a:rPr lang="en-US" altLang="en-US" sz="2400">
                <a:solidFill>
                  <a:srgbClr val="CC6600"/>
                </a:solidFill>
                <a:latin typeface="Comic Sans MS" panose="030F0902030302020204" pitchFamily="66" charset="0"/>
              </a:rPr>
              <a:t>            </a:t>
            </a:r>
            <a:r>
              <a:rPr lang="en-US" altLang="en-US" sz="2400">
                <a:solidFill>
                  <a:srgbClr val="990033"/>
                </a:solidFill>
                <a:latin typeface="Comic Sans MS" panose="030F0902030302020204" pitchFamily="66" charset="0"/>
              </a:rPr>
              <a:t>15-ô số </a:t>
            </a:r>
            <a:r>
              <a:rPr lang="en-US" altLang="en-US" sz="2400">
                <a:solidFill>
                  <a:srgbClr val="990033"/>
                </a:solidFill>
                <a:latin typeface="Comic Sans MS" panose="030F0902030302020204" pitchFamily="66" charset="0"/>
                <a:sym typeface="Wingdings" pitchFamily="2" charset="2"/>
              </a:rPr>
              <a:t> 2.09 </a:t>
            </a:r>
            <a:r>
              <a:rPr lang="en-US" altLang="en-US" sz="2000">
                <a:solidFill>
                  <a:srgbClr val="990033"/>
                </a:solidFill>
                <a:latin typeface="Comic Sans MS" panose="030F0902030302020204" pitchFamily="66" charset="0"/>
                <a:sym typeface="Wingdings" pitchFamily="2" charset="2"/>
              </a:rPr>
              <a:t>x</a:t>
            </a:r>
            <a:r>
              <a:rPr lang="en-US" altLang="en-US" sz="2400">
                <a:solidFill>
                  <a:srgbClr val="990033"/>
                </a:solidFill>
                <a:latin typeface="Comic Sans MS" panose="030F0902030302020204" pitchFamily="66" charset="0"/>
                <a:sym typeface="Wingdings" pitchFamily="2" charset="2"/>
              </a:rPr>
              <a:t> </a:t>
            </a:r>
            <a:r>
              <a:rPr lang="en-US" altLang="en-US" sz="2400">
                <a:solidFill>
                  <a:srgbClr val="990033"/>
                </a:solidFill>
                <a:latin typeface="Comic Sans MS" panose="030F0902030302020204" pitchFamily="66" charset="0"/>
                <a:cs typeface="Times New Roman" panose="02020603050405020304" pitchFamily="18" charset="0"/>
                <a:sym typeface="Wingdings" pitchFamily="2" charset="2"/>
              </a:rPr>
              <a:t>10</a:t>
            </a:r>
            <a:r>
              <a:rPr lang="en-US" altLang="en-US" sz="2400" baseline="30000">
                <a:solidFill>
                  <a:srgbClr val="990033"/>
                </a:solidFill>
                <a:latin typeface="Comic Sans MS" panose="030F0902030302020204" pitchFamily="66" charset="0"/>
                <a:cs typeface="Times New Roman" panose="02020603050405020304" pitchFamily="18" charset="0"/>
                <a:sym typeface="Wingdings" pitchFamily="2" charset="2"/>
              </a:rPr>
              <a:t>13</a:t>
            </a:r>
            <a:r>
              <a:rPr lang="en-US" altLang="en-US" sz="2400">
                <a:solidFill>
                  <a:srgbClr val="990033"/>
                </a:solidFill>
                <a:latin typeface="Comic Sans MS" panose="030F0902030302020204" pitchFamily="66" charset="0"/>
                <a:sym typeface="Wingdings" pitchFamily="2" charset="2"/>
              </a:rPr>
              <a:t> trạng thái</a:t>
            </a:r>
          </a:p>
          <a:p>
            <a:pPr eaLnBrk="1" hangingPunct="1"/>
            <a:endParaRPr lang="en-US" altLang="en-US" sz="2400">
              <a:latin typeface="Comic Sans MS" panose="030F0902030302020204" pitchFamily="66" charset="0"/>
              <a:sym typeface="Wingdings" pitchFamily="2" charset="2"/>
            </a:endParaRPr>
          </a:p>
          <a:p>
            <a:pPr eaLnBrk="1" hangingPunct="1"/>
            <a:endParaRPr lang="en-US" altLang="en-US" sz="2400">
              <a:latin typeface="Comic Sans MS" panose="030F0902030302020204" pitchFamily="66" charset="0"/>
            </a:endParaRPr>
          </a:p>
          <a:p>
            <a:pPr eaLnBrk="1" hangingPunct="1"/>
            <a:endParaRPr lang="en-US" altLang="en-US" sz="2400">
              <a:solidFill>
                <a:srgbClr val="FF0000"/>
              </a:solidFill>
              <a:latin typeface="Comic Sans MS" panose="030F0902030302020204" pitchFamily="66" charset="0"/>
            </a:endParaRPr>
          </a:p>
          <a:p>
            <a:pPr eaLnBrk="1" hangingPunct="1"/>
            <a:r>
              <a:rPr lang="en-US" altLang="en-US" sz="2400">
                <a:solidFill>
                  <a:srgbClr val="FF0000"/>
                </a:solidFill>
                <a:latin typeface="Comic Sans MS" panose="030F0902030302020204" pitchFamily="66" charset="0"/>
              </a:rPr>
              <a:t>24-ô số </a:t>
            </a:r>
            <a:r>
              <a:rPr lang="en-US" altLang="en-US" sz="2400">
                <a:solidFill>
                  <a:srgbClr val="FF0000"/>
                </a:solidFill>
                <a:latin typeface="Comic Sans MS" panose="030F0902030302020204" pitchFamily="66" charset="0"/>
                <a:sym typeface="Wingdings" pitchFamily="2" charset="2"/>
              </a:rPr>
              <a:t> </a:t>
            </a:r>
            <a:r>
              <a:rPr lang="en-US" altLang="en-US" sz="2400">
                <a:solidFill>
                  <a:srgbClr val="FF0000"/>
                </a:solidFill>
                <a:latin typeface="Comic Sans MS" panose="030F0902030302020204" pitchFamily="66" charset="0"/>
                <a:cs typeface="Times New Roman" panose="02020603050405020304" pitchFamily="18" charset="0"/>
                <a:sym typeface="Wingdings" pitchFamily="2" charset="2"/>
              </a:rPr>
              <a:t>10</a:t>
            </a:r>
            <a:r>
              <a:rPr lang="en-US" altLang="en-US" sz="2400" baseline="30000">
                <a:solidFill>
                  <a:srgbClr val="FF0000"/>
                </a:solidFill>
                <a:latin typeface="Comic Sans MS" panose="030F0902030302020204" pitchFamily="66" charset="0"/>
                <a:cs typeface="Times New Roman" panose="02020603050405020304" pitchFamily="18" charset="0"/>
                <a:sym typeface="Wingdings" pitchFamily="2" charset="2"/>
              </a:rPr>
              <a:t>25</a:t>
            </a:r>
            <a:r>
              <a:rPr lang="en-US" altLang="en-US" sz="2400">
                <a:solidFill>
                  <a:srgbClr val="FF0000"/>
                </a:solidFill>
                <a:latin typeface="Comic Sans MS" panose="030F0902030302020204" pitchFamily="66" charset="0"/>
                <a:cs typeface="Times New Roman" panose="02020603050405020304" pitchFamily="18" charset="0"/>
                <a:sym typeface="Wingdings" pitchFamily="2" charset="2"/>
              </a:rPr>
              <a:t> trạng thái</a:t>
            </a:r>
          </a:p>
        </p:txBody>
      </p:sp>
      <p:sp>
        <p:nvSpPr>
          <p:cNvPr id="6" name="Text Box 3">
            <a:extLst>
              <a:ext uri="{FF2B5EF4-FFF2-40B4-BE49-F238E27FC236}">
                <a16:creationId xmlns:a16="http://schemas.microsoft.com/office/drawing/2014/main" id="{A9CAC7A1-FBD1-EF4A-9553-2C2E0B73807D}"/>
              </a:ext>
            </a:extLst>
          </p:cNvPr>
          <p:cNvSpPr txBox="1">
            <a:spLocks noChangeArrowheads="1"/>
          </p:cNvSpPr>
          <p:nvPr/>
        </p:nvSpPr>
        <p:spPr bwMode="auto">
          <a:xfrm>
            <a:off x="5667258" y="5735365"/>
            <a:ext cx="39597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b="1">
                <a:latin typeface="Comic Sans MS" panose="030F0902030302020204" pitchFamily="66" charset="0"/>
              </a:rPr>
              <a:t>100 triệu trạng thái/giây</a:t>
            </a:r>
          </a:p>
        </p:txBody>
      </p:sp>
      <p:grpSp>
        <p:nvGrpSpPr>
          <p:cNvPr id="7" name="Group 4">
            <a:extLst>
              <a:ext uri="{FF2B5EF4-FFF2-40B4-BE49-F238E27FC236}">
                <a16:creationId xmlns:a16="http://schemas.microsoft.com/office/drawing/2014/main" id="{B3F03CB1-42C8-334A-9BF9-F82673F55B6D}"/>
              </a:ext>
            </a:extLst>
          </p:cNvPr>
          <p:cNvGrpSpPr>
            <a:grpSpLocks/>
          </p:cNvGrpSpPr>
          <p:nvPr/>
        </p:nvGrpSpPr>
        <p:grpSpPr bwMode="auto">
          <a:xfrm>
            <a:off x="6749938" y="2260328"/>
            <a:ext cx="1563689" cy="3551237"/>
            <a:chOff x="3706" y="1363"/>
            <a:chExt cx="985" cy="2237"/>
          </a:xfrm>
        </p:grpSpPr>
        <p:sp>
          <p:nvSpPr>
            <p:cNvPr id="8" name="Line 5">
              <a:extLst>
                <a:ext uri="{FF2B5EF4-FFF2-40B4-BE49-F238E27FC236}">
                  <a16:creationId xmlns:a16="http://schemas.microsoft.com/office/drawing/2014/main" id="{7BD676EC-F758-3742-B54A-75FA51E5F285}"/>
                </a:ext>
              </a:extLst>
            </p:cNvPr>
            <p:cNvSpPr>
              <a:spLocks noChangeShapeType="1"/>
            </p:cNvSpPr>
            <p:nvPr/>
          </p:nvSpPr>
          <p:spPr bwMode="auto">
            <a:xfrm flipH="1" flipV="1">
              <a:off x="3706" y="1363"/>
              <a:ext cx="518" cy="2237"/>
            </a:xfrm>
            <a:prstGeom prst="line">
              <a:avLst/>
            </a:prstGeom>
            <a:noFill/>
            <a:ln w="9525">
              <a:solidFill>
                <a:srgbClr val="0033CC"/>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 name="Text Box 6">
              <a:extLst>
                <a:ext uri="{FF2B5EF4-FFF2-40B4-BE49-F238E27FC236}">
                  <a16:creationId xmlns:a16="http://schemas.microsoft.com/office/drawing/2014/main" id="{4997A31C-B404-8D44-A424-4610686A3512}"/>
                </a:ext>
              </a:extLst>
            </p:cNvPr>
            <p:cNvSpPr txBox="1">
              <a:spLocks noChangeArrowheads="1"/>
            </p:cNvSpPr>
            <p:nvPr/>
          </p:nvSpPr>
          <p:spPr bwMode="auto">
            <a:xfrm>
              <a:off x="3792" y="1536"/>
              <a:ext cx="89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000">
                  <a:solidFill>
                    <a:srgbClr val="0033CC"/>
                  </a:solidFill>
                  <a:latin typeface="Comic Sans MS" panose="030F0902030302020204" pitchFamily="66" charset="0"/>
                </a:rPr>
                <a:t>0.036 giây</a:t>
              </a:r>
            </a:p>
          </p:txBody>
        </p:sp>
      </p:grpSp>
      <p:grpSp>
        <p:nvGrpSpPr>
          <p:cNvPr id="10" name="Group 7">
            <a:extLst>
              <a:ext uri="{FF2B5EF4-FFF2-40B4-BE49-F238E27FC236}">
                <a16:creationId xmlns:a16="http://schemas.microsoft.com/office/drawing/2014/main" id="{346F92A2-5A2D-9948-99CF-D4FAFC846CE9}"/>
              </a:ext>
            </a:extLst>
          </p:cNvPr>
          <p:cNvGrpSpPr>
            <a:grpSpLocks/>
          </p:cNvGrpSpPr>
          <p:nvPr/>
        </p:nvGrpSpPr>
        <p:grpSpPr bwMode="auto">
          <a:xfrm>
            <a:off x="4600458" y="3677965"/>
            <a:ext cx="2971800" cy="2133600"/>
            <a:chOff x="2352" y="2256"/>
            <a:chExt cx="1872" cy="1344"/>
          </a:xfrm>
        </p:grpSpPr>
        <p:sp>
          <p:nvSpPr>
            <p:cNvPr id="11" name="Line 8">
              <a:extLst>
                <a:ext uri="{FF2B5EF4-FFF2-40B4-BE49-F238E27FC236}">
                  <a16:creationId xmlns:a16="http://schemas.microsoft.com/office/drawing/2014/main" id="{245EAD5C-DDEB-B54B-BE3D-D951F089AFD7}"/>
                </a:ext>
              </a:extLst>
            </p:cNvPr>
            <p:cNvSpPr>
              <a:spLocks noChangeShapeType="1"/>
            </p:cNvSpPr>
            <p:nvPr/>
          </p:nvSpPr>
          <p:spPr bwMode="auto">
            <a:xfrm flipH="1" flipV="1">
              <a:off x="2352" y="2256"/>
              <a:ext cx="1872" cy="1344"/>
            </a:xfrm>
            <a:prstGeom prst="line">
              <a:avLst/>
            </a:prstGeom>
            <a:noFill/>
            <a:ln w="9525">
              <a:solidFill>
                <a:srgbClr val="990033"/>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2" name="Text Box 9">
              <a:extLst>
                <a:ext uri="{FF2B5EF4-FFF2-40B4-BE49-F238E27FC236}">
                  <a16:creationId xmlns:a16="http://schemas.microsoft.com/office/drawing/2014/main" id="{992DD235-D140-EF49-ADA2-D7D244D7358F}"/>
                </a:ext>
              </a:extLst>
            </p:cNvPr>
            <p:cNvSpPr txBox="1">
              <a:spLocks noChangeArrowheads="1"/>
            </p:cNvSpPr>
            <p:nvPr/>
          </p:nvSpPr>
          <p:spPr bwMode="auto">
            <a:xfrm>
              <a:off x="2832" y="2400"/>
              <a:ext cx="73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000">
                  <a:solidFill>
                    <a:srgbClr val="990033"/>
                  </a:solidFill>
                  <a:latin typeface="Comic Sans MS" panose="030F0902030302020204" pitchFamily="66" charset="0"/>
                </a:rPr>
                <a:t>~ 55 giờ</a:t>
              </a:r>
            </a:p>
          </p:txBody>
        </p:sp>
      </p:grpSp>
      <p:grpSp>
        <p:nvGrpSpPr>
          <p:cNvPr id="13" name="Group 10">
            <a:extLst>
              <a:ext uri="{FF2B5EF4-FFF2-40B4-BE49-F238E27FC236}">
                <a16:creationId xmlns:a16="http://schemas.microsoft.com/office/drawing/2014/main" id="{1509C4F5-5CA5-644D-B834-BC12C37A56EB}"/>
              </a:ext>
            </a:extLst>
          </p:cNvPr>
          <p:cNvGrpSpPr>
            <a:grpSpLocks/>
          </p:cNvGrpSpPr>
          <p:nvPr/>
        </p:nvGrpSpPr>
        <p:grpSpPr bwMode="auto">
          <a:xfrm>
            <a:off x="3305058" y="4973365"/>
            <a:ext cx="4267200" cy="838200"/>
            <a:chOff x="1536" y="3072"/>
            <a:chExt cx="2688" cy="528"/>
          </a:xfrm>
        </p:grpSpPr>
        <p:sp>
          <p:nvSpPr>
            <p:cNvPr id="14" name="Line 11">
              <a:extLst>
                <a:ext uri="{FF2B5EF4-FFF2-40B4-BE49-F238E27FC236}">
                  <a16:creationId xmlns:a16="http://schemas.microsoft.com/office/drawing/2014/main" id="{3F27EC3E-F9D7-5E4C-A31C-AE6521DC7CEE}"/>
                </a:ext>
              </a:extLst>
            </p:cNvPr>
            <p:cNvSpPr>
              <a:spLocks noChangeShapeType="1"/>
            </p:cNvSpPr>
            <p:nvPr/>
          </p:nvSpPr>
          <p:spPr bwMode="auto">
            <a:xfrm flipH="1" flipV="1">
              <a:off x="1536" y="3168"/>
              <a:ext cx="2688" cy="432"/>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5" name="Text Box 12">
              <a:extLst>
                <a:ext uri="{FF2B5EF4-FFF2-40B4-BE49-F238E27FC236}">
                  <a16:creationId xmlns:a16="http://schemas.microsoft.com/office/drawing/2014/main" id="{0BB51A66-5AD3-2A49-AE8B-F12F840C4C41}"/>
                </a:ext>
              </a:extLst>
            </p:cNvPr>
            <p:cNvSpPr txBox="1">
              <a:spLocks noChangeArrowheads="1"/>
            </p:cNvSpPr>
            <p:nvPr/>
          </p:nvSpPr>
          <p:spPr bwMode="auto">
            <a:xfrm>
              <a:off x="2304" y="3072"/>
              <a:ext cx="80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000">
                  <a:solidFill>
                    <a:srgbClr val="FF0000"/>
                  </a:solidFill>
                  <a:latin typeface="Comic Sans MS" panose="030F0902030302020204" pitchFamily="66" charset="0"/>
                </a:rPr>
                <a:t>&gt; 10</a:t>
              </a:r>
              <a:r>
                <a:rPr lang="en-US" altLang="en-US" sz="2000" baseline="30000">
                  <a:solidFill>
                    <a:srgbClr val="FF0000"/>
                  </a:solidFill>
                  <a:latin typeface="Comic Sans MS" panose="030F0902030302020204" pitchFamily="66" charset="0"/>
                </a:rPr>
                <a:t>9</a:t>
              </a:r>
              <a:r>
                <a:rPr lang="en-US" altLang="en-US" sz="2000">
                  <a:solidFill>
                    <a:srgbClr val="FF0000"/>
                  </a:solidFill>
                  <a:latin typeface="Comic Sans MS" panose="030F0902030302020204" pitchFamily="66" charset="0"/>
                </a:rPr>
                <a:t> năm</a:t>
              </a:r>
            </a:p>
          </p:txBody>
        </p:sp>
      </p:grpSp>
      <p:sp>
        <p:nvSpPr>
          <p:cNvPr id="17" name="Rectangle 16">
            <a:extLst>
              <a:ext uri="{FF2B5EF4-FFF2-40B4-BE49-F238E27FC236}">
                <a16:creationId xmlns:a16="http://schemas.microsoft.com/office/drawing/2014/main" id="{9AD26657-8357-404D-B022-ABFD4BFFF4C8}"/>
              </a:ext>
            </a:extLst>
          </p:cNvPr>
          <p:cNvSpPr/>
          <p:nvPr/>
        </p:nvSpPr>
        <p:spPr>
          <a:xfrm>
            <a:off x="799244" y="1354937"/>
            <a:ext cx="2919389" cy="461665"/>
          </a:xfrm>
          <a:prstGeom prst="rect">
            <a:avLst/>
          </a:prstGeom>
        </p:spPr>
        <p:txBody>
          <a:bodyPr wrap="none">
            <a:spAutoFit/>
          </a:bodyPr>
          <a:lstStyle/>
          <a:p>
            <a:pPr eaLnBrk="1" hangingPunct="1"/>
            <a:r>
              <a:rPr lang="en-US" altLang="en-US" sz="2400" b="1">
                <a:solidFill>
                  <a:schemeClr val="accent2"/>
                </a:solidFill>
                <a:latin typeface="Comic Sans MS" panose="030F0902030302020204" pitchFamily="66" charset="0"/>
              </a:rPr>
              <a:t>8-, 15-, 24-Ô số</a:t>
            </a:r>
          </a:p>
        </p:txBody>
      </p:sp>
      <mc:AlternateContent xmlns:mc="http://schemas.openxmlformats.org/markup-compatibility/2006">
        <mc:Choice xmlns:p14="http://schemas.microsoft.com/office/powerpoint/2010/main" Requires="p14">
          <p:contentPart p14:bwMode="auto" r:id="rId2">
            <p14:nvContentPartPr>
              <p14:cNvPr id="16" name="Ink 15">
                <a:extLst>
                  <a:ext uri="{FF2B5EF4-FFF2-40B4-BE49-F238E27FC236}">
                    <a16:creationId xmlns:a16="http://schemas.microsoft.com/office/drawing/2014/main" id="{342E4B48-A536-264B-971F-5B53BC87EBFD}"/>
                  </a:ext>
                </a:extLst>
              </p14:cNvPr>
              <p14:cNvContentPartPr/>
              <p14:nvPr/>
            </p14:nvContentPartPr>
            <p14:xfrm>
              <a:off x="5783760" y="5156280"/>
              <a:ext cx="84600" cy="68040"/>
            </p14:xfrm>
          </p:contentPart>
        </mc:Choice>
        <mc:Fallback>
          <p:pic>
            <p:nvPicPr>
              <p:cNvPr id="16" name="Ink 15">
                <a:extLst>
                  <a:ext uri="{FF2B5EF4-FFF2-40B4-BE49-F238E27FC236}">
                    <a16:creationId xmlns:a16="http://schemas.microsoft.com/office/drawing/2014/main" id="{342E4B48-A536-264B-971F-5B53BC87EBFD}"/>
                  </a:ext>
                </a:extLst>
              </p:cNvPr>
              <p:cNvPicPr/>
              <p:nvPr/>
            </p:nvPicPr>
            <p:blipFill>
              <a:blip r:embed="rId3"/>
              <a:stretch>
                <a:fillRect/>
              </a:stretch>
            </p:blipFill>
            <p:spPr>
              <a:xfrm>
                <a:off x="5767560" y="5140080"/>
                <a:ext cx="117000" cy="100440"/>
              </a:xfrm>
              <a:prstGeom prst="rect">
                <a:avLst/>
              </a:prstGeom>
            </p:spPr>
          </p:pic>
        </mc:Fallback>
      </mc:AlternateContent>
    </p:spTree>
    <p:extLst>
      <p:ext uri="{BB962C8B-B14F-4D97-AF65-F5344CB8AC3E}">
        <p14:creationId xmlns:p14="http://schemas.microsoft.com/office/powerpoint/2010/main" val="1605632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DAB26-8347-8345-A5F7-F4327C7F1D21}"/>
              </a:ext>
            </a:extLst>
          </p:cNvPr>
          <p:cNvSpPr>
            <a:spLocks noGrp="1"/>
          </p:cNvSpPr>
          <p:nvPr>
            <p:ph type="title"/>
          </p:nvPr>
        </p:nvSpPr>
        <p:spPr/>
        <p:txBody>
          <a:bodyPr/>
          <a:lstStyle/>
          <a:p>
            <a:r>
              <a:rPr lang="en-US"/>
              <a:t>Tìm kiếm trong không gian trạng thái</a:t>
            </a:r>
          </a:p>
        </p:txBody>
      </p:sp>
      <p:sp>
        <p:nvSpPr>
          <p:cNvPr id="4" name="Slide Number Placeholder 3">
            <a:extLst>
              <a:ext uri="{FF2B5EF4-FFF2-40B4-BE49-F238E27FC236}">
                <a16:creationId xmlns:a16="http://schemas.microsoft.com/office/drawing/2014/main" id="{AEE5EEC1-FE28-5F44-A31B-A53FF3A41423}"/>
              </a:ext>
            </a:extLst>
          </p:cNvPr>
          <p:cNvSpPr>
            <a:spLocks noGrp="1"/>
          </p:cNvSpPr>
          <p:nvPr>
            <p:ph type="sldNum" sz="quarter" idx="12"/>
          </p:nvPr>
        </p:nvSpPr>
        <p:spPr/>
        <p:txBody>
          <a:bodyPr/>
          <a:lstStyle/>
          <a:p>
            <a:fld id="{DA8C51A7-BEEA-471D-933F-7E35BC04A30F}" type="slidenum">
              <a:rPr lang="en-US"/>
              <a:pPr/>
              <a:t>26</a:t>
            </a:fld>
            <a:endParaRPr lang="en-US"/>
          </a:p>
        </p:txBody>
      </p:sp>
      <p:sp>
        <p:nvSpPr>
          <p:cNvPr id="6" name="Rectangle 3">
            <a:extLst>
              <a:ext uri="{FF2B5EF4-FFF2-40B4-BE49-F238E27FC236}">
                <a16:creationId xmlns:a16="http://schemas.microsoft.com/office/drawing/2014/main" id="{2C42ED3D-45E9-6149-B422-B3C39DB675CE}"/>
              </a:ext>
            </a:extLst>
          </p:cNvPr>
          <p:cNvSpPr txBox="1">
            <a:spLocks noChangeArrowheads="1"/>
          </p:cNvSpPr>
          <p:nvPr/>
        </p:nvSpPr>
        <p:spPr bwMode="auto">
          <a:xfrm>
            <a:off x="5756017" y="1623310"/>
            <a:ext cx="3849643" cy="457095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192088" indent="-192088" algn="l" defTabSz="771525" rtl="0" eaLnBrk="0" fontAlgn="base" hangingPunct="0">
              <a:lnSpc>
                <a:spcPct val="90000"/>
              </a:lnSpc>
              <a:spcBef>
                <a:spcPts val="850"/>
              </a:spcBef>
              <a:spcAft>
                <a:spcPct val="0"/>
              </a:spcAft>
              <a:buFont typeface="Arial" pitchFamily="34" charset="0"/>
              <a:buChar char="•"/>
              <a:defRPr sz="2300" kern="1200">
                <a:solidFill>
                  <a:schemeClr val="tx1"/>
                </a:solidFill>
                <a:latin typeface="+mn-lt"/>
                <a:ea typeface="+mn-ea"/>
                <a:cs typeface="+mn-cs"/>
              </a:defRPr>
            </a:lvl1pPr>
            <a:lvl2pPr marL="577850" indent="-192088" algn="l" defTabSz="771525" rtl="0" eaLnBrk="0" fontAlgn="base" hangingPunct="0">
              <a:lnSpc>
                <a:spcPct val="90000"/>
              </a:lnSpc>
              <a:spcBef>
                <a:spcPts val="425"/>
              </a:spcBef>
              <a:spcAft>
                <a:spcPct val="0"/>
              </a:spcAft>
              <a:buFont typeface="Arial" pitchFamily="34" charset="0"/>
              <a:buChar char="•"/>
              <a:defRPr sz="2000" kern="1200">
                <a:solidFill>
                  <a:schemeClr val="tx1"/>
                </a:solidFill>
                <a:latin typeface="+mn-lt"/>
                <a:ea typeface="+mn-ea"/>
                <a:cs typeface="+mn-cs"/>
              </a:defRPr>
            </a:lvl2pPr>
            <a:lvl3pPr marL="963613" indent="-192088" algn="l" defTabSz="771525" rtl="0" eaLnBrk="0" fontAlgn="base" hangingPunct="0">
              <a:lnSpc>
                <a:spcPct val="90000"/>
              </a:lnSpc>
              <a:spcBef>
                <a:spcPts val="425"/>
              </a:spcBef>
              <a:spcAft>
                <a:spcPct val="0"/>
              </a:spcAft>
              <a:buFont typeface="Arial" pitchFamily="34" charset="0"/>
              <a:buChar char="•"/>
              <a:defRPr sz="1600" kern="1200">
                <a:solidFill>
                  <a:schemeClr val="tx1"/>
                </a:solidFill>
                <a:latin typeface="+mn-lt"/>
                <a:ea typeface="+mn-ea"/>
                <a:cs typeface="+mn-cs"/>
              </a:defRPr>
            </a:lvl3pPr>
            <a:lvl4pPr marL="1349375" indent="-192088" algn="l" defTabSz="771525" rtl="0" eaLnBrk="0" fontAlgn="base" hangingPunct="0">
              <a:lnSpc>
                <a:spcPct val="90000"/>
              </a:lnSpc>
              <a:spcBef>
                <a:spcPts val="425"/>
              </a:spcBef>
              <a:spcAft>
                <a:spcPct val="0"/>
              </a:spcAft>
              <a:buFont typeface="Arial" pitchFamily="34" charset="0"/>
              <a:buChar char="•"/>
              <a:defRPr sz="1500" kern="1200">
                <a:solidFill>
                  <a:schemeClr val="tx1"/>
                </a:solidFill>
                <a:latin typeface="+mn-lt"/>
                <a:ea typeface="+mn-ea"/>
                <a:cs typeface="+mn-cs"/>
              </a:defRPr>
            </a:lvl4pPr>
            <a:lvl5pPr marL="1735138" indent="-192088" algn="l" defTabSz="771525" rtl="0" eaLnBrk="0" fontAlgn="base" hangingPunct="0">
              <a:lnSpc>
                <a:spcPct val="90000"/>
              </a:lnSpc>
              <a:spcBef>
                <a:spcPts val="425"/>
              </a:spcBef>
              <a:spcAft>
                <a:spcPct val="0"/>
              </a:spcAft>
              <a:buFont typeface="Arial" pitchFamily="34" charset="0"/>
              <a:buChar char="•"/>
              <a:defRPr sz="1500" kern="1200">
                <a:solidFill>
                  <a:schemeClr val="tx1"/>
                </a:solidFill>
                <a:latin typeface="+mn-lt"/>
                <a:ea typeface="+mn-ea"/>
                <a:cs typeface="+mn-cs"/>
              </a:defRPr>
            </a:lvl5pPr>
            <a:lvl6pPr marL="2121819"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6pPr>
            <a:lvl7pPr marL="2507605"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7pPr>
            <a:lvl8pPr marL="2893390"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8pPr>
            <a:lvl9pPr marL="3279176"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9pPr>
          </a:lstStyle>
          <a:p>
            <a:pPr eaLnBrk="1" hangingPunct="1">
              <a:lnSpc>
                <a:spcPct val="150000"/>
              </a:lnSpc>
              <a:spcBef>
                <a:spcPts val="1450"/>
              </a:spcBef>
              <a:buClr>
                <a:srgbClr val="0033CC"/>
              </a:buClr>
            </a:pPr>
            <a:r>
              <a:rPr lang="en-US" altLang="en-US">
                <a:solidFill>
                  <a:schemeClr val="tx1">
                    <a:lumMod val="50000"/>
                    <a:lumOff val="50000"/>
                  </a:schemeClr>
                </a:solidFill>
              </a:rPr>
              <a:t>Điều này có thể không khả thi (hoặc tốn nhiều chi phí) để xây dựng một biểu diễn đầy đủ của đồ thị trạng thái.</a:t>
            </a:r>
          </a:p>
          <a:p>
            <a:pPr eaLnBrk="1" hangingPunct="1">
              <a:lnSpc>
                <a:spcPct val="150000"/>
              </a:lnSpc>
              <a:spcBef>
                <a:spcPts val="1450"/>
              </a:spcBef>
              <a:buClr>
                <a:srgbClr val="0033CC"/>
              </a:buClr>
            </a:pPr>
            <a:r>
              <a:rPr lang="en-US" altLang="en-US" sz="2400">
                <a:latin typeface="Calibri" panose="020F0502020204030204" pitchFamily="34" charset="0"/>
                <a:cs typeface="Calibri" panose="020F0502020204030204" pitchFamily="34" charset="0"/>
              </a:rPr>
              <a:t>Người thực hiện cần xây dựng lời giải bằng cách khám phá một phần nhỏ của đồ thị</a:t>
            </a:r>
          </a:p>
          <a:p>
            <a:pPr eaLnBrk="1" hangingPunct="1">
              <a:lnSpc>
                <a:spcPct val="150000"/>
              </a:lnSpc>
              <a:spcBef>
                <a:spcPts val="1450"/>
              </a:spcBef>
              <a:buClr>
                <a:srgbClr val="0033CC"/>
              </a:buClr>
            </a:pPr>
            <a:endParaRPr lang="en-US" altLang="en-US"/>
          </a:p>
        </p:txBody>
      </p:sp>
      <p:grpSp>
        <p:nvGrpSpPr>
          <p:cNvPr id="5" name="Group 4">
            <a:extLst>
              <a:ext uri="{FF2B5EF4-FFF2-40B4-BE49-F238E27FC236}">
                <a16:creationId xmlns:a16="http://schemas.microsoft.com/office/drawing/2014/main" id="{C456C106-822E-2744-A420-AD9CE767DD3C}"/>
              </a:ext>
            </a:extLst>
          </p:cNvPr>
          <p:cNvGrpSpPr>
            <a:grpSpLocks/>
          </p:cNvGrpSpPr>
          <p:nvPr/>
        </p:nvGrpSpPr>
        <p:grpSpPr bwMode="auto">
          <a:xfrm>
            <a:off x="606996" y="1772816"/>
            <a:ext cx="5040560" cy="3424812"/>
            <a:chOff x="288" y="1392"/>
            <a:chExt cx="3532" cy="2496"/>
          </a:xfrm>
        </p:grpSpPr>
        <p:sp>
          <p:nvSpPr>
            <p:cNvPr id="7" name="Oval 5">
              <a:extLst>
                <a:ext uri="{FF2B5EF4-FFF2-40B4-BE49-F238E27FC236}">
                  <a16:creationId xmlns:a16="http://schemas.microsoft.com/office/drawing/2014/main" id="{E8976726-71E4-BA4D-8455-FECDA1A6B002}"/>
                </a:ext>
              </a:extLst>
            </p:cNvPr>
            <p:cNvSpPr>
              <a:spLocks noChangeArrowheads="1"/>
            </p:cNvSpPr>
            <p:nvPr/>
          </p:nvSpPr>
          <p:spPr bwMode="auto">
            <a:xfrm>
              <a:off x="288" y="212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8" name="Oval 6">
              <a:extLst>
                <a:ext uri="{FF2B5EF4-FFF2-40B4-BE49-F238E27FC236}">
                  <a16:creationId xmlns:a16="http://schemas.microsoft.com/office/drawing/2014/main" id="{F99BF374-5A40-CA41-9599-38DDF1F8EA87}"/>
                </a:ext>
              </a:extLst>
            </p:cNvPr>
            <p:cNvSpPr>
              <a:spLocks noChangeArrowheads="1"/>
            </p:cNvSpPr>
            <p:nvPr/>
          </p:nvSpPr>
          <p:spPr bwMode="auto">
            <a:xfrm>
              <a:off x="508" y="316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9" name="Oval 7">
              <a:extLst>
                <a:ext uri="{FF2B5EF4-FFF2-40B4-BE49-F238E27FC236}">
                  <a16:creationId xmlns:a16="http://schemas.microsoft.com/office/drawing/2014/main" id="{8874105E-F4C0-054B-963E-C87E1A11E352}"/>
                </a:ext>
              </a:extLst>
            </p:cNvPr>
            <p:cNvSpPr>
              <a:spLocks noChangeArrowheads="1"/>
            </p:cNvSpPr>
            <p:nvPr/>
          </p:nvSpPr>
          <p:spPr bwMode="auto">
            <a:xfrm>
              <a:off x="844" y="1776"/>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 name="Oval 8">
              <a:extLst>
                <a:ext uri="{FF2B5EF4-FFF2-40B4-BE49-F238E27FC236}">
                  <a16:creationId xmlns:a16="http://schemas.microsoft.com/office/drawing/2014/main" id="{5B4D0C72-E992-AB4A-8E3B-6D9113A8C98F}"/>
                </a:ext>
              </a:extLst>
            </p:cNvPr>
            <p:cNvSpPr>
              <a:spLocks noChangeArrowheads="1"/>
            </p:cNvSpPr>
            <p:nvPr/>
          </p:nvSpPr>
          <p:spPr bwMode="auto">
            <a:xfrm>
              <a:off x="1900" y="278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1" name="Oval 9">
              <a:extLst>
                <a:ext uri="{FF2B5EF4-FFF2-40B4-BE49-F238E27FC236}">
                  <a16:creationId xmlns:a16="http://schemas.microsoft.com/office/drawing/2014/main" id="{FD89AEA2-C91C-0D42-BC2E-47C90D42AE37}"/>
                </a:ext>
              </a:extLst>
            </p:cNvPr>
            <p:cNvSpPr>
              <a:spLocks noChangeArrowheads="1"/>
            </p:cNvSpPr>
            <p:nvPr/>
          </p:nvSpPr>
          <p:spPr bwMode="auto">
            <a:xfrm>
              <a:off x="1276" y="3696"/>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2" name="Oval 10">
              <a:extLst>
                <a:ext uri="{FF2B5EF4-FFF2-40B4-BE49-F238E27FC236}">
                  <a16:creationId xmlns:a16="http://schemas.microsoft.com/office/drawing/2014/main" id="{D0968FD3-0B01-F048-BF0F-2D4E064FF901}"/>
                </a:ext>
              </a:extLst>
            </p:cNvPr>
            <p:cNvSpPr>
              <a:spLocks noChangeArrowheads="1"/>
            </p:cNvSpPr>
            <p:nvPr/>
          </p:nvSpPr>
          <p:spPr bwMode="auto">
            <a:xfrm>
              <a:off x="2380" y="278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3" name="Oval 11">
              <a:extLst>
                <a:ext uri="{FF2B5EF4-FFF2-40B4-BE49-F238E27FC236}">
                  <a16:creationId xmlns:a16="http://schemas.microsoft.com/office/drawing/2014/main" id="{8A73074B-9065-0348-BB9C-05BCA20B36EA}"/>
                </a:ext>
              </a:extLst>
            </p:cNvPr>
            <p:cNvSpPr>
              <a:spLocks noChangeArrowheads="1"/>
            </p:cNvSpPr>
            <p:nvPr/>
          </p:nvSpPr>
          <p:spPr bwMode="auto">
            <a:xfrm>
              <a:off x="892" y="2496"/>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4" name="Oval 12">
              <a:extLst>
                <a:ext uri="{FF2B5EF4-FFF2-40B4-BE49-F238E27FC236}">
                  <a16:creationId xmlns:a16="http://schemas.microsoft.com/office/drawing/2014/main" id="{01357955-2C79-ED45-8582-FCD56F85B492}"/>
                </a:ext>
              </a:extLst>
            </p:cNvPr>
            <p:cNvSpPr>
              <a:spLocks noChangeArrowheads="1"/>
            </p:cNvSpPr>
            <p:nvPr/>
          </p:nvSpPr>
          <p:spPr bwMode="auto">
            <a:xfrm>
              <a:off x="2428" y="235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5" name="Oval 13">
              <a:extLst>
                <a:ext uri="{FF2B5EF4-FFF2-40B4-BE49-F238E27FC236}">
                  <a16:creationId xmlns:a16="http://schemas.microsoft.com/office/drawing/2014/main" id="{975F32E5-A597-A14E-9198-9812466C5D78}"/>
                </a:ext>
              </a:extLst>
            </p:cNvPr>
            <p:cNvSpPr>
              <a:spLocks noChangeArrowheads="1"/>
            </p:cNvSpPr>
            <p:nvPr/>
          </p:nvSpPr>
          <p:spPr bwMode="auto">
            <a:xfrm>
              <a:off x="412" y="379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6" name="Oval 14">
              <a:extLst>
                <a:ext uri="{FF2B5EF4-FFF2-40B4-BE49-F238E27FC236}">
                  <a16:creationId xmlns:a16="http://schemas.microsoft.com/office/drawing/2014/main" id="{31015C4F-65D6-2642-A6A1-88AACF8AF230}"/>
                </a:ext>
              </a:extLst>
            </p:cNvPr>
            <p:cNvSpPr>
              <a:spLocks noChangeArrowheads="1"/>
            </p:cNvSpPr>
            <p:nvPr/>
          </p:nvSpPr>
          <p:spPr bwMode="auto">
            <a:xfrm>
              <a:off x="940" y="326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7" name="Oval 15">
              <a:extLst>
                <a:ext uri="{FF2B5EF4-FFF2-40B4-BE49-F238E27FC236}">
                  <a16:creationId xmlns:a16="http://schemas.microsoft.com/office/drawing/2014/main" id="{484EEB9B-9215-F540-8A0B-6BF4E8377CAE}"/>
                </a:ext>
              </a:extLst>
            </p:cNvPr>
            <p:cNvSpPr>
              <a:spLocks noChangeArrowheads="1"/>
            </p:cNvSpPr>
            <p:nvPr/>
          </p:nvSpPr>
          <p:spPr bwMode="auto">
            <a:xfrm>
              <a:off x="2524" y="182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8" name="Oval 16">
              <a:extLst>
                <a:ext uri="{FF2B5EF4-FFF2-40B4-BE49-F238E27FC236}">
                  <a16:creationId xmlns:a16="http://schemas.microsoft.com/office/drawing/2014/main" id="{F26CD4F0-8238-934F-AF2D-E9D42006D49C}"/>
                </a:ext>
              </a:extLst>
            </p:cNvPr>
            <p:cNvSpPr>
              <a:spLocks noChangeArrowheads="1"/>
            </p:cNvSpPr>
            <p:nvPr/>
          </p:nvSpPr>
          <p:spPr bwMode="auto">
            <a:xfrm>
              <a:off x="2956" y="326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9" name="Oval 17">
              <a:extLst>
                <a:ext uri="{FF2B5EF4-FFF2-40B4-BE49-F238E27FC236}">
                  <a16:creationId xmlns:a16="http://schemas.microsoft.com/office/drawing/2014/main" id="{47B25532-4A1A-E545-BFDA-47C1537CB1CD}"/>
                </a:ext>
              </a:extLst>
            </p:cNvPr>
            <p:cNvSpPr>
              <a:spLocks noChangeArrowheads="1"/>
            </p:cNvSpPr>
            <p:nvPr/>
          </p:nvSpPr>
          <p:spPr bwMode="auto">
            <a:xfrm>
              <a:off x="1708" y="3648"/>
              <a:ext cx="96" cy="96"/>
            </a:xfrm>
            <a:prstGeom prst="ellipse">
              <a:avLst/>
            </a:prstGeom>
            <a:solidFill>
              <a:srgbClr val="FF0000"/>
            </a:solidFill>
            <a:ln w="9525">
              <a:solidFill>
                <a:srgbClr val="FF0000"/>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0" name="Oval 18">
              <a:extLst>
                <a:ext uri="{FF2B5EF4-FFF2-40B4-BE49-F238E27FC236}">
                  <a16:creationId xmlns:a16="http://schemas.microsoft.com/office/drawing/2014/main" id="{A0634E2B-DCAB-174F-B7DE-273FDD5FD3EE}"/>
                </a:ext>
              </a:extLst>
            </p:cNvPr>
            <p:cNvSpPr>
              <a:spLocks noChangeArrowheads="1"/>
            </p:cNvSpPr>
            <p:nvPr/>
          </p:nvSpPr>
          <p:spPr bwMode="auto">
            <a:xfrm>
              <a:off x="2428" y="350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1" name="Oval 19">
              <a:extLst>
                <a:ext uri="{FF2B5EF4-FFF2-40B4-BE49-F238E27FC236}">
                  <a16:creationId xmlns:a16="http://schemas.microsoft.com/office/drawing/2014/main" id="{A4D38DB5-AE92-5F47-97C9-13B69985CB4B}"/>
                </a:ext>
              </a:extLst>
            </p:cNvPr>
            <p:cNvSpPr>
              <a:spLocks noChangeArrowheads="1"/>
            </p:cNvSpPr>
            <p:nvPr/>
          </p:nvSpPr>
          <p:spPr bwMode="auto">
            <a:xfrm>
              <a:off x="1324" y="283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2" name="Oval 20">
              <a:extLst>
                <a:ext uri="{FF2B5EF4-FFF2-40B4-BE49-F238E27FC236}">
                  <a16:creationId xmlns:a16="http://schemas.microsoft.com/office/drawing/2014/main" id="{22917A73-4156-B74B-88D2-BC6E6BC900EE}"/>
                </a:ext>
              </a:extLst>
            </p:cNvPr>
            <p:cNvSpPr>
              <a:spLocks noChangeArrowheads="1"/>
            </p:cNvSpPr>
            <p:nvPr/>
          </p:nvSpPr>
          <p:spPr bwMode="auto">
            <a:xfrm>
              <a:off x="1468" y="2016"/>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3" name="Oval 21">
              <a:extLst>
                <a:ext uri="{FF2B5EF4-FFF2-40B4-BE49-F238E27FC236}">
                  <a16:creationId xmlns:a16="http://schemas.microsoft.com/office/drawing/2014/main" id="{B3ED0FF5-6C23-9541-A07E-2DCADB2A336C}"/>
                </a:ext>
              </a:extLst>
            </p:cNvPr>
            <p:cNvSpPr>
              <a:spLocks noChangeArrowheads="1"/>
            </p:cNvSpPr>
            <p:nvPr/>
          </p:nvSpPr>
          <p:spPr bwMode="auto">
            <a:xfrm>
              <a:off x="1900" y="230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4" name="Oval 22">
              <a:extLst>
                <a:ext uri="{FF2B5EF4-FFF2-40B4-BE49-F238E27FC236}">
                  <a16:creationId xmlns:a16="http://schemas.microsoft.com/office/drawing/2014/main" id="{A460C101-B88C-D14F-850E-EA57618E90D1}"/>
                </a:ext>
              </a:extLst>
            </p:cNvPr>
            <p:cNvSpPr>
              <a:spLocks noChangeArrowheads="1"/>
            </p:cNvSpPr>
            <p:nvPr/>
          </p:nvSpPr>
          <p:spPr bwMode="auto">
            <a:xfrm>
              <a:off x="2092" y="196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5" name="Oval 23">
              <a:extLst>
                <a:ext uri="{FF2B5EF4-FFF2-40B4-BE49-F238E27FC236}">
                  <a16:creationId xmlns:a16="http://schemas.microsoft.com/office/drawing/2014/main" id="{546E5454-EF92-5749-98A1-B01B9B6D57F4}"/>
                </a:ext>
              </a:extLst>
            </p:cNvPr>
            <p:cNvSpPr>
              <a:spLocks noChangeArrowheads="1"/>
            </p:cNvSpPr>
            <p:nvPr/>
          </p:nvSpPr>
          <p:spPr bwMode="auto">
            <a:xfrm>
              <a:off x="2092" y="139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6" name="Oval 24">
              <a:extLst>
                <a:ext uri="{FF2B5EF4-FFF2-40B4-BE49-F238E27FC236}">
                  <a16:creationId xmlns:a16="http://schemas.microsoft.com/office/drawing/2014/main" id="{6FD931C4-D02D-6848-8010-A74A4490977F}"/>
                </a:ext>
              </a:extLst>
            </p:cNvPr>
            <p:cNvSpPr>
              <a:spLocks noChangeArrowheads="1"/>
            </p:cNvSpPr>
            <p:nvPr/>
          </p:nvSpPr>
          <p:spPr bwMode="auto">
            <a:xfrm>
              <a:off x="1516" y="340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 name="Oval 25">
              <a:extLst>
                <a:ext uri="{FF2B5EF4-FFF2-40B4-BE49-F238E27FC236}">
                  <a16:creationId xmlns:a16="http://schemas.microsoft.com/office/drawing/2014/main" id="{52C09DB0-3C53-0B4D-93B0-EC7D3151258C}"/>
                </a:ext>
              </a:extLst>
            </p:cNvPr>
            <p:cNvSpPr>
              <a:spLocks noChangeArrowheads="1"/>
            </p:cNvSpPr>
            <p:nvPr/>
          </p:nvSpPr>
          <p:spPr bwMode="auto">
            <a:xfrm>
              <a:off x="3724" y="172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 name="Oval 26">
              <a:extLst>
                <a:ext uri="{FF2B5EF4-FFF2-40B4-BE49-F238E27FC236}">
                  <a16:creationId xmlns:a16="http://schemas.microsoft.com/office/drawing/2014/main" id="{7A513E04-550D-9E45-9BCC-5B3FF2C52578}"/>
                </a:ext>
              </a:extLst>
            </p:cNvPr>
            <p:cNvSpPr>
              <a:spLocks noChangeArrowheads="1"/>
            </p:cNvSpPr>
            <p:nvPr/>
          </p:nvSpPr>
          <p:spPr bwMode="auto">
            <a:xfrm>
              <a:off x="2860" y="196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 name="Oval 27">
              <a:extLst>
                <a:ext uri="{FF2B5EF4-FFF2-40B4-BE49-F238E27FC236}">
                  <a16:creationId xmlns:a16="http://schemas.microsoft.com/office/drawing/2014/main" id="{33C977CF-15FC-2A43-BDAA-BFADCCC6038D}"/>
                </a:ext>
              </a:extLst>
            </p:cNvPr>
            <p:cNvSpPr>
              <a:spLocks noChangeArrowheads="1"/>
            </p:cNvSpPr>
            <p:nvPr/>
          </p:nvSpPr>
          <p:spPr bwMode="auto">
            <a:xfrm>
              <a:off x="3196" y="187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 name="Oval 28">
              <a:extLst>
                <a:ext uri="{FF2B5EF4-FFF2-40B4-BE49-F238E27FC236}">
                  <a16:creationId xmlns:a16="http://schemas.microsoft.com/office/drawing/2014/main" id="{79FCABFA-8360-4343-BE52-623F4A783AB5}"/>
                </a:ext>
              </a:extLst>
            </p:cNvPr>
            <p:cNvSpPr>
              <a:spLocks noChangeArrowheads="1"/>
            </p:cNvSpPr>
            <p:nvPr/>
          </p:nvSpPr>
          <p:spPr bwMode="auto">
            <a:xfrm>
              <a:off x="3436" y="220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 name="Oval 29">
              <a:extLst>
                <a:ext uri="{FF2B5EF4-FFF2-40B4-BE49-F238E27FC236}">
                  <a16:creationId xmlns:a16="http://schemas.microsoft.com/office/drawing/2014/main" id="{EE3E19FA-9315-E24C-85B7-4DA6C1BC78BC}"/>
                </a:ext>
              </a:extLst>
            </p:cNvPr>
            <p:cNvSpPr>
              <a:spLocks noChangeArrowheads="1"/>
            </p:cNvSpPr>
            <p:nvPr/>
          </p:nvSpPr>
          <p:spPr bwMode="auto">
            <a:xfrm>
              <a:off x="3472" y="326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2" name="Oval 30">
              <a:extLst>
                <a:ext uri="{FF2B5EF4-FFF2-40B4-BE49-F238E27FC236}">
                  <a16:creationId xmlns:a16="http://schemas.microsoft.com/office/drawing/2014/main" id="{58CCB8A8-14AB-984D-BA93-E62ACC742546}"/>
                </a:ext>
              </a:extLst>
            </p:cNvPr>
            <p:cNvSpPr>
              <a:spLocks noChangeArrowheads="1"/>
            </p:cNvSpPr>
            <p:nvPr/>
          </p:nvSpPr>
          <p:spPr bwMode="auto">
            <a:xfrm>
              <a:off x="3052" y="2592"/>
              <a:ext cx="96" cy="96"/>
            </a:xfrm>
            <a:prstGeom prst="ellipse">
              <a:avLst/>
            </a:prstGeom>
            <a:solidFill>
              <a:srgbClr val="009900"/>
            </a:solidFill>
            <a:ln w="9525">
              <a:solidFill>
                <a:srgbClr val="009900"/>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3" name="Oval 31">
              <a:extLst>
                <a:ext uri="{FF2B5EF4-FFF2-40B4-BE49-F238E27FC236}">
                  <a16:creationId xmlns:a16="http://schemas.microsoft.com/office/drawing/2014/main" id="{E644E6B6-7F8D-B747-A142-735C046C61CA}"/>
                </a:ext>
              </a:extLst>
            </p:cNvPr>
            <p:cNvSpPr>
              <a:spLocks noChangeArrowheads="1"/>
            </p:cNvSpPr>
            <p:nvPr/>
          </p:nvSpPr>
          <p:spPr bwMode="auto">
            <a:xfrm>
              <a:off x="3340" y="264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4" name="Line 32">
              <a:extLst>
                <a:ext uri="{FF2B5EF4-FFF2-40B4-BE49-F238E27FC236}">
                  <a16:creationId xmlns:a16="http://schemas.microsoft.com/office/drawing/2014/main" id="{74F47878-A1BD-EA43-85AF-23F8166DE540}"/>
                </a:ext>
              </a:extLst>
            </p:cNvPr>
            <p:cNvSpPr>
              <a:spLocks noChangeShapeType="1"/>
            </p:cNvSpPr>
            <p:nvPr/>
          </p:nvSpPr>
          <p:spPr bwMode="auto">
            <a:xfrm flipV="1">
              <a:off x="456" y="3260"/>
              <a:ext cx="92" cy="5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5" name="Line 33">
              <a:extLst>
                <a:ext uri="{FF2B5EF4-FFF2-40B4-BE49-F238E27FC236}">
                  <a16:creationId xmlns:a16="http://schemas.microsoft.com/office/drawing/2014/main" id="{7569450B-4693-CD47-9E60-4FCC0FD2F49A}"/>
                </a:ext>
              </a:extLst>
            </p:cNvPr>
            <p:cNvSpPr>
              <a:spLocks noChangeShapeType="1"/>
            </p:cNvSpPr>
            <p:nvPr/>
          </p:nvSpPr>
          <p:spPr bwMode="auto">
            <a:xfrm flipV="1">
              <a:off x="492" y="3352"/>
              <a:ext cx="468" cy="4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6" name="Line 34">
              <a:extLst>
                <a:ext uri="{FF2B5EF4-FFF2-40B4-BE49-F238E27FC236}">
                  <a16:creationId xmlns:a16="http://schemas.microsoft.com/office/drawing/2014/main" id="{FC55AA3B-154C-244E-BDEB-E6694AEF2DA5}"/>
                </a:ext>
              </a:extLst>
            </p:cNvPr>
            <p:cNvSpPr>
              <a:spLocks noChangeShapeType="1"/>
            </p:cNvSpPr>
            <p:nvPr/>
          </p:nvSpPr>
          <p:spPr bwMode="auto">
            <a:xfrm flipV="1">
              <a:off x="504" y="3476"/>
              <a:ext cx="1012" cy="36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7" name="Line 35">
              <a:extLst>
                <a:ext uri="{FF2B5EF4-FFF2-40B4-BE49-F238E27FC236}">
                  <a16:creationId xmlns:a16="http://schemas.microsoft.com/office/drawing/2014/main" id="{09B92B60-B87B-844F-BAAB-0E292EDCAFF1}"/>
                </a:ext>
              </a:extLst>
            </p:cNvPr>
            <p:cNvSpPr>
              <a:spLocks noChangeShapeType="1"/>
            </p:cNvSpPr>
            <p:nvPr/>
          </p:nvSpPr>
          <p:spPr bwMode="auto">
            <a:xfrm flipH="1">
              <a:off x="1352" y="3496"/>
              <a:ext cx="180" cy="20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8" name="Line 36">
              <a:extLst>
                <a:ext uri="{FF2B5EF4-FFF2-40B4-BE49-F238E27FC236}">
                  <a16:creationId xmlns:a16="http://schemas.microsoft.com/office/drawing/2014/main" id="{FA4070A5-B05C-214A-A4CA-D01D3EE63DBC}"/>
                </a:ext>
              </a:extLst>
            </p:cNvPr>
            <p:cNvSpPr>
              <a:spLocks noChangeShapeType="1"/>
            </p:cNvSpPr>
            <p:nvPr/>
          </p:nvSpPr>
          <p:spPr bwMode="auto">
            <a:xfrm>
              <a:off x="1596" y="3488"/>
              <a:ext cx="136" cy="1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9" name="Line 37">
              <a:extLst>
                <a:ext uri="{FF2B5EF4-FFF2-40B4-BE49-F238E27FC236}">
                  <a16:creationId xmlns:a16="http://schemas.microsoft.com/office/drawing/2014/main" id="{1E3CF9CB-69E6-3E46-8454-68CFE6608EC4}"/>
                </a:ext>
              </a:extLst>
            </p:cNvPr>
            <p:cNvSpPr>
              <a:spLocks noChangeShapeType="1"/>
            </p:cNvSpPr>
            <p:nvPr/>
          </p:nvSpPr>
          <p:spPr bwMode="auto">
            <a:xfrm flipV="1">
              <a:off x="1796" y="3564"/>
              <a:ext cx="636" cy="11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0" name="Line 38">
              <a:extLst>
                <a:ext uri="{FF2B5EF4-FFF2-40B4-BE49-F238E27FC236}">
                  <a16:creationId xmlns:a16="http://schemas.microsoft.com/office/drawing/2014/main" id="{BF44647A-55C8-1E4F-BF9D-AF658DB8E6C6}"/>
                </a:ext>
              </a:extLst>
            </p:cNvPr>
            <p:cNvSpPr>
              <a:spLocks noChangeShapeType="1"/>
            </p:cNvSpPr>
            <p:nvPr/>
          </p:nvSpPr>
          <p:spPr bwMode="auto">
            <a:xfrm flipV="1">
              <a:off x="1764" y="2876"/>
              <a:ext cx="176" cy="77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1" name="Line 39">
              <a:extLst>
                <a:ext uri="{FF2B5EF4-FFF2-40B4-BE49-F238E27FC236}">
                  <a16:creationId xmlns:a16="http://schemas.microsoft.com/office/drawing/2014/main" id="{71ACDD4A-3AA5-8046-80D9-A982B1540FFF}"/>
                </a:ext>
              </a:extLst>
            </p:cNvPr>
            <p:cNvSpPr>
              <a:spLocks noChangeShapeType="1"/>
            </p:cNvSpPr>
            <p:nvPr/>
          </p:nvSpPr>
          <p:spPr bwMode="auto">
            <a:xfrm flipH="1" flipV="1">
              <a:off x="2428" y="2880"/>
              <a:ext cx="48" cy="6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2" name="Line 40">
              <a:extLst>
                <a:ext uri="{FF2B5EF4-FFF2-40B4-BE49-F238E27FC236}">
                  <a16:creationId xmlns:a16="http://schemas.microsoft.com/office/drawing/2014/main" id="{8AB3724D-5A38-CA44-864D-8CAA92FCD014}"/>
                </a:ext>
              </a:extLst>
            </p:cNvPr>
            <p:cNvSpPr>
              <a:spLocks noChangeShapeType="1"/>
            </p:cNvSpPr>
            <p:nvPr/>
          </p:nvSpPr>
          <p:spPr bwMode="auto">
            <a:xfrm flipV="1">
              <a:off x="2524" y="3336"/>
              <a:ext cx="440" cy="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3" name="Line 41">
              <a:extLst>
                <a:ext uri="{FF2B5EF4-FFF2-40B4-BE49-F238E27FC236}">
                  <a16:creationId xmlns:a16="http://schemas.microsoft.com/office/drawing/2014/main" id="{C54CE591-CF4D-364F-BCB1-58DA946BDE8F}"/>
                </a:ext>
              </a:extLst>
            </p:cNvPr>
            <p:cNvSpPr>
              <a:spLocks noChangeShapeType="1"/>
            </p:cNvSpPr>
            <p:nvPr/>
          </p:nvSpPr>
          <p:spPr bwMode="auto">
            <a:xfrm flipH="1" flipV="1">
              <a:off x="944" y="2592"/>
              <a:ext cx="40" cy="6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4" name="Line 42">
              <a:extLst>
                <a:ext uri="{FF2B5EF4-FFF2-40B4-BE49-F238E27FC236}">
                  <a16:creationId xmlns:a16="http://schemas.microsoft.com/office/drawing/2014/main" id="{1F9FF3CF-8CC0-464D-BC57-685C46555182}"/>
                </a:ext>
              </a:extLst>
            </p:cNvPr>
            <p:cNvSpPr>
              <a:spLocks noChangeShapeType="1"/>
            </p:cNvSpPr>
            <p:nvPr/>
          </p:nvSpPr>
          <p:spPr bwMode="auto">
            <a:xfrm flipH="1">
              <a:off x="1024" y="2920"/>
              <a:ext cx="320" cy="3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5" name="Line 43">
              <a:extLst>
                <a:ext uri="{FF2B5EF4-FFF2-40B4-BE49-F238E27FC236}">
                  <a16:creationId xmlns:a16="http://schemas.microsoft.com/office/drawing/2014/main" id="{05B3C710-7AA2-4241-810C-AC198C5DFB87}"/>
                </a:ext>
              </a:extLst>
            </p:cNvPr>
            <p:cNvSpPr>
              <a:spLocks noChangeShapeType="1"/>
            </p:cNvSpPr>
            <p:nvPr/>
          </p:nvSpPr>
          <p:spPr bwMode="auto">
            <a:xfrm>
              <a:off x="1388" y="2924"/>
              <a:ext cx="164" cy="4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6" name="Line 44">
              <a:extLst>
                <a:ext uri="{FF2B5EF4-FFF2-40B4-BE49-F238E27FC236}">
                  <a16:creationId xmlns:a16="http://schemas.microsoft.com/office/drawing/2014/main" id="{51B8E72C-F6DC-0145-A35B-162F431D56C5}"/>
                </a:ext>
              </a:extLst>
            </p:cNvPr>
            <p:cNvSpPr>
              <a:spLocks noChangeShapeType="1"/>
            </p:cNvSpPr>
            <p:nvPr/>
          </p:nvSpPr>
          <p:spPr bwMode="auto">
            <a:xfrm flipV="1">
              <a:off x="1416" y="2836"/>
              <a:ext cx="480" cy="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7" name="Line 45">
              <a:extLst>
                <a:ext uri="{FF2B5EF4-FFF2-40B4-BE49-F238E27FC236}">
                  <a16:creationId xmlns:a16="http://schemas.microsoft.com/office/drawing/2014/main" id="{0DF1F108-3768-D74F-AC9F-B18963E9465F}"/>
                </a:ext>
              </a:extLst>
            </p:cNvPr>
            <p:cNvSpPr>
              <a:spLocks noChangeShapeType="1"/>
            </p:cNvSpPr>
            <p:nvPr/>
          </p:nvSpPr>
          <p:spPr bwMode="auto">
            <a:xfrm flipV="1">
              <a:off x="3500" y="1816"/>
              <a:ext cx="244" cy="3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8" name="Line 46">
              <a:extLst>
                <a:ext uri="{FF2B5EF4-FFF2-40B4-BE49-F238E27FC236}">
                  <a16:creationId xmlns:a16="http://schemas.microsoft.com/office/drawing/2014/main" id="{1F9B87E9-7A85-F64E-9DA7-4C44E8ACF281}"/>
                </a:ext>
              </a:extLst>
            </p:cNvPr>
            <p:cNvSpPr>
              <a:spLocks noChangeShapeType="1"/>
            </p:cNvSpPr>
            <p:nvPr/>
          </p:nvSpPr>
          <p:spPr bwMode="auto">
            <a:xfrm flipH="1">
              <a:off x="3292" y="1780"/>
              <a:ext cx="432" cy="1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9" name="Line 47">
              <a:extLst>
                <a:ext uri="{FF2B5EF4-FFF2-40B4-BE49-F238E27FC236}">
                  <a16:creationId xmlns:a16="http://schemas.microsoft.com/office/drawing/2014/main" id="{153BBED3-F6D9-9842-9D77-2E7832A67AFB}"/>
                </a:ext>
              </a:extLst>
            </p:cNvPr>
            <p:cNvSpPr>
              <a:spLocks noChangeShapeType="1"/>
            </p:cNvSpPr>
            <p:nvPr/>
          </p:nvSpPr>
          <p:spPr bwMode="auto">
            <a:xfrm flipH="1" flipV="1">
              <a:off x="2180" y="1456"/>
              <a:ext cx="1548" cy="2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0" name="Line 48">
              <a:extLst>
                <a:ext uri="{FF2B5EF4-FFF2-40B4-BE49-F238E27FC236}">
                  <a16:creationId xmlns:a16="http://schemas.microsoft.com/office/drawing/2014/main" id="{2E2861AB-16EF-7045-92E9-57D6BE86B20A}"/>
                </a:ext>
              </a:extLst>
            </p:cNvPr>
            <p:cNvSpPr>
              <a:spLocks noChangeShapeType="1"/>
            </p:cNvSpPr>
            <p:nvPr/>
          </p:nvSpPr>
          <p:spPr bwMode="auto">
            <a:xfrm flipV="1">
              <a:off x="1944" y="2392"/>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1" name="Line 49">
              <a:extLst>
                <a:ext uri="{FF2B5EF4-FFF2-40B4-BE49-F238E27FC236}">
                  <a16:creationId xmlns:a16="http://schemas.microsoft.com/office/drawing/2014/main" id="{54979F68-2C36-B94D-AE00-E56C59D4AE4D}"/>
                </a:ext>
              </a:extLst>
            </p:cNvPr>
            <p:cNvSpPr>
              <a:spLocks noChangeShapeType="1"/>
            </p:cNvSpPr>
            <p:nvPr/>
          </p:nvSpPr>
          <p:spPr bwMode="auto">
            <a:xfrm>
              <a:off x="1996" y="2356"/>
              <a:ext cx="432" cy="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2" name="Line 50">
              <a:extLst>
                <a:ext uri="{FF2B5EF4-FFF2-40B4-BE49-F238E27FC236}">
                  <a16:creationId xmlns:a16="http://schemas.microsoft.com/office/drawing/2014/main" id="{86C2BC30-2F2A-E74F-85A9-07E9D73E0916}"/>
                </a:ext>
              </a:extLst>
            </p:cNvPr>
            <p:cNvSpPr>
              <a:spLocks noChangeShapeType="1"/>
            </p:cNvSpPr>
            <p:nvPr/>
          </p:nvSpPr>
          <p:spPr bwMode="auto">
            <a:xfrm flipV="1">
              <a:off x="1960" y="2052"/>
              <a:ext cx="148" cy="2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3" name="Line 51">
              <a:extLst>
                <a:ext uri="{FF2B5EF4-FFF2-40B4-BE49-F238E27FC236}">
                  <a16:creationId xmlns:a16="http://schemas.microsoft.com/office/drawing/2014/main" id="{02E4C077-E10D-1341-89E0-98B0DB26D175}"/>
                </a:ext>
              </a:extLst>
            </p:cNvPr>
            <p:cNvSpPr>
              <a:spLocks noChangeShapeType="1"/>
            </p:cNvSpPr>
            <p:nvPr/>
          </p:nvSpPr>
          <p:spPr bwMode="auto">
            <a:xfrm flipV="1">
              <a:off x="2128" y="1488"/>
              <a:ext cx="12" cy="48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4" name="Line 52">
              <a:extLst>
                <a:ext uri="{FF2B5EF4-FFF2-40B4-BE49-F238E27FC236}">
                  <a16:creationId xmlns:a16="http://schemas.microsoft.com/office/drawing/2014/main" id="{A9F09063-8E67-7A45-9555-82F932BB48AC}"/>
                </a:ext>
              </a:extLst>
            </p:cNvPr>
            <p:cNvSpPr>
              <a:spLocks noChangeShapeType="1"/>
            </p:cNvSpPr>
            <p:nvPr/>
          </p:nvSpPr>
          <p:spPr bwMode="auto">
            <a:xfrm>
              <a:off x="2164" y="1480"/>
              <a:ext cx="380" cy="3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5" name="Line 53">
              <a:extLst>
                <a:ext uri="{FF2B5EF4-FFF2-40B4-BE49-F238E27FC236}">
                  <a16:creationId xmlns:a16="http://schemas.microsoft.com/office/drawing/2014/main" id="{1C6D170D-CCE1-2B4A-BDAD-F6705C95083D}"/>
                </a:ext>
              </a:extLst>
            </p:cNvPr>
            <p:cNvSpPr>
              <a:spLocks noChangeShapeType="1"/>
            </p:cNvSpPr>
            <p:nvPr/>
          </p:nvSpPr>
          <p:spPr bwMode="auto">
            <a:xfrm>
              <a:off x="2156" y="1488"/>
              <a:ext cx="308" cy="8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6" name="Line 54">
              <a:extLst>
                <a:ext uri="{FF2B5EF4-FFF2-40B4-BE49-F238E27FC236}">
                  <a16:creationId xmlns:a16="http://schemas.microsoft.com/office/drawing/2014/main" id="{9766FEBA-500D-5545-B58B-5C8C6BCDF5E0}"/>
                </a:ext>
              </a:extLst>
            </p:cNvPr>
            <p:cNvSpPr>
              <a:spLocks noChangeShapeType="1"/>
            </p:cNvSpPr>
            <p:nvPr/>
          </p:nvSpPr>
          <p:spPr bwMode="auto">
            <a:xfrm flipV="1">
              <a:off x="2512" y="2056"/>
              <a:ext cx="364" cy="3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7" name="Line 55">
              <a:extLst>
                <a:ext uri="{FF2B5EF4-FFF2-40B4-BE49-F238E27FC236}">
                  <a16:creationId xmlns:a16="http://schemas.microsoft.com/office/drawing/2014/main" id="{05C3EA01-A53F-8B4C-8E95-097A5670B367}"/>
                </a:ext>
              </a:extLst>
            </p:cNvPr>
            <p:cNvSpPr>
              <a:spLocks noChangeShapeType="1"/>
            </p:cNvSpPr>
            <p:nvPr/>
          </p:nvSpPr>
          <p:spPr bwMode="auto">
            <a:xfrm flipH="1" flipV="1">
              <a:off x="2188" y="2016"/>
              <a:ext cx="672" cy="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8" name="Line 56">
              <a:extLst>
                <a:ext uri="{FF2B5EF4-FFF2-40B4-BE49-F238E27FC236}">
                  <a16:creationId xmlns:a16="http://schemas.microsoft.com/office/drawing/2014/main" id="{C464A01C-F802-5242-9908-3C4725E10D65}"/>
                </a:ext>
              </a:extLst>
            </p:cNvPr>
            <p:cNvSpPr>
              <a:spLocks noChangeShapeType="1"/>
            </p:cNvSpPr>
            <p:nvPr/>
          </p:nvSpPr>
          <p:spPr bwMode="auto">
            <a:xfrm>
              <a:off x="2616" y="1888"/>
              <a:ext cx="252" cy="10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9" name="Line 57">
              <a:extLst>
                <a:ext uri="{FF2B5EF4-FFF2-40B4-BE49-F238E27FC236}">
                  <a16:creationId xmlns:a16="http://schemas.microsoft.com/office/drawing/2014/main" id="{C5685DF1-34E6-8F47-AB5F-2445F547B1DA}"/>
                </a:ext>
              </a:extLst>
            </p:cNvPr>
            <p:cNvSpPr>
              <a:spLocks noChangeShapeType="1"/>
            </p:cNvSpPr>
            <p:nvPr/>
          </p:nvSpPr>
          <p:spPr bwMode="auto">
            <a:xfrm>
              <a:off x="2612" y="1856"/>
              <a:ext cx="584" cy="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0" name="Line 58">
              <a:extLst>
                <a:ext uri="{FF2B5EF4-FFF2-40B4-BE49-F238E27FC236}">
                  <a16:creationId xmlns:a16="http://schemas.microsoft.com/office/drawing/2014/main" id="{881A71D1-DD69-A54C-83CF-703A8AC64A12}"/>
                </a:ext>
              </a:extLst>
            </p:cNvPr>
            <p:cNvSpPr>
              <a:spLocks noChangeShapeType="1"/>
            </p:cNvSpPr>
            <p:nvPr/>
          </p:nvSpPr>
          <p:spPr bwMode="auto">
            <a:xfrm flipV="1">
              <a:off x="3136" y="2288"/>
              <a:ext cx="308" cy="3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1" name="Line 59">
              <a:extLst>
                <a:ext uri="{FF2B5EF4-FFF2-40B4-BE49-F238E27FC236}">
                  <a16:creationId xmlns:a16="http://schemas.microsoft.com/office/drawing/2014/main" id="{913E8A28-9F17-1A44-B403-DA59DAB5A9EA}"/>
                </a:ext>
              </a:extLst>
            </p:cNvPr>
            <p:cNvSpPr>
              <a:spLocks noChangeShapeType="1"/>
            </p:cNvSpPr>
            <p:nvPr/>
          </p:nvSpPr>
          <p:spPr bwMode="auto">
            <a:xfrm flipH="1">
              <a:off x="2456" y="1968"/>
              <a:ext cx="780" cy="8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2" name="Line 60">
              <a:extLst>
                <a:ext uri="{FF2B5EF4-FFF2-40B4-BE49-F238E27FC236}">
                  <a16:creationId xmlns:a16="http://schemas.microsoft.com/office/drawing/2014/main" id="{C1C3C980-2B84-3940-8A90-BB051801C93A}"/>
                </a:ext>
              </a:extLst>
            </p:cNvPr>
            <p:cNvSpPr>
              <a:spLocks noChangeShapeType="1"/>
            </p:cNvSpPr>
            <p:nvPr/>
          </p:nvSpPr>
          <p:spPr bwMode="auto">
            <a:xfrm flipH="1">
              <a:off x="3104" y="1964"/>
              <a:ext cx="144" cy="6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3" name="Line 61">
              <a:extLst>
                <a:ext uri="{FF2B5EF4-FFF2-40B4-BE49-F238E27FC236}">
                  <a16:creationId xmlns:a16="http://schemas.microsoft.com/office/drawing/2014/main" id="{85244C65-2D3A-B045-BCAF-71879EFFBDBA}"/>
                </a:ext>
              </a:extLst>
            </p:cNvPr>
            <p:cNvSpPr>
              <a:spLocks noChangeShapeType="1"/>
            </p:cNvSpPr>
            <p:nvPr/>
          </p:nvSpPr>
          <p:spPr bwMode="auto">
            <a:xfrm flipH="1">
              <a:off x="3012" y="2688"/>
              <a:ext cx="72" cy="5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4" name="Line 62">
              <a:extLst>
                <a:ext uri="{FF2B5EF4-FFF2-40B4-BE49-F238E27FC236}">
                  <a16:creationId xmlns:a16="http://schemas.microsoft.com/office/drawing/2014/main" id="{38BAC22F-4C18-9244-886C-4E13E012BB9F}"/>
                </a:ext>
              </a:extLst>
            </p:cNvPr>
            <p:cNvSpPr>
              <a:spLocks noChangeShapeType="1"/>
            </p:cNvSpPr>
            <p:nvPr/>
          </p:nvSpPr>
          <p:spPr bwMode="auto">
            <a:xfrm>
              <a:off x="3136" y="2672"/>
              <a:ext cx="360" cy="596"/>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5" name="Line 63">
              <a:extLst>
                <a:ext uri="{FF2B5EF4-FFF2-40B4-BE49-F238E27FC236}">
                  <a16:creationId xmlns:a16="http://schemas.microsoft.com/office/drawing/2014/main" id="{B89B9A42-58E4-134D-9E2C-BBF4695EA361}"/>
                </a:ext>
              </a:extLst>
            </p:cNvPr>
            <p:cNvSpPr>
              <a:spLocks noChangeShapeType="1"/>
            </p:cNvSpPr>
            <p:nvPr/>
          </p:nvSpPr>
          <p:spPr bwMode="auto">
            <a:xfrm>
              <a:off x="3148" y="2640"/>
              <a:ext cx="196" cy="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6" name="Line 64">
              <a:extLst>
                <a:ext uri="{FF2B5EF4-FFF2-40B4-BE49-F238E27FC236}">
                  <a16:creationId xmlns:a16="http://schemas.microsoft.com/office/drawing/2014/main" id="{892F6B15-8B96-E94F-B910-DDBF52ADE57E}"/>
                </a:ext>
              </a:extLst>
            </p:cNvPr>
            <p:cNvSpPr>
              <a:spLocks noChangeShapeType="1"/>
            </p:cNvSpPr>
            <p:nvPr/>
          </p:nvSpPr>
          <p:spPr bwMode="auto">
            <a:xfrm>
              <a:off x="888" y="1872"/>
              <a:ext cx="48" cy="6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7" name="Line 65">
              <a:extLst>
                <a:ext uri="{FF2B5EF4-FFF2-40B4-BE49-F238E27FC236}">
                  <a16:creationId xmlns:a16="http://schemas.microsoft.com/office/drawing/2014/main" id="{20CD59AC-BFF9-F74B-B40E-5EFC3BBB0490}"/>
                </a:ext>
              </a:extLst>
            </p:cNvPr>
            <p:cNvSpPr>
              <a:spLocks noChangeShapeType="1"/>
            </p:cNvSpPr>
            <p:nvPr/>
          </p:nvSpPr>
          <p:spPr bwMode="auto">
            <a:xfrm>
              <a:off x="368" y="2200"/>
              <a:ext cx="524" cy="3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8" name="Line 66">
              <a:extLst>
                <a:ext uri="{FF2B5EF4-FFF2-40B4-BE49-F238E27FC236}">
                  <a16:creationId xmlns:a16="http://schemas.microsoft.com/office/drawing/2014/main" id="{9F08E5E3-84FD-AD41-8BA7-B8299DA41882}"/>
                </a:ext>
              </a:extLst>
            </p:cNvPr>
            <p:cNvSpPr>
              <a:spLocks noChangeShapeType="1"/>
            </p:cNvSpPr>
            <p:nvPr/>
          </p:nvSpPr>
          <p:spPr bwMode="auto">
            <a:xfrm flipH="1">
              <a:off x="976" y="2096"/>
              <a:ext cx="500" cy="41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9" name="Line 67">
              <a:extLst>
                <a:ext uri="{FF2B5EF4-FFF2-40B4-BE49-F238E27FC236}">
                  <a16:creationId xmlns:a16="http://schemas.microsoft.com/office/drawing/2014/main" id="{1FABB2DD-EF10-B64D-AF4D-AE721C6BEC7B}"/>
                </a:ext>
              </a:extLst>
            </p:cNvPr>
            <p:cNvSpPr>
              <a:spLocks noChangeShapeType="1"/>
            </p:cNvSpPr>
            <p:nvPr/>
          </p:nvSpPr>
          <p:spPr bwMode="auto">
            <a:xfrm flipH="1">
              <a:off x="932" y="1444"/>
              <a:ext cx="1160" cy="3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0" name="Line 68">
              <a:extLst>
                <a:ext uri="{FF2B5EF4-FFF2-40B4-BE49-F238E27FC236}">
                  <a16:creationId xmlns:a16="http://schemas.microsoft.com/office/drawing/2014/main" id="{DFB9C9E9-5B9E-8A4D-835F-F80493FEB5D1}"/>
                </a:ext>
              </a:extLst>
            </p:cNvPr>
            <p:cNvSpPr>
              <a:spLocks noChangeShapeType="1"/>
            </p:cNvSpPr>
            <p:nvPr/>
          </p:nvSpPr>
          <p:spPr bwMode="auto">
            <a:xfrm flipH="1">
              <a:off x="368" y="1848"/>
              <a:ext cx="480" cy="2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1" name="Line 69">
              <a:extLst>
                <a:ext uri="{FF2B5EF4-FFF2-40B4-BE49-F238E27FC236}">
                  <a16:creationId xmlns:a16="http://schemas.microsoft.com/office/drawing/2014/main" id="{AE4A8809-E946-7B48-ADB8-453CDD3DC2FC}"/>
                </a:ext>
              </a:extLst>
            </p:cNvPr>
            <p:cNvSpPr>
              <a:spLocks noChangeShapeType="1"/>
            </p:cNvSpPr>
            <p:nvPr/>
          </p:nvSpPr>
          <p:spPr bwMode="auto">
            <a:xfrm flipV="1">
              <a:off x="384" y="2064"/>
              <a:ext cx="1080" cy="1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2" name="Line 70">
              <a:extLst>
                <a:ext uri="{FF2B5EF4-FFF2-40B4-BE49-F238E27FC236}">
                  <a16:creationId xmlns:a16="http://schemas.microsoft.com/office/drawing/2014/main" id="{6CE88C35-5343-4E4D-93C4-34353BE20146}"/>
                </a:ext>
              </a:extLst>
            </p:cNvPr>
            <p:cNvSpPr>
              <a:spLocks noChangeShapeType="1"/>
            </p:cNvSpPr>
            <p:nvPr/>
          </p:nvSpPr>
          <p:spPr bwMode="auto">
            <a:xfrm>
              <a:off x="340" y="2216"/>
              <a:ext cx="200" cy="9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3" name="Line 71">
              <a:extLst>
                <a:ext uri="{FF2B5EF4-FFF2-40B4-BE49-F238E27FC236}">
                  <a16:creationId xmlns:a16="http://schemas.microsoft.com/office/drawing/2014/main" id="{C24ADAD1-2E65-4146-BA44-83F1AE84BDAF}"/>
                </a:ext>
              </a:extLst>
            </p:cNvPr>
            <p:cNvSpPr>
              <a:spLocks noChangeShapeType="1"/>
            </p:cNvSpPr>
            <p:nvPr/>
          </p:nvSpPr>
          <p:spPr bwMode="auto">
            <a:xfrm>
              <a:off x="1548" y="2096"/>
              <a:ext cx="360" cy="2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4" name="Line 72">
              <a:extLst>
                <a:ext uri="{FF2B5EF4-FFF2-40B4-BE49-F238E27FC236}">
                  <a16:creationId xmlns:a16="http://schemas.microsoft.com/office/drawing/2014/main" id="{0B97A015-D1F9-F74F-9E71-BB008DB3D3F0}"/>
                </a:ext>
              </a:extLst>
            </p:cNvPr>
            <p:cNvSpPr>
              <a:spLocks noChangeShapeType="1"/>
            </p:cNvSpPr>
            <p:nvPr/>
          </p:nvSpPr>
          <p:spPr bwMode="auto">
            <a:xfrm>
              <a:off x="984" y="2560"/>
              <a:ext cx="928" cy="2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5" name="Line 73">
              <a:extLst>
                <a:ext uri="{FF2B5EF4-FFF2-40B4-BE49-F238E27FC236}">
                  <a16:creationId xmlns:a16="http://schemas.microsoft.com/office/drawing/2014/main" id="{1BC5FFC9-03F8-8741-8593-71832BE776B6}"/>
                </a:ext>
              </a:extLst>
            </p:cNvPr>
            <p:cNvSpPr>
              <a:spLocks noChangeShapeType="1"/>
            </p:cNvSpPr>
            <p:nvPr/>
          </p:nvSpPr>
          <p:spPr bwMode="auto">
            <a:xfrm flipV="1">
              <a:off x="1992" y="2824"/>
              <a:ext cx="388"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6" name="Line 74">
              <a:extLst>
                <a:ext uri="{FF2B5EF4-FFF2-40B4-BE49-F238E27FC236}">
                  <a16:creationId xmlns:a16="http://schemas.microsoft.com/office/drawing/2014/main" id="{81C36CFF-4E2E-E54F-8E14-CE27D19574C7}"/>
                </a:ext>
              </a:extLst>
            </p:cNvPr>
            <p:cNvSpPr>
              <a:spLocks noChangeShapeType="1"/>
            </p:cNvSpPr>
            <p:nvPr/>
          </p:nvSpPr>
          <p:spPr bwMode="auto">
            <a:xfrm flipH="1">
              <a:off x="1788" y="2872"/>
              <a:ext cx="612" cy="7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7" name="Line 75">
              <a:extLst>
                <a:ext uri="{FF2B5EF4-FFF2-40B4-BE49-F238E27FC236}">
                  <a16:creationId xmlns:a16="http://schemas.microsoft.com/office/drawing/2014/main" id="{0173811A-5082-AE44-BD7E-373BFC4B52D6}"/>
                </a:ext>
              </a:extLst>
            </p:cNvPr>
            <p:cNvSpPr>
              <a:spLocks noChangeShapeType="1"/>
            </p:cNvSpPr>
            <p:nvPr/>
          </p:nvSpPr>
          <p:spPr bwMode="auto">
            <a:xfrm flipH="1">
              <a:off x="600" y="2848"/>
              <a:ext cx="1788" cy="35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8" name="Line 76">
              <a:extLst>
                <a:ext uri="{FF2B5EF4-FFF2-40B4-BE49-F238E27FC236}">
                  <a16:creationId xmlns:a16="http://schemas.microsoft.com/office/drawing/2014/main" id="{A28AB44E-56C0-2E46-A55B-BC91808BED70}"/>
                </a:ext>
              </a:extLst>
            </p:cNvPr>
            <p:cNvSpPr>
              <a:spLocks noChangeShapeType="1"/>
            </p:cNvSpPr>
            <p:nvPr/>
          </p:nvSpPr>
          <p:spPr bwMode="auto">
            <a:xfrm>
              <a:off x="2504" y="2440"/>
              <a:ext cx="468" cy="8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9" name="Line 77">
              <a:extLst>
                <a:ext uri="{FF2B5EF4-FFF2-40B4-BE49-F238E27FC236}">
                  <a16:creationId xmlns:a16="http://schemas.microsoft.com/office/drawing/2014/main" id="{1836F80A-C0CE-8C45-B5F5-DA45585BC3CA}"/>
                </a:ext>
              </a:extLst>
            </p:cNvPr>
            <p:cNvSpPr>
              <a:spLocks noChangeShapeType="1"/>
            </p:cNvSpPr>
            <p:nvPr/>
          </p:nvSpPr>
          <p:spPr bwMode="auto">
            <a:xfrm>
              <a:off x="3044" y="3288"/>
              <a:ext cx="424" cy="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Tree>
    <p:extLst>
      <p:ext uri="{BB962C8B-B14F-4D97-AF65-F5344CB8AC3E}">
        <p14:creationId xmlns:p14="http://schemas.microsoft.com/office/powerpoint/2010/main" val="30228415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4">
            <a:extLst>
              <a:ext uri="{FF2B5EF4-FFF2-40B4-BE49-F238E27FC236}">
                <a16:creationId xmlns:a16="http://schemas.microsoft.com/office/drawing/2014/main" id="{A939575B-ABC2-1040-BCCC-DCE6743E7B9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fld id="{750C1FF3-8D33-2B41-A8AC-3F9F17356F2C}" type="slidenum">
              <a:rPr lang="en-US" altLang="en-US" sz="1400"/>
              <a:pPr eaLnBrk="1" hangingPunct="1"/>
              <a:t>27</a:t>
            </a:fld>
            <a:endParaRPr lang="en-US" altLang="en-US" sz="1400"/>
          </a:p>
        </p:txBody>
      </p:sp>
      <p:sp>
        <p:nvSpPr>
          <p:cNvPr id="26627" name="Rectangle 2">
            <a:extLst>
              <a:ext uri="{FF2B5EF4-FFF2-40B4-BE49-F238E27FC236}">
                <a16:creationId xmlns:a16="http://schemas.microsoft.com/office/drawing/2014/main" id="{8A10FE2E-807B-1E40-8B3C-E578DC293BA7}"/>
              </a:ext>
            </a:extLst>
          </p:cNvPr>
          <p:cNvSpPr>
            <a:spLocks noChangeArrowheads="1"/>
          </p:cNvSpPr>
          <p:nvPr/>
        </p:nvSpPr>
        <p:spPr bwMode="auto">
          <a:xfrm>
            <a:off x="6743700" y="1524000"/>
            <a:ext cx="2362200" cy="3810000"/>
          </a:xfrm>
          <a:prstGeom prst="rect">
            <a:avLst/>
          </a:prstGeom>
          <a:solidFill>
            <a:srgbClr val="FFFFD3"/>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6628" name="Rectangle 3">
            <a:extLst>
              <a:ext uri="{FF2B5EF4-FFF2-40B4-BE49-F238E27FC236}">
                <a16:creationId xmlns:a16="http://schemas.microsoft.com/office/drawing/2014/main" id="{C8E17374-0B4F-B646-A56F-4E8AC688375F}"/>
              </a:ext>
            </a:extLst>
          </p:cNvPr>
          <p:cNvSpPr>
            <a:spLocks noGrp="1" noChangeArrowheads="1"/>
          </p:cNvSpPr>
          <p:nvPr>
            <p:ph type="title"/>
          </p:nvPr>
        </p:nvSpPr>
        <p:spPr>
          <a:xfrm>
            <a:off x="706438" y="365125"/>
            <a:ext cx="8874125" cy="993775"/>
          </a:xfrm>
        </p:spPr>
        <p:txBody>
          <a:bodyPr/>
          <a:lstStyle/>
          <a:p>
            <a:r>
              <a:rPr lang="en-US" altLang="en-US">
                <a:solidFill>
                  <a:schemeClr val="bg1"/>
                </a:solidFill>
              </a:rPr>
              <a:t>Tìm kiếm trong không gian trạng thái</a:t>
            </a:r>
          </a:p>
        </p:txBody>
      </p:sp>
      <p:grpSp>
        <p:nvGrpSpPr>
          <p:cNvPr id="26629" name="Group 4">
            <a:extLst>
              <a:ext uri="{FF2B5EF4-FFF2-40B4-BE49-F238E27FC236}">
                <a16:creationId xmlns:a16="http://schemas.microsoft.com/office/drawing/2014/main" id="{AE7598D9-5EFF-E741-8B33-EF2755C1045C}"/>
              </a:ext>
            </a:extLst>
          </p:cNvPr>
          <p:cNvGrpSpPr>
            <a:grpSpLocks/>
          </p:cNvGrpSpPr>
          <p:nvPr/>
        </p:nvGrpSpPr>
        <p:grpSpPr bwMode="auto">
          <a:xfrm>
            <a:off x="876300" y="1828800"/>
            <a:ext cx="5607050" cy="3962400"/>
            <a:chOff x="288" y="1392"/>
            <a:chExt cx="3532" cy="2496"/>
          </a:xfrm>
        </p:grpSpPr>
        <p:sp>
          <p:nvSpPr>
            <p:cNvPr id="26633" name="Oval 5">
              <a:extLst>
                <a:ext uri="{FF2B5EF4-FFF2-40B4-BE49-F238E27FC236}">
                  <a16:creationId xmlns:a16="http://schemas.microsoft.com/office/drawing/2014/main" id="{5A5272F9-C68A-7E46-8999-0A6461D5E355}"/>
                </a:ext>
              </a:extLst>
            </p:cNvPr>
            <p:cNvSpPr>
              <a:spLocks noChangeArrowheads="1"/>
            </p:cNvSpPr>
            <p:nvPr/>
          </p:nvSpPr>
          <p:spPr bwMode="auto">
            <a:xfrm>
              <a:off x="288" y="212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6634" name="Oval 6">
              <a:extLst>
                <a:ext uri="{FF2B5EF4-FFF2-40B4-BE49-F238E27FC236}">
                  <a16:creationId xmlns:a16="http://schemas.microsoft.com/office/drawing/2014/main" id="{C4634198-6F71-B640-BC24-C804FCC57AB7}"/>
                </a:ext>
              </a:extLst>
            </p:cNvPr>
            <p:cNvSpPr>
              <a:spLocks noChangeArrowheads="1"/>
            </p:cNvSpPr>
            <p:nvPr/>
          </p:nvSpPr>
          <p:spPr bwMode="auto">
            <a:xfrm>
              <a:off x="508" y="316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6635" name="Oval 7">
              <a:extLst>
                <a:ext uri="{FF2B5EF4-FFF2-40B4-BE49-F238E27FC236}">
                  <a16:creationId xmlns:a16="http://schemas.microsoft.com/office/drawing/2014/main" id="{7BCCD64C-1E46-A044-B0FF-C93673FCA7B2}"/>
                </a:ext>
              </a:extLst>
            </p:cNvPr>
            <p:cNvSpPr>
              <a:spLocks noChangeArrowheads="1"/>
            </p:cNvSpPr>
            <p:nvPr/>
          </p:nvSpPr>
          <p:spPr bwMode="auto">
            <a:xfrm>
              <a:off x="844" y="1776"/>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6636" name="Oval 8">
              <a:extLst>
                <a:ext uri="{FF2B5EF4-FFF2-40B4-BE49-F238E27FC236}">
                  <a16:creationId xmlns:a16="http://schemas.microsoft.com/office/drawing/2014/main" id="{26CA4F88-204A-CC4D-BAB7-B2B2DD86A207}"/>
                </a:ext>
              </a:extLst>
            </p:cNvPr>
            <p:cNvSpPr>
              <a:spLocks noChangeArrowheads="1"/>
            </p:cNvSpPr>
            <p:nvPr/>
          </p:nvSpPr>
          <p:spPr bwMode="auto">
            <a:xfrm>
              <a:off x="1900" y="278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6637" name="Oval 9">
              <a:extLst>
                <a:ext uri="{FF2B5EF4-FFF2-40B4-BE49-F238E27FC236}">
                  <a16:creationId xmlns:a16="http://schemas.microsoft.com/office/drawing/2014/main" id="{BB358AC6-9053-B84F-A8CE-1BBE63234226}"/>
                </a:ext>
              </a:extLst>
            </p:cNvPr>
            <p:cNvSpPr>
              <a:spLocks noChangeArrowheads="1"/>
            </p:cNvSpPr>
            <p:nvPr/>
          </p:nvSpPr>
          <p:spPr bwMode="auto">
            <a:xfrm>
              <a:off x="1276" y="3696"/>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6638" name="Oval 10">
              <a:extLst>
                <a:ext uri="{FF2B5EF4-FFF2-40B4-BE49-F238E27FC236}">
                  <a16:creationId xmlns:a16="http://schemas.microsoft.com/office/drawing/2014/main" id="{AAB6F6B6-1E6F-B94C-9950-A530395C765F}"/>
                </a:ext>
              </a:extLst>
            </p:cNvPr>
            <p:cNvSpPr>
              <a:spLocks noChangeArrowheads="1"/>
            </p:cNvSpPr>
            <p:nvPr/>
          </p:nvSpPr>
          <p:spPr bwMode="auto">
            <a:xfrm>
              <a:off x="2380" y="278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6639" name="Oval 11">
              <a:extLst>
                <a:ext uri="{FF2B5EF4-FFF2-40B4-BE49-F238E27FC236}">
                  <a16:creationId xmlns:a16="http://schemas.microsoft.com/office/drawing/2014/main" id="{0AD8E645-9B35-7C44-A4DA-2B5922426910}"/>
                </a:ext>
              </a:extLst>
            </p:cNvPr>
            <p:cNvSpPr>
              <a:spLocks noChangeArrowheads="1"/>
            </p:cNvSpPr>
            <p:nvPr/>
          </p:nvSpPr>
          <p:spPr bwMode="auto">
            <a:xfrm>
              <a:off x="892" y="2496"/>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6640" name="Oval 12">
              <a:extLst>
                <a:ext uri="{FF2B5EF4-FFF2-40B4-BE49-F238E27FC236}">
                  <a16:creationId xmlns:a16="http://schemas.microsoft.com/office/drawing/2014/main" id="{8431A335-215F-DA49-BAF4-DD63A4795A89}"/>
                </a:ext>
              </a:extLst>
            </p:cNvPr>
            <p:cNvSpPr>
              <a:spLocks noChangeArrowheads="1"/>
            </p:cNvSpPr>
            <p:nvPr/>
          </p:nvSpPr>
          <p:spPr bwMode="auto">
            <a:xfrm>
              <a:off x="2428" y="235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6641" name="Oval 13">
              <a:extLst>
                <a:ext uri="{FF2B5EF4-FFF2-40B4-BE49-F238E27FC236}">
                  <a16:creationId xmlns:a16="http://schemas.microsoft.com/office/drawing/2014/main" id="{E6ECDD67-FB72-B946-8FA6-735B7DC9889F}"/>
                </a:ext>
              </a:extLst>
            </p:cNvPr>
            <p:cNvSpPr>
              <a:spLocks noChangeArrowheads="1"/>
            </p:cNvSpPr>
            <p:nvPr/>
          </p:nvSpPr>
          <p:spPr bwMode="auto">
            <a:xfrm>
              <a:off x="412" y="379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6642" name="Oval 14">
              <a:extLst>
                <a:ext uri="{FF2B5EF4-FFF2-40B4-BE49-F238E27FC236}">
                  <a16:creationId xmlns:a16="http://schemas.microsoft.com/office/drawing/2014/main" id="{646E8861-B714-644D-A1B6-1BC2FB299CEF}"/>
                </a:ext>
              </a:extLst>
            </p:cNvPr>
            <p:cNvSpPr>
              <a:spLocks noChangeArrowheads="1"/>
            </p:cNvSpPr>
            <p:nvPr/>
          </p:nvSpPr>
          <p:spPr bwMode="auto">
            <a:xfrm>
              <a:off x="940" y="326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6643" name="Oval 15">
              <a:extLst>
                <a:ext uri="{FF2B5EF4-FFF2-40B4-BE49-F238E27FC236}">
                  <a16:creationId xmlns:a16="http://schemas.microsoft.com/office/drawing/2014/main" id="{2BCCFAF5-872E-2840-8783-163C57FB6C61}"/>
                </a:ext>
              </a:extLst>
            </p:cNvPr>
            <p:cNvSpPr>
              <a:spLocks noChangeArrowheads="1"/>
            </p:cNvSpPr>
            <p:nvPr/>
          </p:nvSpPr>
          <p:spPr bwMode="auto">
            <a:xfrm>
              <a:off x="2524" y="182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6644" name="Oval 16">
              <a:extLst>
                <a:ext uri="{FF2B5EF4-FFF2-40B4-BE49-F238E27FC236}">
                  <a16:creationId xmlns:a16="http://schemas.microsoft.com/office/drawing/2014/main" id="{55E8890F-E31C-C744-A5B1-97F7F5B88F52}"/>
                </a:ext>
              </a:extLst>
            </p:cNvPr>
            <p:cNvSpPr>
              <a:spLocks noChangeArrowheads="1"/>
            </p:cNvSpPr>
            <p:nvPr/>
          </p:nvSpPr>
          <p:spPr bwMode="auto">
            <a:xfrm>
              <a:off x="2956" y="326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6645" name="Oval 17">
              <a:extLst>
                <a:ext uri="{FF2B5EF4-FFF2-40B4-BE49-F238E27FC236}">
                  <a16:creationId xmlns:a16="http://schemas.microsoft.com/office/drawing/2014/main" id="{72D16AE3-871C-1A45-9DBE-4C508FF3DE88}"/>
                </a:ext>
              </a:extLst>
            </p:cNvPr>
            <p:cNvSpPr>
              <a:spLocks noChangeArrowheads="1"/>
            </p:cNvSpPr>
            <p:nvPr/>
          </p:nvSpPr>
          <p:spPr bwMode="auto">
            <a:xfrm>
              <a:off x="1708" y="3648"/>
              <a:ext cx="96" cy="96"/>
            </a:xfrm>
            <a:prstGeom prst="ellipse">
              <a:avLst/>
            </a:prstGeom>
            <a:solidFill>
              <a:srgbClr val="FF0000"/>
            </a:solidFill>
            <a:ln w="9525">
              <a:solidFill>
                <a:srgbClr val="FF0000"/>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6646" name="Oval 18">
              <a:extLst>
                <a:ext uri="{FF2B5EF4-FFF2-40B4-BE49-F238E27FC236}">
                  <a16:creationId xmlns:a16="http://schemas.microsoft.com/office/drawing/2014/main" id="{437DA23E-E685-9A48-A66D-30462CA46109}"/>
                </a:ext>
              </a:extLst>
            </p:cNvPr>
            <p:cNvSpPr>
              <a:spLocks noChangeArrowheads="1"/>
            </p:cNvSpPr>
            <p:nvPr/>
          </p:nvSpPr>
          <p:spPr bwMode="auto">
            <a:xfrm>
              <a:off x="2428" y="350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6647" name="Oval 19">
              <a:extLst>
                <a:ext uri="{FF2B5EF4-FFF2-40B4-BE49-F238E27FC236}">
                  <a16:creationId xmlns:a16="http://schemas.microsoft.com/office/drawing/2014/main" id="{0A4FD210-493D-CD46-8943-038CA3C4DD8F}"/>
                </a:ext>
              </a:extLst>
            </p:cNvPr>
            <p:cNvSpPr>
              <a:spLocks noChangeArrowheads="1"/>
            </p:cNvSpPr>
            <p:nvPr/>
          </p:nvSpPr>
          <p:spPr bwMode="auto">
            <a:xfrm>
              <a:off x="1324" y="283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6648" name="Oval 20">
              <a:extLst>
                <a:ext uri="{FF2B5EF4-FFF2-40B4-BE49-F238E27FC236}">
                  <a16:creationId xmlns:a16="http://schemas.microsoft.com/office/drawing/2014/main" id="{6BB2DB8A-274C-8142-A521-D8B788DE2CEE}"/>
                </a:ext>
              </a:extLst>
            </p:cNvPr>
            <p:cNvSpPr>
              <a:spLocks noChangeArrowheads="1"/>
            </p:cNvSpPr>
            <p:nvPr/>
          </p:nvSpPr>
          <p:spPr bwMode="auto">
            <a:xfrm>
              <a:off x="1468" y="2016"/>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6649" name="Oval 21">
              <a:extLst>
                <a:ext uri="{FF2B5EF4-FFF2-40B4-BE49-F238E27FC236}">
                  <a16:creationId xmlns:a16="http://schemas.microsoft.com/office/drawing/2014/main" id="{ED972772-D906-024F-BAEB-8EFEDDE9BCCC}"/>
                </a:ext>
              </a:extLst>
            </p:cNvPr>
            <p:cNvSpPr>
              <a:spLocks noChangeArrowheads="1"/>
            </p:cNvSpPr>
            <p:nvPr/>
          </p:nvSpPr>
          <p:spPr bwMode="auto">
            <a:xfrm>
              <a:off x="1900" y="230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6650" name="Oval 22">
              <a:extLst>
                <a:ext uri="{FF2B5EF4-FFF2-40B4-BE49-F238E27FC236}">
                  <a16:creationId xmlns:a16="http://schemas.microsoft.com/office/drawing/2014/main" id="{6B4CE9B6-D2A5-244F-8214-4938E93B9BB3}"/>
                </a:ext>
              </a:extLst>
            </p:cNvPr>
            <p:cNvSpPr>
              <a:spLocks noChangeArrowheads="1"/>
            </p:cNvSpPr>
            <p:nvPr/>
          </p:nvSpPr>
          <p:spPr bwMode="auto">
            <a:xfrm>
              <a:off x="2092" y="196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6651" name="Oval 23">
              <a:extLst>
                <a:ext uri="{FF2B5EF4-FFF2-40B4-BE49-F238E27FC236}">
                  <a16:creationId xmlns:a16="http://schemas.microsoft.com/office/drawing/2014/main" id="{80B2D2F6-6EB9-BA40-A181-822AC824666C}"/>
                </a:ext>
              </a:extLst>
            </p:cNvPr>
            <p:cNvSpPr>
              <a:spLocks noChangeArrowheads="1"/>
            </p:cNvSpPr>
            <p:nvPr/>
          </p:nvSpPr>
          <p:spPr bwMode="auto">
            <a:xfrm>
              <a:off x="2092" y="139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6652" name="Oval 24">
              <a:extLst>
                <a:ext uri="{FF2B5EF4-FFF2-40B4-BE49-F238E27FC236}">
                  <a16:creationId xmlns:a16="http://schemas.microsoft.com/office/drawing/2014/main" id="{1D6D2064-F2BD-C149-8A76-A16B837E48D9}"/>
                </a:ext>
              </a:extLst>
            </p:cNvPr>
            <p:cNvSpPr>
              <a:spLocks noChangeArrowheads="1"/>
            </p:cNvSpPr>
            <p:nvPr/>
          </p:nvSpPr>
          <p:spPr bwMode="auto">
            <a:xfrm>
              <a:off x="1516" y="340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6653" name="Oval 25">
              <a:extLst>
                <a:ext uri="{FF2B5EF4-FFF2-40B4-BE49-F238E27FC236}">
                  <a16:creationId xmlns:a16="http://schemas.microsoft.com/office/drawing/2014/main" id="{4EF57ED3-FBEF-FB42-8BBD-497006364D1B}"/>
                </a:ext>
              </a:extLst>
            </p:cNvPr>
            <p:cNvSpPr>
              <a:spLocks noChangeArrowheads="1"/>
            </p:cNvSpPr>
            <p:nvPr/>
          </p:nvSpPr>
          <p:spPr bwMode="auto">
            <a:xfrm>
              <a:off x="3724" y="172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6654" name="Oval 26">
              <a:extLst>
                <a:ext uri="{FF2B5EF4-FFF2-40B4-BE49-F238E27FC236}">
                  <a16:creationId xmlns:a16="http://schemas.microsoft.com/office/drawing/2014/main" id="{59E3E87D-6964-AE41-AD69-3CE8586D64C5}"/>
                </a:ext>
              </a:extLst>
            </p:cNvPr>
            <p:cNvSpPr>
              <a:spLocks noChangeArrowheads="1"/>
            </p:cNvSpPr>
            <p:nvPr/>
          </p:nvSpPr>
          <p:spPr bwMode="auto">
            <a:xfrm>
              <a:off x="2860" y="196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6655" name="Oval 27">
              <a:extLst>
                <a:ext uri="{FF2B5EF4-FFF2-40B4-BE49-F238E27FC236}">
                  <a16:creationId xmlns:a16="http://schemas.microsoft.com/office/drawing/2014/main" id="{79FCB824-416B-7A4F-85CB-1894747FC308}"/>
                </a:ext>
              </a:extLst>
            </p:cNvPr>
            <p:cNvSpPr>
              <a:spLocks noChangeArrowheads="1"/>
            </p:cNvSpPr>
            <p:nvPr/>
          </p:nvSpPr>
          <p:spPr bwMode="auto">
            <a:xfrm>
              <a:off x="3196" y="187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6656" name="Oval 28">
              <a:extLst>
                <a:ext uri="{FF2B5EF4-FFF2-40B4-BE49-F238E27FC236}">
                  <a16:creationId xmlns:a16="http://schemas.microsoft.com/office/drawing/2014/main" id="{797153F2-3AF0-704C-BD8D-06E0A8AEB32E}"/>
                </a:ext>
              </a:extLst>
            </p:cNvPr>
            <p:cNvSpPr>
              <a:spLocks noChangeArrowheads="1"/>
            </p:cNvSpPr>
            <p:nvPr/>
          </p:nvSpPr>
          <p:spPr bwMode="auto">
            <a:xfrm>
              <a:off x="3436" y="220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6657" name="Oval 29">
              <a:extLst>
                <a:ext uri="{FF2B5EF4-FFF2-40B4-BE49-F238E27FC236}">
                  <a16:creationId xmlns:a16="http://schemas.microsoft.com/office/drawing/2014/main" id="{2D1C9005-0313-F54C-8079-8CCB1CB52768}"/>
                </a:ext>
              </a:extLst>
            </p:cNvPr>
            <p:cNvSpPr>
              <a:spLocks noChangeArrowheads="1"/>
            </p:cNvSpPr>
            <p:nvPr/>
          </p:nvSpPr>
          <p:spPr bwMode="auto">
            <a:xfrm>
              <a:off x="3472" y="326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6658" name="Oval 30">
              <a:extLst>
                <a:ext uri="{FF2B5EF4-FFF2-40B4-BE49-F238E27FC236}">
                  <a16:creationId xmlns:a16="http://schemas.microsoft.com/office/drawing/2014/main" id="{14210871-AB9E-6343-8779-E668C63D0778}"/>
                </a:ext>
              </a:extLst>
            </p:cNvPr>
            <p:cNvSpPr>
              <a:spLocks noChangeArrowheads="1"/>
            </p:cNvSpPr>
            <p:nvPr/>
          </p:nvSpPr>
          <p:spPr bwMode="auto">
            <a:xfrm>
              <a:off x="3052" y="2592"/>
              <a:ext cx="96" cy="96"/>
            </a:xfrm>
            <a:prstGeom prst="ellipse">
              <a:avLst/>
            </a:prstGeom>
            <a:solidFill>
              <a:srgbClr val="009900"/>
            </a:solidFill>
            <a:ln w="9525">
              <a:solidFill>
                <a:srgbClr val="009900"/>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6659" name="Oval 31">
              <a:extLst>
                <a:ext uri="{FF2B5EF4-FFF2-40B4-BE49-F238E27FC236}">
                  <a16:creationId xmlns:a16="http://schemas.microsoft.com/office/drawing/2014/main" id="{942B805B-08A0-F94C-A043-040BB5217E5E}"/>
                </a:ext>
              </a:extLst>
            </p:cNvPr>
            <p:cNvSpPr>
              <a:spLocks noChangeArrowheads="1"/>
            </p:cNvSpPr>
            <p:nvPr/>
          </p:nvSpPr>
          <p:spPr bwMode="auto">
            <a:xfrm>
              <a:off x="3340" y="264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6660" name="Line 32">
              <a:extLst>
                <a:ext uri="{FF2B5EF4-FFF2-40B4-BE49-F238E27FC236}">
                  <a16:creationId xmlns:a16="http://schemas.microsoft.com/office/drawing/2014/main" id="{944481DD-5B3A-E04F-9641-9DF3F3FD3F53}"/>
                </a:ext>
              </a:extLst>
            </p:cNvPr>
            <p:cNvSpPr>
              <a:spLocks noChangeShapeType="1"/>
            </p:cNvSpPr>
            <p:nvPr/>
          </p:nvSpPr>
          <p:spPr bwMode="auto">
            <a:xfrm flipV="1">
              <a:off x="456" y="3260"/>
              <a:ext cx="92" cy="5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661" name="Line 33">
              <a:extLst>
                <a:ext uri="{FF2B5EF4-FFF2-40B4-BE49-F238E27FC236}">
                  <a16:creationId xmlns:a16="http://schemas.microsoft.com/office/drawing/2014/main" id="{86D7A9AA-71C0-CE4A-B879-65063666A8C3}"/>
                </a:ext>
              </a:extLst>
            </p:cNvPr>
            <p:cNvSpPr>
              <a:spLocks noChangeShapeType="1"/>
            </p:cNvSpPr>
            <p:nvPr/>
          </p:nvSpPr>
          <p:spPr bwMode="auto">
            <a:xfrm flipV="1">
              <a:off x="492" y="3352"/>
              <a:ext cx="468" cy="4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662" name="Line 34">
              <a:extLst>
                <a:ext uri="{FF2B5EF4-FFF2-40B4-BE49-F238E27FC236}">
                  <a16:creationId xmlns:a16="http://schemas.microsoft.com/office/drawing/2014/main" id="{8509365E-1825-3846-B603-BAF7FE923AE1}"/>
                </a:ext>
              </a:extLst>
            </p:cNvPr>
            <p:cNvSpPr>
              <a:spLocks noChangeShapeType="1"/>
            </p:cNvSpPr>
            <p:nvPr/>
          </p:nvSpPr>
          <p:spPr bwMode="auto">
            <a:xfrm flipV="1">
              <a:off x="504" y="3476"/>
              <a:ext cx="1012" cy="36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663" name="Line 35">
              <a:extLst>
                <a:ext uri="{FF2B5EF4-FFF2-40B4-BE49-F238E27FC236}">
                  <a16:creationId xmlns:a16="http://schemas.microsoft.com/office/drawing/2014/main" id="{FCFE7D2A-7142-CA48-B24C-15E0A307256F}"/>
                </a:ext>
              </a:extLst>
            </p:cNvPr>
            <p:cNvSpPr>
              <a:spLocks noChangeShapeType="1"/>
            </p:cNvSpPr>
            <p:nvPr/>
          </p:nvSpPr>
          <p:spPr bwMode="auto">
            <a:xfrm flipH="1">
              <a:off x="1352" y="3496"/>
              <a:ext cx="180" cy="20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664" name="Line 36">
              <a:extLst>
                <a:ext uri="{FF2B5EF4-FFF2-40B4-BE49-F238E27FC236}">
                  <a16:creationId xmlns:a16="http://schemas.microsoft.com/office/drawing/2014/main" id="{966B90AD-5F62-B74C-9368-E7E7106F0124}"/>
                </a:ext>
              </a:extLst>
            </p:cNvPr>
            <p:cNvSpPr>
              <a:spLocks noChangeShapeType="1"/>
            </p:cNvSpPr>
            <p:nvPr/>
          </p:nvSpPr>
          <p:spPr bwMode="auto">
            <a:xfrm>
              <a:off x="1596" y="3488"/>
              <a:ext cx="136" cy="1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665" name="Line 37">
              <a:extLst>
                <a:ext uri="{FF2B5EF4-FFF2-40B4-BE49-F238E27FC236}">
                  <a16:creationId xmlns:a16="http://schemas.microsoft.com/office/drawing/2014/main" id="{1762084A-8489-D64E-A59E-D594413ACA18}"/>
                </a:ext>
              </a:extLst>
            </p:cNvPr>
            <p:cNvSpPr>
              <a:spLocks noChangeShapeType="1"/>
            </p:cNvSpPr>
            <p:nvPr/>
          </p:nvSpPr>
          <p:spPr bwMode="auto">
            <a:xfrm flipV="1">
              <a:off x="1796" y="3564"/>
              <a:ext cx="636" cy="11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666" name="Line 38">
              <a:extLst>
                <a:ext uri="{FF2B5EF4-FFF2-40B4-BE49-F238E27FC236}">
                  <a16:creationId xmlns:a16="http://schemas.microsoft.com/office/drawing/2014/main" id="{80E17C4C-C997-AE4E-BD22-20381CCC7D7F}"/>
                </a:ext>
              </a:extLst>
            </p:cNvPr>
            <p:cNvSpPr>
              <a:spLocks noChangeShapeType="1"/>
            </p:cNvSpPr>
            <p:nvPr/>
          </p:nvSpPr>
          <p:spPr bwMode="auto">
            <a:xfrm flipV="1">
              <a:off x="1764" y="2876"/>
              <a:ext cx="176" cy="77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667" name="Line 39">
              <a:extLst>
                <a:ext uri="{FF2B5EF4-FFF2-40B4-BE49-F238E27FC236}">
                  <a16:creationId xmlns:a16="http://schemas.microsoft.com/office/drawing/2014/main" id="{4540FCA8-50A9-144F-94D8-811304FF0186}"/>
                </a:ext>
              </a:extLst>
            </p:cNvPr>
            <p:cNvSpPr>
              <a:spLocks noChangeShapeType="1"/>
            </p:cNvSpPr>
            <p:nvPr/>
          </p:nvSpPr>
          <p:spPr bwMode="auto">
            <a:xfrm flipH="1" flipV="1">
              <a:off x="2428" y="2880"/>
              <a:ext cx="48" cy="6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668" name="Line 40">
              <a:extLst>
                <a:ext uri="{FF2B5EF4-FFF2-40B4-BE49-F238E27FC236}">
                  <a16:creationId xmlns:a16="http://schemas.microsoft.com/office/drawing/2014/main" id="{EB12DC2B-42B4-3A47-B17C-908B96C2B034}"/>
                </a:ext>
              </a:extLst>
            </p:cNvPr>
            <p:cNvSpPr>
              <a:spLocks noChangeShapeType="1"/>
            </p:cNvSpPr>
            <p:nvPr/>
          </p:nvSpPr>
          <p:spPr bwMode="auto">
            <a:xfrm flipV="1">
              <a:off x="2524" y="3336"/>
              <a:ext cx="440" cy="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669" name="Line 41">
              <a:extLst>
                <a:ext uri="{FF2B5EF4-FFF2-40B4-BE49-F238E27FC236}">
                  <a16:creationId xmlns:a16="http://schemas.microsoft.com/office/drawing/2014/main" id="{5D8AA2AB-2937-224C-8EBD-B8281E10BDA9}"/>
                </a:ext>
              </a:extLst>
            </p:cNvPr>
            <p:cNvSpPr>
              <a:spLocks noChangeShapeType="1"/>
            </p:cNvSpPr>
            <p:nvPr/>
          </p:nvSpPr>
          <p:spPr bwMode="auto">
            <a:xfrm flipH="1" flipV="1">
              <a:off x="944" y="2592"/>
              <a:ext cx="40" cy="6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670" name="Line 42">
              <a:extLst>
                <a:ext uri="{FF2B5EF4-FFF2-40B4-BE49-F238E27FC236}">
                  <a16:creationId xmlns:a16="http://schemas.microsoft.com/office/drawing/2014/main" id="{0487E50F-3B19-0144-8BA1-50F231625A6F}"/>
                </a:ext>
              </a:extLst>
            </p:cNvPr>
            <p:cNvSpPr>
              <a:spLocks noChangeShapeType="1"/>
            </p:cNvSpPr>
            <p:nvPr/>
          </p:nvSpPr>
          <p:spPr bwMode="auto">
            <a:xfrm flipH="1">
              <a:off x="1024" y="2920"/>
              <a:ext cx="320" cy="3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671" name="Line 43">
              <a:extLst>
                <a:ext uri="{FF2B5EF4-FFF2-40B4-BE49-F238E27FC236}">
                  <a16:creationId xmlns:a16="http://schemas.microsoft.com/office/drawing/2014/main" id="{6CD70723-EBE2-614B-BEE7-7747831D19B1}"/>
                </a:ext>
              </a:extLst>
            </p:cNvPr>
            <p:cNvSpPr>
              <a:spLocks noChangeShapeType="1"/>
            </p:cNvSpPr>
            <p:nvPr/>
          </p:nvSpPr>
          <p:spPr bwMode="auto">
            <a:xfrm>
              <a:off x="1388" y="2924"/>
              <a:ext cx="164" cy="4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672" name="Line 44">
              <a:extLst>
                <a:ext uri="{FF2B5EF4-FFF2-40B4-BE49-F238E27FC236}">
                  <a16:creationId xmlns:a16="http://schemas.microsoft.com/office/drawing/2014/main" id="{83B866C3-575C-804E-9F00-31C84059839B}"/>
                </a:ext>
              </a:extLst>
            </p:cNvPr>
            <p:cNvSpPr>
              <a:spLocks noChangeShapeType="1"/>
            </p:cNvSpPr>
            <p:nvPr/>
          </p:nvSpPr>
          <p:spPr bwMode="auto">
            <a:xfrm flipV="1">
              <a:off x="1416" y="2836"/>
              <a:ext cx="480" cy="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673" name="Line 45">
              <a:extLst>
                <a:ext uri="{FF2B5EF4-FFF2-40B4-BE49-F238E27FC236}">
                  <a16:creationId xmlns:a16="http://schemas.microsoft.com/office/drawing/2014/main" id="{C53E7C73-7B18-3A4A-B75F-B7D4910BC235}"/>
                </a:ext>
              </a:extLst>
            </p:cNvPr>
            <p:cNvSpPr>
              <a:spLocks noChangeShapeType="1"/>
            </p:cNvSpPr>
            <p:nvPr/>
          </p:nvSpPr>
          <p:spPr bwMode="auto">
            <a:xfrm flipV="1">
              <a:off x="3500" y="1816"/>
              <a:ext cx="244" cy="3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674" name="Line 46">
              <a:extLst>
                <a:ext uri="{FF2B5EF4-FFF2-40B4-BE49-F238E27FC236}">
                  <a16:creationId xmlns:a16="http://schemas.microsoft.com/office/drawing/2014/main" id="{CEC6ECBF-7543-B644-9054-D4B2DBFE2924}"/>
                </a:ext>
              </a:extLst>
            </p:cNvPr>
            <p:cNvSpPr>
              <a:spLocks noChangeShapeType="1"/>
            </p:cNvSpPr>
            <p:nvPr/>
          </p:nvSpPr>
          <p:spPr bwMode="auto">
            <a:xfrm flipH="1">
              <a:off x="3292" y="1780"/>
              <a:ext cx="432" cy="1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675" name="Line 47">
              <a:extLst>
                <a:ext uri="{FF2B5EF4-FFF2-40B4-BE49-F238E27FC236}">
                  <a16:creationId xmlns:a16="http://schemas.microsoft.com/office/drawing/2014/main" id="{25E6C44D-CF82-B446-A4BF-D85D81521FAB}"/>
                </a:ext>
              </a:extLst>
            </p:cNvPr>
            <p:cNvSpPr>
              <a:spLocks noChangeShapeType="1"/>
            </p:cNvSpPr>
            <p:nvPr/>
          </p:nvSpPr>
          <p:spPr bwMode="auto">
            <a:xfrm flipH="1" flipV="1">
              <a:off x="2180" y="1456"/>
              <a:ext cx="1548" cy="2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676" name="Line 48">
              <a:extLst>
                <a:ext uri="{FF2B5EF4-FFF2-40B4-BE49-F238E27FC236}">
                  <a16:creationId xmlns:a16="http://schemas.microsoft.com/office/drawing/2014/main" id="{D67B8B6D-CEC2-714B-AAB5-3C7EB7A487A5}"/>
                </a:ext>
              </a:extLst>
            </p:cNvPr>
            <p:cNvSpPr>
              <a:spLocks noChangeShapeType="1"/>
            </p:cNvSpPr>
            <p:nvPr/>
          </p:nvSpPr>
          <p:spPr bwMode="auto">
            <a:xfrm flipV="1">
              <a:off x="1944" y="2392"/>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677" name="Line 49">
              <a:extLst>
                <a:ext uri="{FF2B5EF4-FFF2-40B4-BE49-F238E27FC236}">
                  <a16:creationId xmlns:a16="http://schemas.microsoft.com/office/drawing/2014/main" id="{22577B52-8274-974E-867F-18C9BBBA10D4}"/>
                </a:ext>
              </a:extLst>
            </p:cNvPr>
            <p:cNvSpPr>
              <a:spLocks noChangeShapeType="1"/>
            </p:cNvSpPr>
            <p:nvPr/>
          </p:nvSpPr>
          <p:spPr bwMode="auto">
            <a:xfrm>
              <a:off x="1996" y="2356"/>
              <a:ext cx="432" cy="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678" name="Line 50">
              <a:extLst>
                <a:ext uri="{FF2B5EF4-FFF2-40B4-BE49-F238E27FC236}">
                  <a16:creationId xmlns:a16="http://schemas.microsoft.com/office/drawing/2014/main" id="{A51C123C-25B2-0F48-9DAF-3DD41A180A9D}"/>
                </a:ext>
              </a:extLst>
            </p:cNvPr>
            <p:cNvSpPr>
              <a:spLocks noChangeShapeType="1"/>
            </p:cNvSpPr>
            <p:nvPr/>
          </p:nvSpPr>
          <p:spPr bwMode="auto">
            <a:xfrm flipV="1">
              <a:off x="1960" y="2052"/>
              <a:ext cx="148" cy="2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679" name="Line 51">
              <a:extLst>
                <a:ext uri="{FF2B5EF4-FFF2-40B4-BE49-F238E27FC236}">
                  <a16:creationId xmlns:a16="http://schemas.microsoft.com/office/drawing/2014/main" id="{94464B65-A8E9-FA49-B337-DB3C31D7AAD9}"/>
                </a:ext>
              </a:extLst>
            </p:cNvPr>
            <p:cNvSpPr>
              <a:spLocks noChangeShapeType="1"/>
            </p:cNvSpPr>
            <p:nvPr/>
          </p:nvSpPr>
          <p:spPr bwMode="auto">
            <a:xfrm flipV="1">
              <a:off x="2128" y="1488"/>
              <a:ext cx="12" cy="48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680" name="Line 52">
              <a:extLst>
                <a:ext uri="{FF2B5EF4-FFF2-40B4-BE49-F238E27FC236}">
                  <a16:creationId xmlns:a16="http://schemas.microsoft.com/office/drawing/2014/main" id="{E70963AE-EAFE-1B42-8ACD-28E7F0EC661B}"/>
                </a:ext>
              </a:extLst>
            </p:cNvPr>
            <p:cNvSpPr>
              <a:spLocks noChangeShapeType="1"/>
            </p:cNvSpPr>
            <p:nvPr/>
          </p:nvSpPr>
          <p:spPr bwMode="auto">
            <a:xfrm>
              <a:off x="2164" y="1480"/>
              <a:ext cx="380" cy="3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681" name="Line 53">
              <a:extLst>
                <a:ext uri="{FF2B5EF4-FFF2-40B4-BE49-F238E27FC236}">
                  <a16:creationId xmlns:a16="http://schemas.microsoft.com/office/drawing/2014/main" id="{E5446788-27DC-114F-A1A7-7DD36025C255}"/>
                </a:ext>
              </a:extLst>
            </p:cNvPr>
            <p:cNvSpPr>
              <a:spLocks noChangeShapeType="1"/>
            </p:cNvSpPr>
            <p:nvPr/>
          </p:nvSpPr>
          <p:spPr bwMode="auto">
            <a:xfrm>
              <a:off x="2156" y="1488"/>
              <a:ext cx="308" cy="8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682" name="Line 54">
              <a:extLst>
                <a:ext uri="{FF2B5EF4-FFF2-40B4-BE49-F238E27FC236}">
                  <a16:creationId xmlns:a16="http://schemas.microsoft.com/office/drawing/2014/main" id="{2D708B62-B201-DD47-956A-66CCDC6C4682}"/>
                </a:ext>
              </a:extLst>
            </p:cNvPr>
            <p:cNvSpPr>
              <a:spLocks noChangeShapeType="1"/>
            </p:cNvSpPr>
            <p:nvPr/>
          </p:nvSpPr>
          <p:spPr bwMode="auto">
            <a:xfrm flipV="1">
              <a:off x="2512" y="2056"/>
              <a:ext cx="364" cy="3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683" name="Line 55">
              <a:extLst>
                <a:ext uri="{FF2B5EF4-FFF2-40B4-BE49-F238E27FC236}">
                  <a16:creationId xmlns:a16="http://schemas.microsoft.com/office/drawing/2014/main" id="{B148695B-CB4B-E843-B661-DF81B9FA3F94}"/>
                </a:ext>
              </a:extLst>
            </p:cNvPr>
            <p:cNvSpPr>
              <a:spLocks noChangeShapeType="1"/>
            </p:cNvSpPr>
            <p:nvPr/>
          </p:nvSpPr>
          <p:spPr bwMode="auto">
            <a:xfrm flipH="1" flipV="1">
              <a:off x="2188" y="2016"/>
              <a:ext cx="672" cy="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684" name="Line 56">
              <a:extLst>
                <a:ext uri="{FF2B5EF4-FFF2-40B4-BE49-F238E27FC236}">
                  <a16:creationId xmlns:a16="http://schemas.microsoft.com/office/drawing/2014/main" id="{97A756FE-7B50-B84B-B22F-A1B42BBBC9E5}"/>
                </a:ext>
              </a:extLst>
            </p:cNvPr>
            <p:cNvSpPr>
              <a:spLocks noChangeShapeType="1"/>
            </p:cNvSpPr>
            <p:nvPr/>
          </p:nvSpPr>
          <p:spPr bwMode="auto">
            <a:xfrm>
              <a:off x="2616" y="1888"/>
              <a:ext cx="252" cy="10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685" name="Line 57">
              <a:extLst>
                <a:ext uri="{FF2B5EF4-FFF2-40B4-BE49-F238E27FC236}">
                  <a16:creationId xmlns:a16="http://schemas.microsoft.com/office/drawing/2014/main" id="{764A7CDE-A3B6-2049-AC30-ABC596735137}"/>
                </a:ext>
              </a:extLst>
            </p:cNvPr>
            <p:cNvSpPr>
              <a:spLocks noChangeShapeType="1"/>
            </p:cNvSpPr>
            <p:nvPr/>
          </p:nvSpPr>
          <p:spPr bwMode="auto">
            <a:xfrm>
              <a:off x="2612" y="1856"/>
              <a:ext cx="584" cy="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686" name="Line 58">
              <a:extLst>
                <a:ext uri="{FF2B5EF4-FFF2-40B4-BE49-F238E27FC236}">
                  <a16:creationId xmlns:a16="http://schemas.microsoft.com/office/drawing/2014/main" id="{B2602C41-E133-3446-8B15-DC2FA448CA46}"/>
                </a:ext>
              </a:extLst>
            </p:cNvPr>
            <p:cNvSpPr>
              <a:spLocks noChangeShapeType="1"/>
            </p:cNvSpPr>
            <p:nvPr/>
          </p:nvSpPr>
          <p:spPr bwMode="auto">
            <a:xfrm flipV="1">
              <a:off x="3136" y="2288"/>
              <a:ext cx="308" cy="3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687" name="Line 59">
              <a:extLst>
                <a:ext uri="{FF2B5EF4-FFF2-40B4-BE49-F238E27FC236}">
                  <a16:creationId xmlns:a16="http://schemas.microsoft.com/office/drawing/2014/main" id="{770A90FE-EEB6-B242-953C-D54C48336910}"/>
                </a:ext>
              </a:extLst>
            </p:cNvPr>
            <p:cNvSpPr>
              <a:spLocks noChangeShapeType="1"/>
            </p:cNvSpPr>
            <p:nvPr/>
          </p:nvSpPr>
          <p:spPr bwMode="auto">
            <a:xfrm flipH="1">
              <a:off x="2456" y="1968"/>
              <a:ext cx="780" cy="8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688" name="Line 60">
              <a:extLst>
                <a:ext uri="{FF2B5EF4-FFF2-40B4-BE49-F238E27FC236}">
                  <a16:creationId xmlns:a16="http://schemas.microsoft.com/office/drawing/2014/main" id="{3B7F7D87-6DAE-3842-8728-46DDCA81CB61}"/>
                </a:ext>
              </a:extLst>
            </p:cNvPr>
            <p:cNvSpPr>
              <a:spLocks noChangeShapeType="1"/>
            </p:cNvSpPr>
            <p:nvPr/>
          </p:nvSpPr>
          <p:spPr bwMode="auto">
            <a:xfrm flipH="1">
              <a:off x="3104" y="1964"/>
              <a:ext cx="144" cy="6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689" name="Line 61">
              <a:extLst>
                <a:ext uri="{FF2B5EF4-FFF2-40B4-BE49-F238E27FC236}">
                  <a16:creationId xmlns:a16="http://schemas.microsoft.com/office/drawing/2014/main" id="{2C56047C-072D-7449-A5CE-3A3965D234FE}"/>
                </a:ext>
              </a:extLst>
            </p:cNvPr>
            <p:cNvSpPr>
              <a:spLocks noChangeShapeType="1"/>
            </p:cNvSpPr>
            <p:nvPr/>
          </p:nvSpPr>
          <p:spPr bwMode="auto">
            <a:xfrm flipH="1">
              <a:off x="3012" y="2688"/>
              <a:ext cx="72" cy="5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690" name="Line 62">
              <a:extLst>
                <a:ext uri="{FF2B5EF4-FFF2-40B4-BE49-F238E27FC236}">
                  <a16:creationId xmlns:a16="http://schemas.microsoft.com/office/drawing/2014/main" id="{77294F6D-80EE-C849-9DAF-DE1F4EB0847C}"/>
                </a:ext>
              </a:extLst>
            </p:cNvPr>
            <p:cNvSpPr>
              <a:spLocks noChangeShapeType="1"/>
            </p:cNvSpPr>
            <p:nvPr/>
          </p:nvSpPr>
          <p:spPr bwMode="auto">
            <a:xfrm>
              <a:off x="3136" y="2672"/>
              <a:ext cx="360" cy="596"/>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691" name="Line 63">
              <a:extLst>
                <a:ext uri="{FF2B5EF4-FFF2-40B4-BE49-F238E27FC236}">
                  <a16:creationId xmlns:a16="http://schemas.microsoft.com/office/drawing/2014/main" id="{DDFAEAF3-2E87-9944-B472-44D66928A443}"/>
                </a:ext>
              </a:extLst>
            </p:cNvPr>
            <p:cNvSpPr>
              <a:spLocks noChangeShapeType="1"/>
            </p:cNvSpPr>
            <p:nvPr/>
          </p:nvSpPr>
          <p:spPr bwMode="auto">
            <a:xfrm>
              <a:off x="3148" y="2640"/>
              <a:ext cx="196" cy="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692" name="Line 64">
              <a:extLst>
                <a:ext uri="{FF2B5EF4-FFF2-40B4-BE49-F238E27FC236}">
                  <a16:creationId xmlns:a16="http://schemas.microsoft.com/office/drawing/2014/main" id="{DE9B142E-0F65-4B43-B849-22264D15F7BB}"/>
                </a:ext>
              </a:extLst>
            </p:cNvPr>
            <p:cNvSpPr>
              <a:spLocks noChangeShapeType="1"/>
            </p:cNvSpPr>
            <p:nvPr/>
          </p:nvSpPr>
          <p:spPr bwMode="auto">
            <a:xfrm>
              <a:off x="888" y="1872"/>
              <a:ext cx="48" cy="6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693" name="Line 65">
              <a:extLst>
                <a:ext uri="{FF2B5EF4-FFF2-40B4-BE49-F238E27FC236}">
                  <a16:creationId xmlns:a16="http://schemas.microsoft.com/office/drawing/2014/main" id="{1CA69E80-9520-F341-AB59-989E070C66EE}"/>
                </a:ext>
              </a:extLst>
            </p:cNvPr>
            <p:cNvSpPr>
              <a:spLocks noChangeShapeType="1"/>
            </p:cNvSpPr>
            <p:nvPr/>
          </p:nvSpPr>
          <p:spPr bwMode="auto">
            <a:xfrm>
              <a:off x="368" y="2200"/>
              <a:ext cx="524" cy="3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694" name="Line 66">
              <a:extLst>
                <a:ext uri="{FF2B5EF4-FFF2-40B4-BE49-F238E27FC236}">
                  <a16:creationId xmlns:a16="http://schemas.microsoft.com/office/drawing/2014/main" id="{8D6439C8-A5C7-BA40-9348-F059EA2F0B22}"/>
                </a:ext>
              </a:extLst>
            </p:cNvPr>
            <p:cNvSpPr>
              <a:spLocks noChangeShapeType="1"/>
            </p:cNvSpPr>
            <p:nvPr/>
          </p:nvSpPr>
          <p:spPr bwMode="auto">
            <a:xfrm flipH="1">
              <a:off x="976" y="2096"/>
              <a:ext cx="500" cy="41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695" name="Line 67">
              <a:extLst>
                <a:ext uri="{FF2B5EF4-FFF2-40B4-BE49-F238E27FC236}">
                  <a16:creationId xmlns:a16="http://schemas.microsoft.com/office/drawing/2014/main" id="{D1A1D6C8-3E71-0A47-A195-DF246008D0BF}"/>
                </a:ext>
              </a:extLst>
            </p:cNvPr>
            <p:cNvSpPr>
              <a:spLocks noChangeShapeType="1"/>
            </p:cNvSpPr>
            <p:nvPr/>
          </p:nvSpPr>
          <p:spPr bwMode="auto">
            <a:xfrm flipH="1">
              <a:off x="932" y="1444"/>
              <a:ext cx="1160" cy="3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696" name="Line 68">
              <a:extLst>
                <a:ext uri="{FF2B5EF4-FFF2-40B4-BE49-F238E27FC236}">
                  <a16:creationId xmlns:a16="http://schemas.microsoft.com/office/drawing/2014/main" id="{274E0215-20DE-0840-BE06-19D08189F016}"/>
                </a:ext>
              </a:extLst>
            </p:cNvPr>
            <p:cNvSpPr>
              <a:spLocks noChangeShapeType="1"/>
            </p:cNvSpPr>
            <p:nvPr/>
          </p:nvSpPr>
          <p:spPr bwMode="auto">
            <a:xfrm flipH="1">
              <a:off x="368" y="1848"/>
              <a:ext cx="480" cy="2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697" name="Line 69">
              <a:extLst>
                <a:ext uri="{FF2B5EF4-FFF2-40B4-BE49-F238E27FC236}">
                  <a16:creationId xmlns:a16="http://schemas.microsoft.com/office/drawing/2014/main" id="{4B09D720-4BCB-4348-9207-FA59B66DA122}"/>
                </a:ext>
              </a:extLst>
            </p:cNvPr>
            <p:cNvSpPr>
              <a:spLocks noChangeShapeType="1"/>
            </p:cNvSpPr>
            <p:nvPr/>
          </p:nvSpPr>
          <p:spPr bwMode="auto">
            <a:xfrm flipV="1">
              <a:off x="384" y="2064"/>
              <a:ext cx="1080" cy="1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698" name="Line 70">
              <a:extLst>
                <a:ext uri="{FF2B5EF4-FFF2-40B4-BE49-F238E27FC236}">
                  <a16:creationId xmlns:a16="http://schemas.microsoft.com/office/drawing/2014/main" id="{E9D78DC3-00F5-3A41-A9A9-E73A1A6CD623}"/>
                </a:ext>
              </a:extLst>
            </p:cNvPr>
            <p:cNvSpPr>
              <a:spLocks noChangeShapeType="1"/>
            </p:cNvSpPr>
            <p:nvPr/>
          </p:nvSpPr>
          <p:spPr bwMode="auto">
            <a:xfrm>
              <a:off x="340" y="2216"/>
              <a:ext cx="200" cy="9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699" name="Line 71">
              <a:extLst>
                <a:ext uri="{FF2B5EF4-FFF2-40B4-BE49-F238E27FC236}">
                  <a16:creationId xmlns:a16="http://schemas.microsoft.com/office/drawing/2014/main" id="{6E04AB79-2E35-3D41-98BE-F2496E0BA366}"/>
                </a:ext>
              </a:extLst>
            </p:cNvPr>
            <p:cNvSpPr>
              <a:spLocks noChangeShapeType="1"/>
            </p:cNvSpPr>
            <p:nvPr/>
          </p:nvSpPr>
          <p:spPr bwMode="auto">
            <a:xfrm>
              <a:off x="1548" y="2096"/>
              <a:ext cx="360" cy="2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700" name="Line 72">
              <a:extLst>
                <a:ext uri="{FF2B5EF4-FFF2-40B4-BE49-F238E27FC236}">
                  <a16:creationId xmlns:a16="http://schemas.microsoft.com/office/drawing/2014/main" id="{9BE699DA-6795-4E43-8356-AC57253A2CC2}"/>
                </a:ext>
              </a:extLst>
            </p:cNvPr>
            <p:cNvSpPr>
              <a:spLocks noChangeShapeType="1"/>
            </p:cNvSpPr>
            <p:nvPr/>
          </p:nvSpPr>
          <p:spPr bwMode="auto">
            <a:xfrm>
              <a:off x="984" y="2560"/>
              <a:ext cx="928" cy="2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701" name="Line 73">
              <a:extLst>
                <a:ext uri="{FF2B5EF4-FFF2-40B4-BE49-F238E27FC236}">
                  <a16:creationId xmlns:a16="http://schemas.microsoft.com/office/drawing/2014/main" id="{D0FBEAFE-E964-0346-97C7-0DC28F1847CB}"/>
                </a:ext>
              </a:extLst>
            </p:cNvPr>
            <p:cNvSpPr>
              <a:spLocks noChangeShapeType="1"/>
            </p:cNvSpPr>
            <p:nvPr/>
          </p:nvSpPr>
          <p:spPr bwMode="auto">
            <a:xfrm flipV="1">
              <a:off x="1992" y="2824"/>
              <a:ext cx="388"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702" name="Line 74">
              <a:extLst>
                <a:ext uri="{FF2B5EF4-FFF2-40B4-BE49-F238E27FC236}">
                  <a16:creationId xmlns:a16="http://schemas.microsoft.com/office/drawing/2014/main" id="{632B904B-3794-3C49-ADC0-72F0BE38E17F}"/>
                </a:ext>
              </a:extLst>
            </p:cNvPr>
            <p:cNvSpPr>
              <a:spLocks noChangeShapeType="1"/>
            </p:cNvSpPr>
            <p:nvPr/>
          </p:nvSpPr>
          <p:spPr bwMode="auto">
            <a:xfrm flipH="1">
              <a:off x="1788" y="2872"/>
              <a:ext cx="612" cy="7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703" name="Line 75">
              <a:extLst>
                <a:ext uri="{FF2B5EF4-FFF2-40B4-BE49-F238E27FC236}">
                  <a16:creationId xmlns:a16="http://schemas.microsoft.com/office/drawing/2014/main" id="{052A8275-021A-8743-B9FF-0D8ABF4482EB}"/>
                </a:ext>
              </a:extLst>
            </p:cNvPr>
            <p:cNvSpPr>
              <a:spLocks noChangeShapeType="1"/>
            </p:cNvSpPr>
            <p:nvPr/>
          </p:nvSpPr>
          <p:spPr bwMode="auto">
            <a:xfrm flipH="1">
              <a:off x="600" y="2848"/>
              <a:ext cx="1788" cy="35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704" name="Line 76">
              <a:extLst>
                <a:ext uri="{FF2B5EF4-FFF2-40B4-BE49-F238E27FC236}">
                  <a16:creationId xmlns:a16="http://schemas.microsoft.com/office/drawing/2014/main" id="{D8711CF6-8336-FB43-8674-8AB6E129335D}"/>
                </a:ext>
              </a:extLst>
            </p:cNvPr>
            <p:cNvSpPr>
              <a:spLocks noChangeShapeType="1"/>
            </p:cNvSpPr>
            <p:nvPr/>
          </p:nvSpPr>
          <p:spPr bwMode="auto">
            <a:xfrm>
              <a:off x="2504" y="2440"/>
              <a:ext cx="468" cy="8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705" name="Line 77">
              <a:extLst>
                <a:ext uri="{FF2B5EF4-FFF2-40B4-BE49-F238E27FC236}">
                  <a16:creationId xmlns:a16="http://schemas.microsoft.com/office/drawing/2014/main" id="{E9BD795F-A96A-0843-961D-C1841841E8DB}"/>
                </a:ext>
              </a:extLst>
            </p:cNvPr>
            <p:cNvSpPr>
              <a:spLocks noChangeShapeType="1"/>
            </p:cNvSpPr>
            <p:nvPr/>
          </p:nvSpPr>
          <p:spPr bwMode="auto">
            <a:xfrm>
              <a:off x="3044" y="3288"/>
              <a:ext cx="424" cy="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
        <p:nvSpPr>
          <p:cNvPr id="26630" name="Oval 78">
            <a:extLst>
              <a:ext uri="{FF2B5EF4-FFF2-40B4-BE49-F238E27FC236}">
                <a16:creationId xmlns:a16="http://schemas.microsoft.com/office/drawing/2014/main" id="{4CD2928F-EF8E-E04D-A0EC-779C0295ED81}"/>
              </a:ext>
            </a:extLst>
          </p:cNvPr>
          <p:cNvSpPr>
            <a:spLocks noChangeArrowheads="1"/>
          </p:cNvSpPr>
          <p:nvPr/>
        </p:nvSpPr>
        <p:spPr bwMode="auto">
          <a:xfrm>
            <a:off x="7810500" y="1828800"/>
            <a:ext cx="152400" cy="152400"/>
          </a:xfrm>
          <a:prstGeom prst="ellipse">
            <a:avLst/>
          </a:prstGeom>
          <a:solidFill>
            <a:srgbClr val="FF0000"/>
          </a:solidFill>
          <a:ln w="9525">
            <a:solidFill>
              <a:srgbClr val="FF0000"/>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6631" name="Line 79">
            <a:extLst>
              <a:ext uri="{FF2B5EF4-FFF2-40B4-BE49-F238E27FC236}">
                <a16:creationId xmlns:a16="http://schemas.microsoft.com/office/drawing/2014/main" id="{1541E52C-167B-8644-97E4-F54A9EF88727}"/>
              </a:ext>
            </a:extLst>
          </p:cNvPr>
          <p:cNvSpPr>
            <a:spLocks noChangeShapeType="1"/>
          </p:cNvSpPr>
          <p:nvPr/>
        </p:nvSpPr>
        <p:spPr bwMode="auto">
          <a:xfrm>
            <a:off x="7886700" y="1828800"/>
            <a:ext cx="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6632" name="Text Box 80">
            <a:extLst>
              <a:ext uri="{FF2B5EF4-FFF2-40B4-BE49-F238E27FC236}">
                <a16:creationId xmlns:a16="http://schemas.microsoft.com/office/drawing/2014/main" id="{934363E3-79EE-B64B-AD54-9ACED3E5BC33}"/>
              </a:ext>
            </a:extLst>
          </p:cNvPr>
          <p:cNvSpPr txBox="1">
            <a:spLocks noChangeArrowheads="1"/>
          </p:cNvSpPr>
          <p:nvPr/>
        </p:nvSpPr>
        <p:spPr bwMode="auto">
          <a:xfrm>
            <a:off x="6743700" y="4953001"/>
            <a:ext cx="15343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Comic Sans MS" panose="030F0902030302020204" pitchFamily="66" charset="0"/>
              </a:rPr>
              <a:t>Cây tìm kiếm</a:t>
            </a:r>
          </a:p>
        </p:txBody>
      </p:sp>
    </p:spTree>
    <p:extLst>
      <p:ext uri="{BB962C8B-B14F-4D97-AF65-F5344CB8AC3E}">
        <p14:creationId xmlns:p14="http://schemas.microsoft.com/office/powerpoint/2010/main" val="19519022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4">
            <a:extLst>
              <a:ext uri="{FF2B5EF4-FFF2-40B4-BE49-F238E27FC236}">
                <a16:creationId xmlns:a16="http://schemas.microsoft.com/office/drawing/2014/main" id="{DF4DBF6C-10A1-1649-AC96-4F9141D9475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fld id="{672BB312-F01E-954F-8FD3-1EF5FBD91D3F}" type="slidenum">
              <a:rPr lang="en-US" altLang="en-US" sz="1400"/>
              <a:pPr eaLnBrk="1" hangingPunct="1"/>
              <a:t>28</a:t>
            </a:fld>
            <a:endParaRPr lang="en-US" altLang="en-US" sz="1400"/>
          </a:p>
        </p:txBody>
      </p:sp>
      <p:sp>
        <p:nvSpPr>
          <p:cNvPr id="27651" name="Rectangle 2">
            <a:extLst>
              <a:ext uri="{FF2B5EF4-FFF2-40B4-BE49-F238E27FC236}">
                <a16:creationId xmlns:a16="http://schemas.microsoft.com/office/drawing/2014/main" id="{4040F686-77CE-FD42-857F-AE243CA708E7}"/>
              </a:ext>
            </a:extLst>
          </p:cNvPr>
          <p:cNvSpPr>
            <a:spLocks noChangeArrowheads="1"/>
          </p:cNvSpPr>
          <p:nvPr/>
        </p:nvSpPr>
        <p:spPr bwMode="auto">
          <a:xfrm>
            <a:off x="6743700" y="1524000"/>
            <a:ext cx="2362200" cy="3810000"/>
          </a:xfrm>
          <a:prstGeom prst="rect">
            <a:avLst/>
          </a:prstGeom>
          <a:solidFill>
            <a:srgbClr val="FFFFD3"/>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grpSp>
        <p:nvGrpSpPr>
          <p:cNvPr id="27653" name="Group 4">
            <a:extLst>
              <a:ext uri="{FF2B5EF4-FFF2-40B4-BE49-F238E27FC236}">
                <a16:creationId xmlns:a16="http://schemas.microsoft.com/office/drawing/2014/main" id="{1EB1E166-5D3E-0E44-9C38-099963C69782}"/>
              </a:ext>
            </a:extLst>
          </p:cNvPr>
          <p:cNvGrpSpPr>
            <a:grpSpLocks/>
          </p:cNvGrpSpPr>
          <p:nvPr/>
        </p:nvGrpSpPr>
        <p:grpSpPr bwMode="auto">
          <a:xfrm>
            <a:off x="876300" y="1828800"/>
            <a:ext cx="5607050" cy="3962400"/>
            <a:chOff x="288" y="1392"/>
            <a:chExt cx="3532" cy="2496"/>
          </a:xfrm>
        </p:grpSpPr>
        <p:sp>
          <p:nvSpPr>
            <p:cNvPr id="27662" name="Oval 5">
              <a:extLst>
                <a:ext uri="{FF2B5EF4-FFF2-40B4-BE49-F238E27FC236}">
                  <a16:creationId xmlns:a16="http://schemas.microsoft.com/office/drawing/2014/main" id="{82A41C82-0C39-8A4A-9B90-A22AA8932CEB}"/>
                </a:ext>
              </a:extLst>
            </p:cNvPr>
            <p:cNvSpPr>
              <a:spLocks noChangeArrowheads="1"/>
            </p:cNvSpPr>
            <p:nvPr/>
          </p:nvSpPr>
          <p:spPr bwMode="auto">
            <a:xfrm>
              <a:off x="288" y="212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663" name="Oval 6">
              <a:extLst>
                <a:ext uri="{FF2B5EF4-FFF2-40B4-BE49-F238E27FC236}">
                  <a16:creationId xmlns:a16="http://schemas.microsoft.com/office/drawing/2014/main" id="{57285B11-C33D-4140-BD1A-D4D4C4882384}"/>
                </a:ext>
              </a:extLst>
            </p:cNvPr>
            <p:cNvSpPr>
              <a:spLocks noChangeArrowheads="1"/>
            </p:cNvSpPr>
            <p:nvPr/>
          </p:nvSpPr>
          <p:spPr bwMode="auto">
            <a:xfrm>
              <a:off x="508" y="316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664" name="Oval 7">
              <a:extLst>
                <a:ext uri="{FF2B5EF4-FFF2-40B4-BE49-F238E27FC236}">
                  <a16:creationId xmlns:a16="http://schemas.microsoft.com/office/drawing/2014/main" id="{FC19BCC6-2AE7-8945-8501-3BC3597C96B5}"/>
                </a:ext>
              </a:extLst>
            </p:cNvPr>
            <p:cNvSpPr>
              <a:spLocks noChangeArrowheads="1"/>
            </p:cNvSpPr>
            <p:nvPr/>
          </p:nvSpPr>
          <p:spPr bwMode="auto">
            <a:xfrm>
              <a:off x="844" y="1776"/>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665" name="Oval 8">
              <a:extLst>
                <a:ext uri="{FF2B5EF4-FFF2-40B4-BE49-F238E27FC236}">
                  <a16:creationId xmlns:a16="http://schemas.microsoft.com/office/drawing/2014/main" id="{89FE53AF-4F87-C646-98C6-275268F37A1A}"/>
                </a:ext>
              </a:extLst>
            </p:cNvPr>
            <p:cNvSpPr>
              <a:spLocks noChangeArrowheads="1"/>
            </p:cNvSpPr>
            <p:nvPr/>
          </p:nvSpPr>
          <p:spPr bwMode="auto">
            <a:xfrm>
              <a:off x="1900" y="2784"/>
              <a:ext cx="96" cy="96"/>
            </a:xfrm>
            <a:prstGeom prst="ellipse">
              <a:avLst/>
            </a:prstGeom>
            <a:solidFill>
              <a:srgbClr val="0033CC"/>
            </a:solidFill>
            <a:ln w="9525">
              <a:solidFill>
                <a:srgbClr val="0033CC"/>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666" name="Oval 9">
              <a:extLst>
                <a:ext uri="{FF2B5EF4-FFF2-40B4-BE49-F238E27FC236}">
                  <a16:creationId xmlns:a16="http://schemas.microsoft.com/office/drawing/2014/main" id="{C4EB2601-B0E8-8241-9D4E-195A8A040E09}"/>
                </a:ext>
              </a:extLst>
            </p:cNvPr>
            <p:cNvSpPr>
              <a:spLocks noChangeArrowheads="1"/>
            </p:cNvSpPr>
            <p:nvPr/>
          </p:nvSpPr>
          <p:spPr bwMode="auto">
            <a:xfrm>
              <a:off x="1276" y="3696"/>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667" name="Oval 10">
              <a:extLst>
                <a:ext uri="{FF2B5EF4-FFF2-40B4-BE49-F238E27FC236}">
                  <a16:creationId xmlns:a16="http://schemas.microsoft.com/office/drawing/2014/main" id="{11825C54-601D-B846-822B-761B4E837DD3}"/>
                </a:ext>
              </a:extLst>
            </p:cNvPr>
            <p:cNvSpPr>
              <a:spLocks noChangeArrowheads="1"/>
            </p:cNvSpPr>
            <p:nvPr/>
          </p:nvSpPr>
          <p:spPr bwMode="auto">
            <a:xfrm>
              <a:off x="2380" y="278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668" name="Oval 11">
              <a:extLst>
                <a:ext uri="{FF2B5EF4-FFF2-40B4-BE49-F238E27FC236}">
                  <a16:creationId xmlns:a16="http://schemas.microsoft.com/office/drawing/2014/main" id="{F98C0975-6C98-D749-B35B-F55B81BDC4AE}"/>
                </a:ext>
              </a:extLst>
            </p:cNvPr>
            <p:cNvSpPr>
              <a:spLocks noChangeArrowheads="1"/>
            </p:cNvSpPr>
            <p:nvPr/>
          </p:nvSpPr>
          <p:spPr bwMode="auto">
            <a:xfrm>
              <a:off x="892" y="2496"/>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669" name="Oval 12">
              <a:extLst>
                <a:ext uri="{FF2B5EF4-FFF2-40B4-BE49-F238E27FC236}">
                  <a16:creationId xmlns:a16="http://schemas.microsoft.com/office/drawing/2014/main" id="{4F7BFBAC-A72F-7A47-A6E0-6283A4A93314}"/>
                </a:ext>
              </a:extLst>
            </p:cNvPr>
            <p:cNvSpPr>
              <a:spLocks noChangeArrowheads="1"/>
            </p:cNvSpPr>
            <p:nvPr/>
          </p:nvSpPr>
          <p:spPr bwMode="auto">
            <a:xfrm>
              <a:off x="2428" y="235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670" name="Oval 13">
              <a:extLst>
                <a:ext uri="{FF2B5EF4-FFF2-40B4-BE49-F238E27FC236}">
                  <a16:creationId xmlns:a16="http://schemas.microsoft.com/office/drawing/2014/main" id="{9D163291-EF1F-6845-8B53-FFA9349D608D}"/>
                </a:ext>
              </a:extLst>
            </p:cNvPr>
            <p:cNvSpPr>
              <a:spLocks noChangeArrowheads="1"/>
            </p:cNvSpPr>
            <p:nvPr/>
          </p:nvSpPr>
          <p:spPr bwMode="auto">
            <a:xfrm>
              <a:off x="412" y="379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671" name="Oval 14">
              <a:extLst>
                <a:ext uri="{FF2B5EF4-FFF2-40B4-BE49-F238E27FC236}">
                  <a16:creationId xmlns:a16="http://schemas.microsoft.com/office/drawing/2014/main" id="{73A4FF89-7846-2D49-A88C-3D9BFA981573}"/>
                </a:ext>
              </a:extLst>
            </p:cNvPr>
            <p:cNvSpPr>
              <a:spLocks noChangeArrowheads="1"/>
            </p:cNvSpPr>
            <p:nvPr/>
          </p:nvSpPr>
          <p:spPr bwMode="auto">
            <a:xfrm>
              <a:off x="940" y="326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672" name="Oval 15">
              <a:extLst>
                <a:ext uri="{FF2B5EF4-FFF2-40B4-BE49-F238E27FC236}">
                  <a16:creationId xmlns:a16="http://schemas.microsoft.com/office/drawing/2014/main" id="{19640844-CFF4-5C47-9CE5-E192D40EBEF3}"/>
                </a:ext>
              </a:extLst>
            </p:cNvPr>
            <p:cNvSpPr>
              <a:spLocks noChangeArrowheads="1"/>
            </p:cNvSpPr>
            <p:nvPr/>
          </p:nvSpPr>
          <p:spPr bwMode="auto">
            <a:xfrm>
              <a:off x="2524" y="182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673" name="Oval 16">
              <a:extLst>
                <a:ext uri="{FF2B5EF4-FFF2-40B4-BE49-F238E27FC236}">
                  <a16:creationId xmlns:a16="http://schemas.microsoft.com/office/drawing/2014/main" id="{913B49A1-F0DC-814C-A640-1A76775496FC}"/>
                </a:ext>
              </a:extLst>
            </p:cNvPr>
            <p:cNvSpPr>
              <a:spLocks noChangeArrowheads="1"/>
            </p:cNvSpPr>
            <p:nvPr/>
          </p:nvSpPr>
          <p:spPr bwMode="auto">
            <a:xfrm>
              <a:off x="2956" y="326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674" name="Oval 17">
              <a:extLst>
                <a:ext uri="{FF2B5EF4-FFF2-40B4-BE49-F238E27FC236}">
                  <a16:creationId xmlns:a16="http://schemas.microsoft.com/office/drawing/2014/main" id="{3B8F128B-34DA-1D49-91DC-B1219784DEA3}"/>
                </a:ext>
              </a:extLst>
            </p:cNvPr>
            <p:cNvSpPr>
              <a:spLocks noChangeArrowheads="1"/>
            </p:cNvSpPr>
            <p:nvPr/>
          </p:nvSpPr>
          <p:spPr bwMode="auto">
            <a:xfrm>
              <a:off x="1708" y="3648"/>
              <a:ext cx="96" cy="96"/>
            </a:xfrm>
            <a:prstGeom prst="ellipse">
              <a:avLst/>
            </a:prstGeom>
            <a:solidFill>
              <a:srgbClr val="FF0000"/>
            </a:solidFill>
            <a:ln w="9525">
              <a:solidFill>
                <a:srgbClr val="FF0000"/>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675" name="Oval 18">
              <a:extLst>
                <a:ext uri="{FF2B5EF4-FFF2-40B4-BE49-F238E27FC236}">
                  <a16:creationId xmlns:a16="http://schemas.microsoft.com/office/drawing/2014/main" id="{4A093246-6D2D-9146-B5B9-0652B97FF105}"/>
                </a:ext>
              </a:extLst>
            </p:cNvPr>
            <p:cNvSpPr>
              <a:spLocks noChangeArrowheads="1"/>
            </p:cNvSpPr>
            <p:nvPr/>
          </p:nvSpPr>
          <p:spPr bwMode="auto">
            <a:xfrm>
              <a:off x="2428" y="3504"/>
              <a:ext cx="96" cy="96"/>
            </a:xfrm>
            <a:prstGeom prst="ellipse">
              <a:avLst/>
            </a:prstGeom>
            <a:solidFill>
              <a:srgbClr val="990033"/>
            </a:solidFill>
            <a:ln w="9525">
              <a:solidFill>
                <a:srgbClr val="990033"/>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676" name="Oval 19">
              <a:extLst>
                <a:ext uri="{FF2B5EF4-FFF2-40B4-BE49-F238E27FC236}">
                  <a16:creationId xmlns:a16="http://schemas.microsoft.com/office/drawing/2014/main" id="{07B41E8D-638F-6B4D-B838-464E7986EA82}"/>
                </a:ext>
              </a:extLst>
            </p:cNvPr>
            <p:cNvSpPr>
              <a:spLocks noChangeArrowheads="1"/>
            </p:cNvSpPr>
            <p:nvPr/>
          </p:nvSpPr>
          <p:spPr bwMode="auto">
            <a:xfrm>
              <a:off x="1324" y="283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677" name="Oval 20">
              <a:extLst>
                <a:ext uri="{FF2B5EF4-FFF2-40B4-BE49-F238E27FC236}">
                  <a16:creationId xmlns:a16="http://schemas.microsoft.com/office/drawing/2014/main" id="{8B3420B2-90D2-F140-824D-68A47F4294C4}"/>
                </a:ext>
              </a:extLst>
            </p:cNvPr>
            <p:cNvSpPr>
              <a:spLocks noChangeArrowheads="1"/>
            </p:cNvSpPr>
            <p:nvPr/>
          </p:nvSpPr>
          <p:spPr bwMode="auto">
            <a:xfrm>
              <a:off x="1468" y="2016"/>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678" name="Oval 21">
              <a:extLst>
                <a:ext uri="{FF2B5EF4-FFF2-40B4-BE49-F238E27FC236}">
                  <a16:creationId xmlns:a16="http://schemas.microsoft.com/office/drawing/2014/main" id="{A679DD37-CCEB-8942-97D9-0AF750C09A72}"/>
                </a:ext>
              </a:extLst>
            </p:cNvPr>
            <p:cNvSpPr>
              <a:spLocks noChangeArrowheads="1"/>
            </p:cNvSpPr>
            <p:nvPr/>
          </p:nvSpPr>
          <p:spPr bwMode="auto">
            <a:xfrm>
              <a:off x="1900" y="230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679" name="Oval 22">
              <a:extLst>
                <a:ext uri="{FF2B5EF4-FFF2-40B4-BE49-F238E27FC236}">
                  <a16:creationId xmlns:a16="http://schemas.microsoft.com/office/drawing/2014/main" id="{DAF2C542-C6D9-BD43-9D9A-E157D12C5BD3}"/>
                </a:ext>
              </a:extLst>
            </p:cNvPr>
            <p:cNvSpPr>
              <a:spLocks noChangeArrowheads="1"/>
            </p:cNvSpPr>
            <p:nvPr/>
          </p:nvSpPr>
          <p:spPr bwMode="auto">
            <a:xfrm>
              <a:off x="2092" y="196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680" name="Oval 23">
              <a:extLst>
                <a:ext uri="{FF2B5EF4-FFF2-40B4-BE49-F238E27FC236}">
                  <a16:creationId xmlns:a16="http://schemas.microsoft.com/office/drawing/2014/main" id="{4C83C2B2-3E80-7644-AF3E-47A049C4930B}"/>
                </a:ext>
              </a:extLst>
            </p:cNvPr>
            <p:cNvSpPr>
              <a:spLocks noChangeArrowheads="1"/>
            </p:cNvSpPr>
            <p:nvPr/>
          </p:nvSpPr>
          <p:spPr bwMode="auto">
            <a:xfrm>
              <a:off x="2092" y="139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681" name="Oval 24">
              <a:extLst>
                <a:ext uri="{FF2B5EF4-FFF2-40B4-BE49-F238E27FC236}">
                  <a16:creationId xmlns:a16="http://schemas.microsoft.com/office/drawing/2014/main" id="{D4D1AB5C-4F66-0940-A480-F9B79C59E5E0}"/>
                </a:ext>
              </a:extLst>
            </p:cNvPr>
            <p:cNvSpPr>
              <a:spLocks noChangeArrowheads="1"/>
            </p:cNvSpPr>
            <p:nvPr/>
          </p:nvSpPr>
          <p:spPr bwMode="auto">
            <a:xfrm>
              <a:off x="1516" y="340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682" name="Oval 25">
              <a:extLst>
                <a:ext uri="{FF2B5EF4-FFF2-40B4-BE49-F238E27FC236}">
                  <a16:creationId xmlns:a16="http://schemas.microsoft.com/office/drawing/2014/main" id="{40F37F2E-B2BB-CE4C-8C28-98C3AF574723}"/>
                </a:ext>
              </a:extLst>
            </p:cNvPr>
            <p:cNvSpPr>
              <a:spLocks noChangeArrowheads="1"/>
            </p:cNvSpPr>
            <p:nvPr/>
          </p:nvSpPr>
          <p:spPr bwMode="auto">
            <a:xfrm>
              <a:off x="3724" y="172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683" name="Oval 26">
              <a:extLst>
                <a:ext uri="{FF2B5EF4-FFF2-40B4-BE49-F238E27FC236}">
                  <a16:creationId xmlns:a16="http://schemas.microsoft.com/office/drawing/2014/main" id="{4344F08D-C439-8C43-B0BF-DD36D1F7D349}"/>
                </a:ext>
              </a:extLst>
            </p:cNvPr>
            <p:cNvSpPr>
              <a:spLocks noChangeArrowheads="1"/>
            </p:cNvSpPr>
            <p:nvPr/>
          </p:nvSpPr>
          <p:spPr bwMode="auto">
            <a:xfrm>
              <a:off x="2860" y="196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684" name="Oval 27">
              <a:extLst>
                <a:ext uri="{FF2B5EF4-FFF2-40B4-BE49-F238E27FC236}">
                  <a16:creationId xmlns:a16="http://schemas.microsoft.com/office/drawing/2014/main" id="{20FDA36E-67C9-B14C-8484-FADE04FABC0C}"/>
                </a:ext>
              </a:extLst>
            </p:cNvPr>
            <p:cNvSpPr>
              <a:spLocks noChangeArrowheads="1"/>
            </p:cNvSpPr>
            <p:nvPr/>
          </p:nvSpPr>
          <p:spPr bwMode="auto">
            <a:xfrm>
              <a:off x="3196" y="187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685" name="Oval 28">
              <a:extLst>
                <a:ext uri="{FF2B5EF4-FFF2-40B4-BE49-F238E27FC236}">
                  <a16:creationId xmlns:a16="http://schemas.microsoft.com/office/drawing/2014/main" id="{263EAD30-B51C-FE45-9931-527D28B0CBA6}"/>
                </a:ext>
              </a:extLst>
            </p:cNvPr>
            <p:cNvSpPr>
              <a:spLocks noChangeArrowheads="1"/>
            </p:cNvSpPr>
            <p:nvPr/>
          </p:nvSpPr>
          <p:spPr bwMode="auto">
            <a:xfrm>
              <a:off x="3436" y="220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686" name="Oval 29">
              <a:extLst>
                <a:ext uri="{FF2B5EF4-FFF2-40B4-BE49-F238E27FC236}">
                  <a16:creationId xmlns:a16="http://schemas.microsoft.com/office/drawing/2014/main" id="{5F665A14-09DD-9942-B59E-A359587FB819}"/>
                </a:ext>
              </a:extLst>
            </p:cNvPr>
            <p:cNvSpPr>
              <a:spLocks noChangeArrowheads="1"/>
            </p:cNvSpPr>
            <p:nvPr/>
          </p:nvSpPr>
          <p:spPr bwMode="auto">
            <a:xfrm>
              <a:off x="3472" y="326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687" name="Oval 30">
              <a:extLst>
                <a:ext uri="{FF2B5EF4-FFF2-40B4-BE49-F238E27FC236}">
                  <a16:creationId xmlns:a16="http://schemas.microsoft.com/office/drawing/2014/main" id="{88970C86-D21E-6049-A722-6E17F5E29E75}"/>
                </a:ext>
              </a:extLst>
            </p:cNvPr>
            <p:cNvSpPr>
              <a:spLocks noChangeArrowheads="1"/>
            </p:cNvSpPr>
            <p:nvPr/>
          </p:nvSpPr>
          <p:spPr bwMode="auto">
            <a:xfrm>
              <a:off x="3052" y="2592"/>
              <a:ext cx="96" cy="96"/>
            </a:xfrm>
            <a:prstGeom prst="ellipse">
              <a:avLst/>
            </a:prstGeom>
            <a:solidFill>
              <a:srgbClr val="009900"/>
            </a:solidFill>
            <a:ln w="9525">
              <a:solidFill>
                <a:srgbClr val="009900"/>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688" name="Oval 31">
              <a:extLst>
                <a:ext uri="{FF2B5EF4-FFF2-40B4-BE49-F238E27FC236}">
                  <a16:creationId xmlns:a16="http://schemas.microsoft.com/office/drawing/2014/main" id="{67A91659-DE0A-774E-85E3-CDAF56EF7C25}"/>
                </a:ext>
              </a:extLst>
            </p:cNvPr>
            <p:cNvSpPr>
              <a:spLocks noChangeArrowheads="1"/>
            </p:cNvSpPr>
            <p:nvPr/>
          </p:nvSpPr>
          <p:spPr bwMode="auto">
            <a:xfrm>
              <a:off x="3340" y="264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689" name="Line 32">
              <a:extLst>
                <a:ext uri="{FF2B5EF4-FFF2-40B4-BE49-F238E27FC236}">
                  <a16:creationId xmlns:a16="http://schemas.microsoft.com/office/drawing/2014/main" id="{D6EDD008-BAFB-4A41-A549-85A1C08069BC}"/>
                </a:ext>
              </a:extLst>
            </p:cNvPr>
            <p:cNvSpPr>
              <a:spLocks noChangeShapeType="1"/>
            </p:cNvSpPr>
            <p:nvPr/>
          </p:nvSpPr>
          <p:spPr bwMode="auto">
            <a:xfrm flipV="1">
              <a:off x="456" y="3260"/>
              <a:ext cx="92" cy="5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690" name="Line 33">
              <a:extLst>
                <a:ext uri="{FF2B5EF4-FFF2-40B4-BE49-F238E27FC236}">
                  <a16:creationId xmlns:a16="http://schemas.microsoft.com/office/drawing/2014/main" id="{01ACCBE1-B50D-9840-8F3E-963F5BB818CD}"/>
                </a:ext>
              </a:extLst>
            </p:cNvPr>
            <p:cNvSpPr>
              <a:spLocks noChangeShapeType="1"/>
            </p:cNvSpPr>
            <p:nvPr/>
          </p:nvSpPr>
          <p:spPr bwMode="auto">
            <a:xfrm flipV="1">
              <a:off x="492" y="3352"/>
              <a:ext cx="468" cy="4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691" name="Line 34">
              <a:extLst>
                <a:ext uri="{FF2B5EF4-FFF2-40B4-BE49-F238E27FC236}">
                  <a16:creationId xmlns:a16="http://schemas.microsoft.com/office/drawing/2014/main" id="{B9083CD0-3938-4E4C-986D-457A7CA7E34C}"/>
                </a:ext>
              </a:extLst>
            </p:cNvPr>
            <p:cNvSpPr>
              <a:spLocks noChangeShapeType="1"/>
            </p:cNvSpPr>
            <p:nvPr/>
          </p:nvSpPr>
          <p:spPr bwMode="auto">
            <a:xfrm flipV="1">
              <a:off x="504" y="3476"/>
              <a:ext cx="1012" cy="36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692" name="Line 35">
              <a:extLst>
                <a:ext uri="{FF2B5EF4-FFF2-40B4-BE49-F238E27FC236}">
                  <a16:creationId xmlns:a16="http://schemas.microsoft.com/office/drawing/2014/main" id="{A082E395-E2AB-B64C-AE6C-036EF71617FA}"/>
                </a:ext>
              </a:extLst>
            </p:cNvPr>
            <p:cNvSpPr>
              <a:spLocks noChangeShapeType="1"/>
            </p:cNvSpPr>
            <p:nvPr/>
          </p:nvSpPr>
          <p:spPr bwMode="auto">
            <a:xfrm flipH="1">
              <a:off x="1352" y="3496"/>
              <a:ext cx="180" cy="20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693" name="Line 36">
              <a:extLst>
                <a:ext uri="{FF2B5EF4-FFF2-40B4-BE49-F238E27FC236}">
                  <a16:creationId xmlns:a16="http://schemas.microsoft.com/office/drawing/2014/main" id="{85FAE23A-75CB-C54C-B968-30BE426549F4}"/>
                </a:ext>
              </a:extLst>
            </p:cNvPr>
            <p:cNvSpPr>
              <a:spLocks noChangeShapeType="1"/>
            </p:cNvSpPr>
            <p:nvPr/>
          </p:nvSpPr>
          <p:spPr bwMode="auto">
            <a:xfrm>
              <a:off x="1596" y="3488"/>
              <a:ext cx="136" cy="1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694" name="Line 37">
              <a:extLst>
                <a:ext uri="{FF2B5EF4-FFF2-40B4-BE49-F238E27FC236}">
                  <a16:creationId xmlns:a16="http://schemas.microsoft.com/office/drawing/2014/main" id="{72442BA9-7E9D-244B-99D4-72E77042AC29}"/>
                </a:ext>
              </a:extLst>
            </p:cNvPr>
            <p:cNvSpPr>
              <a:spLocks noChangeShapeType="1"/>
            </p:cNvSpPr>
            <p:nvPr/>
          </p:nvSpPr>
          <p:spPr bwMode="auto">
            <a:xfrm flipV="1">
              <a:off x="1796" y="3564"/>
              <a:ext cx="636" cy="11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695" name="Line 38">
              <a:extLst>
                <a:ext uri="{FF2B5EF4-FFF2-40B4-BE49-F238E27FC236}">
                  <a16:creationId xmlns:a16="http://schemas.microsoft.com/office/drawing/2014/main" id="{820BEE55-7EF5-6A4E-B584-CF39EF09F7B4}"/>
                </a:ext>
              </a:extLst>
            </p:cNvPr>
            <p:cNvSpPr>
              <a:spLocks noChangeShapeType="1"/>
            </p:cNvSpPr>
            <p:nvPr/>
          </p:nvSpPr>
          <p:spPr bwMode="auto">
            <a:xfrm flipV="1">
              <a:off x="1764" y="2876"/>
              <a:ext cx="176" cy="77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696" name="Line 39">
              <a:extLst>
                <a:ext uri="{FF2B5EF4-FFF2-40B4-BE49-F238E27FC236}">
                  <a16:creationId xmlns:a16="http://schemas.microsoft.com/office/drawing/2014/main" id="{7BD71179-1FB2-5F42-8F28-744471FEF741}"/>
                </a:ext>
              </a:extLst>
            </p:cNvPr>
            <p:cNvSpPr>
              <a:spLocks noChangeShapeType="1"/>
            </p:cNvSpPr>
            <p:nvPr/>
          </p:nvSpPr>
          <p:spPr bwMode="auto">
            <a:xfrm flipH="1" flipV="1">
              <a:off x="2428" y="2880"/>
              <a:ext cx="48" cy="6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697" name="Line 40">
              <a:extLst>
                <a:ext uri="{FF2B5EF4-FFF2-40B4-BE49-F238E27FC236}">
                  <a16:creationId xmlns:a16="http://schemas.microsoft.com/office/drawing/2014/main" id="{A3EB6831-38CE-4D46-9A21-64254CEBF67B}"/>
                </a:ext>
              </a:extLst>
            </p:cNvPr>
            <p:cNvSpPr>
              <a:spLocks noChangeShapeType="1"/>
            </p:cNvSpPr>
            <p:nvPr/>
          </p:nvSpPr>
          <p:spPr bwMode="auto">
            <a:xfrm flipV="1">
              <a:off x="2524" y="3336"/>
              <a:ext cx="440" cy="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698" name="Line 41">
              <a:extLst>
                <a:ext uri="{FF2B5EF4-FFF2-40B4-BE49-F238E27FC236}">
                  <a16:creationId xmlns:a16="http://schemas.microsoft.com/office/drawing/2014/main" id="{05BCCC01-187A-CD42-AAC6-C1F50892F396}"/>
                </a:ext>
              </a:extLst>
            </p:cNvPr>
            <p:cNvSpPr>
              <a:spLocks noChangeShapeType="1"/>
            </p:cNvSpPr>
            <p:nvPr/>
          </p:nvSpPr>
          <p:spPr bwMode="auto">
            <a:xfrm flipH="1" flipV="1">
              <a:off x="944" y="2592"/>
              <a:ext cx="40" cy="6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699" name="Line 42">
              <a:extLst>
                <a:ext uri="{FF2B5EF4-FFF2-40B4-BE49-F238E27FC236}">
                  <a16:creationId xmlns:a16="http://schemas.microsoft.com/office/drawing/2014/main" id="{3580A9BD-F809-DD4F-BDAF-E4FED4B68037}"/>
                </a:ext>
              </a:extLst>
            </p:cNvPr>
            <p:cNvSpPr>
              <a:spLocks noChangeShapeType="1"/>
            </p:cNvSpPr>
            <p:nvPr/>
          </p:nvSpPr>
          <p:spPr bwMode="auto">
            <a:xfrm flipH="1">
              <a:off x="1024" y="2920"/>
              <a:ext cx="320" cy="3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700" name="Line 43">
              <a:extLst>
                <a:ext uri="{FF2B5EF4-FFF2-40B4-BE49-F238E27FC236}">
                  <a16:creationId xmlns:a16="http://schemas.microsoft.com/office/drawing/2014/main" id="{7C33F26B-44DA-2F40-AFA6-BD27CEE6244E}"/>
                </a:ext>
              </a:extLst>
            </p:cNvPr>
            <p:cNvSpPr>
              <a:spLocks noChangeShapeType="1"/>
            </p:cNvSpPr>
            <p:nvPr/>
          </p:nvSpPr>
          <p:spPr bwMode="auto">
            <a:xfrm>
              <a:off x="1388" y="2924"/>
              <a:ext cx="164" cy="4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701" name="Line 44">
              <a:extLst>
                <a:ext uri="{FF2B5EF4-FFF2-40B4-BE49-F238E27FC236}">
                  <a16:creationId xmlns:a16="http://schemas.microsoft.com/office/drawing/2014/main" id="{9AE5A6A0-10F7-C443-BDA1-F94DF25597CF}"/>
                </a:ext>
              </a:extLst>
            </p:cNvPr>
            <p:cNvSpPr>
              <a:spLocks noChangeShapeType="1"/>
            </p:cNvSpPr>
            <p:nvPr/>
          </p:nvSpPr>
          <p:spPr bwMode="auto">
            <a:xfrm flipV="1">
              <a:off x="1416" y="2836"/>
              <a:ext cx="480" cy="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702" name="Line 45">
              <a:extLst>
                <a:ext uri="{FF2B5EF4-FFF2-40B4-BE49-F238E27FC236}">
                  <a16:creationId xmlns:a16="http://schemas.microsoft.com/office/drawing/2014/main" id="{8473665B-C90B-C44E-B5A0-3B3AEB94B5C7}"/>
                </a:ext>
              </a:extLst>
            </p:cNvPr>
            <p:cNvSpPr>
              <a:spLocks noChangeShapeType="1"/>
            </p:cNvSpPr>
            <p:nvPr/>
          </p:nvSpPr>
          <p:spPr bwMode="auto">
            <a:xfrm flipV="1">
              <a:off x="3500" y="1816"/>
              <a:ext cx="244" cy="3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703" name="Line 46">
              <a:extLst>
                <a:ext uri="{FF2B5EF4-FFF2-40B4-BE49-F238E27FC236}">
                  <a16:creationId xmlns:a16="http://schemas.microsoft.com/office/drawing/2014/main" id="{3C742658-A4A2-3848-804F-498451D17C59}"/>
                </a:ext>
              </a:extLst>
            </p:cNvPr>
            <p:cNvSpPr>
              <a:spLocks noChangeShapeType="1"/>
            </p:cNvSpPr>
            <p:nvPr/>
          </p:nvSpPr>
          <p:spPr bwMode="auto">
            <a:xfrm flipH="1">
              <a:off x="3292" y="1780"/>
              <a:ext cx="432" cy="1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704" name="Line 47">
              <a:extLst>
                <a:ext uri="{FF2B5EF4-FFF2-40B4-BE49-F238E27FC236}">
                  <a16:creationId xmlns:a16="http://schemas.microsoft.com/office/drawing/2014/main" id="{FB4CA8DB-32AF-5842-8042-548E14387115}"/>
                </a:ext>
              </a:extLst>
            </p:cNvPr>
            <p:cNvSpPr>
              <a:spLocks noChangeShapeType="1"/>
            </p:cNvSpPr>
            <p:nvPr/>
          </p:nvSpPr>
          <p:spPr bwMode="auto">
            <a:xfrm flipH="1" flipV="1">
              <a:off x="2180" y="1456"/>
              <a:ext cx="1548" cy="2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705" name="Line 48">
              <a:extLst>
                <a:ext uri="{FF2B5EF4-FFF2-40B4-BE49-F238E27FC236}">
                  <a16:creationId xmlns:a16="http://schemas.microsoft.com/office/drawing/2014/main" id="{83782731-F5BD-8D40-8073-7A8D9F14091A}"/>
                </a:ext>
              </a:extLst>
            </p:cNvPr>
            <p:cNvSpPr>
              <a:spLocks noChangeShapeType="1"/>
            </p:cNvSpPr>
            <p:nvPr/>
          </p:nvSpPr>
          <p:spPr bwMode="auto">
            <a:xfrm flipV="1">
              <a:off x="1944" y="2392"/>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706" name="Line 49">
              <a:extLst>
                <a:ext uri="{FF2B5EF4-FFF2-40B4-BE49-F238E27FC236}">
                  <a16:creationId xmlns:a16="http://schemas.microsoft.com/office/drawing/2014/main" id="{77396B84-BD89-544D-9316-93C64001FD40}"/>
                </a:ext>
              </a:extLst>
            </p:cNvPr>
            <p:cNvSpPr>
              <a:spLocks noChangeShapeType="1"/>
            </p:cNvSpPr>
            <p:nvPr/>
          </p:nvSpPr>
          <p:spPr bwMode="auto">
            <a:xfrm>
              <a:off x="1996" y="2356"/>
              <a:ext cx="432" cy="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707" name="Line 50">
              <a:extLst>
                <a:ext uri="{FF2B5EF4-FFF2-40B4-BE49-F238E27FC236}">
                  <a16:creationId xmlns:a16="http://schemas.microsoft.com/office/drawing/2014/main" id="{621F9750-50DA-8147-96C1-84BCBA70CF2C}"/>
                </a:ext>
              </a:extLst>
            </p:cNvPr>
            <p:cNvSpPr>
              <a:spLocks noChangeShapeType="1"/>
            </p:cNvSpPr>
            <p:nvPr/>
          </p:nvSpPr>
          <p:spPr bwMode="auto">
            <a:xfrm flipV="1">
              <a:off x="1960" y="2052"/>
              <a:ext cx="148" cy="2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708" name="Line 51">
              <a:extLst>
                <a:ext uri="{FF2B5EF4-FFF2-40B4-BE49-F238E27FC236}">
                  <a16:creationId xmlns:a16="http://schemas.microsoft.com/office/drawing/2014/main" id="{F984F109-40C1-4343-B131-DDDA03EA9B3D}"/>
                </a:ext>
              </a:extLst>
            </p:cNvPr>
            <p:cNvSpPr>
              <a:spLocks noChangeShapeType="1"/>
            </p:cNvSpPr>
            <p:nvPr/>
          </p:nvSpPr>
          <p:spPr bwMode="auto">
            <a:xfrm flipV="1">
              <a:off x="2128" y="1488"/>
              <a:ext cx="12" cy="48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709" name="Line 52">
              <a:extLst>
                <a:ext uri="{FF2B5EF4-FFF2-40B4-BE49-F238E27FC236}">
                  <a16:creationId xmlns:a16="http://schemas.microsoft.com/office/drawing/2014/main" id="{25D87790-090A-894E-93CC-E6269F123586}"/>
                </a:ext>
              </a:extLst>
            </p:cNvPr>
            <p:cNvSpPr>
              <a:spLocks noChangeShapeType="1"/>
            </p:cNvSpPr>
            <p:nvPr/>
          </p:nvSpPr>
          <p:spPr bwMode="auto">
            <a:xfrm>
              <a:off x="2164" y="1480"/>
              <a:ext cx="380" cy="3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710" name="Line 53">
              <a:extLst>
                <a:ext uri="{FF2B5EF4-FFF2-40B4-BE49-F238E27FC236}">
                  <a16:creationId xmlns:a16="http://schemas.microsoft.com/office/drawing/2014/main" id="{2223B2B7-DF5D-1D44-B2DD-41F23D9C589F}"/>
                </a:ext>
              </a:extLst>
            </p:cNvPr>
            <p:cNvSpPr>
              <a:spLocks noChangeShapeType="1"/>
            </p:cNvSpPr>
            <p:nvPr/>
          </p:nvSpPr>
          <p:spPr bwMode="auto">
            <a:xfrm>
              <a:off x="2156" y="1488"/>
              <a:ext cx="308" cy="8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711" name="Line 54">
              <a:extLst>
                <a:ext uri="{FF2B5EF4-FFF2-40B4-BE49-F238E27FC236}">
                  <a16:creationId xmlns:a16="http://schemas.microsoft.com/office/drawing/2014/main" id="{B14517FB-C39E-8946-B348-34BF3AAF05D9}"/>
                </a:ext>
              </a:extLst>
            </p:cNvPr>
            <p:cNvSpPr>
              <a:spLocks noChangeShapeType="1"/>
            </p:cNvSpPr>
            <p:nvPr/>
          </p:nvSpPr>
          <p:spPr bwMode="auto">
            <a:xfrm flipV="1">
              <a:off x="2512" y="2056"/>
              <a:ext cx="364" cy="3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712" name="Line 55">
              <a:extLst>
                <a:ext uri="{FF2B5EF4-FFF2-40B4-BE49-F238E27FC236}">
                  <a16:creationId xmlns:a16="http://schemas.microsoft.com/office/drawing/2014/main" id="{AD7BF7C9-D8BA-E140-81D7-CA895A141A2A}"/>
                </a:ext>
              </a:extLst>
            </p:cNvPr>
            <p:cNvSpPr>
              <a:spLocks noChangeShapeType="1"/>
            </p:cNvSpPr>
            <p:nvPr/>
          </p:nvSpPr>
          <p:spPr bwMode="auto">
            <a:xfrm flipH="1" flipV="1">
              <a:off x="2188" y="2016"/>
              <a:ext cx="672" cy="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713" name="Line 56">
              <a:extLst>
                <a:ext uri="{FF2B5EF4-FFF2-40B4-BE49-F238E27FC236}">
                  <a16:creationId xmlns:a16="http://schemas.microsoft.com/office/drawing/2014/main" id="{9150F97E-05AB-5048-A45E-F67AA470FC50}"/>
                </a:ext>
              </a:extLst>
            </p:cNvPr>
            <p:cNvSpPr>
              <a:spLocks noChangeShapeType="1"/>
            </p:cNvSpPr>
            <p:nvPr/>
          </p:nvSpPr>
          <p:spPr bwMode="auto">
            <a:xfrm>
              <a:off x="2616" y="1888"/>
              <a:ext cx="252" cy="10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714" name="Line 57">
              <a:extLst>
                <a:ext uri="{FF2B5EF4-FFF2-40B4-BE49-F238E27FC236}">
                  <a16:creationId xmlns:a16="http://schemas.microsoft.com/office/drawing/2014/main" id="{2521F36F-A6FF-C64E-968C-ECF321C773BA}"/>
                </a:ext>
              </a:extLst>
            </p:cNvPr>
            <p:cNvSpPr>
              <a:spLocks noChangeShapeType="1"/>
            </p:cNvSpPr>
            <p:nvPr/>
          </p:nvSpPr>
          <p:spPr bwMode="auto">
            <a:xfrm>
              <a:off x="2612" y="1856"/>
              <a:ext cx="584" cy="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715" name="Line 58">
              <a:extLst>
                <a:ext uri="{FF2B5EF4-FFF2-40B4-BE49-F238E27FC236}">
                  <a16:creationId xmlns:a16="http://schemas.microsoft.com/office/drawing/2014/main" id="{8BA5805F-8AB0-0548-847D-0946AAD65F85}"/>
                </a:ext>
              </a:extLst>
            </p:cNvPr>
            <p:cNvSpPr>
              <a:spLocks noChangeShapeType="1"/>
            </p:cNvSpPr>
            <p:nvPr/>
          </p:nvSpPr>
          <p:spPr bwMode="auto">
            <a:xfrm flipV="1">
              <a:off x="3136" y="2288"/>
              <a:ext cx="308" cy="3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716" name="Line 59">
              <a:extLst>
                <a:ext uri="{FF2B5EF4-FFF2-40B4-BE49-F238E27FC236}">
                  <a16:creationId xmlns:a16="http://schemas.microsoft.com/office/drawing/2014/main" id="{9F4D3505-2B26-C540-BAB1-33E656B718B7}"/>
                </a:ext>
              </a:extLst>
            </p:cNvPr>
            <p:cNvSpPr>
              <a:spLocks noChangeShapeType="1"/>
            </p:cNvSpPr>
            <p:nvPr/>
          </p:nvSpPr>
          <p:spPr bwMode="auto">
            <a:xfrm flipH="1">
              <a:off x="2456" y="1968"/>
              <a:ext cx="780" cy="8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717" name="Line 60">
              <a:extLst>
                <a:ext uri="{FF2B5EF4-FFF2-40B4-BE49-F238E27FC236}">
                  <a16:creationId xmlns:a16="http://schemas.microsoft.com/office/drawing/2014/main" id="{91211533-269D-874A-AEBB-01F03FDBE4BC}"/>
                </a:ext>
              </a:extLst>
            </p:cNvPr>
            <p:cNvSpPr>
              <a:spLocks noChangeShapeType="1"/>
            </p:cNvSpPr>
            <p:nvPr/>
          </p:nvSpPr>
          <p:spPr bwMode="auto">
            <a:xfrm flipH="1">
              <a:off x="3104" y="1964"/>
              <a:ext cx="144" cy="6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718" name="Line 61">
              <a:extLst>
                <a:ext uri="{FF2B5EF4-FFF2-40B4-BE49-F238E27FC236}">
                  <a16:creationId xmlns:a16="http://schemas.microsoft.com/office/drawing/2014/main" id="{714F238B-15B1-AC42-968B-8FDEA1452D66}"/>
                </a:ext>
              </a:extLst>
            </p:cNvPr>
            <p:cNvSpPr>
              <a:spLocks noChangeShapeType="1"/>
            </p:cNvSpPr>
            <p:nvPr/>
          </p:nvSpPr>
          <p:spPr bwMode="auto">
            <a:xfrm flipH="1">
              <a:off x="3012" y="2688"/>
              <a:ext cx="72" cy="5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719" name="Line 62">
              <a:extLst>
                <a:ext uri="{FF2B5EF4-FFF2-40B4-BE49-F238E27FC236}">
                  <a16:creationId xmlns:a16="http://schemas.microsoft.com/office/drawing/2014/main" id="{E3AA08B8-275C-A843-BEF4-4AF8321B2BC3}"/>
                </a:ext>
              </a:extLst>
            </p:cNvPr>
            <p:cNvSpPr>
              <a:spLocks noChangeShapeType="1"/>
            </p:cNvSpPr>
            <p:nvPr/>
          </p:nvSpPr>
          <p:spPr bwMode="auto">
            <a:xfrm>
              <a:off x="3136" y="2672"/>
              <a:ext cx="360" cy="596"/>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720" name="Line 63">
              <a:extLst>
                <a:ext uri="{FF2B5EF4-FFF2-40B4-BE49-F238E27FC236}">
                  <a16:creationId xmlns:a16="http://schemas.microsoft.com/office/drawing/2014/main" id="{5E7DC59D-59ED-7643-B445-687977DCB53C}"/>
                </a:ext>
              </a:extLst>
            </p:cNvPr>
            <p:cNvSpPr>
              <a:spLocks noChangeShapeType="1"/>
            </p:cNvSpPr>
            <p:nvPr/>
          </p:nvSpPr>
          <p:spPr bwMode="auto">
            <a:xfrm>
              <a:off x="3148" y="2640"/>
              <a:ext cx="196" cy="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721" name="Line 64">
              <a:extLst>
                <a:ext uri="{FF2B5EF4-FFF2-40B4-BE49-F238E27FC236}">
                  <a16:creationId xmlns:a16="http://schemas.microsoft.com/office/drawing/2014/main" id="{AF5CAB00-24C2-5A4F-8BC4-2C755DD57496}"/>
                </a:ext>
              </a:extLst>
            </p:cNvPr>
            <p:cNvSpPr>
              <a:spLocks noChangeShapeType="1"/>
            </p:cNvSpPr>
            <p:nvPr/>
          </p:nvSpPr>
          <p:spPr bwMode="auto">
            <a:xfrm>
              <a:off x="888" y="1872"/>
              <a:ext cx="48" cy="6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722" name="Line 65">
              <a:extLst>
                <a:ext uri="{FF2B5EF4-FFF2-40B4-BE49-F238E27FC236}">
                  <a16:creationId xmlns:a16="http://schemas.microsoft.com/office/drawing/2014/main" id="{DA3F8818-1B57-724E-9389-737178E496DA}"/>
                </a:ext>
              </a:extLst>
            </p:cNvPr>
            <p:cNvSpPr>
              <a:spLocks noChangeShapeType="1"/>
            </p:cNvSpPr>
            <p:nvPr/>
          </p:nvSpPr>
          <p:spPr bwMode="auto">
            <a:xfrm>
              <a:off x="368" y="2200"/>
              <a:ext cx="524" cy="3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723" name="Line 66">
              <a:extLst>
                <a:ext uri="{FF2B5EF4-FFF2-40B4-BE49-F238E27FC236}">
                  <a16:creationId xmlns:a16="http://schemas.microsoft.com/office/drawing/2014/main" id="{B189CB30-9FE4-F04E-814A-F04AA8FAA28C}"/>
                </a:ext>
              </a:extLst>
            </p:cNvPr>
            <p:cNvSpPr>
              <a:spLocks noChangeShapeType="1"/>
            </p:cNvSpPr>
            <p:nvPr/>
          </p:nvSpPr>
          <p:spPr bwMode="auto">
            <a:xfrm flipH="1">
              <a:off x="976" y="2096"/>
              <a:ext cx="500" cy="41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724" name="Line 67">
              <a:extLst>
                <a:ext uri="{FF2B5EF4-FFF2-40B4-BE49-F238E27FC236}">
                  <a16:creationId xmlns:a16="http://schemas.microsoft.com/office/drawing/2014/main" id="{C935913F-2BE3-FB4C-BCF1-4A1C3E887550}"/>
                </a:ext>
              </a:extLst>
            </p:cNvPr>
            <p:cNvSpPr>
              <a:spLocks noChangeShapeType="1"/>
            </p:cNvSpPr>
            <p:nvPr/>
          </p:nvSpPr>
          <p:spPr bwMode="auto">
            <a:xfrm flipH="1">
              <a:off x="932" y="1444"/>
              <a:ext cx="1160" cy="3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725" name="Line 68">
              <a:extLst>
                <a:ext uri="{FF2B5EF4-FFF2-40B4-BE49-F238E27FC236}">
                  <a16:creationId xmlns:a16="http://schemas.microsoft.com/office/drawing/2014/main" id="{2FEA2873-CD68-E349-87E2-048A13A1F9A1}"/>
                </a:ext>
              </a:extLst>
            </p:cNvPr>
            <p:cNvSpPr>
              <a:spLocks noChangeShapeType="1"/>
            </p:cNvSpPr>
            <p:nvPr/>
          </p:nvSpPr>
          <p:spPr bwMode="auto">
            <a:xfrm flipH="1">
              <a:off x="368" y="1848"/>
              <a:ext cx="480" cy="2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726" name="Line 69">
              <a:extLst>
                <a:ext uri="{FF2B5EF4-FFF2-40B4-BE49-F238E27FC236}">
                  <a16:creationId xmlns:a16="http://schemas.microsoft.com/office/drawing/2014/main" id="{D79843CC-6042-A94F-B42C-17D5BF1CF899}"/>
                </a:ext>
              </a:extLst>
            </p:cNvPr>
            <p:cNvSpPr>
              <a:spLocks noChangeShapeType="1"/>
            </p:cNvSpPr>
            <p:nvPr/>
          </p:nvSpPr>
          <p:spPr bwMode="auto">
            <a:xfrm flipV="1">
              <a:off x="384" y="2064"/>
              <a:ext cx="1080" cy="1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727" name="Line 70">
              <a:extLst>
                <a:ext uri="{FF2B5EF4-FFF2-40B4-BE49-F238E27FC236}">
                  <a16:creationId xmlns:a16="http://schemas.microsoft.com/office/drawing/2014/main" id="{70A67DAA-C860-2F41-81BC-368D2F6AD83F}"/>
                </a:ext>
              </a:extLst>
            </p:cNvPr>
            <p:cNvSpPr>
              <a:spLocks noChangeShapeType="1"/>
            </p:cNvSpPr>
            <p:nvPr/>
          </p:nvSpPr>
          <p:spPr bwMode="auto">
            <a:xfrm>
              <a:off x="340" y="2216"/>
              <a:ext cx="200" cy="9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728" name="Line 71">
              <a:extLst>
                <a:ext uri="{FF2B5EF4-FFF2-40B4-BE49-F238E27FC236}">
                  <a16:creationId xmlns:a16="http://schemas.microsoft.com/office/drawing/2014/main" id="{1648C7DE-DDC5-BB46-8D65-35309A721B22}"/>
                </a:ext>
              </a:extLst>
            </p:cNvPr>
            <p:cNvSpPr>
              <a:spLocks noChangeShapeType="1"/>
            </p:cNvSpPr>
            <p:nvPr/>
          </p:nvSpPr>
          <p:spPr bwMode="auto">
            <a:xfrm>
              <a:off x="1548" y="2096"/>
              <a:ext cx="360" cy="2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729" name="Line 72">
              <a:extLst>
                <a:ext uri="{FF2B5EF4-FFF2-40B4-BE49-F238E27FC236}">
                  <a16:creationId xmlns:a16="http://schemas.microsoft.com/office/drawing/2014/main" id="{644F3224-86E6-CC47-A858-99112ED081D3}"/>
                </a:ext>
              </a:extLst>
            </p:cNvPr>
            <p:cNvSpPr>
              <a:spLocks noChangeShapeType="1"/>
            </p:cNvSpPr>
            <p:nvPr/>
          </p:nvSpPr>
          <p:spPr bwMode="auto">
            <a:xfrm>
              <a:off x="984" y="2560"/>
              <a:ext cx="928" cy="2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730" name="Line 73">
              <a:extLst>
                <a:ext uri="{FF2B5EF4-FFF2-40B4-BE49-F238E27FC236}">
                  <a16:creationId xmlns:a16="http://schemas.microsoft.com/office/drawing/2014/main" id="{D2EE3F26-6951-524D-A2CE-59348B974C1F}"/>
                </a:ext>
              </a:extLst>
            </p:cNvPr>
            <p:cNvSpPr>
              <a:spLocks noChangeShapeType="1"/>
            </p:cNvSpPr>
            <p:nvPr/>
          </p:nvSpPr>
          <p:spPr bwMode="auto">
            <a:xfrm flipV="1">
              <a:off x="1992" y="2824"/>
              <a:ext cx="388"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731" name="Line 74">
              <a:extLst>
                <a:ext uri="{FF2B5EF4-FFF2-40B4-BE49-F238E27FC236}">
                  <a16:creationId xmlns:a16="http://schemas.microsoft.com/office/drawing/2014/main" id="{DE9FF05C-731E-C745-9256-05EEFB1535BF}"/>
                </a:ext>
              </a:extLst>
            </p:cNvPr>
            <p:cNvSpPr>
              <a:spLocks noChangeShapeType="1"/>
            </p:cNvSpPr>
            <p:nvPr/>
          </p:nvSpPr>
          <p:spPr bwMode="auto">
            <a:xfrm flipH="1">
              <a:off x="1788" y="2872"/>
              <a:ext cx="612" cy="7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732" name="Line 75">
              <a:extLst>
                <a:ext uri="{FF2B5EF4-FFF2-40B4-BE49-F238E27FC236}">
                  <a16:creationId xmlns:a16="http://schemas.microsoft.com/office/drawing/2014/main" id="{F757583F-B7CC-E445-AEEC-C4756389D6ED}"/>
                </a:ext>
              </a:extLst>
            </p:cNvPr>
            <p:cNvSpPr>
              <a:spLocks noChangeShapeType="1"/>
            </p:cNvSpPr>
            <p:nvPr/>
          </p:nvSpPr>
          <p:spPr bwMode="auto">
            <a:xfrm flipH="1">
              <a:off x="600" y="2848"/>
              <a:ext cx="1788" cy="35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733" name="Line 76">
              <a:extLst>
                <a:ext uri="{FF2B5EF4-FFF2-40B4-BE49-F238E27FC236}">
                  <a16:creationId xmlns:a16="http://schemas.microsoft.com/office/drawing/2014/main" id="{1DA6399A-BB2C-CA42-8DC5-5474A2969123}"/>
                </a:ext>
              </a:extLst>
            </p:cNvPr>
            <p:cNvSpPr>
              <a:spLocks noChangeShapeType="1"/>
            </p:cNvSpPr>
            <p:nvPr/>
          </p:nvSpPr>
          <p:spPr bwMode="auto">
            <a:xfrm>
              <a:off x="2504" y="2440"/>
              <a:ext cx="468" cy="8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734" name="Line 77">
              <a:extLst>
                <a:ext uri="{FF2B5EF4-FFF2-40B4-BE49-F238E27FC236}">
                  <a16:creationId xmlns:a16="http://schemas.microsoft.com/office/drawing/2014/main" id="{0BE74912-8CED-E74D-8146-92C49E338AB1}"/>
                </a:ext>
              </a:extLst>
            </p:cNvPr>
            <p:cNvSpPr>
              <a:spLocks noChangeShapeType="1"/>
            </p:cNvSpPr>
            <p:nvPr/>
          </p:nvSpPr>
          <p:spPr bwMode="auto">
            <a:xfrm>
              <a:off x="3044" y="3288"/>
              <a:ext cx="424" cy="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nvGrpSpPr>
          <p:cNvPr id="27654" name="Group 104">
            <a:extLst>
              <a:ext uri="{FF2B5EF4-FFF2-40B4-BE49-F238E27FC236}">
                <a16:creationId xmlns:a16="http://schemas.microsoft.com/office/drawing/2014/main" id="{FBD0C53F-C96D-FE43-B35E-AE61EBA82262}"/>
              </a:ext>
            </a:extLst>
          </p:cNvPr>
          <p:cNvGrpSpPr>
            <a:grpSpLocks/>
          </p:cNvGrpSpPr>
          <p:nvPr/>
        </p:nvGrpSpPr>
        <p:grpSpPr bwMode="auto">
          <a:xfrm>
            <a:off x="7353300" y="1828800"/>
            <a:ext cx="1066800" cy="914400"/>
            <a:chOff x="4272" y="1152"/>
            <a:chExt cx="672" cy="576"/>
          </a:xfrm>
        </p:grpSpPr>
        <p:sp>
          <p:nvSpPr>
            <p:cNvPr id="27656" name="Oval 78">
              <a:extLst>
                <a:ext uri="{FF2B5EF4-FFF2-40B4-BE49-F238E27FC236}">
                  <a16:creationId xmlns:a16="http://schemas.microsoft.com/office/drawing/2014/main" id="{ECD66B0E-31C5-7149-A681-2A6D4C12F164}"/>
                </a:ext>
              </a:extLst>
            </p:cNvPr>
            <p:cNvSpPr>
              <a:spLocks noChangeArrowheads="1"/>
            </p:cNvSpPr>
            <p:nvPr/>
          </p:nvSpPr>
          <p:spPr bwMode="auto">
            <a:xfrm>
              <a:off x="4560" y="1152"/>
              <a:ext cx="96" cy="96"/>
            </a:xfrm>
            <a:prstGeom prst="ellipse">
              <a:avLst/>
            </a:prstGeom>
            <a:solidFill>
              <a:srgbClr val="FF0000"/>
            </a:solidFill>
            <a:ln w="9525">
              <a:solidFill>
                <a:srgbClr val="FF0000"/>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657" name="Line 79">
              <a:extLst>
                <a:ext uri="{FF2B5EF4-FFF2-40B4-BE49-F238E27FC236}">
                  <a16:creationId xmlns:a16="http://schemas.microsoft.com/office/drawing/2014/main" id="{17998359-767F-4D46-BC07-EEE3682ABFCB}"/>
                </a:ext>
              </a:extLst>
            </p:cNvPr>
            <p:cNvSpPr>
              <a:spLocks noChangeShapeType="1"/>
            </p:cNvSpPr>
            <p:nvPr/>
          </p:nvSpPr>
          <p:spPr bwMode="auto">
            <a:xfrm>
              <a:off x="4608" y="1152"/>
              <a:ext cx="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658" name="Line 80">
              <a:extLst>
                <a:ext uri="{FF2B5EF4-FFF2-40B4-BE49-F238E27FC236}">
                  <a16:creationId xmlns:a16="http://schemas.microsoft.com/office/drawing/2014/main" id="{CAF14D93-FB7D-F841-B4BC-0204CE9DB145}"/>
                </a:ext>
              </a:extLst>
            </p:cNvPr>
            <p:cNvSpPr>
              <a:spLocks noChangeShapeType="1"/>
            </p:cNvSpPr>
            <p:nvPr/>
          </p:nvSpPr>
          <p:spPr bwMode="auto">
            <a:xfrm flipH="1">
              <a:off x="4320" y="1248"/>
              <a:ext cx="288"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659" name="Line 81">
              <a:extLst>
                <a:ext uri="{FF2B5EF4-FFF2-40B4-BE49-F238E27FC236}">
                  <a16:creationId xmlns:a16="http://schemas.microsoft.com/office/drawing/2014/main" id="{26C07903-5390-E64E-B3AC-6C6F70752B3D}"/>
                </a:ext>
              </a:extLst>
            </p:cNvPr>
            <p:cNvSpPr>
              <a:spLocks noChangeShapeType="1"/>
            </p:cNvSpPr>
            <p:nvPr/>
          </p:nvSpPr>
          <p:spPr bwMode="auto">
            <a:xfrm>
              <a:off x="4608" y="1248"/>
              <a:ext cx="288"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7660" name="Oval 82">
              <a:extLst>
                <a:ext uri="{FF2B5EF4-FFF2-40B4-BE49-F238E27FC236}">
                  <a16:creationId xmlns:a16="http://schemas.microsoft.com/office/drawing/2014/main" id="{983922D9-3E9D-2B47-A965-2E329E10628D}"/>
                </a:ext>
              </a:extLst>
            </p:cNvPr>
            <p:cNvSpPr>
              <a:spLocks noChangeArrowheads="1"/>
            </p:cNvSpPr>
            <p:nvPr/>
          </p:nvSpPr>
          <p:spPr bwMode="auto">
            <a:xfrm>
              <a:off x="4272" y="1632"/>
              <a:ext cx="96" cy="96"/>
            </a:xfrm>
            <a:prstGeom prst="ellipse">
              <a:avLst/>
            </a:prstGeom>
            <a:solidFill>
              <a:srgbClr val="0033CC"/>
            </a:solidFill>
            <a:ln w="9525">
              <a:solidFill>
                <a:srgbClr val="0033CC"/>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661" name="Oval 83">
              <a:extLst>
                <a:ext uri="{FF2B5EF4-FFF2-40B4-BE49-F238E27FC236}">
                  <a16:creationId xmlns:a16="http://schemas.microsoft.com/office/drawing/2014/main" id="{DE7989E8-C9BB-2843-94DB-564C6432874F}"/>
                </a:ext>
              </a:extLst>
            </p:cNvPr>
            <p:cNvSpPr>
              <a:spLocks noChangeArrowheads="1"/>
            </p:cNvSpPr>
            <p:nvPr/>
          </p:nvSpPr>
          <p:spPr bwMode="auto">
            <a:xfrm>
              <a:off x="4848" y="1632"/>
              <a:ext cx="96" cy="96"/>
            </a:xfrm>
            <a:prstGeom prst="ellipse">
              <a:avLst/>
            </a:prstGeom>
            <a:solidFill>
              <a:srgbClr val="990033"/>
            </a:solidFill>
            <a:ln w="9525">
              <a:solidFill>
                <a:srgbClr val="990033"/>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sp>
        <p:nvSpPr>
          <p:cNvPr id="27655" name="Text Box 102">
            <a:extLst>
              <a:ext uri="{FF2B5EF4-FFF2-40B4-BE49-F238E27FC236}">
                <a16:creationId xmlns:a16="http://schemas.microsoft.com/office/drawing/2014/main" id="{52BB80CB-228C-CC44-BF65-BC2BE7312FFF}"/>
              </a:ext>
            </a:extLst>
          </p:cNvPr>
          <p:cNvSpPr txBox="1">
            <a:spLocks noChangeArrowheads="1"/>
          </p:cNvSpPr>
          <p:nvPr/>
        </p:nvSpPr>
        <p:spPr bwMode="auto">
          <a:xfrm>
            <a:off x="6743700" y="4953001"/>
            <a:ext cx="15343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Comic Sans MS" panose="030F0902030302020204" pitchFamily="66" charset="0"/>
              </a:rPr>
              <a:t>Cây tìm kiếm</a:t>
            </a:r>
          </a:p>
        </p:txBody>
      </p:sp>
      <p:sp>
        <p:nvSpPr>
          <p:cNvPr id="89" name="Rectangle 3">
            <a:extLst>
              <a:ext uri="{FF2B5EF4-FFF2-40B4-BE49-F238E27FC236}">
                <a16:creationId xmlns:a16="http://schemas.microsoft.com/office/drawing/2014/main" id="{FD5501C2-2C3B-EF4D-B9FA-D21DF314A8EE}"/>
              </a:ext>
            </a:extLst>
          </p:cNvPr>
          <p:cNvSpPr txBox="1">
            <a:spLocks noChangeArrowheads="1"/>
          </p:cNvSpPr>
          <p:nvPr/>
        </p:nvSpPr>
        <p:spPr bwMode="auto">
          <a:xfrm>
            <a:off x="706438" y="365125"/>
            <a:ext cx="8874125" cy="9937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defTabSz="771525" rtl="0" eaLnBrk="0" fontAlgn="base" hangingPunct="0">
              <a:lnSpc>
                <a:spcPct val="90000"/>
              </a:lnSpc>
              <a:spcBef>
                <a:spcPct val="0"/>
              </a:spcBef>
              <a:spcAft>
                <a:spcPct val="0"/>
              </a:spcAft>
              <a:defRPr sz="3700" kern="1200">
                <a:solidFill>
                  <a:schemeClr val="tx1"/>
                </a:solidFill>
                <a:latin typeface="+mj-lt"/>
                <a:ea typeface="+mj-ea"/>
                <a:cs typeface="+mj-cs"/>
              </a:defRPr>
            </a:lvl1pPr>
            <a:lvl2pPr algn="l" defTabSz="771525" rtl="0" eaLnBrk="0" fontAlgn="base" hangingPunct="0">
              <a:lnSpc>
                <a:spcPct val="90000"/>
              </a:lnSpc>
              <a:spcBef>
                <a:spcPct val="0"/>
              </a:spcBef>
              <a:spcAft>
                <a:spcPct val="0"/>
              </a:spcAft>
              <a:defRPr sz="3700">
                <a:solidFill>
                  <a:schemeClr val="tx1"/>
                </a:solidFill>
                <a:latin typeface="Calibri Light" charset="0"/>
              </a:defRPr>
            </a:lvl2pPr>
            <a:lvl3pPr algn="l" defTabSz="771525" rtl="0" eaLnBrk="0" fontAlgn="base" hangingPunct="0">
              <a:lnSpc>
                <a:spcPct val="90000"/>
              </a:lnSpc>
              <a:spcBef>
                <a:spcPct val="0"/>
              </a:spcBef>
              <a:spcAft>
                <a:spcPct val="0"/>
              </a:spcAft>
              <a:defRPr sz="3700">
                <a:solidFill>
                  <a:schemeClr val="tx1"/>
                </a:solidFill>
                <a:latin typeface="Calibri Light" charset="0"/>
              </a:defRPr>
            </a:lvl3pPr>
            <a:lvl4pPr algn="l" defTabSz="771525" rtl="0" eaLnBrk="0" fontAlgn="base" hangingPunct="0">
              <a:lnSpc>
                <a:spcPct val="90000"/>
              </a:lnSpc>
              <a:spcBef>
                <a:spcPct val="0"/>
              </a:spcBef>
              <a:spcAft>
                <a:spcPct val="0"/>
              </a:spcAft>
              <a:defRPr sz="3700">
                <a:solidFill>
                  <a:schemeClr val="tx1"/>
                </a:solidFill>
                <a:latin typeface="Calibri Light" charset="0"/>
              </a:defRPr>
            </a:lvl4pPr>
            <a:lvl5pPr algn="l" defTabSz="771525" rtl="0" eaLnBrk="0" fontAlgn="base" hangingPunct="0">
              <a:lnSpc>
                <a:spcPct val="90000"/>
              </a:lnSpc>
              <a:spcBef>
                <a:spcPct val="0"/>
              </a:spcBef>
              <a:spcAft>
                <a:spcPct val="0"/>
              </a:spcAft>
              <a:defRPr sz="3700">
                <a:solidFill>
                  <a:schemeClr val="tx1"/>
                </a:solidFill>
                <a:latin typeface="Calibri Light" charset="0"/>
              </a:defRPr>
            </a:lvl5pPr>
            <a:lvl6pPr marL="457200" algn="l" defTabSz="771525" rtl="0" fontAlgn="base">
              <a:lnSpc>
                <a:spcPct val="90000"/>
              </a:lnSpc>
              <a:spcBef>
                <a:spcPct val="0"/>
              </a:spcBef>
              <a:spcAft>
                <a:spcPct val="0"/>
              </a:spcAft>
              <a:defRPr sz="3700">
                <a:solidFill>
                  <a:schemeClr val="tx1"/>
                </a:solidFill>
                <a:latin typeface="Calibri Light" charset="0"/>
              </a:defRPr>
            </a:lvl6pPr>
            <a:lvl7pPr marL="914400" algn="l" defTabSz="771525" rtl="0" fontAlgn="base">
              <a:lnSpc>
                <a:spcPct val="90000"/>
              </a:lnSpc>
              <a:spcBef>
                <a:spcPct val="0"/>
              </a:spcBef>
              <a:spcAft>
                <a:spcPct val="0"/>
              </a:spcAft>
              <a:defRPr sz="3700">
                <a:solidFill>
                  <a:schemeClr val="tx1"/>
                </a:solidFill>
                <a:latin typeface="Calibri Light" charset="0"/>
              </a:defRPr>
            </a:lvl7pPr>
            <a:lvl8pPr marL="1371600" algn="l" defTabSz="771525" rtl="0" fontAlgn="base">
              <a:lnSpc>
                <a:spcPct val="90000"/>
              </a:lnSpc>
              <a:spcBef>
                <a:spcPct val="0"/>
              </a:spcBef>
              <a:spcAft>
                <a:spcPct val="0"/>
              </a:spcAft>
              <a:defRPr sz="3700">
                <a:solidFill>
                  <a:schemeClr val="tx1"/>
                </a:solidFill>
                <a:latin typeface="Calibri Light" charset="0"/>
              </a:defRPr>
            </a:lvl8pPr>
            <a:lvl9pPr marL="1828800" algn="l" defTabSz="771525" rtl="0" fontAlgn="base">
              <a:lnSpc>
                <a:spcPct val="90000"/>
              </a:lnSpc>
              <a:spcBef>
                <a:spcPct val="0"/>
              </a:spcBef>
              <a:spcAft>
                <a:spcPct val="0"/>
              </a:spcAft>
              <a:defRPr sz="3700">
                <a:solidFill>
                  <a:schemeClr val="tx1"/>
                </a:solidFill>
                <a:latin typeface="Calibri Light" charset="0"/>
              </a:defRPr>
            </a:lvl9pPr>
          </a:lstStyle>
          <a:p>
            <a:r>
              <a:rPr lang="en-US" altLang="en-US">
                <a:solidFill>
                  <a:schemeClr val="bg1"/>
                </a:solidFill>
              </a:rPr>
              <a:t>Tìm kiếm trong không gian trạng thái</a:t>
            </a:r>
          </a:p>
        </p:txBody>
      </p:sp>
    </p:spTree>
    <p:extLst>
      <p:ext uri="{BB962C8B-B14F-4D97-AF65-F5344CB8AC3E}">
        <p14:creationId xmlns:p14="http://schemas.microsoft.com/office/powerpoint/2010/main" val="5300836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4">
            <a:extLst>
              <a:ext uri="{FF2B5EF4-FFF2-40B4-BE49-F238E27FC236}">
                <a16:creationId xmlns:a16="http://schemas.microsoft.com/office/drawing/2014/main" id="{C57F2675-D6AB-CA4D-A7C7-6AE909A0642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fld id="{057F2685-0819-2F46-91A9-B69BC8777405}" type="slidenum">
              <a:rPr lang="en-US" altLang="en-US" sz="1400"/>
              <a:pPr eaLnBrk="1" hangingPunct="1"/>
              <a:t>29</a:t>
            </a:fld>
            <a:endParaRPr lang="en-US" altLang="en-US" sz="1400"/>
          </a:p>
        </p:txBody>
      </p:sp>
      <p:sp>
        <p:nvSpPr>
          <p:cNvPr id="28675" name="Rectangle 2">
            <a:extLst>
              <a:ext uri="{FF2B5EF4-FFF2-40B4-BE49-F238E27FC236}">
                <a16:creationId xmlns:a16="http://schemas.microsoft.com/office/drawing/2014/main" id="{D92B7F10-487D-9441-8790-928FE1590ED5}"/>
              </a:ext>
            </a:extLst>
          </p:cNvPr>
          <p:cNvSpPr>
            <a:spLocks noChangeArrowheads="1"/>
          </p:cNvSpPr>
          <p:nvPr/>
        </p:nvSpPr>
        <p:spPr bwMode="auto">
          <a:xfrm>
            <a:off x="6743700" y="1524000"/>
            <a:ext cx="2362200" cy="3810000"/>
          </a:xfrm>
          <a:prstGeom prst="rect">
            <a:avLst/>
          </a:prstGeom>
          <a:solidFill>
            <a:srgbClr val="FFFFD3"/>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grpSp>
        <p:nvGrpSpPr>
          <p:cNvPr id="28677" name="Group 4">
            <a:extLst>
              <a:ext uri="{FF2B5EF4-FFF2-40B4-BE49-F238E27FC236}">
                <a16:creationId xmlns:a16="http://schemas.microsoft.com/office/drawing/2014/main" id="{B6A47029-1944-934C-96C8-0D9E18E1D866}"/>
              </a:ext>
            </a:extLst>
          </p:cNvPr>
          <p:cNvGrpSpPr>
            <a:grpSpLocks/>
          </p:cNvGrpSpPr>
          <p:nvPr/>
        </p:nvGrpSpPr>
        <p:grpSpPr bwMode="auto">
          <a:xfrm>
            <a:off x="876300" y="1828800"/>
            <a:ext cx="5607050" cy="3962400"/>
            <a:chOff x="288" y="1392"/>
            <a:chExt cx="3532" cy="2496"/>
          </a:xfrm>
        </p:grpSpPr>
        <p:sp>
          <p:nvSpPr>
            <p:cNvPr id="28690" name="Oval 5">
              <a:extLst>
                <a:ext uri="{FF2B5EF4-FFF2-40B4-BE49-F238E27FC236}">
                  <a16:creationId xmlns:a16="http://schemas.microsoft.com/office/drawing/2014/main" id="{CFEA5B7A-F034-164E-8A7B-CF16AE6A0047}"/>
                </a:ext>
              </a:extLst>
            </p:cNvPr>
            <p:cNvSpPr>
              <a:spLocks noChangeArrowheads="1"/>
            </p:cNvSpPr>
            <p:nvPr/>
          </p:nvSpPr>
          <p:spPr bwMode="auto">
            <a:xfrm>
              <a:off x="288" y="212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691" name="Oval 6">
              <a:extLst>
                <a:ext uri="{FF2B5EF4-FFF2-40B4-BE49-F238E27FC236}">
                  <a16:creationId xmlns:a16="http://schemas.microsoft.com/office/drawing/2014/main" id="{2F3B4D44-E050-4D4C-A34B-DD3BA590CFEC}"/>
                </a:ext>
              </a:extLst>
            </p:cNvPr>
            <p:cNvSpPr>
              <a:spLocks noChangeArrowheads="1"/>
            </p:cNvSpPr>
            <p:nvPr/>
          </p:nvSpPr>
          <p:spPr bwMode="auto">
            <a:xfrm>
              <a:off x="508" y="316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692" name="Oval 7">
              <a:extLst>
                <a:ext uri="{FF2B5EF4-FFF2-40B4-BE49-F238E27FC236}">
                  <a16:creationId xmlns:a16="http://schemas.microsoft.com/office/drawing/2014/main" id="{CA58FB55-8798-1448-8251-A79B9A65244A}"/>
                </a:ext>
              </a:extLst>
            </p:cNvPr>
            <p:cNvSpPr>
              <a:spLocks noChangeArrowheads="1"/>
            </p:cNvSpPr>
            <p:nvPr/>
          </p:nvSpPr>
          <p:spPr bwMode="auto">
            <a:xfrm>
              <a:off x="844" y="1776"/>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693" name="Oval 8">
              <a:extLst>
                <a:ext uri="{FF2B5EF4-FFF2-40B4-BE49-F238E27FC236}">
                  <a16:creationId xmlns:a16="http://schemas.microsoft.com/office/drawing/2014/main" id="{4E7CB493-C7CE-D94E-A142-C5FF60E20E48}"/>
                </a:ext>
              </a:extLst>
            </p:cNvPr>
            <p:cNvSpPr>
              <a:spLocks noChangeArrowheads="1"/>
            </p:cNvSpPr>
            <p:nvPr/>
          </p:nvSpPr>
          <p:spPr bwMode="auto">
            <a:xfrm>
              <a:off x="1900" y="2784"/>
              <a:ext cx="96" cy="96"/>
            </a:xfrm>
            <a:prstGeom prst="ellipse">
              <a:avLst/>
            </a:prstGeom>
            <a:solidFill>
              <a:srgbClr val="0033CC"/>
            </a:solidFill>
            <a:ln w="9525">
              <a:solidFill>
                <a:srgbClr val="0033CC"/>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694" name="Oval 9">
              <a:extLst>
                <a:ext uri="{FF2B5EF4-FFF2-40B4-BE49-F238E27FC236}">
                  <a16:creationId xmlns:a16="http://schemas.microsoft.com/office/drawing/2014/main" id="{3CE894AF-5096-684F-B336-5732C5EA3DF9}"/>
                </a:ext>
              </a:extLst>
            </p:cNvPr>
            <p:cNvSpPr>
              <a:spLocks noChangeArrowheads="1"/>
            </p:cNvSpPr>
            <p:nvPr/>
          </p:nvSpPr>
          <p:spPr bwMode="auto">
            <a:xfrm>
              <a:off x="1276" y="3696"/>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695" name="Oval 10">
              <a:extLst>
                <a:ext uri="{FF2B5EF4-FFF2-40B4-BE49-F238E27FC236}">
                  <a16:creationId xmlns:a16="http://schemas.microsoft.com/office/drawing/2014/main" id="{8D724F48-90CD-7B48-A2B8-18A117A13799}"/>
                </a:ext>
              </a:extLst>
            </p:cNvPr>
            <p:cNvSpPr>
              <a:spLocks noChangeArrowheads="1"/>
            </p:cNvSpPr>
            <p:nvPr/>
          </p:nvSpPr>
          <p:spPr bwMode="auto">
            <a:xfrm>
              <a:off x="2380" y="2784"/>
              <a:ext cx="96" cy="96"/>
            </a:xfrm>
            <a:prstGeom prst="ellipse">
              <a:avLst/>
            </a:prstGeom>
            <a:solidFill>
              <a:schemeClr val="folHlink"/>
            </a:solidFill>
            <a:ln w="9525">
              <a:solidFill>
                <a:schemeClr val="folHlink"/>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696" name="Oval 11">
              <a:extLst>
                <a:ext uri="{FF2B5EF4-FFF2-40B4-BE49-F238E27FC236}">
                  <a16:creationId xmlns:a16="http://schemas.microsoft.com/office/drawing/2014/main" id="{4EE2E99E-8825-5441-8AAD-15DBFD65F5A7}"/>
                </a:ext>
              </a:extLst>
            </p:cNvPr>
            <p:cNvSpPr>
              <a:spLocks noChangeArrowheads="1"/>
            </p:cNvSpPr>
            <p:nvPr/>
          </p:nvSpPr>
          <p:spPr bwMode="auto">
            <a:xfrm>
              <a:off x="892" y="2496"/>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697" name="Oval 12">
              <a:extLst>
                <a:ext uri="{FF2B5EF4-FFF2-40B4-BE49-F238E27FC236}">
                  <a16:creationId xmlns:a16="http://schemas.microsoft.com/office/drawing/2014/main" id="{72E15712-CF96-6642-80C2-58C9F72FDADE}"/>
                </a:ext>
              </a:extLst>
            </p:cNvPr>
            <p:cNvSpPr>
              <a:spLocks noChangeArrowheads="1"/>
            </p:cNvSpPr>
            <p:nvPr/>
          </p:nvSpPr>
          <p:spPr bwMode="auto">
            <a:xfrm>
              <a:off x="2428" y="235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698" name="Oval 13">
              <a:extLst>
                <a:ext uri="{FF2B5EF4-FFF2-40B4-BE49-F238E27FC236}">
                  <a16:creationId xmlns:a16="http://schemas.microsoft.com/office/drawing/2014/main" id="{9B018F99-4FEF-1B46-A9A0-7C95D6136C37}"/>
                </a:ext>
              </a:extLst>
            </p:cNvPr>
            <p:cNvSpPr>
              <a:spLocks noChangeArrowheads="1"/>
            </p:cNvSpPr>
            <p:nvPr/>
          </p:nvSpPr>
          <p:spPr bwMode="auto">
            <a:xfrm>
              <a:off x="412" y="379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699" name="Oval 14">
              <a:extLst>
                <a:ext uri="{FF2B5EF4-FFF2-40B4-BE49-F238E27FC236}">
                  <a16:creationId xmlns:a16="http://schemas.microsoft.com/office/drawing/2014/main" id="{AAA79EAD-4A54-8B41-A604-6010E35F551B}"/>
                </a:ext>
              </a:extLst>
            </p:cNvPr>
            <p:cNvSpPr>
              <a:spLocks noChangeArrowheads="1"/>
            </p:cNvSpPr>
            <p:nvPr/>
          </p:nvSpPr>
          <p:spPr bwMode="auto">
            <a:xfrm>
              <a:off x="940" y="326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700" name="Oval 15">
              <a:extLst>
                <a:ext uri="{FF2B5EF4-FFF2-40B4-BE49-F238E27FC236}">
                  <a16:creationId xmlns:a16="http://schemas.microsoft.com/office/drawing/2014/main" id="{9BCBDB3E-1242-3E46-994F-EF04182F77D3}"/>
                </a:ext>
              </a:extLst>
            </p:cNvPr>
            <p:cNvSpPr>
              <a:spLocks noChangeArrowheads="1"/>
            </p:cNvSpPr>
            <p:nvPr/>
          </p:nvSpPr>
          <p:spPr bwMode="auto">
            <a:xfrm>
              <a:off x="2524" y="182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701" name="Oval 16">
              <a:extLst>
                <a:ext uri="{FF2B5EF4-FFF2-40B4-BE49-F238E27FC236}">
                  <a16:creationId xmlns:a16="http://schemas.microsoft.com/office/drawing/2014/main" id="{0B5AA90A-65C5-2D4F-AF79-A7FA807E5FE9}"/>
                </a:ext>
              </a:extLst>
            </p:cNvPr>
            <p:cNvSpPr>
              <a:spLocks noChangeArrowheads="1"/>
            </p:cNvSpPr>
            <p:nvPr/>
          </p:nvSpPr>
          <p:spPr bwMode="auto">
            <a:xfrm>
              <a:off x="2956" y="326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702" name="Oval 17">
              <a:extLst>
                <a:ext uri="{FF2B5EF4-FFF2-40B4-BE49-F238E27FC236}">
                  <a16:creationId xmlns:a16="http://schemas.microsoft.com/office/drawing/2014/main" id="{9E5A6AE0-0C28-9742-B7FD-13640F60FEF7}"/>
                </a:ext>
              </a:extLst>
            </p:cNvPr>
            <p:cNvSpPr>
              <a:spLocks noChangeArrowheads="1"/>
            </p:cNvSpPr>
            <p:nvPr/>
          </p:nvSpPr>
          <p:spPr bwMode="auto">
            <a:xfrm>
              <a:off x="1708" y="3648"/>
              <a:ext cx="96" cy="96"/>
            </a:xfrm>
            <a:prstGeom prst="ellipse">
              <a:avLst/>
            </a:prstGeom>
            <a:solidFill>
              <a:srgbClr val="FF0000"/>
            </a:solidFill>
            <a:ln w="9525">
              <a:solidFill>
                <a:srgbClr val="FF0000"/>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703" name="Oval 18">
              <a:extLst>
                <a:ext uri="{FF2B5EF4-FFF2-40B4-BE49-F238E27FC236}">
                  <a16:creationId xmlns:a16="http://schemas.microsoft.com/office/drawing/2014/main" id="{7626CED9-A718-174D-A5B2-ADB1538C7094}"/>
                </a:ext>
              </a:extLst>
            </p:cNvPr>
            <p:cNvSpPr>
              <a:spLocks noChangeArrowheads="1"/>
            </p:cNvSpPr>
            <p:nvPr/>
          </p:nvSpPr>
          <p:spPr bwMode="auto">
            <a:xfrm>
              <a:off x="2428" y="3504"/>
              <a:ext cx="96" cy="96"/>
            </a:xfrm>
            <a:prstGeom prst="ellipse">
              <a:avLst/>
            </a:prstGeom>
            <a:solidFill>
              <a:srgbClr val="990033"/>
            </a:solidFill>
            <a:ln w="9525">
              <a:solidFill>
                <a:srgbClr val="990033"/>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704" name="Oval 19">
              <a:extLst>
                <a:ext uri="{FF2B5EF4-FFF2-40B4-BE49-F238E27FC236}">
                  <a16:creationId xmlns:a16="http://schemas.microsoft.com/office/drawing/2014/main" id="{3DD209EE-D56F-A245-B363-0B19A61F21F3}"/>
                </a:ext>
              </a:extLst>
            </p:cNvPr>
            <p:cNvSpPr>
              <a:spLocks noChangeArrowheads="1"/>
            </p:cNvSpPr>
            <p:nvPr/>
          </p:nvSpPr>
          <p:spPr bwMode="auto">
            <a:xfrm>
              <a:off x="1324" y="283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705" name="Oval 20">
              <a:extLst>
                <a:ext uri="{FF2B5EF4-FFF2-40B4-BE49-F238E27FC236}">
                  <a16:creationId xmlns:a16="http://schemas.microsoft.com/office/drawing/2014/main" id="{BC3FFE08-5863-5D40-923E-E59B71991C7B}"/>
                </a:ext>
              </a:extLst>
            </p:cNvPr>
            <p:cNvSpPr>
              <a:spLocks noChangeArrowheads="1"/>
            </p:cNvSpPr>
            <p:nvPr/>
          </p:nvSpPr>
          <p:spPr bwMode="auto">
            <a:xfrm>
              <a:off x="1468" y="2016"/>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706" name="Oval 21">
              <a:extLst>
                <a:ext uri="{FF2B5EF4-FFF2-40B4-BE49-F238E27FC236}">
                  <a16:creationId xmlns:a16="http://schemas.microsoft.com/office/drawing/2014/main" id="{B81843EA-1057-AA40-A46A-24706AE64465}"/>
                </a:ext>
              </a:extLst>
            </p:cNvPr>
            <p:cNvSpPr>
              <a:spLocks noChangeArrowheads="1"/>
            </p:cNvSpPr>
            <p:nvPr/>
          </p:nvSpPr>
          <p:spPr bwMode="auto">
            <a:xfrm>
              <a:off x="1900" y="2304"/>
              <a:ext cx="96" cy="96"/>
            </a:xfrm>
            <a:prstGeom prst="ellipse">
              <a:avLst/>
            </a:prstGeom>
            <a:solidFill>
              <a:schemeClr val="hlink"/>
            </a:solidFill>
            <a:ln w="9525">
              <a:solidFill>
                <a:schemeClr val="hlink"/>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707" name="Oval 22">
              <a:extLst>
                <a:ext uri="{FF2B5EF4-FFF2-40B4-BE49-F238E27FC236}">
                  <a16:creationId xmlns:a16="http://schemas.microsoft.com/office/drawing/2014/main" id="{1720700F-8591-0949-B350-C99CF607D76E}"/>
                </a:ext>
              </a:extLst>
            </p:cNvPr>
            <p:cNvSpPr>
              <a:spLocks noChangeArrowheads="1"/>
            </p:cNvSpPr>
            <p:nvPr/>
          </p:nvSpPr>
          <p:spPr bwMode="auto">
            <a:xfrm>
              <a:off x="2092" y="196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708" name="Oval 23">
              <a:extLst>
                <a:ext uri="{FF2B5EF4-FFF2-40B4-BE49-F238E27FC236}">
                  <a16:creationId xmlns:a16="http://schemas.microsoft.com/office/drawing/2014/main" id="{B257305C-5E39-F94B-93EA-93628E52706A}"/>
                </a:ext>
              </a:extLst>
            </p:cNvPr>
            <p:cNvSpPr>
              <a:spLocks noChangeArrowheads="1"/>
            </p:cNvSpPr>
            <p:nvPr/>
          </p:nvSpPr>
          <p:spPr bwMode="auto">
            <a:xfrm>
              <a:off x="2092" y="139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709" name="Oval 24">
              <a:extLst>
                <a:ext uri="{FF2B5EF4-FFF2-40B4-BE49-F238E27FC236}">
                  <a16:creationId xmlns:a16="http://schemas.microsoft.com/office/drawing/2014/main" id="{675A3AD5-34A6-2B4D-A418-1BC3D1D9C039}"/>
                </a:ext>
              </a:extLst>
            </p:cNvPr>
            <p:cNvSpPr>
              <a:spLocks noChangeArrowheads="1"/>
            </p:cNvSpPr>
            <p:nvPr/>
          </p:nvSpPr>
          <p:spPr bwMode="auto">
            <a:xfrm>
              <a:off x="1516" y="340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710" name="Oval 25">
              <a:extLst>
                <a:ext uri="{FF2B5EF4-FFF2-40B4-BE49-F238E27FC236}">
                  <a16:creationId xmlns:a16="http://schemas.microsoft.com/office/drawing/2014/main" id="{2517D0B4-447F-344D-BA2A-87751932F973}"/>
                </a:ext>
              </a:extLst>
            </p:cNvPr>
            <p:cNvSpPr>
              <a:spLocks noChangeArrowheads="1"/>
            </p:cNvSpPr>
            <p:nvPr/>
          </p:nvSpPr>
          <p:spPr bwMode="auto">
            <a:xfrm>
              <a:off x="3724" y="172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711" name="Oval 26">
              <a:extLst>
                <a:ext uri="{FF2B5EF4-FFF2-40B4-BE49-F238E27FC236}">
                  <a16:creationId xmlns:a16="http://schemas.microsoft.com/office/drawing/2014/main" id="{3AFD72D3-CF5E-414C-B358-0D096C3C1974}"/>
                </a:ext>
              </a:extLst>
            </p:cNvPr>
            <p:cNvSpPr>
              <a:spLocks noChangeArrowheads="1"/>
            </p:cNvSpPr>
            <p:nvPr/>
          </p:nvSpPr>
          <p:spPr bwMode="auto">
            <a:xfrm>
              <a:off x="2860" y="196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712" name="Oval 27">
              <a:extLst>
                <a:ext uri="{FF2B5EF4-FFF2-40B4-BE49-F238E27FC236}">
                  <a16:creationId xmlns:a16="http://schemas.microsoft.com/office/drawing/2014/main" id="{702C1407-D3DA-684A-B32D-42C0A7D6FC53}"/>
                </a:ext>
              </a:extLst>
            </p:cNvPr>
            <p:cNvSpPr>
              <a:spLocks noChangeArrowheads="1"/>
            </p:cNvSpPr>
            <p:nvPr/>
          </p:nvSpPr>
          <p:spPr bwMode="auto">
            <a:xfrm>
              <a:off x="3196" y="187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713" name="Oval 28">
              <a:extLst>
                <a:ext uri="{FF2B5EF4-FFF2-40B4-BE49-F238E27FC236}">
                  <a16:creationId xmlns:a16="http://schemas.microsoft.com/office/drawing/2014/main" id="{5F1B18AB-1CF1-2F40-A1B5-3A5BA5C5FE67}"/>
                </a:ext>
              </a:extLst>
            </p:cNvPr>
            <p:cNvSpPr>
              <a:spLocks noChangeArrowheads="1"/>
            </p:cNvSpPr>
            <p:nvPr/>
          </p:nvSpPr>
          <p:spPr bwMode="auto">
            <a:xfrm>
              <a:off x="3436" y="220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714" name="Oval 29">
              <a:extLst>
                <a:ext uri="{FF2B5EF4-FFF2-40B4-BE49-F238E27FC236}">
                  <a16:creationId xmlns:a16="http://schemas.microsoft.com/office/drawing/2014/main" id="{847CCD34-6E6D-E647-A3C7-A077F1DC426C}"/>
                </a:ext>
              </a:extLst>
            </p:cNvPr>
            <p:cNvSpPr>
              <a:spLocks noChangeArrowheads="1"/>
            </p:cNvSpPr>
            <p:nvPr/>
          </p:nvSpPr>
          <p:spPr bwMode="auto">
            <a:xfrm>
              <a:off x="3472" y="326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715" name="Oval 30">
              <a:extLst>
                <a:ext uri="{FF2B5EF4-FFF2-40B4-BE49-F238E27FC236}">
                  <a16:creationId xmlns:a16="http://schemas.microsoft.com/office/drawing/2014/main" id="{D3802875-2169-E344-BC4E-85CF6A0110B0}"/>
                </a:ext>
              </a:extLst>
            </p:cNvPr>
            <p:cNvSpPr>
              <a:spLocks noChangeArrowheads="1"/>
            </p:cNvSpPr>
            <p:nvPr/>
          </p:nvSpPr>
          <p:spPr bwMode="auto">
            <a:xfrm>
              <a:off x="3052" y="2592"/>
              <a:ext cx="96" cy="96"/>
            </a:xfrm>
            <a:prstGeom prst="ellipse">
              <a:avLst/>
            </a:prstGeom>
            <a:solidFill>
              <a:srgbClr val="009900"/>
            </a:solidFill>
            <a:ln w="9525">
              <a:solidFill>
                <a:srgbClr val="009900"/>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716" name="Oval 31">
              <a:extLst>
                <a:ext uri="{FF2B5EF4-FFF2-40B4-BE49-F238E27FC236}">
                  <a16:creationId xmlns:a16="http://schemas.microsoft.com/office/drawing/2014/main" id="{59B96DE4-61C8-204C-835C-6DA2D1298AA3}"/>
                </a:ext>
              </a:extLst>
            </p:cNvPr>
            <p:cNvSpPr>
              <a:spLocks noChangeArrowheads="1"/>
            </p:cNvSpPr>
            <p:nvPr/>
          </p:nvSpPr>
          <p:spPr bwMode="auto">
            <a:xfrm>
              <a:off x="3340" y="264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717" name="Line 32">
              <a:extLst>
                <a:ext uri="{FF2B5EF4-FFF2-40B4-BE49-F238E27FC236}">
                  <a16:creationId xmlns:a16="http://schemas.microsoft.com/office/drawing/2014/main" id="{D9D85767-61D8-DB48-B359-04FD60E64B0B}"/>
                </a:ext>
              </a:extLst>
            </p:cNvPr>
            <p:cNvSpPr>
              <a:spLocks noChangeShapeType="1"/>
            </p:cNvSpPr>
            <p:nvPr/>
          </p:nvSpPr>
          <p:spPr bwMode="auto">
            <a:xfrm flipV="1">
              <a:off x="456" y="3260"/>
              <a:ext cx="92" cy="5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18" name="Line 33">
              <a:extLst>
                <a:ext uri="{FF2B5EF4-FFF2-40B4-BE49-F238E27FC236}">
                  <a16:creationId xmlns:a16="http://schemas.microsoft.com/office/drawing/2014/main" id="{D18D61F5-D652-F747-9219-9196645B4BD1}"/>
                </a:ext>
              </a:extLst>
            </p:cNvPr>
            <p:cNvSpPr>
              <a:spLocks noChangeShapeType="1"/>
            </p:cNvSpPr>
            <p:nvPr/>
          </p:nvSpPr>
          <p:spPr bwMode="auto">
            <a:xfrm flipV="1">
              <a:off x="492" y="3352"/>
              <a:ext cx="468" cy="4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19" name="Line 34">
              <a:extLst>
                <a:ext uri="{FF2B5EF4-FFF2-40B4-BE49-F238E27FC236}">
                  <a16:creationId xmlns:a16="http://schemas.microsoft.com/office/drawing/2014/main" id="{5F953495-4EB0-EC42-B10B-6B3E0B1420F1}"/>
                </a:ext>
              </a:extLst>
            </p:cNvPr>
            <p:cNvSpPr>
              <a:spLocks noChangeShapeType="1"/>
            </p:cNvSpPr>
            <p:nvPr/>
          </p:nvSpPr>
          <p:spPr bwMode="auto">
            <a:xfrm flipV="1">
              <a:off x="504" y="3476"/>
              <a:ext cx="1012" cy="36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20" name="Line 35">
              <a:extLst>
                <a:ext uri="{FF2B5EF4-FFF2-40B4-BE49-F238E27FC236}">
                  <a16:creationId xmlns:a16="http://schemas.microsoft.com/office/drawing/2014/main" id="{A01F3C43-A04D-D64E-BEB5-8056A9E551A7}"/>
                </a:ext>
              </a:extLst>
            </p:cNvPr>
            <p:cNvSpPr>
              <a:spLocks noChangeShapeType="1"/>
            </p:cNvSpPr>
            <p:nvPr/>
          </p:nvSpPr>
          <p:spPr bwMode="auto">
            <a:xfrm flipH="1">
              <a:off x="1352" y="3496"/>
              <a:ext cx="180" cy="20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21" name="Line 36">
              <a:extLst>
                <a:ext uri="{FF2B5EF4-FFF2-40B4-BE49-F238E27FC236}">
                  <a16:creationId xmlns:a16="http://schemas.microsoft.com/office/drawing/2014/main" id="{733A9C2E-C546-6146-9279-784D9772CCA3}"/>
                </a:ext>
              </a:extLst>
            </p:cNvPr>
            <p:cNvSpPr>
              <a:spLocks noChangeShapeType="1"/>
            </p:cNvSpPr>
            <p:nvPr/>
          </p:nvSpPr>
          <p:spPr bwMode="auto">
            <a:xfrm>
              <a:off x="1596" y="3488"/>
              <a:ext cx="136" cy="1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22" name="Line 37">
              <a:extLst>
                <a:ext uri="{FF2B5EF4-FFF2-40B4-BE49-F238E27FC236}">
                  <a16:creationId xmlns:a16="http://schemas.microsoft.com/office/drawing/2014/main" id="{0C360CE4-D3D5-7446-9F6F-AB9594D6575A}"/>
                </a:ext>
              </a:extLst>
            </p:cNvPr>
            <p:cNvSpPr>
              <a:spLocks noChangeShapeType="1"/>
            </p:cNvSpPr>
            <p:nvPr/>
          </p:nvSpPr>
          <p:spPr bwMode="auto">
            <a:xfrm flipV="1">
              <a:off x="1796" y="3564"/>
              <a:ext cx="636" cy="11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23" name="Line 38">
              <a:extLst>
                <a:ext uri="{FF2B5EF4-FFF2-40B4-BE49-F238E27FC236}">
                  <a16:creationId xmlns:a16="http://schemas.microsoft.com/office/drawing/2014/main" id="{AB39ECD2-2BF1-C44A-910D-6337D122165B}"/>
                </a:ext>
              </a:extLst>
            </p:cNvPr>
            <p:cNvSpPr>
              <a:spLocks noChangeShapeType="1"/>
            </p:cNvSpPr>
            <p:nvPr/>
          </p:nvSpPr>
          <p:spPr bwMode="auto">
            <a:xfrm flipV="1">
              <a:off x="1764" y="2876"/>
              <a:ext cx="176" cy="77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24" name="Line 39">
              <a:extLst>
                <a:ext uri="{FF2B5EF4-FFF2-40B4-BE49-F238E27FC236}">
                  <a16:creationId xmlns:a16="http://schemas.microsoft.com/office/drawing/2014/main" id="{E5982FA6-EE3D-D94B-A90A-415F8190E3B6}"/>
                </a:ext>
              </a:extLst>
            </p:cNvPr>
            <p:cNvSpPr>
              <a:spLocks noChangeShapeType="1"/>
            </p:cNvSpPr>
            <p:nvPr/>
          </p:nvSpPr>
          <p:spPr bwMode="auto">
            <a:xfrm flipH="1" flipV="1">
              <a:off x="2428" y="2880"/>
              <a:ext cx="48" cy="6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25" name="Line 40">
              <a:extLst>
                <a:ext uri="{FF2B5EF4-FFF2-40B4-BE49-F238E27FC236}">
                  <a16:creationId xmlns:a16="http://schemas.microsoft.com/office/drawing/2014/main" id="{FEC05353-67D9-794E-9E24-D236EDF2BEB8}"/>
                </a:ext>
              </a:extLst>
            </p:cNvPr>
            <p:cNvSpPr>
              <a:spLocks noChangeShapeType="1"/>
            </p:cNvSpPr>
            <p:nvPr/>
          </p:nvSpPr>
          <p:spPr bwMode="auto">
            <a:xfrm flipV="1">
              <a:off x="2524" y="3336"/>
              <a:ext cx="440" cy="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26" name="Line 41">
              <a:extLst>
                <a:ext uri="{FF2B5EF4-FFF2-40B4-BE49-F238E27FC236}">
                  <a16:creationId xmlns:a16="http://schemas.microsoft.com/office/drawing/2014/main" id="{FB5DE294-773D-6C47-A6E8-EEE43B9F85BE}"/>
                </a:ext>
              </a:extLst>
            </p:cNvPr>
            <p:cNvSpPr>
              <a:spLocks noChangeShapeType="1"/>
            </p:cNvSpPr>
            <p:nvPr/>
          </p:nvSpPr>
          <p:spPr bwMode="auto">
            <a:xfrm flipH="1" flipV="1">
              <a:off x="944" y="2592"/>
              <a:ext cx="40" cy="6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27" name="Line 42">
              <a:extLst>
                <a:ext uri="{FF2B5EF4-FFF2-40B4-BE49-F238E27FC236}">
                  <a16:creationId xmlns:a16="http://schemas.microsoft.com/office/drawing/2014/main" id="{7036B42A-CFFE-0142-8E44-84AB41B0D25B}"/>
                </a:ext>
              </a:extLst>
            </p:cNvPr>
            <p:cNvSpPr>
              <a:spLocks noChangeShapeType="1"/>
            </p:cNvSpPr>
            <p:nvPr/>
          </p:nvSpPr>
          <p:spPr bwMode="auto">
            <a:xfrm flipH="1">
              <a:off x="1024" y="2920"/>
              <a:ext cx="320" cy="3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28" name="Line 43">
              <a:extLst>
                <a:ext uri="{FF2B5EF4-FFF2-40B4-BE49-F238E27FC236}">
                  <a16:creationId xmlns:a16="http://schemas.microsoft.com/office/drawing/2014/main" id="{52EABD70-57B6-084E-B893-5082C6916DC2}"/>
                </a:ext>
              </a:extLst>
            </p:cNvPr>
            <p:cNvSpPr>
              <a:spLocks noChangeShapeType="1"/>
            </p:cNvSpPr>
            <p:nvPr/>
          </p:nvSpPr>
          <p:spPr bwMode="auto">
            <a:xfrm>
              <a:off x="1388" y="2924"/>
              <a:ext cx="164" cy="4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29" name="Line 44">
              <a:extLst>
                <a:ext uri="{FF2B5EF4-FFF2-40B4-BE49-F238E27FC236}">
                  <a16:creationId xmlns:a16="http://schemas.microsoft.com/office/drawing/2014/main" id="{EBB8892C-CD57-EC42-9F00-0239D7A2A162}"/>
                </a:ext>
              </a:extLst>
            </p:cNvPr>
            <p:cNvSpPr>
              <a:spLocks noChangeShapeType="1"/>
            </p:cNvSpPr>
            <p:nvPr/>
          </p:nvSpPr>
          <p:spPr bwMode="auto">
            <a:xfrm flipV="1">
              <a:off x="1416" y="2836"/>
              <a:ext cx="480" cy="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30" name="Line 45">
              <a:extLst>
                <a:ext uri="{FF2B5EF4-FFF2-40B4-BE49-F238E27FC236}">
                  <a16:creationId xmlns:a16="http://schemas.microsoft.com/office/drawing/2014/main" id="{F05C8EB6-78BF-BD4F-94D5-4033F64BC1EF}"/>
                </a:ext>
              </a:extLst>
            </p:cNvPr>
            <p:cNvSpPr>
              <a:spLocks noChangeShapeType="1"/>
            </p:cNvSpPr>
            <p:nvPr/>
          </p:nvSpPr>
          <p:spPr bwMode="auto">
            <a:xfrm flipV="1">
              <a:off x="3500" y="1816"/>
              <a:ext cx="244" cy="3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31" name="Line 46">
              <a:extLst>
                <a:ext uri="{FF2B5EF4-FFF2-40B4-BE49-F238E27FC236}">
                  <a16:creationId xmlns:a16="http://schemas.microsoft.com/office/drawing/2014/main" id="{3021014D-6873-AD43-AF53-18139EA16198}"/>
                </a:ext>
              </a:extLst>
            </p:cNvPr>
            <p:cNvSpPr>
              <a:spLocks noChangeShapeType="1"/>
            </p:cNvSpPr>
            <p:nvPr/>
          </p:nvSpPr>
          <p:spPr bwMode="auto">
            <a:xfrm flipH="1">
              <a:off x="3292" y="1780"/>
              <a:ext cx="432" cy="1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32" name="Line 47">
              <a:extLst>
                <a:ext uri="{FF2B5EF4-FFF2-40B4-BE49-F238E27FC236}">
                  <a16:creationId xmlns:a16="http://schemas.microsoft.com/office/drawing/2014/main" id="{FE824189-9237-DA45-AE91-2A978FC73F3A}"/>
                </a:ext>
              </a:extLst>
            </p:cNvPr>
            <p:cNvSpPr>
              <a:spLocks noChangeShapeType="1"/>
            </p:cNvSpPr>
            <p:nvPr/>
          </p:nvSpPr>
          <p:spPr bwMode="auto">
            <a:xfrm flipH="1" flipV="1">
              <a:off x="2180" y="1456"/>
              <a:ext cx="1548" cy="2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33" name="Line 48">
              <a:extLst>
                <a:ext uri="{FF2B5EF4-FFF2-40B4-BE49-F238E27FC236}">
                  <a16:creationId xmlns:a16="http://schemas.microsoft.com/office/drawing/2014/main" id="{D0CFE653-1883-274C-96C1-6E692DB7A1BB}"/>
                </a:ext>
              </a:extLst>
            </p:cNvPr>
            <p:cNvSpPr>
              <a:spLocks noChangeShapeType="1"/>
            </p:cNvSpPr>
            <p:nvPr/>
          </p:nvSpPr>
          <p:spPr bwMode="auto">
            <a:xfrm flipV="1">
              <a:off x="1944" y="2392"/>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34" name="Line 49">
              <a:extLst>
                <a:ext uri="{FF2B5EF4-FFF2-40B4-BE49-F238E27FC236}">
                  <a16:creationId xmlns:a16="http://schemas.microsoft.com/office/drawing/2014/main" id="{46838356-C79C-884A-9127-68CAA2A1D2D9}"/>
                </a:ext>
              </a:extLst>
            </p:cNvPr>
            <p:cNvSpPr>
              <a:spLocks noChangeShapeType="1"/>
            </p:cNvSpPr>
            <p:nvPr/>
          </p:nvSpPr>
          <p:spPr bwMode="auto">
            <a:xfrm>
              <a:off x="1996" y="2356"/>
              <a:ext cx="432" cy="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35" name="Line 50">
              <a:extLst>
                <a:ext uri="{FF2B5EF4-FFF2-40B4-BE49-F238E27FC236}">
                  <a16:creationId xmlns:a16="http://schemas.microsoft.com/office/drawing/2014/main" id="{714EF415-C995-334B-BB43-B3F18EE00CCF}"/>
                </a:ext>
              </a:extLst>
            </p:cNvPr>
            <p:cNvSpPr>
              <a:spLocks noChangeShapeType="1"/>
            </p:cNvSpPr>
            <p:nvPr/>
          </p:nvSpPr>
          <p:spPr bwMode="auto">
            <a:xfrm flipV="1">
              <a:off x="1960" y="2052"/>
              <a:ext cx="148" cy="2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36" name="Line 51">
              <a:extLst>
                <a:ext uri="{FF2B5EF4-FFF2-40B4-BE49-F238E27FC236}">
                  <a16:creationId xmlns:a16="http://schemas.microsoft.com/office/drawing/2014/main" id="{E3DBA8BB-A85C-F84B-A8D4-73604AF0342A}"/>
                </a:ext>
              </a:extLst>
            </p:cNvPr>
            <p:cNvSpPr>
              <a:spLocks noChangeShapeType="1"/>
            </p:cNvSpPr>
            <p:nvPr/>
          </p:nvSpPr>
          <p:spPr bwMode="auto">
            <a:xfrm flipV="1">
              <a:off x="2128" y="1488"/>
              <a:ext cx="12" cy="48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37" name="Line 52">
              <a:extLst>
                <a:ext uri="{FF2B5EF4-FFF2-40B4-BE49-F238E27FC236}">
                  <a16:creationId xmlns:a16="http://schemas.microsoft.com/office/drawing/2014/main" id="{1E1A8110-FD59-AF4A-841F-F98DFB899753}"/>
                </a:ext>
              </a:extLst>
            </p:cNvPr>
            <p:cNvSpPr>
              <a:spLocks noChangeShapeType="1"/>
            </p:cNvSpPr>
            <p:nvPr/>
          </p:nvSpPr>
          <p:spPr bwMode="auto">
            <a:xfrm>
              <a:off x="2164" y="1480"/>
              <a:ext cx="380" cy="3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38" name="Line 53">
              <a:extLst>
                <a:ext uri="{FF2B5EF4-FFF2-40B4-BE49-F238E27FC236}">
                  <a16:creationId xmlns:a16="http://schemas.microsoft.com/office/drawing/2014/main" id="{FCFFF073-29E2-294C-9305-67CC47B061C3}"/>
                </a:ext>
              </a:extLst>
            </p:cNvPr>
            <p:cNvSpPr>
              <a:spLocks noChangeShapeType="1"/>
            </p:cNvSpPr>
            <p:nvPr/>
          </p:nvSpPr>
          <p:spPr bwMode="auto">
            <a:xfrm>
              <a:off x="2156" y="1488"/>
              <a:ext cx="308" cy="8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39" name="Line 54">
              <a:extLst>
                <a:ext uri="{FF2B5EF4-FFF2-40B4-BE49-F238E27FC236}">
                  <a16:creationId xmlns:a16="http://schemas.microsoft.com/office/drawing/2014/main" id="{7CA55A1B-22B2-3540-A9EA-5A317F3E1B3F}"/>
                </a:ext>
              </a:extLst>
            </p:cNvPr>
            <p:cNvSpPr>
              <a:spLocks noChangeShapeType="1"/>
            </p:cNvSpPr>
            <p:nvPr/>
          </p:nvSpPr>
          <p:spPr bwMode="auto">
            <a:xfrm flipV="1">
              <a:off x="2512" y="2056"/>
              <a:ext cx="364" cy="3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40" name="Line 55">
              <a:extLst>
                <a:ext uri="{FF2B5EF4-FFF2-40B4-BE49-F238E27FC236}">
                  <a16:creationId xmlns:a16="http://schemas.microsoft.com/office/drawing/2014/main" id="{C5332D91-CFFE-BC4F-BD02-C42EB6105CCF}"/>
                </a:ext>
              </a:extLst>
            </p:cNvPr>
            <p:cNvSpPr>
              <a:spLocks noChangeShapeType="1"/>
            </p:cNvSpPr>
            <p:nvPr/>
          </p:nvSpPr>
          <p:spPr bwMode="auto">
            <a:xfrm flipH="1" flipV="1">
              <a:off x="2188" y="2016"/>
              <a:ext cx="672" cy="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41" name="Line 56">
              <a:extLst>
                <a:ext uri="{FF2B5EF4-FFF2-40B4-BE49-F238E27FC236}">
                  <a16:creationId xmlns:a16="http://schemas.microsoft.com/office/drawing/2014/main" id="{C9A1E34F-90D2-4341-B8FA-730B8B355D55}"/>
                </a:ext>
              </a:extLst>
            </p:cNvPr>
            <p:cNvSpPr>
              <a:spLocks noChangeShapeType="1"/>
            </p:cNvSpPr>
            <p:nvPr/>
          </p:nvSpPr>
          <p:spPr bwMode="auto">
            <a:xfrm>
              <a:off x="2616" y="1888"/>
              <a:ext cx="252" cy="10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42" name="Line 57">
              <a:extLst>
                <a:ext uri="{FF2B5EF4-FFF2-40B4-BE49-F238E27FC236}">
                  <a16:creationId xmlns:a16="http://schemas.microsoft.com/office/drawing/2014/main" id="{8A334A93-3A1F-A047-BE9A-B31F35B355F5}"/>
                </a:ext>
              </a:extLst>
            </p:cNvPr>
            <p:cNvSpPr>
              <a:spLocks noChangeShapeType="1"/>
            </p:cNvSpPr>
            <p:nvPr/>
          </p:nvSpPr>
          <p:spPr bwMode="auto">
            <a:xfrm>
              <a:off x="2612" y="1856"/>
              <a:ext cx="584" cy="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43" name="Line 58">
              <a:extLst>
                <a:ext uri="{FF2B5EF4-FFF2-40B4-BE49-F238E27FC236}">
                  <a16:creationId xmlns:a16="http://schemas.microsoft.com/office/drawing/2014/main" id="{CFE7353C-2100-E24B-987B-D9F292C83320}"/>
                </a:ext>
              </a:extLst>
            </p:cNvPr>
            <p:cNvSpPr>
              <a:spLocks noChangeShapeType="1"/>
            </p:cNvSpPr>
            <p:nvPr/>
          </p:nvSpPr>
          <p:spPr bwMode="auto">
            <a:xfrm flipV="1">
              <a:off x="3136" y="2288"/>
              <a:ext cx="308" cy="3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44" name="Line 59">
              <a:extLst>
                <a:ext uri="{FF2B5EF4-FFF2-40B4-BE49-F238E27FC236}">
                  <a16:creationId xmlns:a16="http://schemas.microsoft.com/office/drawing/2014/main" id="{B2567BB1-CB4A-9A42-ADD5-F76AE5594EA8}"/>
                </a:ext>
              </a:extLst>
            </p:cNvPr>
            <p:cNvSpPr>
              <a:spLocks noChangeShapeType="1"/>
            </p:cNvSpPr>
            <p:nvPr/>
          </p:nvSpPr>
          <p:spPr bwMode="auto">
            <a:xfrm flipH="1">
              <a:off x="2456" y="1968"/>
              <a:ext cx="780" cy="8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45" name="Line 60">
              <a:extLst>
                <a:ext uri="{FF2B5EF4-FFF2-40B4-BE49-F238E27FC236}">
                  <a16:creationId xmlns:a16="http://schemas.microsoft.com/office/drawing/2014/main" id="{6E3267E6-D6D5-6547-81E1-C54EED19CF9E}"/>
                </a:ext>
              </a:extLst>
            </p:cNvPr>
            <p:cNvSpPr>
              <a:spLocks noChangeShapeType="1"/>
            </p:cNvSpPr>
            <p:nvPr/>
          </p:nvSpPr>
          <p:spPr bwMode="auto">
            <a:xfrm flipH="1">
              <a:off x="3104" y="1964"/>
              <a:ext cx="144" cy="6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46" name="Line 61">
              <a:extLst>
                <a:ext uri="{FF2B5EF4-FFF2-40B4-BE49-F238E27FC236}">
                  <a16:creationId xmlns:a16="http://schemas.microsoft.com/office/drawing/2014/main" id="{F2EEEC60-019A-9A4C-8A02-6F3CBDC0AC9B}"/>
                </a:ext>
              </a:extLst>
            </p:cNvPr>
            <p:cNvSpPr>
              <a:spLocks noChangeShapeType="1"/>
            </p:cNvSpPr>
            <p:nvPr/>
          </p:nvSpPr>
          <p:spPr bwMode="auto">
            <a:xfrm flipH="1">
              <a:off x="3012" y="2688"/>
              <a:ext cx="72" cy="5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47" name="Line 62">
              <a:extLst>
                <a:ext uri="{FF2B5EF4-FFF2-40B4-BE49-F238E27FC236}">
                  <a16:creationId xmlns:a16="http://schemas.microsoft.com/office/drawing/2014/main" id="{3D8AE2DB-A80D-1D4B-9936-732B6C06FB72}"/>
                </a:ext>
              </a:extLst>
            </p:cNvPr>
            <p:cNvSpPr>
              <a:spLocks noChangeShapeType="1"/>
            </p:cNvSpPr>
            <p:nvPr/>
          </p:nvSpPr>
          <p:spPr bwMode="auto">
            <a:xfrm>
              <a:off x="3136" y="2672"/>
              <a:ext cx="360" cy="596"/>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48" name="Line 63">
              <a:extLst>
                <a:ext uri="{FF2B5EF4-FFF2-40B4-BE49-F238E27FC236}">
                  <a16:creationId xmlns:a16="http://schemas.microsoft.com/office/drawing/2014/main" id="{8676C84A-0B49-9241-BCDE-4628D6D35C1F}"/>
                </a:ext>
              </a:extLst>
            </p:cNvPr>
            <p:cNvSpPr>
              <a:spLocks noChangeShapeType="1"/>
            </p:cNvSpPr>
            <p:nvPr/>
          </p:nvSpPr>
          <p:spPr bwMode="auto">
            <a:xfrm>
              <a:off x="3148" y="2640"/>
              <a:ext cx="196" cy="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49" name="Line 64">
              <a:extLst>
                <a:ext uri="{FF2B5EF4-FFF2-40B4-BE49-F238E27FC236}">
                  <a16:creationId xmlns:a16="http://schemas.microsoft.com/office/drawing/2014/main" id="{32CD006A-A5E3-734F-BEDF-97DDED2FCFA0}"/>
                </a:ext>
              </a:extLst>
            </p:cNvPr>
            <p:cNvSpPr>
              <a:spLocks noChangeShapeType="1"/>
            </p:cNvSpPr>
            <p:nvPr/>
          </p:nvSpPr>
          <p:spPr bwMode="auto">
            <a:xfrm>
              <a:off x="888" y="1872"/>
              <a:ext cx="48" cy="6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50" name="Line 65">
              <a:extLst>
                <a:ext uri="{FF2B5EF4-FFF2-40B4-BE49-F238E27FC236}">
                  <a16:creationId xmlns:a16="http://schemas.microsoft.com/office/drawing/2014/main" id="{9F2F2CB1-81BA-6A4D-853E-14890E299212}"/>
                </a:ext>
              </a:extLst>
            </p:cNvPr>
            <p:cNvSpPr>
              <a:spLocks noChangeShapeType="1"/>
            </p:cNvSpPr>
            <p:nvPr/>
          </p:nvSpPr>
          <p:spPr bwMode="auto">
            <a:xfrm>
              <a:off x="368" y="2200"/>
              <a:ext cx="524" cy="3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51" name="Line 66">
              <a:extLst>
                <a:ext uri="{FF2B5EF4-FFF2-40B4-BE49-F238E27FC236}">
                  <a16:creationId xmlns:a16="http://schemas.microsoft.com/office/drawing/2014/main" id="{4FB399D2-EEDC-9F4B-92FE-AF1AC1C74651}"/>
                </a:ext>
              </a:extLst>
            </p:cNvPr>
            <p:cNvSpPr>
              <a:spLocks noChangeShapeType="1"/>
            </p:cNvSpPr>
            <p:nvPr/>
          </p:nvSpPr>
          <p:spPr bwMode="auto">
            <a:xfrm flipH="1">
              <a:off x="976" y="2096"/>
              <a:ext cx="500" cy="41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52" name="Line 67">
              <a:extLst>
                <a:ext uri="{FF2B5EF4-FFF2-40B4-BE49-F238E27FC236}">
                  <a16:creationId xmlns:a16="http://schemas.microsoft.com/office/drawing/2014/main" id="{F0F34F6C-0A87-DB47-8207-8218823B5690}"/>
                </a:ext>
              </a:extLst>
            </p:cNvPr>
            <p:cNvSpPr>
              <a:spLocks noChangeShapeType="1"/>
            </p:cNvSpPr>
            <p:nvPr/>
          </p:nvSpPr>
          <p:spPr bwMode="auto">
            <a:xfrm flipH="1">
              <a:off x="932" y="1444"/>
              <a:ext cx="1160" cy="3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53" name="Line 68">
              <a:extLst>
                <a:ext uri="{FF2B5EF4-FFF2-40B4-BE49-F238E27FC236}">
                  <a16:creationId xmlns:a16="http://schemas.microsoft.com/office/drawing/2014/main" id="{A1611F08-8965-7949-9856-0001DA1011BF}"/>
                </a:ext>
              </a:extLst>
            </p:cNvPr>
            <p:cNvSpPr>
              <a:spLocks noChangeShapeType="1"/>
            </p:cNvSpPr>
            <p:nvPr/>
          </p:nvSpPr>
          <p:spPr bwMode="auto">
            <a:xfrm flipH="1">
              <a:off x="368" y="1848"/>
              <a:ext cx="480" cy="2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54" name="Line 69">
              <a:extLst>
                <a:ext uri="{FF2B5EF4-FFF2-40B4-BE49-F238E27FC236}">
                  <a16:creationId xmlns:a16="http://schemas.microsoft.com/office/drawing/2014/main" id="{6893EFE2-AD0D-5F44-A85D-023A631BF688}"/>
                </a:ext>
              </a:extLst>
            </p:cNvPr>
            <p:cNvSpPr>
              <a:spLocks noChangeShapeType="1"/>
            </p:cNvSpPr>
            <p:nvPr/>
          </p:nvSpPr>
          <p:spPr bwMode="auto">
            <a:xfrm flipV="1">
              <a:off x="384" y="2064"/>
              <a:ext cx="1080" cy="1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55" name="Line 70">
              <a:extLst>
                <a:ext uri="{FF2B5EF4-FFF2-40B4-BE49-F238E27FC236}">
                  <a16:creationId xmlns:a16="http://schemas.microsoft.com/office/drawing/2014/main" id="{9E1B284F-769E-CB44-8E7B-99A25316CD8C}"/>
                </a:ext>
              </a:extLst>
            </p:cNvPr>
            <p:cNvSpPr>
              <a:spLocks noChangeShapeType="1"/>
            </p:cNvSpPr>
            <p:nvPr/>
          </p:nvSpPr>
          <p:spPr bwMode="auto">
            <a:xfrm>
              <a:off x="340" y="2216"/>
              <a:ext cx="200" cy="9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56" name="Line 71">
              <a:extLst>
                <a:ext uri="{FF2B5EF4-FFF2-40B4-BE49-F238E27FC236}">
                  <a16:creationId xmlns:a16="http://schemas.microsoft.com/office/drawing/2014/main" id="{12DD2EAB-06A5-5547-8998-DE9AA00B095F}"/>
                </a:ext>
              </a:extLst>
            </p:cNvPr>
            <p:cNvSpPr>
              <a:spLocks noChangeShapeType="1"/>
            </p:cNvSpPr>
            <p:nvPr/>
          </p:nvSpPr>
          <p:spPr bwMode="auto">
            <a:xfrm>
              <a:off x="1548" y="2096"/>
              <a:ext cx="360" cy="2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57" name="Line 72">
              <a:extLst>
                <a:ext uri="{FF2B5EF4-FFF2-40B4-BE49-F238E27FC236}">
                  <a16:creationId xmlns:a16="http://schemas.microsoft.com/office/drawing/2014/main" id="{5EBFB68F-86E4-7147-ABDD-D5F5E5AB0020}"/>
                </a:ext>
              </a:extLst>
            </p:cNvPr>
            <p:cNvSpPr>
              <a:spLocks noChangeShapeType="1"/>
            </p:cNvSpPr>
            <p:nvPr/>
          </p:nvSpPr>
          <p:spPr bwMode="auto">
            <a:xfrm>
              <a:off x="984" y="2560"/>
              <a:ext cx="928" cy="2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58" name="Line 73">
              <a:extLst>
                <a:ext uri="{FF2B5EF4-FFF2-40B4-BE49-F238E27FC236}">
                  <a16:creationId xmlns:a16="http://schemas.microsoft.com/office/drawing/2014/main" id="{E1577EE4-176F-D446-9B34-5242549BD2ED}"/>
                </a:ext>
              </a:extLst>
            </p:cNvPr>
            <p:cNvSpPr>
              <a:spLocks noChangeShapeType="1"/>
            </p:cNvSpPr>
            <p:nvPr/>
          </p:nvSpPr>
          <p:spPr bwMode="auto">
            <a:xfrm flipV="1">
              <a:off x="1992" y="2824"/>
              <a:ext cx="388"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59" name="Line 74">
              <a:extLst>
                <a:ext uri="{FF2B5EF4-FFF2-40B4-BE49-F238E27FC236}">
                  <a16:creationId xmlns:a16="http://schemas.microsoft.com/office/drawing/2014/main" id="{32AFCE49-0381-1747-81DE-56C5F62B4C2E}"/>
                </a:ext>
              </a:extLst>
            </p:cNvPr>
            <p:cNvSpPr>
              <a:spLocks noChangeShapeType="1"/>
            </p:cNvSpPr>
            <p:nvPr/>
          </p:nvSpPr>
          <p:spPr bwMode="auto">
            <a:xfrm flipH="1">
              <a:off x="1788" y="2872"/>
              <a:ext cx="612" cy="7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60" name="Line 75">
              <a:extLst>
                <a:ext uri="{FF2B5EF4-FFF2-40B4-BE49-F238E27FC236}">
                  <a16:creationId xmlns:a16="http://schemas.microsoft.com/office/drawing/2014/main" id="{F2F351D0-B770-F645-AC91-6F4EDDD13A3A}"/>
                </a:ext>
              </a:extLst>
            </p:cNvPr>
            <p:cNvSpPr>
              <a:spLocks noChangeShapeType="1"/>
            </p:cNvSpPr>
            <p:nvPr/>
          </p:nvSpPr>
          <p:spPr bwMode="auto">
            <a:xfrm flipH="1">
              <a:off x="600" y="2848"/>
              <a:ext cx="1788" cy="35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61" name="Line 76">
              <a:extLst>
                <a:ext uri="{FF2B5EF4-FFF2-40B4-BE49-F238E27FC236}">
                  <a16:creationId xmlns:a16="http://schemas.microsoft.com/office/drawing/2014/main" id="{0F469D86-442B-1948-970F-21A3609C8C26}"/>
                </a:ext>
              </a:extLst>
            </p:cNvPr>
            <p:cNvSpPr>
              <a:spLocks noChangeShapeType="1"/>
            </p:cNvSpPr>
            <p:nvPr/>
          </p:nvSpPr>
          <p:spPr bwMode="auto">
            <a:xfrm>
              <a:off x="2504" y="2440"/>
              <a:ext cx="468" cy="8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762" name="Line 77">
              <a:extLst>
                <a:ext uri="{FF2B5EF4-FFF2-40B4-BE49-F238E27FC236}">
                  <a16:creationId xmlns:a16="http://schemas.microsoft.com/office/drawing/2014/main" id="{6D57B6D7-09F6-4B40-8DD6-821108AD60C4}"/>
                </a:ext>
              </a:extLst>
            </p:cNvPr>
            <p:cNvSpPr>
              <a:spLocks noChangeShapeType="1"/>
            </p:cNvSpPr>
            <p:nvPr/>
          </p:nvSpPr>
          <p:spPr bwMode="auto">
            <a:xfrm>
              <a:off x="3044" y="3288"/>
              <a:ext cx="424" cy="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
        <p:nvSpPr>
          <p:cNvPr id="28678" name="Oval 78">
            <a:extLst>
              <a:ext uri="{FF2B5EF4-FFF2-40B4-BE49-F238E27FC236}">
                <a16:creationId xmlns:a16="http://schemas.microsoft.com/office/drawing/2014/main" id="{E4F0657D-860B-2F4E-BF2B-DA237F651FD6}"/>
              </a:ext>
            </a:extLst>
          </p:cNvPr>
          <p:cNvSpPr>
            <a:spLocks noChangeArrowheads="1"/>
          </p:cNvSpPr>
          <p:nvPr/>
        </p:nvSpPr>
        <p:spPr bwMode="auto">
          <a:xfrm>
            <a:off x="7810500" y="1828800"/>
            <a:ext cx="152400" cy="152400"/>
          </a:xfrm>
          <a:prstGeom prst="ellipse">
            <a:avLst/>
          </a:prstGeom>
          <a:solidFill>
            <a:srgbClr val="FF0000"/>
          </a:solidFill>
          <a:ln w="9525">
            <a:solidFill>
              <a:srgbClr val="FF0000"/>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679" name="Line 79">
            <a:extLst>
              <a:ext uri="{FF2B5EF4-FFF2-40B4-BE49-F238E27FC236}">
                <a16:creationId xmlns:a16="http://schemas.microsoft.com/office/drawing/2014/main" id="{6FB419E6-FD06-284F-8CED-9690F923C2C7}"/>
              </a:ext>
            </a:extLst>
          </p:cNvPr>
          <p:cNvSpPr>
            <a:spLocks noChangeShapeType="1"/>
          </p:cNvSpPr>
          <p:nvPr/>
        </p:nvSpPr>
        <p:spPr bwMode="auto">
          <a:xfrm>
            <a:off x="7886700" y="1828800"/>
            <a:ext cx="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680" name="Line 80">
            <a:extLst>
              <a:ext uri="{FF2B5EF4-FFF2-40B4-BE49-F238E27FC236}">
                <a16:creationId xmlns:a16="http://schemas.microsoft.com/office/drawing/2014/main" id="{B747D51D-B5E6-9740-86B6-C51EAE9A6E91}"/>
              </a:ext>
            </a:extLst>
          </p:cNvPr>
          <p:cNvSpPr>
            <a:spLocks noChangeShapeType="1"/>
          </p:cNvSpPr>
          <p:nvPr/>
        </p:nvSpPr>
        <p:spPr bwMode="auto">
          <a:xfrm flipH="1">
            <a:off x="7429500" y="1981200"/>
            <a:ext cx="4572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681" name="Line 81">
            <a:extLst>
              <a:ext uri="{FF2B5EF4-FFF2-40B4-BE49-F238E27FC236}">
                <a16:creationId xmlns:a16="http://schemas.microsoft.com/office/drawing/2014/main" id="{B7F54CED-8052-214C-88F8-0473761D8BAD}"/>
              </a:ext>
            </a:extLst>
          </p:cNvPr>
          <p:cNvSpPr>
            <a:spLocks noChangeShapeType="1"/>
          </p:cNvSpPr>
          <p:nvPr/>
        </p:nvSpPr>
        <p:spPr bwMode="auto">
          <a:xfrm>
            <a:off x="7886700" y="1981200"/>
            <a:ext cx="4572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682" name="Oval 82">
            <a:extLst>
              <a:ext uri="{FF2B5EF4-FFF2-40B4-BE49-F238E27FC236}">
                <a16:creationId xmlns:a16="http://schemas.microsoft.com/office/drawing/2014/main" id="{61E8BF19-18E6-074B-B0D5-7BBE46FF3AF4}"/>
              </a:ext>
            </a:extLst>
          </p:cNvPr>
          <p:cNvSpPr>
            <a:spLocks noChangeArrowheads="1"/>
          </p:cNvSpPr>
          <p:nvPr/>
        </p:nvSpPr>
        <p:spPr bwMode="auto">
          <a:xfrm>
            <a:off x="7353300" y="2590800"/>
            <a:ext cx="152400" cy="152400"/>
          </a:xfrm>
          <a:prstGeom prst="ellipse">
            <a:avLst/>
          </a:prstGeom>
          <a:solidFill>
            <a:srgbClr val="0033CC"/>
          </a:solidFill>
          <a:ln w="9525">
            <a:solidFill>
              <a:srgbClr val="0033CC"/>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683" name="Oval 83">
            <a:extLst>
              <a:ext uri="{FF2B5EF4-FFF2-40B4-BE49-F238E27FC236}">
                <a16:creationId xmlns:a16="http://schemas.microsoft.com/office/drawing/2014/main" id="{D9C07FE1-A52F-F74C-9482-AD6C464604AD}"/>
              </a:ext>
            </a:extLst>
          </p:cNvPr>
          <p:cNvSpPr>
            <a:spLocks noChangeArrowheads="1"/>
          </p:cNvSpPr>
          <p:nvPr/>
        </p:nvSpPr>
        <p:spPr bwMode="auto">
          <a:xfrm>
            <a:off x="8267700" y="2590800"/>
            <a:ext cx="152400" cy="152400"/>
          </a:xfrm>
          <a:prstGeom prst="ellipse">
            <a:avLst/>
          </a:prstGeom>
          <a:solidFill>
            <a:srgbClr val="990033"/>
          </a:solidFill>
          <a:ln w="9525">
            <a:solidFill>
              <a:srgbClr val="990033"/>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nvGrpSpPr>
          <p:cNvPr id="28684" name="Group 84">
            <a:extLst>
              <a:ext uri="{FF2B5EF4-FFF2-40B4-BE49-F238E27FC236}">
                <a16:creationId xmlns:a16="http://schemas.microsoft.com/office/drawing/2014/main" id="{09FA1F8E-319F-BD4A-9A8B-9056D833626D}"/>
              </a:ext>
            </a:extLst>
          </p:cNvPr>
          <p:cNvGrpSpPr>
            <a:grpSpLocks/>
          </p:cNvGrpSpPr>
          <p:nvPr/>
        </p:nvGrpSpPr>
        <p:grpSpPr bwMode="auto">
          <a:xfrm>
            <a:off x="7200900" y="2743200"/>
            <a:ext cx="457200" cy="609600"/>
            <a:chOff x="4176" y="1728"/>
            <a:chExt cx="288" cy="384"/>
          </a:xfrm>
        </p:grpSpPr>
        <p:sp>
          <p:nvSpPr>
            <p:cNvPr id="28688" name="Line 85">
              <a:extLst>
                <a:ext uri="{FF2B5EF4-FFF2-40B4-BE49-F238E27FC236}">
                  <a16:creationId xmlns:a16="http://schemas.microsoft.com/office/drawing/2014/main" id="{F6EBC14C-B46B-0242-A404-47C3715FF721}"/>
                </a:ext>
              </a:extLst>
            </p:cNvPr>
            <p:cNvSpPr>
              <a:spLocks noChangeShapeType="1"/>
            </p:cNvSpPr>
            <p:nvPr/>
          </p:nvSpPr>
          <p:spPr bwMode="auto">
            <a:xfrm flipH="1">
              <a:off x="4176" y="1728"/>
              <a:ext cx="144"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8689" name="Line 86">
              <a:extLst>
                <a:ext uri="{FF2B5EF4-FFF2-40B4-BE49-F238E27FC236}">
                  <a16:creationId xmlns:a16="http://schemas.microsoft.com/office/drawing/2014/main" id="{765A43AF-5AE1-1F4C-ABE5-F4B5A61CC04A}"/>
                </a:ext>
              </a:extLst>
            </p:cNvPr>
            <p:cNvSpPr>
              <a:spLocks noChangeShapeType="1"/>
            </p:cNvSpPr>
            <p:nvPr/>
          </p:nvSpPr>
          <p:spPr bwMode="auto">
            <a:xfrm>
              <a:off x="4320" y="1728"/>
              <a:ext cx="144"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
        <p:nvSpPr>
          <p:cNvPr id="28685" name="Oval 89">
            <a:extLst>
              <a:ext uri="{FF2B5EF4-FFF2-40B4-BE49-F238E27FC236}">
                <a16:creationId xmlns:a16="http://schemas.microsoft.com/office/drawing/2014/main" id="{A5A6BD86-B045-124A-88F9-CFF55AB8ACFD}"/>
              </a:ext>
            </a:extLst>
          </p:cNvPr>
          <p:cNvSpPr>
            <a:spLocks noChangeArrowheads="1"/>
          </p:cNvSpPr>
          <p:nvPr/>
        </p:nvSpPr>
        <p:spPr bwMode="auto">
          <a:xfrm>
            <a:off x="7124700" y="3352800"/>
            <a:ext cx="152400" cy="152400"/>
          </a:xfrm>
          <a:prstGeom prst="ellipse">
            <a:avLst/>
          </a:prstGeom>
          <a:solidFill>
            <a:schemeClr val="hlink"/>
          </a:solidFill>
          <a:ln w="9525">
            <a:solidFill>
              <a:schemeClr val="hlink"/>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686" name="Oval 90">
            <a:extLst>
              <a:ext uri="{FF2B5EF4-FFF2-40B4-BE49-F238E27FC236}">
                <a16:creationId xmlns:a16="http://schemas.microsoft.com/office/drawing/2014/main" id="{AB961E19-0BEF-5945-AEE8-DB991774485D}"/>
              </a:ext>
            </a:extLst>
          </p:cNvPr>
          <p:cNvSpPr>
            <a:spLocks noChangeArrowheads="1"/>
          </p:cNvSpPr>
          <p:nvPr/>
        </p:nvSpPr>
        <p:spPr bwMode="auto">
          <a:xfrm>
            <a:off x="7581900" y="3352800"/>
            <a:ext cx="152400" cy="152400"/>
          </a:xfrm>
          <a:prstGeom prst="ellipse">
            <a:avLst/>
          </a:prstGeom>
          <a:solidFill>
            <a:schemeClr val="folHlink"/>
          </a:solidFill>
          <a:ln w="9525">
            <a:solidFill>
              <a:schemeClr val="folHlink"/>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687" name="Text Box 102">
            <a:extLst>
              <a:ext uri="{FF2B5EF4-FFF2-40B4-BE49-F238E27FC236}">
                <a16:creationId xmlns:a16="http://schemas.microsoft.com/office/drawing/2014/main" id="{42D165FB-9D47-B14D-AD09-61A208F5F209}"/>
              </a:ext>
            </a:extLst>
          </p:cNvPr>
          <p:cNvSpPr txBox="1">
            <a:spLocks noChangeArrowheads="1"/>
          </p:cNvSpPr>
          <p:nvPr/>
        </p:nvSpPr>
        <p:spPr bwMode="auto">
          <a:xfrm>
            <a:off x="6743700" y="4953001"/>
            <a:ext cx="15343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Comic Sans MS" panose="030F0902030302020204" pitchFamily="66" charset="0"/>
              </a:rPr>
              <a:t>Cây tìm kiếm</a:t>
            </a:r>
          </a:p>
        </p:txBody>
      </p:sp>
      <p:sp>
        <p:nvSpPr>
          <p:cNvPr id="93" name="Rectangle 3">
            <a:extLst>
              <a:ext uri="{FF2B5EF4-FFF2-40B4-BE49-F238E27FC236}">
                <a16:creationId xmlns:a16="http://schemas.microsoft.com/office/drawing/2014/main" id="{B24E11A0-0F22-274C-AE96-90BC8E049B1E}"/>
              </a:ext>
            </a:extLst>
          </p:cNvPr>
          <p:cNvSpPr txBox="1">
            <a:spLocks noChangeArrowheads="1"/>
          </p:cNvSpPr>
          <p:nvPr/>
        </p:nvSpPr>
        <p:spPr bwMode="auto">
          <a:xfrm>
            <a:off x="706438" y="365125"/>
            <a:ext cx="8874125" cy="9937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defTabSz="771525" rtl="0" eaLnBrk="0" fontAlgn="base" hangingPunct="0">
              <a:lnSpc>
                <a:spcPct val="90000"/>
              </a:lnSpc>
              <a:spcBef>
                <a:spcPct val="0"/>
              </a:spcBef>
              <a:spcAft>
                <a:spcPct val="0"/>
              </a:spcAft>
              <a:defRPr sz="3700" kern="1200">
                <a:solidFill>
                  <a:schemeClr val="tx1"/>
                </a:solidFill>
                <a:latin typeface="+mj-lt"/>
                <a:ea typeface="+mj-ea"/>
                <a:cs typeface="+mj-cs"/>
              </a:defRPr>
            </a:lvl1pPr>
            <a:lvl2pPr algn="l" defTabSz="771525" rtl="0" eaLnBrk="0" fontAlgn="base" hangingPunct="0">
              <a:lnSpc>
                <a:spcPct val="90000"/>
              </a:lnSpc>
              <a:spcBef>
                <a:spcPct val="0"/>
              </a:spcBef>
              <a:spcAft>
                <a:spcPct val="0"/>
              </a:spcAft>
              <a:defRPr sz="3700">
                <a:solidFill>
                  <a:schemeClr val="tx1"/>
                </a:solidFill>
                <a:latin typeface="Calibri Light" charset="0"/>
              </a:defRPr>
            </a:lvl2pPr>
            <a:lvl3pPr algn="l" defTabSz="771525" rtl="0" eaLnBrk="0" fontAlgn="base" hangingPunct="0">
              <a:lnSpc>
                <a:spcPct val="90000"/>
              </a:lnSpc>
              <a:spcBef>
                <a:spcPct val="0"/>
              </a:spcBef>
              <a:spcAft>
                <a:spcPct val="0"/>
              </a:spcAft>
              <a:defRPr sz="3700">
                <a:solidFill>
                  <a:schemeClr val="tx1"/>
                </a:solidFill>
                <a:latin typeface="Calibri Light" charset="0"/>
              </a:defRPr>
            </a:lvl3pPr>
            <a:lvl4pPr algn="l" defTabSz="771525" rtl="0" eaLnBrk="0" fontAlgn="base" hangingPunct="0">
              <a:lnSpc>
                <a:spcPct val="90000"/>
              </a:lnSpc>
              <a:spcBef>
                <a:spcPct val="0"/>
              </a:spcBef>
              <a:spcAft>
                <a:spcPct val="0"/>
              </a:spcAft>
              <a:defRPr sz="3700">
                <a:solidFill>
                  <a:schemeClr val="tx1"/>
                </a:solidFill>
                <a:latin typeface="Calibri Light" charset="0"/>
              </a:defRPr>
            </a:lvl4pPr>
            <a:lvl5pPr algn="l" defTabSz="771525" rtl="0" eaLnBrk="0" fontAlgn="base" hangingPunct="0">
              <a:lnSpc>
                <a:spcPct val="90000"/>
              </a:lnSpc>
              <a:spcBef>
                <a:spcPct val="0"/>
              </a:spcBef>
              <a:spcAft>
                <a:spcPct val="0"/>
              </a:spcAft>
              <a:defRPr sz="3700">
                <a:solidFill>
                  <a:schemeClr val="tx1"/>
                </a:solidFill>
                <a:latin typeface="Calibri Light" charset="0"/>
              </a:defRPr>
            </a:lvl5pPr>
            <a:lvl6pPr marL="457200" algn="l" defTabSz="771525" rtl="0" fontAlgn="base">
              <a:lnSpc>
                <a:spcPct val="90000"/>
              </a:lnSpc>
              <a:spcBef>
                <a:spcPct val="0"/>
              </a:spcBef>
              <a:spcAft>
                <a:spcPct val="0"/>
              </a:spcAft>
              <a:defRPr sz="3700">
                <a:solidFill>
                  <a:schemeClr val="tx1"/>
                </a:solidFill>
                <a:latin typeface="Calibri Light" charset="0"/>
              </a:defRPr>
            </a:lvl6pPr>
            <a:lvl7pPr marL="914400" algn="l" defTabSz="771525" rtl="0" fontAlgn="base">
              <a:lnSpc>
                <a:spcPct val="90000"/>
              </a:lnSpc>
              <a:spcBef>
                <a:spcPct val="0"/>
              </a:spcBef>
              <a:spcAft>
                <a:spcPct val="0"/>
              </a:spcAft>
              <a:defRPr sz="3700">
                <a:solidFill>
                  <a:schemeClr val="tx1"/>
                </a:solidFill>
                <a:latin typeface="Calibri Light" charset="0"/>
              </a:defRPr>
            </a:lvl7pPr>
            <a:lvl8pPr marL="1371600" algn="l" defTabSz="771525" rtl="0" fontAlgn="base">
              <a:lnSpc>
                <a:spcPct val="90000"/>
              </a:lnSpc>
              <a:spcBef>
                <a:spcPct val="0"/>
              </a:spcBef>
              <a:spcAft>
                <a:spcPct val="0"/>
              </a:spcAft>
              <a:defRPr sz="3700">
                <a:solidFill>
                  <a:schemeClr val="tx1"/>
                </a:solidFill>
                <a:latin typeface="Calibri Light" charset="0"/>
              </a:defRPr>
            </a:lvl8pPr>
            <a:lvl9pPr marL="1828800" algn="l" defTabSz="771525" rtl="0" fontAlgn="base">
              <a:lnSpc>
                <a:spcPct val="90000"/>
              </a:lnSpc>
              <a:spcBef>
                <a:spcPct val="0"/>
              </a:spcBef>
              <a:spcAft>
                <a:spcPct val="0"/>
              </a:spcAft>
              <a:defRPr sz="3700">
                <a:solidFill>
                  <a:schemeClr val="tx1"/>
                </a:solidFill>
                <a:latin typeface="Calibri Light" charset="0"/>
              </a:defRPr>
            </a:lvl9pPr>
          </a:lstStyle>
          <a:p>
            <a:r>
              <a:rPr lang="en-US" altLang="en-US">
                <a:solidFill>
                  <a:schemeClr val="bg1"/>
                </a:solidFill>
              </a:rPr>
              <a:t>Tìm kiếm trong không gian trạng thái</a:t>
            </a: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BACE821E-0872-5047-8A29-1D6ADFCEAE86}"/>
                  </a:ext>
                </a:extLst>
              </p14:cNvPr>
              <p14:cNvContentPartPr/>
              <p14:nvPr/>
            </p14:nvContentPartPr>
            <p14:xfrm>
              <a:off x="3290760" y="3385080"/>
              <a:ext cx="1048320" cy="2275560"/>
            </p14:xfrm>
          </p:contentPart>
        </mc:Choice>
        <mc:Fallback>
          <p:pic>
            <p:nvPicPr>
              <p:cNvPr id="2" name="Ink 1">
                <a:extLst>
                  <a:ext uri="{FF2B5EF4-FFF2-40B4-BE49-F238E27FC236}">
                    <a16:creationId xmlns:a16="http://schemas.microsoft.com/office/drawing/2014/main" id="{BACE821E-0872-5047-8A29-1D6ADFCEAE86}"/>
                  </a:ext>
                </a:extLst>
              </p:cNvPr>
              <p:cNvPicPr/>
              <p:nvPr/>
            </p:nvPicPr>
            <p:blipFill>
              <a:blip r:embed="rId4"/>
              <a:stretch>
                <a:fillRect/>
              </a:stretch>
            </p:blipFill>
            <p:spPr>
              <a:xfrm>
                <a:off x="3281400" y="3375720"/>
                <a:ext cx="1067040" cy="2294280"/>
              </a:xfrm>
              <a:prstGeom prst="rect">
                <a:avLst/>
              </a:prstGeom>
            </p:spPr>
          </p:pic>
        </mc:Fallback>
      </mc:AlternateContent>
    </p:spTree>
    <p:extLst>
      <p:ext uri="{BB962C8B-B14F-4D97-AF65-F5344CB8AC3E}">
        <p14:creationId xmlns:p14="http://schemas.microsoft.com/office/powerpoint/2010/main" val="23683509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4">
            <a:extLst>
              <a:ext uri="{FF2B5EF4-FFF2-40B4-BE49-F238E27FC236}">
                <a16:creationId xmlns:a16="http://schemas.microsoft.com/office/drawing/2014/main" id="{AD5DA31E-4F69-4C43-B79E-F9D9C8BC7C1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fld id="{C8A40811-1713-1741-98A4-F774D99797E3}" type="slidenum">
              <a:rPr lang="en-US" altLang="en-US" sz="1400"/>
              <a:pPr eaLnBrk="1" hangingPunct="1"/>
              <a:t>30</a:t>
            </a:fld>
            <a:endParaRPr lang="en-US" altLang="en-US" sz="1400"/>
          </a:p>
        </p:txBody>
      </p:sp>
      <p:sp>
        <p:nvSpPr>
          <p:cNvPr id="29699" name="Rectangle 2">
            <a:extLst>
              <a:ext uri="{FF2B5EF4-FFF2-40B4-BE49-F238E27FC236}">
                <a16:creationId xmlns:a16="http://schemas.microsoft.com/office/drawing/2014/main" id="{C6D89B6C-A24E-DB4F-99C9-D30FF9694C7E}"/>
              </a:ext>
            </a:extLst>
          </p:cNvPr>
          <p:cNvSpPr>
            <a:spLocks noChangeArrowheads="1"/>
          </p:cNvSpPr>
          <p:nvPr/>
        </p:nvSpPr>
        <p:spPr bwMode="auto">
          <a:xfrm>
            <a:off x="6743700" y="1524000"/>
            <a:ext cx="2362200" cy="3810000"/>
          </a:xfrm>
          <a:prstGeom prst="rect">
            <a:avLst/>
          </a:prstGeom>
          <a:solidFill>
            <a:srgbClr val="FFFFD3"/>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grpSp>
        <p:nvGrpSpPr>
          <p:cNvPr id="29701" name="Group 4">
            <a:extLst>
              <a:ext uri="{FF2B5EF4-FFF2-40B4-BE49-F238E27FC236}">
                <a16:creationId xmlns:a16="http://schemas.microsoft.com/office/drawing/2014/main" id="{B6BEA904-BB35-FA48-BEDC-88F0D91A3D0E}"/>
              </a:ext>
            </a:extLst>
          </p:cNvPr>
          <p:cNvGrpSpPr>
            <a:grpSpLocks/>
          </p:cNvGrpSpPr>
          <p:nvPr/>
        </p:nvGrpSpPr>
        <p:grpSpPr bwMode="auto">
          <a:xfrm>
            <a:off x="876300" y="1828800"/>
            <a:ext cx="5607050" cy="3962400"/>
            <a:chOff x="288" y="1392"/>
            <a:chExt cx="3532" cy="2496"/>
          </a:xfrm>
        </p:grpSpPr>
        <p:sp>
          <p:nvSpPr>
            <p:cNvPr id="29724" name="Oval 5">
              <a:extLst>
                <a:ext uri="{FF2B5EF4-FFF2-40B4-BE49-F238E27FC236}">
                  <a16:creationId xmlns:a16="http://schemas.microsoft.com/office/drawing/2014/main" id="{185EA5FC-7296-8946-826B-9F6628EDFE3E}"/>
                </a:ext>
              </a:extLst>
            </p:cNvPr>
            <p:cNvSpPr>
              <a:spLocks noChangeArrowheads="1"/>
            </p:cNvSpPr>
            <p:nvPr/>
          </p:nvSpPr>
          <p:spPr bwMode="auto">
            <a:xfrm>
              <a:off x="288" y="212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725" name="Oval 6">
              <a:extLst>
                <a:ext uri="{FF2B5EF4-FFF2-40B4-BE49-F238E27FC236}">
                  <a16:creationId xmlns:a16="http://schemas.microsoft.com/office/drawing/2014/main" id="{D4102487-E2E1-8245-A655-43A2B7F8AE63}"/>
                </a:ext>
              </a:extLst>
            </p:cNvPr>
            <p:cNvSpPr>
              <a:spLocks noChangeArrowheads="1"/>
            </p:cNvSpPr>
            <p:nvPr/>
          </p:nvSpPr>
          <p:spPr bwMode="auto">
            <a:xfrm>
              <a:off x="508" y="3168"/>
              <a:ext cx="96" cy="96"/>
            </a:xfrm>
            <a:prstGeom prst="ellipse">
              <a:avLst/>
            </a:prstGeom>
            <a:solidFill>
              <a:srgbClr val="CC9900"/>
            </a:solidFill>
            <a:ln w="9525">
              <a:solidFill>
                <a:srgbClr val="CC9900"/>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726" name="Oval 7">
              <a:extLst>
                <a:ext uri="{FF2B5EF4-FFF2-40B4-BE49-F238E27FC236}">
                  <a16:creationId xmlns:a16="http://schemas.microsoft.com/office/drawing/2014/main" id="{EF3CAC2C-CEA2-0C4F-965A-538367FF255C}"/>
                </a:ext>
              </a:extLst>
            </p:cNvPr>
            <p:cNvSpPr>
              <a:spLocks noChangeArrowheads="1"/>
            </p:cNvSpPr>
            <p:nvPr/>
          </p:nvSpPr>
          <p:spPr bwMode="auto">
            <a:xfrm>
              <a:off x="844" y="1776"/>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727" name="Oval 8">
              <a:extLst>
                <a:ext uri="{FF2B5EF4-FFF2-40B4-BE49-F238E27FC236}">
                  <a16:creationId xmlns:a16="http://schemas.microsoft.com/office/drawing/2014/main" id="{097A5DCF-5142-0A46-8695-AFF3E83BB681}"/>
                </a:ext>
              </a:extLst>
            </p:cNvPr>
            <p:cNvSpPr>
              <a:spLocks noChangeArrowheads="1"/>
            </p:cNvSpPr>
            <p:nvPr/>
          </p:nvSpPr>
          <p:spPr bwMode="auto">
            <a:xfrm>
              <a:off x="1900" y="2784"/>
              <a:ext cx="96" cy="96"/>
            </a:xfrm>
            <a:prstGeom prst="ellipse">
              <a:avLst/>
            </a:prstGeom>
            <a:solidFill>
              <a:srgbClr val="0033CC"/>
            </a:solidFill>
            <a:ln w="9525">
              <a:solidFill>
                <a:srgbClr val="0033CC"/>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728" name="Oval 9">
              <a:extLst>
                <a:ext uri="{FF2B5EF4-FFF2-40B4-BE49-F238E27FC236}">
                  <a16:creationId xmlns:a16="http://schemas.microsoft.com/office/drawing/2014/main" id="{047DA113-910B-4C45-9FFC-8BC5EF2B3F45}"/>
                </a:ext>
              </a:extLst>
            </p:cNvPr>
            <p:cNvSpPr>
              <a:spLocks noChangeArrowheads="1"/>
            </p:cNvSpPr>
            <p:nvPr/>
          </p:nvSpPr>
          <p:spPr bwMode="auto">
            <a:xfrm>
              <a:off x="1276" y="3696"/>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729" name="Oval 10">
              <a:extLst>
                <a:ext uri="{FF2B5EF4-FFF2-40B4-BE49-F238E27FC236}">
                  <a16:creationId xmlns:a16="http://schemas.microsoft.com/office/drawing/2014/main" id="{E9544664-9C11-6645-A60D-C3B4691B1696}"/>
                </a:ext>
              </a:extLst>
            </p:cNvPr>
            <p:cNvSpPr>
              <a:spLocks noChangeArrowheads="1"/>
            </p:cNvSpPr>
            <p:nvPr/>
          </p:nvSpPr>
          <p:spPr bwMode="auto">
            <a:xfrm>
              <a:off x="2380" y="2784"/>
              <a:ext cx="96" cy="96"/>
            </a:xfrm>
            <a:prstGeom prst="ellipse">
              <a:avLst/>
            </a:prstGeom>
            <a:solidFill>
              <a:schemeClr val="folHlink"/>
            </a:solidFill>
            <a:ln w="9525">
              <a:solidFill>
                <a:schemeClr val="folHlink"/>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730" name="Oval 11">
              <a:extLst>
                <a:ext uri="{FF2B5EF4-FFF2-40B4-BE49-F238E27FC236}">
                  <a16:creationId xmlns:a16="http://schemas.microsoft.com/office/drawing/2014/main" id="{05EA944D-889E-EA45-9890-B3D4B017B159}"/>
                </a:ext>
              </a:extLst>
            </p:cNvPr>
            <p:cNvSpPr>
              <a:spLocks noChangeArrowheads="1"/>
            </p:cNvSpPr>
            <p:nvPr/>
          </p:nvSpPr>
          <p:spPr bwMode="auto">
            <a:xfrm>
              <a:off x="892" y="2496"/>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731" name="Oval 12">
              <a:extLst>
                <a:ext uri="{FF2B5EF4-FFF2-40B4-BE49-F238E27FC236}">
                  <a16:creationId xmlns:a16="http://schemas.microsoft.com/office/drawing/2014/main" id="{7FC25457-743F-1242-97E2-151D81FEB129}"/>
                </a:ext>
              </a:extLst>
            </p:cNvPr>
            <p:cNvSpPr>
              <a:spLocks noChangeArrowheads="1"/>
            </p:cNvSpPr>
            <p:nvPr/>
          </p:nvSpPr>
          <p:spPr bwMode="auto">
            <a:xfrm>
              <a:off x="2428" y="235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732" name="Oval 13">
              <a:extLst>
                <a:ext uri="{FF2B5EF4-FFF2-40B4-BE49-F238E27FC236}">
                  <a16:creationId xmlns:a16="http://schemas.microsoft.com/office/drawing/2014/main" id="{D5F900D3-A6A6-C744-BA02-92E279F96FB5}"/>
                </a:ext>
              </a:extLst>
            </p:cNvPr>
            <p:cNvSpPr>
              <a:spLocks noChangeArrowheads="1"/>
            </p:cNvSpPr>
            <p:nvPr/>
          </p:nvSpPr>
          <p:spPr bwMode="auto">
            <a:xfrm>
              <a:off x="412" y="379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733" name="Oval 14">
              <a:extLst>
                <a:ext uri="{FF2B5EF4-FFF2-40B4-BE49-F238E27FC236}">
                  <a16:creationId xmlns:a16="http://schemas.microsoft.com/office/drawing/2014/main" id="{0541E7DC-9D40-C741-90B0-0014575BE20E}"/>
                </a:ext>
              </a:extLst>
            </p:cNvPr>
            <p:cNvSpPr>
              <a:spLocks noChangeArrowheads="1"/>
            </p:cNvSpPr>
            <p:nvPr/>
          </p:nvSpPr>
          <p:spPr bwMode="auto">
            <a:xfrm>
              <a:off x="940" y="326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734" name="Oval 15">
              <a:extLst>
                <a:ext uri="{FF2B5EF4-FFF2-40B4-BE49-F238E27FC236}">
                  <a16:creationId xmlns:a16="http://schemas.microsoft.com/office/drawing/2014/main" id="{74B21FAD-B6FF-224F-8C14-69C38DF6D752}"/>
                </a:ext>
              </a:extLst>
            </p:cNvPr>
            <p:cNvSpPr>
              <a:spLocks noChangeArrowheads="1"/>
            </p:cNvSpPr>
            <p:nvPr/>
          </p:nvSpPr>
          <p:spPr bwMode="auto">
            <a:xfrm>
              <a:off x="2524" y="182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735" name="Oval 16">
              <a:extLst>
                <a:ext uri="{FF2B5EF4-FFF2-40B4-BE49-F238E27FC236}">
                  <a16:creationId xmlns:a16="http://schemas.microsoft.com/office/drawing/2014/main" id="{25E1867A-21E8-E447-959D-B160EB94B403}"/>
                </a:ext>
              </a:extLst>
            </p:cNvPr>
            <p:cNvSpPr>
              <a:spLocks noChangeArrowheads="1"/>
            </p:cNvSpPr>
            <p:nvPr/>
          </p:nvSpPr>
          <p:spPr bwMode="auto">
            <a:xfrm>
              <a:off x="2956" y="3264"/>
              <a:ext cx="96" cy="96"/>
            </a:xfrm>
            <a:prstGeom prst="ellipse">
              <a:avLst/>
            </a:prstGeom>
            <a:solidFill>
              <a:srgbClr val="FF33CC"/>
            </a:solidFill>
            <a:ln w="9525">
              <a:solidFill>
                <a:srgbClr val="FF33CC"/>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736" name="Oval 17">
              <a:extLst>
                <a:ext uri="{FF2B5EF4-FFF2-40B4-BE49-F238E27FC236}">
                  <a16:creationId xmlns:a16="http://schemas.microsoft.com/office/drawing/2014/main" id="{48147D2D-F280-A343-9361-9F437E0F32E2}"/>
                </a:ext>
              </a:extLst>
            </p:cNvPr>
            <p:cNvSpPr>
              <a:spLocks noChangeArrowheads="1"/>
            </p:cNvSpPr>
            <p:nvPr/>
          </p:nvSpPr>
          <p:spPr bwMode="auto">
            <a:xfrm>
              <a:off x="1708" y="3648"/>
              <a:ext cx="96" cy="96"/>
            </a:xfrm>
            <a:prstGeom prst="ellipse">
              <a:avLst/>
            </a:prstGeom>
            <a:solidFill>
              <a:srgbClr val="FF0000"/>
            </a:solidFill>
            <a:ln w="9525">
              <a:solidFill>
                <a:srgbClr val="FF0000"/>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737" name="Oval 18">
              <a:extLst>
                <a:ext uri="{FF2B5EF4-FFF2-40B4-BE49-F238E27FC236}">
                  <a16:creationId xmlns:a16="http://schemas.microsoft.com/office/drawing/2014/main" id="{D4D9A8EE-F15C-924F-A748-C2D029946EF9}"/>
                </a:ext>
              </a:extLst>
            </p:cNvPr>
            <p:cNvSpPr>
              <a:spLocks noChangeArrowheads="1"/>
            </p:cNvSpPr>
            <p:nvPr/>
          </p:nvSpPr>
          <p:spPr bwMode="auto">
            <a:xfrm>
              <a:off x="2428" y="3504"/>
              <a:ext cx="96" cy="96"/>
            </a:xfrm>
            <a:prstGeom prst="ellipse">
              <a:avLst/>
            </a:prstGeom>
            <a:solidFill>
              <a:srgbClr val="990033"/>
            </a:solidFill>
            <a:ln w="9525">
              <a:solidFill>
                <a:srgbClr val="990033"/>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738" name="Oval 19">
              <a:extLst>
                <a:ext uri="{FF2B5EF4-FFF2-40B4-BE49-F238E27FC236}">
                  <a16:creationId xmlns:a16="http://schemas.microsoft.com/office/drawing/2014/main" id="{BBD69A3B-A542-FB40-93F5-2D63989DBEEB}"/>
                </a:ext>
              </a:extLst>
            </p:cNvPr>
            <p:cNvSpPr>
              <a:spLocks noChangeArrowheads="1"/>
            </p:cNvSpPr>
            <p:nvPr/>
          </p:nvSpPr>
          <p:spPr bwMode="auto">
            <a:xfrm>
              <a:off x="1324" y="283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739" name="Oval 20">
              <a:extLst>
                <a:ext uri="{FF2B5EF4-FFF2-40B4-BE49-F238E27FC236}">
                  <a16:creationId xmlns:a16="http://schemas.microsoft.com/office/drawing/2014/main" id="{0913708C-CCFC-FC41-ACD7-C5E05768EFC0}"/>
                </a:ext>
              </a:extLst>
            </p:cNvPr>
            <p:cNvSpPr>
              <a:spLocks noChangeArrowheads="1"/>
            </p:cNvSpPr>
            <p:nvPr/>
          </p:nvSpPr>
          <p:spPr bwMode="auto">
            <a:xfrm>
              <a:off x="1468" y="2016"/>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740" name="Oval 21">
              <a:extLst>
                <a:ext uri="{FF2B5EF4-FFF2-40B4-BE49-F238E27FC236}">
                  <a16:creationId xmlns:a16="http://schemas.microsoft.com/office/drawing/2014/main" id="{E680DCE4-9A1A-1D46-9695-E0C310510CA0}"/>
                </a:ext>
              </a:extLst>
            </p:cNvPr>
            <p:cNvSpPr>
              <a:spLocks noChangeArrowheads="1"/>
            </p:cNvSpPr>
            <p:nvPr/>
          </p:nvSpPr>
          <p:spPr bwMode="auto">
            <a:xfrm>
              <a:off x="1900" y="2304"/>
              <a:ext cx="96" cy="96"/>
            </a:xfrm>
            <a:prstGeom prst="ellipse">
              <a:avLst/>
            </a:prstGeom>
            <a:solidFill>
              <a:schemeClr val="hlink"/>
            </a:solidFill>
            <a:ln w="9525">
              <a:solidFill>
                <a:schemeClr val="hlink"/>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741" name="Oval 22">
              <a:extLst>
                <a:ext uri="{FF2B5EF4-FFF2-40B4-BE49-F238E27FC236}">
                  <a16:creationId xmlns:a16="http://schemas.microsoft.com/office/drawing/2014/main" id="{599DDF88-EA1C-D741-AF9E-BB9788932A69}"/>
                </a:ext>
              </a:extLst>
            </p:cNvPr>
            <p:cNvSpPr>
              <a:spLocks noChangeArrowheads="1"/>
            </p:cNvSpPr>
            <p:nvPr/>
          </p:nvSpPr>
          <p:spPr bwMode="auto">
            <a:xfrm>
              <a:off x="2092" y="196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742" name="Oval 23">
              <a:extLst>
                <a:ext uri="{FF2B5EF4-FFF2-40B4-BE49-F238E27FC236}">
                  <a16:creationId xmlns:a16="http://schemas.microsoft.com/office/drawing/2014/main" id="{02B7C373-ACCE-1943-BFB4-286DB369B232}"/>
                </a:ext>
              </a:extLst>
            </p:cNvPr>
            <p:cNvSpPr>
              <a:spLocks noChangeArrowheads="1"/>
            </p:cNvSpPr>
            <p:nvPr/>
          </p:nvSpPr>
          <p:spPr bwMode="auto">
            <a:xfrm>
              <a:off x="2092" y="139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743" name="Oval 24">
              <a:extLst>
                <a:ext uri="{FF2B5EF4-FFF2-40B4-BE49-F238E27FC236}">
                  <a16:creationId xmlns:a16="http://schemas.microsoft.com/office/drawing/2014/main" id="{AD2507C1-32CB-934D-8448-E23EE5013BC4}"/>
                </a:ext>
              </a:extLst>
            </p:cNvPr>
            <p:cNvSpPr>
              <a:spLocks noChangeArrowheads="1"/>
            </p:cNvSpPr>
            <p:nvPr/>
          </p:nvSpPr>
          <p:spPr bwMode="auto">
            <a:xfrm>
              <a:off x="1516" y="340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744" name="Oval 25">
              <a:extLst>
                <a:ext uri="{FF2B5EF4-FFF2-40B4-BE49-F238E27FC236}">
                  <a16:creationId xmlns:a16="http://schemas.microsoft.com/office/drawing/2014/main" id="{41D5533A-73AD-6542-899C-21832CE75226}"/>
                </a:ext>
              </a:extLst>
            </p:cNvPr>
            <p:cNvSpPr>
              <a:spLocks noChangeArrowheads="1"/>
            </p:cNvSpPr>
            <p:nvPr/>
          </p:nvSpPr>
          <p:spPr bwMode="auto">
            <a:xfrm>
              <a:off x="3724" y="172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745" name="Oval 26">
              <a:extLst>
                <a:ext uri="{FF2B5EF4-FFF2-40B4-BE49-F238E27FC236}">
                  <a16:creationId xmlns:a16="http://schemas.microsoft.com/office/drawing/2014/main" id="{8AF07151-6F79-B246-8AEB-8E04915ACDCF}"/>
                </a:ext>
              </a:extLst>
            </p:cNvPr>
            <p:cNvSpPr>
              <a:spLocks noChangeArrowheads="1"/>
            </p:cNvSpPr>
            <p:nvPr/>
          </p:nvSpPr>
          <p:spPr bwMode="auto">
            <a:xfrm>
              <a:off x="2860" y="196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746" name="Oval 27">
              <a:extLst>
                <a:ext uri="{FF2B5EF4-FFF2-40B4-BE49-F238E27FC236}">
                  <a16:creationId xmlns:a16="http://schemas.microsoft.com/office/drawing/2014/main" id="{FF057252-0143-0145-9EDB-B8FA350FA843}"/>
                </a:ext>
              </a:extLst>
            </p:cNvPr>
            <p:cNvSpPr>
              <a:spLocks noChangeArrowheads="1"/>
            </p:cNvSpPr>
            <p:nvPr/>
          </p:nvSpPr>
          <p:spPr bwMode="auto">
            <a:xfrm>
              <a:off x="3196" y="187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747" name="Oval 28">
              <a:extLst>
                <a:ext uri="{FF2B5EF4-FFF2-40B4-BE49-F238E27FC236}">
                  <a16:creationId xmlns:a16="http://schemas.microsoft.com/office/drawing/2014/main" id="{4FA145A9-B6DE-434A-B7C1-6C3F996C3FBD}"/>
                </a:ext>
              </a:extLst>
            </p:cNvPr>
            <p:cNvSpPr>
              <a:spLocks noChangeArrowheads="1"/>
            </p:cNvSpPr>
            <p:nvPr/>
          </p:nvSpPr>
          <p:spPr bwMode="auto">
            <a:xfrm>
              <a:off x="3436" y="220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748" name="Oval 29">
              <a:extLst>
                <a:ext uri="{FF2B5EF4-FFF2-40B4-BE49-F238E27FC236}">
                  <a16:creationId xmlns:a16="http://schemas.microsoft.com/office/drawing/2014/main" id="{28A852F1-73D1-1845-8730-A6B241DE10C1}"/>
                </a:ext>
              </a:extLst>
            </p:cNvPr>
            <p:cNvSpPr>
              <a:spLocks noChangeArrowheads="1"/>
            </p:cNvSpPr>
            <p:nvPr/>
          </p:nvSpPr>
          <p:spPr bwMode="auto">
            <a:xfrm>
              <a:off x="3472" y="326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749" name="Oval 30">
              <a:extLst>
                <a:ext uri="{FF2B5EF4-FFF2-40B4-BE49-F238E27FC236}">
                  <a16:creationId xmlns:a16="http://schemas.microsoft.com/office/drawing/2014/main" id="{EE940A10-4AFD-BC42-B913-365930A1F4B0}"/>
                </a:ext>
              </a:extLst>
            </p:cNvPr>
            <p:cNvSpPr>
              <a:spLocks noChangeArrowheads="1"/>
            </p:cNvSpPr>
            <p:nvPr/>
          </p:nvSpPr>
          <p:spPr bwMode="auto">
            <a:xfrm>
              <a:off x="3052" y="2592"/>
              <a:ext cx="96" cy="96"/>
            </a:xfrm>
            <a:prstGeom prst="ellipse">
              <a:avLst/>
            </a:prstGeom>
            <a:solidFill>
              <a:srgbClr val="009900"/>
            </a:solidFill>
            <a:ln w="9525">
              <a:solidFill>
                <a:srgbClr val="009900"/>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750" name="Oval 31">
              <a:extLst>
                <a:ext uri="{FF2B5EF4-FFF2-40B4-BE49-F238E27FC236}">
                  <a16:creationId xmlns:a16="http://schemas.microsoft.com/office/drawing/2014/main" id="{4AEAC6A1-99E0-8541-A4E6-D56A036A78D2}"/>
                </a:ext>
              </a:extLst>
            </p:cNvPr>
            <p:cNvSpPr>
              <a:spLocks noChangeArrowheads="1"/>
            </p:cNvSpPr>
            <p:nvPr/>
          </p:nvSpPr>
          <p:spPr bwMode="auto">
            <a:xfrm>
              <a:off x="3340" y="264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751" name="Line 32">
              <a:extLst>
                <a:ext uri="{FF2B5EF4-FFF2-40B4-BE49-F238E27FC236}">
                  <a16:creationId xmlns:a16="http://schemas.microsoft.com/office/drawing/2014/main" id="{A0C12B03-A6F9-7649-8042-7E484C63E3FE}"/>
                </a:ext>
              </a:extLst>
            </p:cNvPr>
            <p:cNvSpPr>
              <a:spLocks noChangeShapeType="1"/>
            </p:cNvSpPr>
            <p:nvPr/>
          </p:nvSpPr>
          <p:spPr bwMode="auto">
            <a:xfrm flipV="1">
              <a:off x="456" y="3260"/>
              <a:ext cx="92" cy="5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52" name="Line 33">
              <a:extLst>
                <a:ext uri="{FF2B5EF4-FFF2-40B4-BE49-F238E27FC236}">
                  <a16:creationId xmlns:a16="http://schemas.microsoft.com/office/drawing/2014/main" id="{F7EC85DF-35D0-544D-AD1D-39CA8053AA28}"/>
                </a:ext>
              </a:extLst>
            </p:cNvPr>
            <p:cNvSpPr>
              <a:spLocks noChangeShapeType="1"/>
            </p:cNvSpPr>
            <p:nvPr/>
          </p:nvSpPr>
          <p:spPr bwMode="auto">
            <a:xfrm flipV="1">
              <a:off x="492" y="3352"/>
              <a:ext cx="468" cy="4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53" name="Line 34">
              <a:extLst>
                <a:ext uri="{FF2B5EF4-FFF2-40B4-BE49-F238E27FC236}">
                  <a16:creationId xmlns:a16="http://schemas.microsoft.com/office/drawing/2014/main" id="{8862701A-C291-3E43-934F-63B11BF2E42E}"/>
                </a:ext>
              </a:extLst>
            </p:cNvPr>
            <p:cNvSpPr>
              <a:spLocks noChangeShapeType="1"/>
            </p:cNvSpPr>
            <p:nvPr/>
          </p:nvSpPr>
          <p:spPr bwMode="auto">
            <a:xfrm flipV="1">
              <a:off x="504" y="3476"/>
              <a:ext cx="1012" cy="36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54" name="Line 35">
              <a:extLst>
                <a:ext uri="{FF2B5EF4-FFF2-40B4-BE49-F238E27FC236}">
                  <a16:creationId xmlns:a16="http://schemas.microsoft.com/office/drawing/2014/main" id="{216713B9-0427-6D42-B9F4-3157AA01CA8E}"/>
                </a:ext>
              </a:extLst>
            </p:cNvPr>
            <p:cNvSpPr>
              <a:spLocks noChangeShapeType="1"/>
            </p:cNvSpPr>
            <p:nvPr/>
          </p:nvSpPr>
          <p:spPr bwMode="auto">
            <a:xfrm flipH="1">
              <a:off x="1352" y="3496"/>
              <a:ext cx="180" cy="20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55" name="Line 36">
              <a:extLst>
                <a:ext uri="{FF2B5EF4-FFF2-40B4-BE49-F238E27FC236}">
                  <a16:creationId xmlns:a16="http://schemas.microsoft.com/office/drawing/2014/main" id="{47B259BE-5272-F74D-8515-BE4C78B44412}"/>
                </a:ext>
              </a:extLst>
            </p:cNvPr>
            <p:cNvSpPr>
              <a:spLocks noChangeShapeType="1"/>
            </p:cNvSpPr>
            <p:nvPr/>
          </p:nvSpPr>
          <p:spPr bwMode="auto">
            <a:xfrm>
              <a:off x="1596" y="3488"/>
              <a:ext cx="136" cy="1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56" name="Line 37">
              <a:extLst>
                <a:ext uri="{FF2B5EF4-FFF2-40B4-BE49-F238E27FC236}">
                  <a16:creationId xmlns:a16="http://schemas.microsoft.com/office/drawing/2014/main" id="{1D6A683B-17BC-9345-99FF-C5049A4EFEBA}"/>
                </a:ext>
              </a:extLst>
            </p:cNvPr>
            <p:cNvSpPr>
              <a:spLocks noChangeShapeType="1"/>
            </p:cNvSpPr>
            <p:nvPr/>
          </p:nvSpPr>
          <p:spPr bwMode="auto">
            <a:xfrm flipV="1">
              <a:off x="1796" y="3564"/>
              <a:ext cx="636" cy="11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57" name="Line 38">
              <a:extLst>
                <a:ext uri="{FF2B5EF4-FFF2-40B4-BE49-F238E27FC236}">
                  <a16:creationId xmlns:a16="http://schemas.microsoft.com/office/drawing/2014/main" id="{2BDF08BE-6B8E-1140-BD10-129499179B1A}"/>
                </a:ext>
              </a:extLst>
            </p:cNvPr>
            <p:cNvSpPr>
              <a:spLocks noChangeShapeType="1"/>
            </p:cNvSpPr>
            <p:nvPr/>
          </p:nvSpPr>
          <p:spPr bwMode="auto">
            <a:xfrm flipV="1">
              <a:off x="1764" y="2876"/>
              <a:ext cx="176" cy="77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58" name="Line 39">
              <a:extLst>
                <a:ext uri="{FF2B5EF4-FFF2-40B4-BE49-F238E27FC236}">
                  <a16:creationId xmlns:a16="http://schemas.microsoft.com/office/drawing/2014/main" id="{EBC81FCA-0379-7144-807E-34B11F7E983A}"/>
                </a:ext>
              </a:extLst>
            </p:cNvPr>
            <p:cNvSpPr>
              <a:spLocks noChangeShapeType="1"/>
            </p:cNvSpPr>
            <p:nvPr/>
          </p:nvSpPr>
          <p:spPr bwMode="auto">
            <a:xfrm flipH="1" flipV="1">
              <a:off x="2428" y="2880"/>
              <a:ext cx="48" cy="6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59" name="Line 40">
              <a:extLst>
                <a:ext uri="{FF2B5EF4-FFF2-40B4-BE49-F238E27FC236}">
                  <a16:creationId xmlns:a16="http://schemas.microsoft.com/office/drawing/2014/main" id="{2BA8A085-918A-CC4F-99DD-4B247705E00B}"/>
                </a:ext>
              </a:extLst>
            </p:cNvPr>
            <p:cNvSpPr>
              <a:spLocks noChangeShapeType="1"/>
            </p:cNvSpPr>
            <p:nvPr/>
          </p:nvSpPr>
          <p:spPr bwMode="auto">
            <a:xfrm flipV="1">
              <a:off x="2524" y="3336"/>
              <a:ext cx="440" cy="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60" name="Line 41">
              <a:extLst>
                <a:ext uri="{FF2B5EF4-FFF2-40B4-BE49-F238E27FC236}">
                  <a16:creationId xmlns:a16="http://schemas.microsoft.com/office/drawing/2014/main" id="{0E73A534-9068-414E-AC18-C338D391D7FE}"/>
                </a:ext>
              </a:extLst>
            </p:cNvPr>
            <p:cNvSpPr>
              <a:spLocks noChangeShapeType="1"/>
            </p:cNvSpPr>
            <p:nvPr/>
          </p:nvSpPr>
          <p:spPr bwMode="auto">
            <a:xfrm flipH="1" flipV="1">
              <a:off x="944" y="2592"/>
              <a:ext cx="40" cy="6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61" name="Line 42">
              <a:extLst>
                <a:ext uri="{FF2B5EF4-FFF2-40B4-BE49-F238E27FC236}">
                  <a16:creationId xmlns:a16="http://schemas.microsoft.com/office/drawing/2014/main" id="{A64E5004-7504-7341-913A-568B5C341131}"/>
                </a:ext>
              </a:extLst>
            </p:cNvPr>
            <p:cNvSpPr>
              <a:spLocks noChangeShapeType="1"/>
            </p:cNvSpPr>
            <p:nvPr/>
          </p:nvSpPr>
          <p:spPr bwMode="auto">
            <a:xfrm flipH="1">
              <a:off x="1024" y="2920"/>
              <a:ext cx="320" cy="3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62" name="Line 43">
              <a:extLst>
                <a:ext uri="{FF2B5EF4-FFF2-40B4-BE49-F238E27FC236}">
                  <a16:creationId xmlns:a16="http://schemas.microsoft.com/office/drawing/2014/main" id="{3156F979-3D9F-C44D-BD7F-1CA6050D7958}"/>
                </a:ext>
              </a:extLst>
            </p:cNvPr>
            <p:cNvSpPr>
              <a:spLocks noChangeShapeType="1"/>
            </p:cNvSpPr>
            <p:nvPr/>
          </p:nvSpPr>
          <p:spPr bwMode="auto">
            <a:xfrm>
              <a:off x="1388" y="2924"/>
              <a:ext cx="164" cy="4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63" name="Line 44">
              <a:extLst>
                <a:ext uri="{FF2B5EF4-FFF2-40B4-BE49-F238E27FC236}">
                  <a16:creationId xmlns:a16="http://schemas.microsoft.com/office/drawing/2014/main" id="{B00B85F6-DFCC-4346-98D9-2B3F7F1860A6}"/>
                </a:ext>
              </a:extLst>
            </p:cNvPr>
            <p:cNvSpPr>
              <a:spLocks noChangeShapeType="1"/>
            </p:cNvSpPr>
            <p:nvPr/>
          </p:nvSpPr>
          <p:spPr bwMode="auto">
            <a:xfrm flipV="1">
              <a:off x="1416" y="2836"/>
              <a:ext cx="480" cy="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64" name="Line 45">
              <a:extLst>
                <a:ext uri="{FF2B5EF4-FFF2-40B4-BE49-F238E27FC236}">
                  <a16:creationId xmlns:a16="http://schemas.microsoft.com/office/drawing/2014/main" id="{9FB8D2F3-0E71-D343-8329-CE0D982FF0E3}"/>
                </a:ext>
              </a:extLst>
            </p:cNvPr>
            <p:cNvSpPr>
              <a:spLocks noChangeShapeType="1"/>
            </p:cNvSpPr>
            <p:nvPr/>
          </p:nvSpPr>
          <p:spPr bwMode="auto">
            <a:xfrm flipV="1">
              <a:off x="3500" y="1816"/>
              <a:ext cx="244" cy="3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65" name="Line 46">
              <a:extLst>
                <a:ext uri="{FF2B5EF4-FFF2-40B4-BE49-F238E27FC236}">
                  <a16:creationId xmlns:a16="http://schemas.microsoft.com/office/drawing/2014/main" id="{B79CF442-0A26-1D42-A0DD-9D1308DA992C}"/>
                </a:ext>
              </a:extLst>
            </p:cNvPr>
            <p:cNvSpPr>
              <a:spLocks noChangeShapeType="1"/>
            </p:cNvSpPr>
            <p:nvPr/>
          </p:nvSpPr>
          <p:spPr bwMode="auto">
            <a:xfrm flipH="1">
              <a:off x="3292" y="1780"/>
              <a:ext cx="432" cy="1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66" name="Line 47">
              <a:extLst>
                <a:ext uri="{FF2B5EF4-FFF2-40B4-BE49-F238E27FC236}">
                  <a16:creationId xmlns:a16="http://schemas.microsoft.com/office/drawing/2014/main" id="{3A1E3C38-56F0-094C-923C-2EFBD48676FD}"/>
                </a:ext>
              </a:extLst>
            </p:cNvPr>
            <p:cNvSpPr>
              <a:spLocks noChangeShapeType="1"/>
            </p:cNvSpPr>
            <p:nvPr/>
          </p:nvSpPr>
          <p:spPr bwMode="auto">
            <a:xfrm flipH="1" flipV="1">
              <a:off x="2180" y="1456"/>
              <a:ext cx="1548" cy="2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67" name="Line 48">
              <a:extLst>
                <a:ext uri="{FF2B5EF4-FFF2-40B4-BE49-F238E27FC236}">
                  <a16:creationId xmlns:a16="http://schemas.microsoft.com/office/drawing/2014/main" id="{4BCA8CCD-CD10-A74A-9341-5EB882CFA4BA}"/>
                </a:ext>
              </a:extLst>
            </p:cNvPr>
            <p:cNvSpPr>
              <a:spLocks noChangeShapeType="1"/>
            </p:cNvSpPr>
            <p:nvPr/>
          </p:nvSpPr>
          <p:spPr bwMode="auto">
            <a:xfrm flipV="1">
              <a:off x="1944" y="2392"/>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68" name="Line 49">
              <a:extLst>
                <a:ext uri="{FF2B5EF4-FFF2-40B4-BE49-F238E27FC236}">
                  <a16:creationId xmlns:a16="http://schemas.microsoft.com/office/drawing/2014/main" id="{6A3CF726-554F-D149-9650-9D41E678C48F}"/>
                </a:ext>
              </a:extLst>
            </p:cNvPr>
            <p:cNvSpPr>
              <a:spLocks noChangeShapeType="1"/>
            </p:cNvSpPr>
            <p:nvPr/>
          </p:nvSpPr>
          <p:spPr bwMode="auto">
            <a:xfrm>
              <a:off x="1996" y="2356"/>
              <a:ext cx="432" cy="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69" name="Line 50">
              <a:extLst>
                <a:ext uri="{FF2B5EF4-FFF2-40B4-BE49-F238E27FC236}">
                  <a16:creationId xmlns:a16="http://schemas.microsoft.com/office/drawing/2014/main" id="{1663D018-5E68-5347-9F03-24CFA25D906E}"/>
                </a:ext>
              </a:extLst>
            </p:cNvPr>
            <p:cNvSpPr>
              <a:spLocks noChangeShapeType="1"/>
            </p:cNvSpPr>
            <p:nvPr/>
          </p:nvSpPr>
          <p:spPr bwMode="auto">
            <a:xfrm flipV="1">
              <a:off x="1960" y="2052"/>
              <a:ext cx="148" cy="2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70" name="Line 51">
              <a:extLst>
                <a:ext uri="{FF2B5EF4-FFF2-40B4-BE49-F238E27FC236}">
                  <a16:creationId xmlns:a16="http://schemas.microsoft.com/office/drawing/2014/main" id="{D8ED2647-10E1-5246-9975-EC7250D3A60F}"/>
                </a:ext>
              </a:extLst>
            </p:cNvPr>
            <p:cNvSpPr>
              <a:spLocks noChangeShapeType="1"/>
            </p:cNvSpPr>
            <p:nvPr/>
          </p:nvSpPr>
          <p:spPr bwMode="auto">
            <a:xfrm flipV="1">
              <a:off x="2128" y="1488"/>
              <a:ext cx="12" cy="48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71" name="Line 52">
              <a:extLst>
                <a:ext uri="{FF2B5EF4-FFF2-40B4-BE49-F238E27FC236}">
                  <a16:creationId xmlns:a16="http://schemas.microsoft.com/office/drawing/2014/main" id="{177CDBCB-9975-8A44-ADA9-5D37B97E19AD}"/>
                </a:ext>
              </a:extLst>
            </p:cNvPr>
            <p:cNvSpPr>
              <a:spLocks noChangeShapeType="1"/>
            </p:cNvSpPr>
            <p:nvPr/>
          </p:nvSpPr>
          <p:spPr bwMode="auto">
            <a:xfrm>
              <a:off x="2164" y="1480"/>
              <a:ext cx="380" cy="3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72" name="Line 53">
              <a:extLst>
                <a:ext uri="{FF2B5EF4-FFF2-40B4-BE49-F238E27FC236}">
                  <a16:creationId xmlns:a16="http://schemas.microsoft.com/office/drawing/2014/main" id="{0C04BDDB-6038-B740-945A-7C051FD225E8}"/>
                </a:ext>
              </a:extLst>
            </p:cNvPr>
            <p:cNvSpPr>
              <a:spLocks noChangeShapeType="1"/>
            </p:cNvSpPr>
            <p:nvPr/>
          </p:nvSpPr>
          <p:spPr bwMode="auto">
            <a:xfrm>
              <a:off x="2156" y="1488"/>
              <a:ext cx="308" cy="8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73" name="Line 54">
              <a:extLst>
                <a:ext uri="{FF2B5EF4-FFF2-40B4-BE49-F238E27FC236}">
                  <a16:creationId xmlns:a16="http://schemas.microsoft.com/office/drawing/2014/main" id="{DF84182D-8806-8A47-B500-C60DBFB7A329}"/>
                </a:ext>
              </a:extLst>
            </p:cNvPr>
            <p:cNvSpPr>
              <a:spLocks noChangeShapeType="1"/>
            </p:cNvSpPr>
            <p:nvPr/>
          </p:nvSpPr>
          <p:spPr bwMode="auto">
            <a:xfrm flipV="1">
              <a:off x="2512" y="2056"/>
              <a:ext cx="364" cy="3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74" name="Line 55">
              <a:extLst>
                <a:ext uri="{FF2B5EF4-FFF2-40B4-BE49-F238E27FC236}">
                  <a16:creationId xmlns:a16="http://schemas.microsoft.com/office/drawing/2014/main" id="{E6FE3BC1-EDEB-5F4C-A52B-342267BC6A2B}"/>
                </a:ext>
              </a:extLst>
            </p:cNvPr>
            <p:cNvSpPr>
              <a:spLocks noChangeShapeType="1"/>
            </p:cNvSpPr>
            <p:nvPr/>
          </p:nvSpPr>
          <p:spPr bwMode="auto">
            <a:xfrm flipH="1" flipV="1">
              <a:off x="2188" y="2016"/>
              <a:ext cx="672" cy="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75" name="Line 56">
              <a:extLst>
                <a:ext uri="{FF2B5EF4-FFF2-40B4-BE49-F238E27FC236}">
                  <a16:creationId xmlns:a16="http://schemas.microsoft.com/office/drawing/2014/main" id="{5C9DEB57-F52F-B043-8CD0-C5EF94425510}"/>
                </a:ext>
              </a:extLst>
            </p:cNvPr>
            <p:cNvSpPr>
              <a:spLocks noChangeShapeType="1"/>
            </p:cNvSpPr>
            <p:nvPr/>
          </p:nvSpPr>
          <p:spPr bwMode="auto">
            <a:xfrm>
              <a:off x="2616" y="1888"/>
              <a:ext cx="252" cy="10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76" name="Line 57">
              <a:extLst>
                <a:ext uri="{FF2B5EF4-FFF2-40B4-BE49-F238E27FC236}">
                  <a16:creationId xmlns:a16="http://schemas.microsoft.com/office/drawing/2014/main" id="{C9117F15-DD41-0D4E-BB07-DA0B447A0099}"/>
                </a:ext>
              </a:extLst>
            </p:cNvPr>
            <p:cNvSpPr>
              <a:spLocks noChangeShapeType="1"/>
            </p:cNvSpPr>
            <p:nvPr/>
          </p:nvSpPr>
          <p:spPr bwMode="auto">
            <a:xfrm>
              <a:off x="2612" y="1856"/>
              <a:ext cx="584" cy="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77" name="Line 58">
              <a:extLst>
                <a:ext uri="{FF2B5EF4-FFF2-40B4-BE49-F238E27FC236}">
                  <a16:creationId xmlns:a16="http://schemas.microsoft.com/office/drawing/2014/main" id="{AB286C3E-C002-0D4C-8D0F-ACB3E468B6FC}"/>
                </a:ext>
              </a:extLst>
            </p:cNvPr>
            <p:cNvSpPr>
              <a:spLocks noChangeShapeType="1"/>
            </p:cNvSpPr>
            <p:nvPr/>
          </p:nvSpPr>
          <p:spPr bwMode="auto">
            <a:xfrm flipV="1">
              <a:off x="3136" y="2288"/>
              <a:ext cx="308" cy="3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78" name="Line 59">
              <a:extLst>
                <a:ext uri="{FF2B5EF4-FFF2-40B4-BE49-F238E27FC236}">
                  <a16:creationId xmlns:a16="http://schemas.microsoft.com/office/drawing/2014/main" id="{5BD892B9-0BE5-BE44-99A6-C75D36F87136}"/>
                </a:ext>
              </a:extLst>
            </p:cNvPr>
            <p:cNvSpPr>
              <a:spLocks noChangeShapeType="1"/>
            </p:cNvSpPr>
            <p:nvPr/>
          </p:nvSpPr>
          <p:spPr bwMode="auto">
            <a:xfrm flipH="1">
              <a:off x="2456" y="1968"/>
              <a:ext cx="780" cy="8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79" name="Line 60">
              <a:extLst>
                <a:ext uri="{FF2B5EF4-FFF2-40B4-BE49-F238E27FC236}">
                  <a16:creationId xmlns:a16="http://schemas.microsoft.com/office/drawing/2014/main" id="{0364F425-2C48-4945-9C8B-4F5AED4445F8}"/>
                </a:ext>
              </a:extLst>
            </p:cNvPr>
            <p:cNvSpPr>
              <a:spLocks noChangeShapeType="1"/>
            </p:cNvSpPr>
            <p:nvPr/>
          </p:nvSpPr>
          <p:spPr bwMode="auto">
            <a:xfrm flipH="1">
              <a:off x="3104" y="1964"/>
              <a:ext cx="144" cy="6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80" name="Line 61">
              <a:extLst>
                <a:ext uri="{FF2B5EF4-FFF2-40B4-BE49-F238E27FC236}">
                  <a16:creationId xmlns:a16="http://schemas.microsoft.com/office/drawing/2014/main" id="{18EFE199-2520-704C-9BB4-12CD6AB78D6A}"/>
                </a:ext>
              </a:extLst>
            </p:cNvPr>
            <p:cNvSpPr>
              <a:spLocks noChangeShapeType="1"/>
            </p:cNvSpPr>
            <p:nvPr/>
          </p:nvSpPr>
          <p:spPr bwMode="auto">
            <a:xfrm flipH="1">
              <a:off x="3012" y="2688"/>
              <a:ext cx="72" cy="5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81" name="Line 62">
              <a:extLst>
                <a:ext uri="{FF2B5EF4-FFF2-40B4-BE49-F238E27FC236}">
                  <a16:creationId xmlns:a16="http://schemas.microsoft.com/office/drawing/2014/main" id="{D49F8F83-7492-8944-8F94-D1276A68E756}"/>
                </a:ext>
              </a:extLst>
            </p:cNvPr>
            <p:cNvSpPr>
              <a:spLocks noChangeShapeType="1"/>
            </p:cNvSpPr>
            <p:nvPr/>
          </p:nvSpPr>
          <p:spPr bwMode="auto">
            <a:xfrm>
              <a:off x="3136" y="2672"/>
              <a:ext cx="360" cy="596"/>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82" name="Line 63">
              <a:extLst>
                <a:ext uri="{FF2B5EF4-FFF2-40B4-BE49-F238E27FC236}">
                  <a16:creationId xmlns:a16="http://schemas.microsoft.com/office/drawing/2014/main" id="{6C435E3B-DE41-5941-B1D6-058A8A6D8D50}"/>
                </a:ext>
              </a:extLst>
            </p:cNvPr>
            <p:cNvSpPr>
              <a:spLocks noChangeShapeType="1"/>
            </p:cNvSpPr>
            <p:nvPr/>
          </p:nvSpPr>
          <p:spPr bwMode="auto">
            <a:xfrm>
              <a:off x="3148" y="2640"/>
              <a:ext cx="196" cy="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83" name="Line 64">
              <a:extLst>
                <a:ext uri="{FF2B5EF4-FFF2-40B4-BE49-F238E27FC236}">
                  <a16:creationId xmlns:a16="http://schemas.microsoft.com/office/drawing/2014/main" id="{26A9D52B-04A1-0444-99D4-427C2C214A49}"/>
                </a:ext>
              </a:extLst>
            </p:cNvPr>
            <p:cNvSpPr>
              <a:spLocks noChangeShapeType="1"/>
            </p:cNvSpPr>
            <p:nvPr/>
          </p:nvSpPr>
          <p:spPr bwMode="auto">
            <a:xfrm>
              <a:off x="888" y="1872"/>
              <a:ext cx="48" cy="6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84" name="Line 65">
              <a:extLst>
                <a:ext uri="{FF2B5EF4-FFF2-40B4-BE49-F238E27FC236}">
                  <a16:creationId xmlns:a16="http://schemas.microsoft.com/office/drawing/2014/main" id="{75BD9CC4-C09B-4C4E-A5EB-255D0D7C9FBC}"/>
                </a:ext>
              </a:extLst>
            </p:cNvPr>
            <p:cNvSpPr>
              <a:spLocks noChangeShapeType="1"/>
            </p:cNvSpPr>
            <p:nvPr/>
          </p:nvSpPr>
          <p:spPr bwMode="auto">
            <a:xfrm>
              <a:off x="368" y="2200"/>
              <a:ext cx="524" cy="3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85" name="Line 66">
              <a:extLst>
                <a:ext uri="{FF2B5EF4-FFF2-40B4-BE49-F238E27FC236}">
                  <a16:creationId xmlns:a16="http://schemas.microsoft.com/office/drawing/2014/main" id="{7059C47D-78C0-4D44-83F4-C51C43BF14CC}"/>
                </a:ext>
              </a:extLst>
            </p:cNvPr>
            <p:cNvSpPr>
              <a:spLocks noChangeShapeType="1"/>
            </p:cNvSpPr>
            <p:nvPr/>
          </p:nvSpPr>
          <p:spPr bwMode="auto">
            <a:xfrm flipH="1">
              <a:off x="976" y="2096"/>
              <a:ext cx="500" cy="41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86" name="Line 67">
              <a:extLst>
                <a:ext uri="{FF2B5EF4-FFF2-40B4-BE49-F238E27FC236}">
                  <a16:creationId xmlns:a16="http://schemas.microsoft.com/office/drawing/2014/main" id="{14E86146-96BB-DF4A-8C46-5088F60BEC41}"/>
                </a:ext>
              </a:extLst>
            </p:cNvPr>
            <p:cNvSpPr>
              <a:spLocks noChangeShapeType="1"/>
            </p:cNvSpPr>
            <p:nvPr/>
          </p:nvSpPr>
          <p:spPr bwMode="auto">
            <a:xfrm flipH="1">
              <a:off x="932" y="1444"/>
              <a:ext cx="1160" cy="3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87" name="Line 68">
              <a:extLst>
                <a:ext uri="{FF2B5EF4-FFF2-40B4-BE49-F238E27FC236}">
                  <a16:creationId xmlns:a16="http://schemas.microsoft.com/office/drawing/2014/main" id="{DD983449-33D2-2E41-B0AA-91E373E6D8A0}"/>
                </a:ext>
              </a:extLst>
            </p:cNvPr>
            <p:cNvSpPr>
              <a:spLocks noChangeShapeType="1"/>
            </p:cNvSpPr>
            <p:nvPr/>
          </p:nvSpPr>
          <p:spPr bwMode="auto">
            <a:xfrm flipH="1">
              <a:off x="368" y="1848"/>
              <a:ext cx="480" cy="2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88" name="Line 69">
              <a:extLst>
                <a:ext uri="{FF2B5EF4-FFF2-40B4-BE49-F238E27FC236}">
                  <a16:creationId xmlns:a16="http://schemas.microsoft.com/office/drawing/2014/main" id="{DC954F58-B78D-DA43-BD62-AA565162CE3D}"/>
                </a:ext>
              </a:extLst>
            </p:cNvPr>
            <p:cNvSpPr>
              <a:spLocks noChangeShapeType="1"/>
            </p:cNvSpPr>
            <p:nvPr/>
          </p:nvSpPr>
          <p:spPr bwMode="auto">
            <a:xfrm flipV="1">
              <a:off x="384" y="2064"/>
              <a:ext cx="1080" cy="1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89" name="Line 70">
              <a:extLst>
                <a:ext uri="{FF2B5EF4-FFF2-40B4-BE49-F238E27FC236}">
                  <a16:creationId xmlns:a16="http://schemas.microsoft.com/office/drawing/2014/main" id="{7B7B895A-AA98-BA41-9547-71064AB14407}"/>
                </a:ext>
              </a:extLst>
            </p:cNvPr>
            <p:cNvSpPr>
              <a:spLocks noChangeShapeType="1"/>
            </p:cNvSpPr>
            <p:nvPr/>
          </p:nvSpPr>
          <p:spPr bwMode="auto">
            <a:xfrm>
              <a:off x="340" y="2216"/>
              <a:ext cx="200" cy="9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90" name="Line 71">
              <a:extLst>
                <a:ext uri="{FF2B5EF4-FFF2-40B4-BE49-F238E27FC236}">
                  <a16:creationId xmlns:a16="http://schemas.microsoft.com/office/drawing/2014/main" id="{1B250E9E-8466-1F40-8472-970FD298079F}"/>
                </a:ext>
              </a:extLst>
            </p:cNvPr>
            <p:cNvSpPr>
              <a:spLocks noChangeShapeType="1"/>
            </p:cNvSpPr>
            <p:nvPr/>
          </p:nvSpPr>
          <p:spPr bwMode="auto">
            <a:xfrm>
              <a:off x="1548" y="2096"/>
              <a:ext cx="360" cy="2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91" name="Line 72">
              <a:extLst>
                <a:ext uri="{FF2B5EF4-FFF2-40B4-BE49-F238E27FC236}">
                  <a16:creationId xmlns:a16="http://schemas.microsoft.com/office/drawing/2014/main" id="{7AD77FB7-F723-5941-8C6B-7157DFE8A244}"/>
                </a:ext>
              </a:extLst>
            </p:cNvPr>
            <p:cNvSpPr>
              <a:spLocks noChangeShapeType="1"/>
            </p:cNvSpPr>
            <p:nvPr/>
          </p:nvSpPr>
          <p:spPr bwMode="auto">
            <a:xfrm>
              <a:off x="984" y="2560"/>
              <a:ext cx="928" cy="2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92" name="Line 73">
              <a:extLst>
                <a:ext uri="{FF2B5EF4-FFF2-40B4-BE49-F238E27FC236}">
                  <a16:creationId xmlns:a16="http://schemas.microsoft.com/office/drawing/2014/main" id="{C5961B2A-9B37-3B42-AFFE-9BF19E96C12E}"/>
                </a:ext>
              </a:extLst>
            </p:cNvPr>
            <p:cNvSpPr>
              <a:spLocks noChangeShapeType="1"/>
            </p:cNvSpPr>
            <p:nvPr/>
          </p:nvSpPr>
          <p:spPr bwMode="auto">
            <a:xfrm flipV="1">
              <a:off x="1992" y="2824"/>
              <a:ext cx="388"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93" name="Line 74">
              <a:extLst>
                <a:ext uri="{FF2B5EF4-FFF2-40B4-BE49-F238E27FC236}">
                  <a16:creationId xmlns:a16="http://schemas.microsoft.com/office/drawing/2014/main" id="{C908C2D8-5461-174D-9071-327296891143}"/>
                </a:ext>
              </a:extLst>
            </p:cNvPr>
            <p:cNvSpPr>
              <a:spLocks noChangeShapeType="1"/>
            </p:cNvSpPr>
            <p:nvPr/>
          </p:nvSpPr>
          <p:spPr bwMode="auto">
            <a:xfrm flipH="1">
              <a:off x="1788" y="2872"/>
              <a:ext cx="612" cy="7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94" name="Line 75">
              <a:extLst>
                <a:ext uri="{FF2B5EF4-FFF2-40B4-BE49-F238E27FC236}">
                  <a16:creationId xmlns:a16="http://schemas.microsoft.com/office/drawing/2014/main" id="{86C3452E-82B5-D44F-B94B-CFBC2FB34737}"/>
                </a:ext>
              </a:extLst>
            </p:cNvPr>
            <p:cNvSpPr>
              <a:spLocks noChangeShapeType="1"/>
            </p:cNvSpPr>
            <p:nvPr/>
          </p:nvSpPr>
          <p:spPr bwMode="auto">
            <a:xfrm flipH="1">
              <a:off x="600" y="2848"/>
              <a:ext cx="1788" cy="35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95" name="Line 76">
              <a:extLst>
                <a:ext uri="{FF2B5EF4-FFF2-40B4-BE49-F238E27FC236}">
                  <a16:creationId xmlns:a16="http://schemas.microsoft.com/office/drawing/2014/main" id="{D22F54DA-09DD-A340-A866-B4F74898B657}"/>
                </a:ext>
              </a:extLst>
            </p:cNvPr>
            <p:cNvSpPr>
              <a:spLocks noChangeShapeType="1"/>
            </p:cNvSpPr>
            <p:nvPr/>
          </p:nvSpPr>
          <p:spPr bwMode="auto">
            <a:xfrm>
              <a:off x="2504" y="2440"/>
              <a:ext cx="468" cy="8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96" name="Line 77">
              <a:extLst>
                <a:ext uri="{FF2B5EF4-FFF2-40B4-BE49-F238E27FC236}">
                  <a16:creationId xmlns:a16="http://schemas.microsoft.com/office/drawing/2014/main" id="{D73C68D6-7EF4-E045-9D1F-1BDAA99C6501}"/>
                </a:ext>
              </a:extLst>
            </p:cNvPr>
            <p:cNvSpPr>
              <a:spLocks noChangeShapeType="1"/>
            </p:cNvSpPr>
            <p:nvPr/>
          </p:nvSpPr>
          <p:spPr bwMode="auto">
            <a:xfrm>
              <a:off x="3044" y="3288"/>
              <a:ext cx="424" cy="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
        <p:nvSpPr>
          <p:cNvPr id="29702" name="Oval 78">
            <a:extLst>
              <a:ext uri="{FF2B5EF4-FFF2-40B4-BE49-F238E27FC236}">
                <a16:creationId xmlns:a16="http://schemas.microsoft.com/office/drawing/2014/main" id="{AC1718F9-3E60-9240-AAC9-984774F8BB36}"/>
              </a:ext>
            </a:extLst>
          </p:cNvPr>
          <p:cNvSpPr>
            <a:spLocks noChangeArrowheads="1"/>
          </p:cNvSpPr>
          <p:nvPr/>
        </p:nvSpPr>
        <p:spPr bwMode="auto">
          <a:xfrm>
            <a:off x="7810500" y="1828800"/>
            <a:ext cx="152400" cy="152400"/>
          </a:xfrm>
          <a:prstGeom prst="ellipse">
            <a:avLst/>
          </a:prstGeom>
          <a:solidFill>
            <a:srgbClr val="FF0000"/>
          </a:solidFill>
          <a:ln w="9525">
            <a:solidFill>
              <a:srgbClr val="FF0000"/>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703" name="Line 79">
            <a:extLst>
              <a:ext uri="{FF2B5EF4-FFF2-40B4-BE49-F238E27FC236}">
                <a16:creationId xmlns:a16="http://schemas.microsoft.com/office/drawing/2014/main" id="{70DFEF9A-6570-0D43-BD42-74DCF7F1D4BF}"/>
              </a:ext>
            </a:extLst>
          </p:cNvPr>
          <p:cNvSpPr>
            <a:spLocks noChangeShapeType="1"/>
          </p:cNvSpPr>
          <p:nvPr/>
        </p:nvSpPr>
        <p:spPr bwMode="auto">
          <a:xfrm>
            <a:off x="7886700" y="1828800"/>
            <a:ext cx="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04" name="Line 80">
            <a:extLst>
              <a:ext uri="{FF2B5EF4-FFF2-40B4-BE49-F238E27FC236}">
                <a16:creationId xmlns:a16="http://schemas.microsoft.com/office/drawing/2014/main" id="{9E3747BC-49C2-294B-BF7D-D94432B51648}"/>
              </a:ext>
            </a:extLst>
          </p:cNvPr>
          <p:cNvSpPr>
            <a:spLocks noChangeShapeType="1"/>
          </p:cNvSpPr>
          <p:nvPr/>
        </p:nvSpPr>
        <p:spPr bwMode="auto">
          <a:xfrm flipH="1">
            <a:off x="7429500" y="1981200"/>
            <a:ext cx="4572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05" name="Line 81">
            <a:extLst>
              <a:ext uri="{FF2B5EF4-FFF2-40B4-BE49-F238E27FC236}">
                <a16:creationId xmlns:a16="http://schemas.microsoft.com/office/drawing/2014/main" id="{990FDBC1-D874-E640-9F61-B14ADE077B40}"/>
              </a:ext>
            </a:extLst>
          </p:cNvPr>
          <p:cNvSpPr>
            <a:spLocks noChangeShapeType="1"/>
          </p:cNvSpPr>
          <p:nvPr/>
        </p:nvSpPr>
        <p:spPr bwMode="auto">
          <a:xfrm>
            <a:off x="7886700" y="1981200"/>
            <a:ext cx="4572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06" name="Oval 82">
            <a:extLst>
              <a:ext uri="{FF2B5EF4-FFF2-40B4-BE49-F238E27FC236}">
                <a16:creationId xmlns:a16="http://schemas.microsoft.com/office/drawing/2014/main" id="{A299946A-EACF-6042-ABA0-5EC217CE685F}"/>
              </a:ext>
            </a:extLst>
          </p:cNvPr>
          <p:cNvSpPr>
            <a:spLocks noChangeArrowheads="1"/>
          </p:cNvSpPr>
          <p:nvPr/>
        </p:nvSpPr>
        <p:spPr bwMode="auto">
          <a:xfrm>
            <a:off x="7353300" y="2590800"/>
            <a:ext cx="152400" cy="152400"/>
          </a:xfrm>
          <a:prstGeom prst="ellipse">
            <a:avLst/>
          </a:prstGeom>
          <a:solidFill>
            <a:srgbClr val="0033CC"/>
          </a:solidFill>
          <a:ln w="9525">
            <a:solidFill>
              <a:srgbClr val="0033CC"/>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707" name="Oval 83">
            <a:extLst>
              <a:ext uri="{FF2B5EF4-FFF2-40B4-BE49-F238E27FC236}">
                <a16:creationId xmlns:a16="http://schemas.microsoft.com/office/drawing/2014/main" id="{0F56A9E3-0A13-9B44-B3B8-BB5565201FB4}"/>
              </a:ext>
            </a:extLst>
          </p:cNvPr>
          <p:cNvSpPr>
            <a:spLocks noChangeArrowheads="1"/>
          </p:cNvSpPr>
          <p:nvPr/>
        </p:nvSpPr>
        <p:spPr bwMode="auto">
          <a:xfrm>
            <a:off x="8267700" y="2590800"/>
            <a:ext cx="152400" cy="152400"/>
          </a:xfrm>
          <a:prstGeom prst="ellipse">
            <a:avLst/>
          </a:prstGeom>
          <a:solidFill>
            <a:srgbClr val="990033"/>
          </a:solidFill>
          <a:ln w="9525">
            <a:solidFill>
              <a:srgbClr val="990033"/>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nvGrpSpPr>
          <p:cNvPr id="29708" name="Group 84">
            <a:extLst>
              <a:ext uri="{FF2B5EF4-FFF2-40B4-BE49-F238E27FC236}">
                <a16:creationId xmlns:a16="http://schemas.microsoft.com/office/drawing/2014/main" id="{CDDD985D-C9DA-F340-9399-926520CE10FF}"/>
              </a:ext>
            </a:extLst>
          </p:cNvPr>
          <p:cNvGrpSpPr>
            <a:grpSpLocks/>
          </p:cNvGrpSpPr>
          <p:nvPr/>
        </p:nvGrpSpPr>
        <p:grpSpPr bwMode="auto">
          <a:xfrm>
            <a:off x="7200900" y="2743200"/>
            <a:ext cx="457200" cy="609600"/>
            <a:chOff x="4176" y="1728"/>
            <a:chExt cx="288" cy="384"/>
          </a:xfrm>
        </p:grpSpPr>
        <p:sp>
          <p:nvSpPr>
            <p:cNvPr id="29722" name="Line 85">
              <a:extLst>
                <a:ext uri="{FF2B5EF4-FFF2-40B4-BE49-F238E27FC236}">
                  <a16:creationId xmlns:a16="http://schemas.microsoft.com/office/drawing/2014/main" id="{858CFF4A-63FD-0144-B6AE-5D6327DEEE46}"/>
                </a:ext>
              </a:extLst>
            </p:cNvPr>
            <p:cNvSpPr>
              <a:spLocks noChangeShapeType="1"/>
            </p:cNvSpPr>
            <p:nvPr/>
          </p:nvSpPr>
          <p:spPr bwMode="auto">
            <a:xfrm flipH="1">
              <a:off x="4176" y="1728"/>
              <a:ext cx="144"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23" name="Line 86">
              <a:extLst>
                <a:ext uri="{FF2B5EF4-FFF2-40B4-BE49-F238E27FC236}">
                  <a16:creationId xmlns:a16="http://schemas.microsoft.com/office/drawing/2014/main" id="{6D885FAC-E274-FE45-BA58-E145CF66D431}"/>
                </a:ext>
              </a:extLst>
            </p:cNvPr>
            <p:cNvSpPr>
              <a:spLocks noChangeShapeType="1"/>
            </p:cNvSpPr>
            <p:nvPr/>
          </p:nvSpPr>
          <p:spPr bwMode="auto">
            <a:xfrm>
              <a:off x="4320" y="1728"/>
              <a:ext cx="144"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
        <p:nvSpPr>
          <p:cNvPr id="29709" name="Line 87">
            <a:extLst>
              <a:ext uri="{FF2B5EF4-FFF2-40B4-BE49-F238E27FC236}">
                <a16:creationId xmlns:a16="http://schemas.microsoft.com/office/drawing/2014/main" id="{2242F57D-3FC4-764C-B278-22BF71B19803}"/>
              </a:ext>
            </a:extLst>
          </p:cNvPr>
          <p:cNvSpPr>
            <a:spLocks noChangeShapeType="1"/>
          </p:cNvSpPr>
          <p:nvPr/>
        </p:nvSpPr>
        <p:spPr bwMode="auto">
          <a:xfrm flipH="1">
            <a:off x="8115300" y="2743200"/>
            <a:ext cx="2286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10" name="Line 88">
            <a:extLst>
              <a:ext uri="{FF2B5EF4-FFF2-40B4-BE49-F238E27FC236}">
                <a16:creationId xmlns:a16="http://schemas.microsoft.com/office/drawing/2014/main" id="{D25DFE88-5FCD-1A41-B7A5-18D9A54E769A}"/>
              </a:ext>
            </a:extLst>
          </p:cNvPr>
          <p:cNvSpPr>
            <a:spLocks noChangeShapeType="1"/>
          </p:cNvSpPr>
          <p:nvPr/>
        </p:nvSpPr>
        <p:spPr bwMode="auto">
          <a:xfrm>
            <a:off x="8343900" y="2743200"/>
            <a:ext cx="3048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11" name="Oval 89">
            <a:extLst>
              <a:ext uri="{FF2B5EF4-FFF2-40B4-BE49-F238E27FC236}">
                <a16:creationId xmlns:a16="http://schemas.microsoft.com/office/drawing/2014/main" id="{D0F04012-61DB-F34C-B045-B9819E2E1F28}"/>
              </a:ext>
            </a:extLst>
          </p:cNvPr>
          <p:cNvSpPr>
            <a:spLocks noChangeArrowheads="1"/>
          </p:cNvSpPr>
          <p:nvPr/>
        </p:nvSpPr>
        <p:spPr bwMode="auto">
          <a:xfrm>
            <a:off x="7124700" y="3352800"/>
            <a:ext cx="152400" cy="152400"/>
          </a:xfrm>
          <a:prstGeom prst="ellipse">
            <a:avLst/>
          </a:prstGeom>
          <a:solidFill>
            <a:schemeClr val="hlink"/>
          </a:solidFill>
          <a:ln w="9525">
            <a:solidFill>
              <a:schemeClr val="hlink"/>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712" name="Oval 90">
            <a:extLst>
              <a:ext uri="{FF2B5EF4-FFF2-40B4-BE49-F238E27FC236}">
                <a16:creationId xmlns:a16="http://schemas.microsoft.com/office/drawing/2014/main" id="{6DB976C7-9A05-AA4A-B8AD-82A321E4E87D}"/>
              </a:ext>
            </a:extLst>
          </p:cNvPr>
          <p:cNvSpPr>
            <a:spLocks noChangeArrowheads="1"/>
          </p:cNvSpPr>
          <p:nvPr/>
        </p:nvSpPr>
        <p:spPr bwMode="auto">
          <a:xfrm>
            <a:off x="7581900" y="3352800"/>
            <a:ext cx="152400" cy="152400"/>
          </a:xfrm>
          <a:prstGeom prst="ellipse">
            <a:avLst/>
          </a:prstGeom>
          <a:solidFill>
            <a:schemeClr val="folHlink"/>
          </a:solidFill>
          <a:ln w="9525">
            <a:solidFill>
              <a:schemeClr val="folHlink"/>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713" name="Oval 91">
            <a:extLst>
              <a:ext uri="{FF2B5EF4-FFF2-40B4-BE49-F238E27FC236}">
                <a16:creationId xmlns:a16="http://schemas.microsoft.com/office/drawing/2014/main" id="{2E308249-9B28-8B4C-98C6-37CA5C858CCC}"/>
              </a:ext>
            </a:extLst>
          </p:cNvPr>
          <p:cNvSpPr>
            <a:spLocks noChangeArrowheads="1"/>
          </p:cNvSpPr>
          <p:nvPr/>
        </p:nvSpPr>
        <p:spPr bwMode="auto">
          <a:xfrm>
            <a:off x="8572500" y="3352800"/>
            <a:ext cx="152400" cy="152400"/>
          </a:xfrm>
          <a:prstGeom prst="ellipse">
            <a:avLst/>
          </a:prstGeom>
          <a:solidFill>
            <a:srgbClr val="FF33CC"/>
          </a:solidFill>
          <a:ln w="9525">
            <a:solidFill>
              <a:srgbClr val="FF33CC"/>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714" name="Oval 92">
            <a:extLst>
              <a:ext uri="{FF2B5EF4-FFF2-40B4-BE49-F238E27FC236}">
                <a16:creationId xmlns:a16="http://schemas.microsoft.com/office/drawing/2014/main" id="{7EDAE605-40FB-8049-8085-DBC2232132B2}"/>
              </a:ext>
            </a:extLst>
          </p:cNvPr>
          <p:cNvSpPr>
            <a:spLocks noChangeArrowheads="1"/>
          </p:cNvSpPr>
          <p:nvPr/>
        </p:nvSpPr>
        <p:spPr bwMode="auto">
          <a:xfrm>
            <a:off x="8039100" y="3352800"/>
            <a:ext cx="152400" cy="152400"/>
          </a:xfrm>
          <a:prstGeom prst="ellipse">
            <a:avLst/>
          </a:prstGeom>
          <a:solidFill>
            <a:schemeClr val="folHlink"/>
          </a:solidFill>
          <a:ln w="9525">
            <a:solidFill>
              <a:schemeClr val="folHlink"/>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nvGrpSpPr>
          <p:cNvPr id="4" name="Group 103">
            <a:extLst>
              <a:ext uri="{FF2B5EF4-FFF2-40B4-BE49-F238E27FC236}">
                <a16:creationId xmlns:a16="http://schemas.microsoft.com/office/drawing/2014/main" id="{BE304DD2-8B2C-D54C-8DE9-5F173A9031C8}"/>
              </a:ext>
            </a:extLst>
          </p:cNvPr>
          <p:cNvGrpSpPr>
            <a:grpSpLocks/>
          </p:cNvGrpSpPr>
          <p:nvPr/>
        </p:nvGrpSpPr>
        <p:grpSpPr bwMode="auto">
          <a:xfrm>
            <a:off x="7353300" y="3505200"/>
            <a:ext cx="609600" cy="762000"/>
            <a:chOff x="4272" y="2208"/>
            <a:chExt cx="384" cy="480"/>
          </a:xfrm>
        </p:grpSpPr>
        <p:grpSp>
          <p:nvGrpSpPr>
            <p:cNvPr id="29717" name="Group 93">
              <a:extLst>
                <a:ext uri="{FF2B5EF4-FFF2-40B4-BE49-F238E27FC236}">
                  <a16:creationId xmlns:a16="http://schemas.microsoft.com/office/drawing/2014/main" id="{F5E7BF1C-AEF9-ED43-9BAA-EAEA1E544ADF}"/>
                </a:ext>
              </a:extLst>
            </p:cNvPr>
            <p:cNvGrpSpPr>
              <a:grpSpLocks/>
            </p:cNvGrpSpPr>
            <p:nvPr/>
          </p:nvGrpSpPr>
          <p:grpSpPr bwMode="auto">
            <a:xfrm>
              <a:off x="4320" y="2208"/>
              <a:ext cx="288" cy="384"/>
              <a:chOff x="4176" y="1728"/>
              <a:chExt cx="288" cy="384"/>
            </a:xfrm>
          </p:grpSpPr>
          <p:sp>
            <p:nvSpPr>
              <p:cNvPr id="29720" name="Line 94">
                <a:extLst>
                  <a:ext uri="{FF2B5EF4-FFF2-40B4-BE49-F238E27FC236}">
                    <a16:creationId xmlns:a16="http://schemas.microsoft.com/office/drawing/2014/main" id="{7AC202BE-973A-4B43-954D-F822ACAF1A94}"/>
                  </a:ext>
                </a:extLst>
              </p:cNvPr>
              <p:cNvSpPr>
                <a:spLocks noChangeShapeType="1"/>
              </p:cNvSpPr>
              <p:nvPr/>
            </p:nvSpPr>
            <p:spPr bwMode="auto">
              <a:xfrm flipH="1">
                <a:off x="4176" y="1728"/>
                <a:ext cx="144"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9721" name="Line 95">
                <a:extLst>
                  <a:ext uri="{FF2B5EF4-FFF2-40B4-BE49-F238E27FC236}">
                    <a16:creationId xmlns:a16="http://schemas.microsoft.com/office/drawing/2014/main" id="{C821B94F-1D37-D84D-91E5-0DE12ABA5FD4}"/>
                  </a:ext>
                </a:extLst>
              </p:cNvPr>
              <p:cNvSpPr>
                <a:spLocks noChangeShapeType="1"/>
              </p:cNvSpPr>
              <p:nvPr/>
            </p:nvSpPr>
            <p:spPr bwMode="auto">
              <a:xfrm>
                <a:off x="4320" y="1728"/>
                <a:ext cx="144"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
          <p:nvSpPr>
            <p:cNvPr id="29718" name="Oval 97">
              <a:extLst>
                <a:ext uri="{FF2B5EF4-FFF2-40B4-BE49-F238E27FC236}">
                  <a16:creationId xmlns:a16="http://schemas.microsoft.com/office/drawing/2014/main" id="{ACABD1F3-85F5-CA41-B6DE-5C7D83331E41}"/>
                </a:ext>
              </a:extLst>
            </p:cNvPr>
            <p:cNvSpPr>
              <a:spLocks noChangeArrowheads="1"/>
            </p:cNvSpPr>
            <p:nvPr/>
          </p:nvSpPr>
          <p:spPr bwMode="auto">
            <a:xfrm>
              <a:off x="4560" y="2592"/>
              <a:ext cx="96" cy="96"/>
            </a:xfrm>
            <a:prstGeom prst="ellipse">
              <a:avLst/>
            </a:prstGeom>
            <a:solidFill>
              <a:srgbClr val="FF0000"/>
            </a:solidFill>
            <a:ln w="9525">
              <a:solidFill>
                <a:srgbClr val="FF0000"/>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719" name="Oval 98">
              <a:extLst>
                <a:ext uri="{FF2B5EF4-FFF2-40B4-BE49-F238E27FC236}">
                  <a16:creationId xmlns:a16="http://schemas.microsoft.com/office/drawing/2014/main" id="{77DD67C3-48A3-A943-884E-E959A04CFED8}"/>
                </a:ext>
              </a:extLst>
            </p:cNvPr>
            <p:cNvSpPr>
              <a:spLocks noChangeArrowheads="1"/>
            </p:cNvSpPr>
            <p:nvPr/>
          </p:nvSpPr>
          <p:spPr bwMode="auto">
            <a:xfrm>
              <a:off x="4272" y="2592"/>
              <a:ext cx="96" cy="96"/>
            </a:xfrm>
            <a:prstGeom prst="ellipse">
              <a:avLst/>
            </a:prstGeom>
            <a:solidFill>
              <a:srgbClr val="CC9900"/>
            </a:solidFill>
            <a:ln w="9525">
              <a:solidFill>
                <a:srgbClr val="CC9900"/>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sp>
        <p:nvSpPr>
          <p:cNvPr id="29716" name="Text Box 102">
            <a:extLst>
              <a:ext uri="{FF2B5EF4-FFF2-40B4-BE49-F238E27FC236}">
                <a16:creationId xmlns:a16="http://schemas.microsoft.com/office/drawing/2014/main" id="{512E7873-2254-E645-ADD8-8C55E23F4F2B}"/>
              </a:ext>
            </a:extLst>
          </p:cNvPr>
          <p:cNvSpPr txBox="1">
            <a:spLocks noChangeArrowheads="1"/>
          </p:cNvSpPr>
          <p:nvPr/>
        </p:nvSpPr>
        <p:spPr bwMode="auto">
          <a:xfrm>
            <a:off x="6743700" y="4953001"/>
            <a:ext cx="15343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Comic Sans MS" panose="030F0902030302020204" pitchFamily="66" charset="0"/>
              </a:rPr>
              <a:t>Cây tìm kiếm</a:t>
            </a:r>
          </a:p>
        </p:txBody>
      </p:sp>
      <p:sp>
        <p:nvSpPr>
          <p:cNvPr id="103" name="Rectangle 3">
            <a:extLst>
              <a:ext uri="{FF2B5EF4-FFF2-40B4-BE49-F238E27FC236}">
                <a16:creationId xmlns:a16="http://schemas.microsoft.com/office/drawing/2014/main" id="{FB8A7CE9-2BFE-5E4E-8419-E50AD750F065}"/>
              </a:ext>
            </a:extLst>
          </p:cNvPr>
          <p:cNvSpPr txBox="1">
            <a:spLocks noChangeArrowheads="1"/>
          </p:cNvSpPr>
          <p:nvPr/>
        </p:nvSpPr>
        <p:spPr bwMode="auto">
          <a:xfrm>
            <a:off x="706438" y="365125"/>
            <a:ext cx="8874125" cy="9937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defTabSz="771525" rtl="0" eaLnBrk="0" fontAlgn="base" hangingPunct="0">
              <a:lnSpc>
                <a:spcPct val="90000"/>
              </a:lnSpc>
              <a:spcBef>
                <a:spcPct val="0"/>
              </a:spcBef>
              <a:spcAft>
                <a:spcPct val="0"/>
              </a:spcAft>
              <a:defRPr sz="3700" kern="1200">
                <a:solidFill>
                  <a:schemeClr val="tx1"/>
                </a:solidFill>
                <a:latin typeface="+mj-lt"/>
                <a:ea typeface="+mj-ea"/>
                <a:cs typeface="+mj-cs"/>
              </a:defRPr>
            </a:lvl1pPr>
            <a:lvl2pPr algn="l" defTabSz="771525" rtl="0" eaLnBrk="0" fontAlgn="base" hangingPunct="0">
              <a:lnSpc>
                <a:spcPct val="90000"/>
              </a:lnSpc>
              <a:spcBef>
                <a:spcPct val="0"/>
              </a:spcBef>
              <a:spcAft>
                <a:spcPct val="0"/>
              </a:spcAft>
              <a:defRPr sz="3700">
                <a:solidFill>
                  <a:schemeClr val="tx1"/>
                </a:solidFill>
                <a:latin typeface="Calibri Light" charset="0"/>
              </a:defRPr>
            </a:lvl2pPr>
            <a:lvl3pPr algn="l" defTabSz="771525" rtl="0" eaLnBrk="0" fontAlgn="base" hangingPunct="0">
              <a:lnSpc>
                <a:spcPct val="90000"/>
              </a:lnSpc>
              <a:spcBef>
                <a:spcPct val="0"/>
              </a:spcBef>
              <a:spcAft>
                <a:spcPct val="0"/>
              </a:spcAft>
              <a:defRPr sz="3700">
                <a:solidFill>
                  <a:schemeClr val="tx1"/>
                </a:solidFill>
                <a:latin typeface="Calibri Light" charset="0"/>
              </a:defRPr>
            </a:lvl3pPr>
            <a:lvl4pPr algn="l" defTabSz="771525" rtl="0" eaLnBrk="0" fontAlgn="base" hangingPunct="0">
              <a:lnSpc>
                <a:spcPct val="90000"/>
              </a:lnSpc>
              <a:spcBef>
                <a:spcPct val="0"/>
              </a:spcBef>
              <a:spcAft>
                <a:spcPct val="0"/>
              </a:spcAft>
              <a:defRPr sz="3700">
                <a:solidFill>
                  <a:schemeClr val="tx1"/>
                </a:solidFill>
                <a:latin typeface="Calibri Light" charset="0"/>
              </a:defRPr>
            </a:lvl4pPr>
            <a:lvl5pPr algn="l" defTabSz="771525" rtl="0" eaLnBrk="0" fontAlgn="base" hangingPunct="0">
              <a:lnSpc>
                <a:spcPct val="90000"/>
              </a:lnSpc>
              <a:spcBef>
                <a:spcPct val="0"/>
              </a:spcBef>
              <a:spcAft>
                <a:spcPct val="0"/>
              </a:spcAft>
              <a:defRPr sz="3700">
                <a:solidFill>
                  <a:schemeClr val="tx1"/>
                </a:solidFill>
                <a:latin typeface="Calibri Light" charset="0"/>
              </a:defRPr>
            </a:lvl5pPr>
            <a:lvl6pPr marL="457200" algn="l" defTabSz="771525" rtl="0" fontAlgn="base">
              <a:lnSpc>
                <a:spcPct val="90000"/>
              </a:lnSpc>
              <a:spcBef>
                <a:spcPct val="0"/>
              </a:spcBef>
              <a:spcAft>
                <a:spcPct val="0"/>
              </a:spcAft>
              <a:defRPr sz="3700">
                <a:solidFill>
                  <a:schemeClr val="tx1"/>
                </a:solidFill>
                <a:latin typeface="Calibri Light" charset="0"/>
              </a:defRPr>
            </a:lvl6pPr>
            <a:lvl7pPr marL="914400" algn="l" defTabSz="771525" rtl="0" fontAlgn="base">
              <a:lnSpc>
                <a:spcPct val="90000"/>
              </a:lnSpc>
              <a:spcBef>
                <a:spcPct val="0"/>
              </a:spcBef>
              <a:spcAft>
                <a:spcPct val="0"/>
              </a:spcAft>
              <a:defRPr sz="3700">
                <a:solidFill>
                  <a:schemeClr val="tx1"/>
                </a:solidFill>
                <a:latin typeface="Calibri Light" charset="0"/>
              </a:defRPr>
            </a:lvl7pPr>
            <a:lvl8pPr marL="1371600" algn="l" defTabSz="771525" rtl="0" fontAlgn="base">
              <a:lnSpc>
                <a:spcPct val="90000"/>
              </a:lnSpc>
              <a:spcBef>
                <a:spcPct val="0"/>
              </a:spcBef>
              <a:spcAft>
                <a:spcPct val="0"/>
              </a:spcAft>
              <a:defRPr sz="3700">
                <a:solidFill>
                  <a:schemeClr val="tx1"/>
                </a:solidFill>
                <a:latin typeface="Calibri Light" charset="0"/>
              </a:defRPr>
            </a:lvl8pPr>
            <a:lvl9pPr marL="1828800" algn="l" defTabSz="771525" rtl="0" fontAlgn="base">
              <a:lnSpc>
                <a:spcPct val="90000"/>
              </a:lnSpc>
              <a:spcBef>
                <a:spcPct val="0"/>
              </a:spcBef>
              <a:spcAft>
                <a:spcPct val="0"/>
              </a:spcAft>
              <a:defRPr sz="3700">
                <a:solidFill>
                  <a:schemeClr val="tx1"/>
                </a:solidFill>
                <a:latin typeface="Calibri Light" charset="0"/>
              </a:defRPr>
            </a:lvl9pPr>
          </a:lstStyle>
          <a:p>
            <a:r>
              <a:rPr lang="en-US" altLang="en-US">
                <a:solidFill>
                  <a:schemeClr val="bg1"/>
                </a:solidFill>
              </a:rPr>
              <a:t>Tìm kiếm trong không gian trạng thái</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D1AB5FB4-0DE8-624F-9955-37DDB6703B54}"/>
                  </a:ext>
                </a:extLst>
              </p14:cNvPr>
              <p14:cNvContentPartPr/>
              <p14:nvPr/>
            </p14:nvContentPartPr>
            <p14:xfrm>
              <a:off x="5237640" y="3492720"/>
              <a:ext cx="3477960" cy="1698480"/>
            </p14:xfrm>
          </p:contentPart>
        </mc:Choice>
        <mc:Fallback xmlns="">
          <p:pic>
            <p:nvPicPr>
              <p:cNvPr id="2" name="Ink 1">
                <a:extLst>
                  <a:ext uri="{FF2B5EF4-FFF2-40B4-BE49-F238E27FC236}">
                    <a16:creationId xmlns:a16="http://schemas.microsoft.com/office/drawing/2014/main" id="{D1AB5FB4-0DE8-624F-9955-37DDB6703B54}"/>
                  </a:ext>
                </a:extLst>
              </p:cNvPr>
              <p:cNvPicPr/>
              <p:nvPr/>
            </p:nvPicPr>
            <p:blipFill>
              <a:blip r:embed="rId4"/>
              <a:stretch>
                <a:fillRect/>
              </a:stretch>
            </p:blipFill>
            <p:spPr>
              <a:xfrm>
                <a:off x="5228280" y="3483360"/>
                <a:ext cx="3496680" cy="1717200"/>
              </a:xfrm>
              <a:prstGeom prst="rect">
                <a:avLst/>
              </a:prstGeom>
            </p:spPr>
          </p:pic>
        </mc:Fallback>
      </mc:AlternateContent>
    </p:spTree>
    <p:extLst>
      <p:ext uri="{BB962C8B-B14F-4D97-AF65-F5344CB8AC3E}">
        <p14:creationId xmlns:p14="http://schemas.microsoft.com/office/powerpoint/2010/main" val="6001777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4">
            <a:extLst>
              <a:ext uri="{FF2B5EF4-FFF2-40B4-BE49-F238E27FC236}">
                <a16:creationId xmlns:a16="http://schemas.microsoft.com/office/drawing/2014/main" id="{27EC39AE-008D-074A-8C66-22D1FDAB106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fld id="{460CE7BA-15C1-0E4E-AE9D-4666E77E31B6}" type="slidenum">
              <a:rPr lang="en-US" altLang="en-US" sz="1400"/>
              <a:pPr eaLnBrk="1" hangingPunct="1"/>
              <a:t>31</a:t>
            </a:fld>
            <a:endParaRPr lang="en-US" altLang="en-US" sz="1400"/>
          </a:p>
        </p:txBody>
      </p:sp>
      <p:sp>
        <p:nvSpPr>
          <p:cNvPr id="30723" name="Rectangle 2">
            <a:extLst>
              <a:ext uri="{FF2B5EF4-FFF2-40B4-BE49-F238E27FC236}">
                <a16:creationId xmlns:a16="http://schemas.microsoft.com/office/drawing/2014/main" id="{234DF5D3-21EA-8044-AAE1-7A2957CCA341}"/>
              </a:ext>
            </a:extLst>
          </p:cNvPr>
          <p:cNvSpPr>
            <a:spLocks noChangeArrowheads="1"/>
          </p:cNvSpPr>
          <p:nvPr/>
        </p:nvSpPr>
        <p:spPr bwMode="auto">
          <a:xfrm>
            <a:off x="6743700" y="1524000"/>
            <a:ext cx="2362200" cy="3810000"/>
          </a:xfrm>
          <a:prstGeom prst="rect">
            <a:avLst/>
          </a:prstGeom>
          <a:solidFill>
            <a:srgbClr val="FFFFD3"/>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grpSp>
        <p:nvGrpSpPr>
          <p:cNvPr id="30725" name="Group 4">
            <a:extLst>
              <a:ext uri="{FF2B5EF4-FFF2-40B4-BE49-F238E27FC236}">
                <a16:creationId xmlns:a16="http://schemas.microsoft.com/office/drawing/2014/main" id="{8E4A047E-98FB-4648-B9B8-E39021B93C49}"/>
              </a:ext>
            </a:extLst>
          </p:cNvPr>
          <p:cNvGrpSpPr>
            <a:grpSpLocks/>
          </p:cNvGrpSpPr>
          <p:nvPr/>
        </p:nvGrpSpPr>
        <p:grpSpPr bwMode="auto">
          <a:xfrm>
            <a:off x="876300" y="1828800"/>
            <a:ext cx="5607050" cy="3962400"/>
            <a:chOff x="288" y="1392"/>
            <a:chExt cx="3532" cy="2496"/>
          </a:xfrm>
        </p:grpSpPr>
        <p:sp>
          <p:nvSpPr>
            <p:cNvPr id="30752" name="Oval 5">
              <a:extLst>
                <a:ext uri="{FF2B5EF4-FFF2-40B4-BE49-F238E27FC236}">
                  <a16:creationId xmlns:a16="http://schemas.microsoft.com/office/drawing/2014/main" id="{B9558FDC-FD5E-E14A-B5B4-D7931D74A99B}"/>
                </a:ext>
              </a:extLst>
            </p:cNvPr>
            <p:cNvSpPr>
              <a:spLocks noChangeArrowheads="1"/>
            </p:cNvSpPr>
            <p:nvPr/>
          </p:nvSpPr>
          <p:spPr bwMode="auto">
            <a:xfrm>
              <a:off x="288" y="212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753" name="Oval 6">
              <a:extLst>
                <a:ext uri="{FF2B5EF4-FFF2-40B4-BE49-F238E27FC236}">
                  <a16:creationId xmlns:a16="http://schemas.microsoft.com/office/drawing/2014/main" id="{C0610A3A-FB7A-094B-A364-1DD807529C11}"/>
                </a:ext>
              </a:extLst>
            </p:cNvPr>
            <p:cNvSpPr>
              <a:spLocks noChangeArrowheads="1"/>
            </p:cNvSpPr>
            <p:nvPr/>
          </p:nvSpPr>
          <p:spPr bwMode="auto">
            <a:xfrm>
              <a:off x="508" y="3168"/>
              <a:ext cx="96" cy="96"/>
            </a:xfrm>
            <a:prstGeom prst="ellipse">
              <a:avLst/>
            </a:prstGeom>
            <a:solidFill>
              <a:srgbClr val="CC9900"/>
            </a:solidFill>
            <a:ln w="9525">
              <a:solidFill>
                <a:srgbClr val="CC9900"/>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754" name="Oval 7">
              <a:extLst>
                <a:ext uri="{FF2B5EF4-FFF2-40B4-BE49-F238E27FC236}">
                  <a16:creationId xmlns:a16="http://schemas.microsoft.com/office/drawing/2014/main" id="{474988D0-1D4E-804F-8D86-517953CDB59D}"/>
                </a:ext>
              </a:extLst>
            </p:cNvPr>
            <p:cNvSpPr>
              <a:spLocks noChangeArrowheads="1"/>
            </p:cNvSpPr>
            <p:nvPr/>
          </p:nvSpPr>
          <p:spPr bwMode="auto">
            <a:xfrm>
              <a:off x="844" y="1776"/>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755" name="Oval 8">
              <a:extLst>
                <a:ext uri="{FF2B5EF4-FFF2-40B4-BE49-F238E27FC236}">
                  <a16:creationId xmlns:a16="http://schemas.microsoft.com/office/drawing/2014/main" id="{FEC7F4EA-DF98-EC4C-B46B-4ABE6399DAED}"/>
                </a:ext>
              </a:extLst>
            </p:cNvPr>
            <p:cNvSpPr>
              <a:spLocks noChangeArrowheads="1"/>
            </p:cNvSpPr>
            <p:nvPr/>
          </p:nvSpPr>
          <p:spPr bwMode="auto">
            <a:xfrm>
              <a:off x="1900" y="2784"/>
              <a:ext cx="96" cy="96"/>
            </a:xfrm>
            <a:prstGeom prst="ellipse">
              <a:avLst/>
            </a:prstGeom>
            <a:solidFill>
              <a:srgbClr val="0033CC"/>
            </a:solidFill>
            <a:ln w="9525">
              <a:solidFill>
                <a:srgbClr val="0033CC"/>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756" name="Oval 9">
              <a:extLst>
                <a:ext uri="{FF2B5EF4-FFF2-40B4-BE49-F238E27FC236}">
                  <a16:creationId xmlns:a16="http://schemas.microsoft.com/office/drawing/2014/main" id="{23BE26A5-497D-8E47-979D-E2A97DA72C42}"/>
                </a:ext>
              </a:extLst>
            </p:cNvPr>
            <p:cNvSpPr>
              <a:spLocks noChangeArrowheads="1"/>
            </p:cNvSpPr>
            <p:nvPr/>
          </p:nvSpPr>
          <p:spPr bwMode="auto">
            <a:xfrm>
              <a:off x="1276" y="3696"/>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757" name="Oval 10">
              <a:extLst>
                <a:ext uri="{FF2B5EF4-FFF2-40B4-BE49-F238E27FC236}">
                  <a16:creationId xmlns:a16="http://schemas.microsoft.com/office/drawing/2014/main" id="{01624BC6-ECB4-A347-AA24-6ED6B0827398}"/>
                </a:ext>
              </a:extLst>
            </p:cNvPr>
            <p:cNvSpPr>
              <a:spLocks noChangeArrowheads="1"/>
            </p:cNvSpPr>
            <p:nvPr/>
          </p:nvSpPr>
          <p:spPr bwMode="auto">
            <a:xfrm>
              <a:off x="2380" y="2784"/>
              <a:ext cx="96" cy="96"/>
            </a:xfrm>
            <a:prstGeom prst="ellipse">
              <a:avLst/>
            </a:prstGeom>
            <a:solidFill>
              <a:schemeClr val="folHlink"/>
            </a:solidFill>
            <a:ln w="9525">
              <a:solidFill>
                <a:schemeClr val="folHlink"/>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758" name="Oval 11">
              <a:extLst>
                <a:ext uri="{FF2B5EF4-FFF2-40B4-BE49-F238E27FC236}">
                  <a16:creationId xmlns:a16="http://schemas.microsoft.com/office/drawing/2014/main" id="{4B54CB74-E90C-F846-973A-FD794C4F5264}"/>
                </a:ext>
              </a:extLst>
            </p:cNvPr>
            <p:cNvSpPr>
              <a:spLocks noChangeArrowheads="1"/>
            </p:cNvSpPr>
            <p:nvPr/>
          </p:nvSpPr>
          <p:spPr bwMode="auto">
            <a:xfrm>
              <a:off x="892" y="2496"/>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759" name="Oval 12">
              <a:extLst>
                <a:ext uri="{FF2B5EF4-FFF2-40B4-BE49-F238E27FC236}">
                  <a16:creationId xmlns:a16="http://schemas.microsoft.com/office/drawing/2014/main" id="{A4FD0C92-4E8B-F048-A12E-45D0FD3B2F36}"/>
                </a:ext>
              </a:extLst>
            </p:cNvPr>
            <p:cNvSpPr>
              <a:spLocks noChangeArrowheads="1"/>
            </p:cNvSpPr>
            <p:nvPr/>
          </p:nvSpPr>
          <p:spPr bwMode="auto">
            <a:xfrm>
              <a:off x="2428" y="235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760" name="Oval 13">
              <a:extLst>
                <a:ext uri="{FF2B5EF4-FFF2-40B4-BE49-F238E27FC236}">
                  <a16:creationId xmlns:a16="http://schemas.microsoft.com/office/drawing/2014/main" id="{35605D58-AE4D-774F-883A-A6FD673655A2}"/>
                </a:ext>
              </a:extLst>
            </p:cNvPr>
            <p:cNvSpPr>
              <a:spLocks noChangeArrowheads="1"/>
            </p:cNvSpPr>
            <p:nvPr/>
          </p:nvSpPr>
          <p:spPr bwMode="auto">
            <a:xfrm>
              <a:off x="412" y="379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761" name="Oval 14">
              <a:extLst>
                <a:ext uri="{FF2B5EF4-FFF2-40B4-BE49-F238E27FC236}">
                  <a16:creationId xmlns:a16="http://schemas.microsoft.com/office/drawing/2014/main" id="{003BB3BE-1D35-5248-9213-CE5033BA13E3}"/>
                </a:ext>
              </a:extLst>
            </p:cNvPr>
            <p:cNvSpPr>
              <a:spLocks noChangeArrowheads="1"/>
            </p:cNvSpPr>
            <p:nvPr/>
          </p:nvSpPr>
          <p:spPr bwMode="auto">
            <a:xfrm>
              <a:off x="940" y="326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762" name="Oval 15">
              <a:extLst>
                <a:ext uri="{FF2B5EF4-FFF2-40B4-BE49-F238E27FC236}">
                  <a16:creationId xmlns:a16="http://schemas.microsoft.com/office/drawing/2014/main" id="{96ED3988-2089-AF4C-9CB2-D3C5F93C552F}"/>
                </a:ext>
              </a:extLst>
            </p:cNvPr>
            <p:cNvSpPr>
              <a:spLocks noChangeArrowheads="1"/>
            </p:cNvSpPr>
            <p:nvPr/>
          </p:nvSpPr>
          <p:spPr bwMode="auto">
            <a:xfrm>
              <a:off x="2524" y="182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763" name="Oval 16">
              <a:extLst>
                <a:ext uri="{FF2B5EF4-FFF2-40B4-BE49-F238E27FC236}">
                  <a16:creationId xmlns:a16="http://schemas.microsoft.com/office/drawing/2014/main" id="{ED708BEC-8B56-CA4F-89F0-AD4D2BF248A2}"/>
                </a:ext>
              </a:extLst>
            </p:cNvPr>
            <p:cNvSpPr>
              <a:spLocks noChangeArrowheads="1"/>
            </p:cNvSpPr>
            <p:nvPr/>
          </p:nvSpPr>
          <p:spPr bwMode="auto">
            <a:xfrm>
              <a:off x="2956" y="3264"/>
              <a:ext cx="96" cy="96"/>
            </a:xfrm>
            <a:prstGeom prst="ellipse">
              <a:avLst/>
            </a:prstGeom>
            <a:solidFill>
              <a:srgbClr val="FF33CC"/>
            </a:solidFill>
            <a:ln w="9525">
              <a:solidFill>
                <a:srgbClr val="FF33CC"/>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764" name="Oval 17">
              <a:extLst>
                <a:ext uri="{FF2B5EF4-FFF2-40B4-BE49-F238E27FC236}">
                  <a16:creationId xmlns:a16="http://schemas.microsoft.com/office/drawing/2014/main" id="{46385F02-C369-B941-B1BD-952DE0A8DECB}"/>
                </a:ext>
              </a:extLst>
            </p:cNvPr>
            <p:cNvSpPr>
              <a:spLocks noChangeArrowheads="1"/>
            </p:cNvSpPr>
            <p:nvPr/>
          </p:nvSpPr>
          <p:spPr bwMode="auto">
            <a:xfrm>
              <a:off x="1708" y="3648"/>
              <a:ext cx="96" cy="96"/>
            </a:xfrm>
            <a:prstGeom prst="ellipse">
              <a:avLst/>
            </a:prstGeom>
            <a:solidFill>
              <a:srgbClr val="FF0000"/>
            </a:solidFill>
            <a:ln w="9525">
              <a:solidFill>
                <a:srgbClr val="FF0000"/>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765" name="Oval 18">
              <a:extLst>
                <a:ext uri="{FF2B5EF4-FFF2-40B4-BE49-F238E27FC236}">
                  <a16:creationId xmlns:a16="http://schemas.microsoft.com/office/drawing/2014/main" id="{DFCF7F98-C51C-5445-BAC2-6629FE739B8A}"/>
                </a:ext>
              </a:extLst>
            </p:cNvPr>
            <p:cNvSpPr>
              <a:spLocks noChangeArrowheads="1"/>
            </p:cNvSpPr>
            <p:nvPr/>
          </p:nvSpPr>
          <p:spPr bwMode="auto">
            <a:xfrm>
              <a:off x="2428" y="3504"/>
              <a:ext cx="96" cy="96"/>
            </a:xfrm>
            <a:prstGeom prst="ellipse">
              <a:avLst/>
            </a:prstGeom>
            <a:solidFill>
              <a:srgbClr val="990033"/>
            </a:solidFill>
            <a:ln w="9525">
              <a:solidFill>
                <a:srgbClr val="990033"/>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766" name="Oval 19">
              <a:extLst>
                <a:ext uri="{FF2B5EF4-FFF2-40B4-BE49-F238E27FC236}">
                  <a16:creationId xmlns:a16="http://schemas.microsoft.com/office/drawing/2014/main" id="{EECABD03-2B0C-3541-8F31-8E1FB5332B18}"/>
                </a:ext>
              </a:extLst>
            </p:cNvPr>
            <p:cNvSpPr>
              <a:spLocks noChangeArrowheads="1"/>
            </p:cNvSpPr>
            <p:nvPr/>
          </p:nvSpPr>
          <p:spPr bwMode="auto">
            <a:xfrm>
              <a:off x="1324" y="283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767" name="Oval 20">
              <a:extLst>
                <a:ext uri="{FF2B5EF4-FFF2-40B4-BE49-F238E27FC236}">
                  <a16:creationId xmlns:a16="http://schemas.microsoft.com/office/drawing/2014/main" id="{0666B7C3-C694-7F47-AD99-A36FACDCC8C8}"/>
                </a:ext>
              </a:extLst>
            </p:cNvPr>
            <p:cNvSpPr>
              <a:spLocks noChangeArrowheads="1"/>
            </p:cNvSpPr>
            <p:nvPr/>
          </p:nvSpPr>
          <p:spPr bwMode="auto">
            <a:xfrm>
              <a:off x="1468" y="2016"/>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768" name="Oval 21">
              <a:extLst>
                <a:ext uri="{FF2B5EF4-FFF2-40B4-BE49-F238E27FC236}">
                  <a16:creationId xmlns:a16="http://schemas.microsoft.com/office/drawing/2014/main" id="{188B732C-425D-5047-80C4-73A7493F2FB9}"/>
                </a:ext>
              </a:extLst>
            </p:cNvPr>
            <p:cNvSpPr>
              <a:spLocks noChangeArrowheads="1"/>
            </p:cNvSpPr>
            <p:nvPr/>
          </p:nvSpPr>
          <p:spPr bwMode="auto">
            <a:xfrm>
              <a:off x="1900" y="2304"/>
              <a:ext cx="96" cy="96"/>
            </a:xfrm>
            <a:prstGeom prst="ellipse">
              <a:avLst/>
            </a:prstGeom>
            <a:solidFill>
              <a:schemeClr val="hlink"/>
            </a:solidFill>
            <a:ln w="9525">
              <a:solidFill>
                <a:schemeClr val="hlink"/>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769" name="Oval 22">
              <a:extLst>
                <a:ext uri="{FF2B5EF4-FFF2-40B4-BE49-F238E27FC236}">
                  <a16:creationId xmlns:a16="http://schemas.microsoft.com/office/drawing/2014/main" id="{032E94B5-5D5E-944F-A6D8-1911431FB247}"/>
                </a:ext>
              </a:extLst>
            </p:cNvPr>
            <p:cNvSpPr>
              <a:spLocks noChangeArrowheads="1"/>
            </p:cNvSpPr>
            <p:nvPr/>
          </p:nvSpPr>
          <p:spPr bwMode="auto">
            <a:xfrm>
              <a:off x="2092" y="196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770" name="Oval 23">
              <a:extLst>
                <a:ext uri="{FF2B5EF4-FFF2-40B4-BE49-F238E27FC236}">
                  <a16:creationId xmlns:a16="http://schemas.microsoft.com/office/drawing/2014/main" id="{0CF302CB-8F73-1147-8831-B48A44042B42}"/>
                </a:ext>
              </a:extLst>
            </p:cNvPr>
            <p:cNvSpPr>
              <a:spLocks noChangeArrowheads="1"/>
            </p:cNvSpPr>
            <p:nvPr/>
          </p:nvSpPr>
          <p:spPr bwMode="auto">
            <a:xfrm>
              <a:off x="2092" y="139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771" name="Oval 24">
              <a:extLst>
                <a:ext uri="{FF2B5EF4-FFF2-40B4-BE49-F238E27FC236}">
                  <a16:creationId xmlns:a16="http://schemas.microsoft.com/office/drawing/2014/main" id="{28E43C2E-166C-6B41-BEAB-7D9D0F12C72C}"/>
                </a:ext>
              </a:extLst>
            </p:cNvPr>
            <p:cNvSpPr>
              <a:spLocks noChangeArrowheads="1"/>
            </p:cNvSpPr>
            <p:nvPr/>
          </p:nvSpPr>
          <p:spPr bwMode="auto">
            <a:xfrm>
              <a:off x="1516" y="340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772" name="Oval 25">
              <a:extLst>
                <a:ext uri="{FF2B5EF4-FFF2-40B4-BE49-F238E27FC236}">
                  <a16:creationId xmlns:a16="http://schemas.microsoft.com/office/drawing/2014/main" id="{FE6703C4-90D3-7D41-B6EA-160F41309B64}"/>
                </a:ext>
              </a:extLst>
            </p:cNvPr>
            <p:cNvSpPr>
              <a:spLocks noChangeArrowheads="1"/>
            </p:cNvSpPr>
            <p:nvPr/>
          </p:nvSpPr>
          <p:spPr bwMode="auto">
            <a:xfrm>
              <a:off x="3724" y="172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773" name="Oval 26">
              <a:extLst>
                <a:ext uri="{FF2B5EF4-FFF2-40B4-BE49-F238E27FC236}">
                  <a16:creationId xmlns:a16="http://schemas.microsoft.com/office/drawing/2014/main" id="{1C7A242A-881E-6C47-84C2-2A762F4BC7D7}"/>
                </a:ext>
              </a:extLst>
            </p:cNvPr>
            <p:cNvSpPr>
              <a:spLocks noChangeArrowheads="1"/>
            </p:cNvSpPr>
            <p:nvPr/>
          </p:nvSpPr>
          <p:spPr bwMode="auto">
            <a:xfrm>
              <a:off x="2860" y="196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774" name="Oval 27">
              <a:extLst>
                <a:ext uri="{FF2B5EF4-FFF2-40B4-BE49-F238E27FC236}">
                  <a16:creationId xmlns:a16="http://schemas.microsoft.com/office/drawing/2014/main" id="{EB29A88D-A82D-874C-AD20-EB74DB1C3FAB}"/>
                </a:ext>
              </a:extLst>
            </p:cNvPr>
            <p:cNvSpPr>
              <a:spLocks noChangeArrowheads="1"/>
            </p:cNvSpPr>
            <p:nvPr/>
          </p:nvSpPr>
          <p:spPr bwMode="auto">
            <a:xfrm>
              <a:off x="3196" y="187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775" name="Oval 28">
              <a:extLst>
                <a:ext uri="{FF2B5EF4-FFF2-40B4-BE49-F238E27FC236}">
                  <a16:creationId xmlns:a16="http://schemas.microsoft.com/office/drawing/2014/main" id="{87B2F76C-F19A-E346-80D3-C3D56B7A318B}"/>
                </a:ext>
              </a:extLst>
            </p:cNvPr>
            <p:cNvSpPr>
              <a:spLocks noChangeArrowheads="1"/>
            </p:cNvSpPr>
            <p:nvPr/>
          </p:nvSpPr>
          <p:spPr bwMode="auto">
            <a:xfrm>
              <a:off x="3436" y="220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776" name="Oval 29">
              <a:extLst>
                <a:ext uri="{FF2B5EF4-FFF2-40B4-BE49-F238E27FC236}">
                  <a16:creationId xmlns:a16="http://schemas.microsoft.com/office/drawing/2014/main" id="{1C69D17F-1D80-2741-8421-164E84F97E2A}"/>
                </a:ext>
              </a:extLst>
            </p:cNvPr>
            <p:cNvSpPr>
              <a:spLocks noChangeArrowheads="1"/>
            </p:cNvSpPr>
            <p:nvPr/>
          </p:nvSpPr>
          <p:spPr bwMode="auto">
            <a:xfrm>
              <a:off x="3472" y="3268"/>
              <a:ext cx="96" cy="96"/>
            </a:xfrm>
            <a:prstGeom prst="ellipse">
              <a:avLst/>
            </a:prstGeom>
            <a:solidFill>
              <a:schemeClr val="bg2"/>
            </a:solidFill>
            <a:ln w="9525">
              <a:solidFill>
                <a:schemeClr val="bg2"/>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777" name="Oval 30">
              <a:extLst>
                <a:ext uri="{FF2B5EF4-FFF2-40B4-BE49-F238E27FC236}">
                  <a16:creationId xmlns:a16="http://schemas.microsoft.com/office/drawing/2014/main" id="{D2DAB98E-8B92-4845-AF83-B053ADF38C67}"/>
                </a:ext>
              </a:extLst>
            </p:cNvPr>
            <p:cNvSpPr>
              <a:spLocks noChangeArrowheads="1"/>
            </p:cNvSpPr>
            <p:nvPr/>
          </p:nvSpPr>
          <p:spPr bwMode="auto">
            <a:xfrm>
              <a:off x="3052" y="2592"/>
              <a:ext cx="96" cy="96"/>
            </a:xfrm>
            <a:prstGeom prst="ellipse">
              <a:avLst/>
            </a:prstGeom>
            <a:solidFill>
              <a:srgbClr val="009900"/>
            </a:solidFill>
            <a:ln w="9525">
              <a:solidFill>
                <a:srgbClr val="009900"/>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778" name="Oval 31">
              <a:extLst>
                <a:ext uri="{FF2B5EF4-FFF2-40B4-BE49-F238E27FC236}">
                  <a16:creationId xmlns:a16="http://schemas.microsoft.com/office/drawing/2014/main" id="{1CC8EC95-9756-AA49-ACB7-428B5A015259}"/>
                </a:ext>
              </a:extLst>
            </p:cNvPr>
            <p:cNvSpPr>
              <a:spLocks noChangeArrowheads="1"/>
            </p:cNvSpPr>
            <p:nvPr/>
          </p:nvSpPr>
          <p:spPr bwMode="auto">
            <a:xfrm>
              <a:off x="3340" y="264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779" name="Line 32">
              <a:extLst>
                <a:ext uri="{FF2B5EF4-FFF2-40B4-BE49-F238E27FC236}">
                  <a16:creationId xmlns:a16="http://schemas.microsoft.com/office/drawing/2014/main" id="{A6C8B7DA-D012-C04A-93CD-89EE41EB85D8}"/>
                </a:ext>
              </a:extLst>
            </p:cNvPr>
            <p:cNvSpPr>
              <a:spLocks noChangeShapeType="1"/>
            </p:cNvSpPr>
            <p:nvPr/>
          </p:nvSpPr>
          <p:spPr bwMode="auto">
            <a:xfrm flipV="1">
              <a:off x="456" y="3260"/>
              <a:ext cx="92" cy="5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780" name="Line 33">
              <a:extLst>
                <a:ext uri="{FF2B5EF4-FFF2-40B4-BE49-F238E27FC236}">
                  <a16:creationId xmlns:a16="http://schemas.microsoft.com/office/drawing/2014/main" id="{48ED2685-BDC4-B241-80EA-0AC112CAF404}"/>
                </a:ext>
              </a:extLst>
            </p:cNvPr>
            <p:cNvSpPr>
              <a:spLocks noChangeShapeType="1"/>
            </p:cNvSpPr>
            <p:nvPr/>
          </p:nvSpPr>
          <p:spPr bwMode="auto">
            <a:xfrm flipV="1">
              <a:off x="492" y="3352"/>
              <a:ext cx="468" cy="4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781" name="Line 34">
              <a:extLst>
                <a:ext uri="{FF2B5EF4-FFF2-40B4-BE49-F238E27FC236}">
                  <a16:creationId xmlns:a16="http://schemas.microsoft.com/office/drawing/2014/main" id="{4716C5E3-5E7A-9946-A037-55EE398B526E}"/>
                </a:ext>
              </a:extLst>
            </p:cNvPr>
            <p:cNvSpPr>
              <a:spLocks noChangeShapeType="1"/>
            </p:cNvSpPr>
            <p:nvPr/>
          </p:nvSpPr>
          <p:spPr bwMode="auto">
            <a:xfrm flipV="1">
              <a:off x="504" y="3476"/>
              <a:ext cx="1012" cy="36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782" name="Line 35">
              <a:extLst>
                <a:ext uri="{FF2B5EF4-FFF2-40B4-BE49-F238E27FC236}">
                  <a16:creationId xmlns:a16="http://schemas.microsoft.com/office/drawing/2014/main" id="{48FEF4E6-073D-F540-B940-5E5AD1D338E2}"/>
                </a:ext>
              </a:extLst>
            </p:cNvPr>
            <p:cNvSpPr>
              <a:spLocks noChangeShapeType="1"/>
            </p:cNvSpPr>
            <p:nvPr/>
          </p:nvSpPr>
          <p:spPr bwMode="auto">
            <a:xfrm flipH="1">
              <a:off x="1352" y="3496"/>
              <a:ext cx="180" cy="20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783" name="Line 36">
              <a:extLst>
                <a:ext uri="{FF2B5EF4-FFF2-40B4-BE49-F238E27FC236}">
                  <a16:creationId xmlns:a16="http://schemas.microsoft.com/office/drawing/2014/main" id="{AC5DF2E2-EB53-E049-BA73-C46DC7E32028}"/>
                </a:ext>
              </a:extLst>
            </p:cNvPr>
            <p:cNvSpPr>
              <a:spLocks noChangeShapeType="1"/>
            </p:cNvSpPr>
            <p:nvPr/>
          </p:nvSpPr>
          <p:spPr bwMode="auto">
            <a:xfrm>
              <a:off x="1596" y="3488"/>
              <a:ext cx="136" cy="1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784" name="Line 37">
              <a:extLst>
                <a:ext uri="{FF2B5EF4-FFF2-40B4-BE49-F238E27FC236}">
                  <a16:creationId xmlns:a16="http://schemas.microsoft.com/office/drawing/2014/main" id="{48AF777B-C6D7-A146-9D0B-CF5F874F0FD3}"/>
                </a:ext>
              </a:extLst>
            </p:cNvPr>
            <p:cNvSpPr>
              <a:spLocks noChangeShapeType="1"/>
            </p:cNvSpPr>
            <p:nvPr/>
          </p:nvSpPr>
          <p:spPr bwMode="auto">
            <a:xfrm flipV="1">
              <a:off x="1796" y="3564"/>
              <a:ext cx="636" cy="11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785" name="Line 38">
              <a:extLst>
                <a:ext uri="{FF2B5EF4-FFF2-40B4-BE49-F238E27FC236}">
                  <a16:creationId xmlns:a16="http://schemas.microsoft.com/office/drawing/2014/main" id="{465203AB-C3AC-CF4E-BA3B-AB86129F4A9C}"/>
                </a:ext>
              </a:extLst>
            </p:cNvPr>
            <p:cNvSpPr>
              <a:spLocks noChangeShapeType="1"/>
            </p:cNvSpPr>
            <p:nvPr/>
          </p:nvSpPr>
          <p:spPr bwMode="auto">
            <a:xfrm flipV="1">
              <a:off x="1764" y="2876"/>
              <a:ext cx="176" cy="77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786" name="Line 39">
              <a:extLst>
                <a:ext uri="{FF2B5EF4-FFF2-40B4-BE49-F238E27FC236}">
                  <a16:creationId xmlns:a16="http://schemas.microsoft.com/office/drawing/2014/main" id="{6EB1A898-6017-1E49-A735-7F96CAA72D64}"/>
                </a:ext>
              </a:extLst>
            </p:cNvPr>
            <p:cNvSpPr>
              <a:spLocks noChangeShapeType="1"/>
            </p:cNvSpPr>
            <p:nvPr/>
          </p:nvSpPr>
          <p:spPr bwMode="auto">
            <a:xfrm flipH="1" flipV="1">
              <a:off x="2428" y="2880"/>
              <a:ext cx="48" cy="6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787" name="Line 40">
              <a:extLst>
                <a:ext uri="{FF2B5EF4-FFF2-40B4-BE49-F238E27FC236}">
                  <a16:creationId xmlns:a16="http://schemas.microsoft.com/office/drawing/2014/main" id="{3F6BA8F9-22C5-C64E-995E-D793BE9181FA}"/>
                </a:ext>
              </a:extLst>
            </p:cNvPr>
            <p:cNvSpPr>
              <a:spLocks noChangeShapeType="1"/>
            </p:cNvSpPr>
            <p:nvPr/>
          </p:nvSpPr>
          <p:spPr bwMode="auto">
            <a:xfrm flipV="1">
              <a:off x="2524" y="3336"/>
              <a:ext cx="440" cy="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788" name="Line 41">
              <a:extLst>
                <a:ext uri="{FF2B5EF4-FFF2-40B4-BE49-F238E27FC236}">
                  <a16:creationId xmlns:a16="http://schemas.microsoft.com/office/drawing/2014/main" id="{CD16C69C-DC7C-3749-AEEB-933867BEAE0D}"/>
                </a:ext>
              </a:extLst>
            </p:cNvPr>
            <p:cNvSpPr>
              <a:spLocks noChangeShapeType="1"/>
            </p:cNvSpPr>
            <p:nvPr/>
          </p:nvSpPr>
          <p:spPr bwMode="auto">
            <a:xfrm flipH="1" flipV="1">
              <a:off x="944" y="2592"/>
              <a:ext cx="40" cy="6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789" name="Line 42">
              <a:extLst>
                <a:ext uri="{FF2B5EF4-FFF2-40B4-BE49-F238E27FC236}">
                  <a16:creationId xmlns:a16="http://schemas.microsoft.com/office/drawing/2014/main" id="{640D530B-EBA0-4E45-B6DA-B1491E2D4CF8}"/>
                </a:ext>
              </a:extLst>
            </p:cNvPr>
            <p:cNvSpPr>
              <a:spLocks noChangeShapeType="1"/>
            </p:cNvSpPr>
            <p:nvPr/>
          </p:nvSpPr>
          <p:spPr bwMode="auto">
            <a:xfrm flipH="1">
              <a:off x="1024" y="2920"/>
              <a:ext cx="320" cy="3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790" name="Line 43">
              <a:extLst>
                <a:ext uri="{FF2B5EF4-FFF2-40B4-BE49-F238E27FC236}">
                  <a16:creationId xmlns:a16="http://schemas.microsoft.com/office/drawing/2014/main" id="{F9F4AD2F-AF25-3A4A-9997-58C97915CE5C}"/>
                </a:ext>
              </a:extLst>
            </p:cNvPr>
            <p:cNvSpPr>
              <a:spLocks noChangeShapeType="1"/>
            </p:cNvSpPr>
            <p:nvPr/>
          </p:nvSpPr>
          <p:spPr bwMode="auto">
            <a:xfrm>
              <a:off x="1388" y="2924"/>
              <a:ext cx="164" cy="4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791" name="Line 44">
              <a:extLst>
                <a:ext uri="{FF2B5EF4-FFF2-40B4-BE49-F238E27FC236}">
                  <a16:creationId xmlns:a16="http://schemas.microsoft.com/office/drawing/2014/main" id="{D2708873-C097-FC45-88C9-13C4A7245B6A}"/>
                </a:ext>
              </a:extLst>
            </p:cNvPr>
            <p:cNvSpPr>
              <a:spLocks noChangeShapeType="1"/>
            </p:cNvSpPr>
            <p:nvPr/>
          </p:nvSpPr>
          <p:spPr bwMode="auto">
            <a:xfrm flipV="1">
              <a:off x="1416" y="2836"/>
              <a:ext cx="480" cy="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792" name="Line 45">
              <a:extLst>
                <a:ext uri="{FF2B5EF4-FFF2-40B4-BE49-F238E27FC236}">
                  <a16:creationId xmlns:a16="http://schemas.microsoft.com/office/drawing/2014/main" id="{F1331FE6-620F-ED44-A9EA-4A5106C99B48}"/>
                </a:ext>
              </a:extLst>
            </p:cNvPr>
            <p:cNvSpPr>
              <a:spLocks noChangeShapeType="1"/>
            </p:cNvSpPr>
            <p:nvPr/>
          </p:nvSpPr>
          <p:spPr bwMode="auto">
            <a:xfrm flipV="1">
              <a:off x="3500" y="1816"/>
              <a:ext cx="244" cy="3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793" name="Line 46">
              <a:extLst>
                <a:ext uri="{FF2B5EF4-FFF2-40B4-BE49-F238E27FC236}">
                  <a16:creationId xmlns:a16="http://schemas.microsoft.com/office/drawing/2014/main" id="{8736B28A-6683-C148-BFDF-FDCEE8DBEEF1}"/>
                </a:ext>
              </a:extLst>
            </p:cNvPr>
            <p:cNvSpPr>
              <a:spLocks noChangeShapeType="1"/>
            </p:cNvSpPr>
            <p:nvPr/>
          </p:nvSpPr>
          <p:spPr bwMode="auto">
            <a:xfrm flipH="1">
              <a:off x="3292" y="1780"/>
              <a:ext cx="432" cy="1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794" name="Line 47">
              <a:extLst>
                <a:ext uri="{FF2B5EF4-FFF2-40B4-BE49-F238E27FC236}">
                  <a16:creationId xmlns:a16="http://schemas.microsoft.com/office/drawing/2014/main" id="{35082D06-219C-E844-94DA-51059AAC5011}"/>
                </a:ext>
              </a:extLst>
            </p:cNvPr>
            <p:cNvSpPr>
              <a:spLocks noChangeShapeType="1"/>
            </p:cNvSpPr>
            <p:nvPr/>
          </p:nvSpPr>
          <p:spPr bwMode="auto">
            <a:xfrm flipH="1" flipV="1">
              <a:off x="2180" y="1456"/>
              <a:ext cx="1548" cy="2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795" name="Line 48">
              <a:extLst>
                <a:ext uri="{FF2B5EF4-FFF2-40B4-BE49-F238E27FC236}">
                  <a16:creationId xmlns:a16="http://schemas.microsoft.com/office/drawing/2014/main" id="{994ACA79-EA11-5D4B-9DAA-F3F39C5C8375}"/>
                </a:ext>
              </a:extLst>
            </p:cNvPr>
            <p:cNvSpPr>
              <a:spLocks noChangeShapeType="1"/>
            </p:cNvSpPr>
            <p:nvPr/>
          </p:nvSpPr>
          <p:spPr bwMode="auto">
            <a:xfrm flipV="1">
              <a:off x="1944" y="2392"/>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796" name="Line 49">
              <a:extLst>
                <a:ext uri="{FF2B5EF4-FFF2-40B4-BE49-F238E27FC236}">
                  <a16:creationId xmlns:a16="http://schemas.microsoft.com/office/drawing/2014/main" id="{90389827-6176-EE40-9AFD-A38C4219CC71}"/>
                </a:ext>
              </a:extLst>
            </p:cNvPr>
            <p:cNvSpPr>
              <a:spLocks noChangeShapeType="1"/>
            </p:cNvSpPr>
            <p:nvPr/>
          </p:nvSpPr>
          <p:spPr bwMode="auto">
            <a:xfrm>
              <a:off x="1996" y="2356"/>
              <a:ext cx="432" cy="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797" name="Line 50">
              <a:extLst>
                <a:ext uri="{FF2B5EF4-FFF2-40B4-BE49-F238E27FC236}">
                  <a16:creationId xmlns:a16="http://schemas.microsoft.com/office/drawing/2014/main" id="{02EEC73D-55CA-0A4E-8CA2-8EE0F987580C}"/>
                </a:ext>
              </a:extLst>
            </p:cNvPr>
            <p:cNvSpPr>
              <a:spLocks noChangeShapeType="1"/>
            </p:cNvSpPr>
            <p:nvPr/>
          </p:nvSpPr>
          <p:spPr bwMode="auto">
            <a:xfrm flipV="1">
              <a:off x="1960" y="2052"/>
              <a:ext cx="148" cy="2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798" name="Line 51">
              <a:extLst>
                <a:ext uri="{FF2B5EF4-FFF2-40B4-BE49-F238E27FC236}">
                  <a16:creationId xmlns:a16="http://schemas.microsoft.com/office/drawing/2014/main" id="{F143AF19-A483-1349-82FD-797ABACF9B04}"/>
                </a:ext>
              </a:extLst>
            </p:cNvPr>
            <p:cNvSpPr>
              <a:spLocks noChangeShapeType="1"/>
            </p:cNvSpPr>
            <p:nvPr/>
          </p:nvSpPr>
          <p:spPr bwMode="auto">
            <a:xfrm flipV="1">
              <a:off x="2128" y="1488"/>
              <a:ext cx="12" cy="48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799" name="Line 52">
              <a:extLst>
                <a:ext uri="{FF2B5EF4-FFF2-40B4-BE49-F238E27FC236}">
                  <a16:creationId xmlns:a16="http://schemas.microsoft.com/office/drawing/2014/main" id="{EDE6338C-8F50-694E-A94F-62BEAE97F7FB}"/>
                </a:ext>
              </a:extLst>
            </p:cNvPr>
            <p:cNvSpPr>
              <a:spLocks noChangeShapeType="1"/>
            </p:cNvSpPr>
            <p:nvPr/>
          </p:nvSpPr>
          <p:spPr bwMode="auto">
            <a:xfrm>
              <a:off x="2164" y="1480"/>
              <a:ext cx="380" cy="3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800" name="Line 53">
              <a:extLst>
                <a:ext uri="{FF2B5EF4-FFF2-40B4-BE49-F238E27FC236}">
                  <a16:creationId xmlns:a16="http://schemas.microsoft.com/office/drawing/2014/main" id="{3570D57C-B371-3D4E-99F1-6D0FD1A0002E}"/>
                </a:ext>
              </a:extLst>
            </p:cNvPr>
            <p:cNvSpPr>
              <a:spLocks noChangeShapeType="1"/>
            </p:cNvSpPr>
            <p:nvPr/>
          </p:nvSpPr>
          <p:spPr bwMode="auto">
            <a:xfrm>
              <a:off x="2156" y="1488"/>
              <a:ext cx="308" cy="8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801" name="Line 54">
              <a:extLst>
                <a:ext uri="{FF2B5EF4-FFF2-40B4-BE49-F238E27FC236}">
                  <a16:creationId xmlns:a16="http://schemas.microsoft.com/office/drawing/2014/main" id="{17E367AE-DF47-8D40-9C90-C74123C286C9}"/>
                </a:ext>
              </a:extLst>
            </p:cNvPr>
            <p:cNvSpPr>
              <a:spLocks noChangeShapeType="1"/>
            </p:cNvSpPr>
            <p:nvPr/>
          </p:nvSpPr>
          <p:spPr bwMode="auto">
            <a:xfrm flipV="1">
              <a:off x="2512" y="2056"/>
              <a:ext cx="364" cy="3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802" name="Line 55">
              <a:extLst>
                <a:ext uri="{FF2B5EF4-FFF2-40B4-BE49-F238E27FC236}">
                  <a16:creationId xmlns:a16="http://schemas.microsoft.com/office/drawing/2014/main" id="{37641580-F037-3342-80BB-301ADCAA156E}"/>
                </a:ext>
              </a:extLst>
            </p:cNvPr>
            <p:cNvSpPr>
              <a:spLocks noChangeShapeType="1"/>
            </p:cNvSpPr>
            <p:nvPr/>
          </p:nvSpPr>
          <p:spPr bwMode="auto">
            <a:xfrm flipH="1" flipV="1">
              <a:off x="2188" y="2016"/>
              <a:ext cx="672" cy="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803" name="Line 56">
              <a:extLst>
                <a:ext uri="{FF2B5EF4-FFF2-40B4-BE49-F238E27FC236}">
                  <a16:creationId xmlns:a16="http://schemas.microsoft.com/office/drawing/2014/main" id="{A1900E8D-DF4B-994B-9C2C-7393442F7998}"/>
                </a:ext>
              </a:extLst>
            </p:cNvPr>
            <p:cNvSpPr>
              <a:spLocks noChangeShapeType="1"/>
            </p:cNvSpPr>
            <p:nvPr/>
          </p:nvSpPr>
          <p:spPr bwMode="auto">
            <a:xfrm>
              <a:off x="2616" y="1888"/>
              <a:ext cx="252" cy="10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804" name="Line 57">
              <a:extLst>
                <a:ext uri="{FF2B5EF4-FFF2-40B4-BE49-F238E27FC236}">
                  <a16:creationId xmlns:a16="http://schemas.microsoft.com/office/drawing/2014/main" id="{DD04C574-A55D-7C42-BB4A-310B2499B4F7}"/>
                </a:ext>
              </a:extLst>
            </p:cNvPr>
            <p:cNvSpPr>
              <a:spLocks noChangeShapeType="1"/>
            </p:cNvSpPr>
            <p:nvPr/>
          </p:nvSpPr>
          <p:spPr bwMode="auto">
            <a:xfrm>
              <a:off x="2612" y="1856"/>
              <a:ext cx="584" cy="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805" name="Line 58">
              <a:extLst>
                <a:ext uri="{FF2B5EF4-FFF2-40B4-BE49-F238E27FC236}">
                  <a16:creationId xmlns:a16="http://schemas.microsoft.com/office/drawing/2014/main" id="{758281CA-0E0E-B343-BA31-9C29CDC98636}"/>
                </a:ext>
              </a:extLst>
            </p:cNvPr>
            <p:cNvSpPr>
              <a:spLocks noChangeShapeType="1"/>
            </p:cNvSpPr>
            <p:nvPr/>
          </p:nvSpPr>
          <p:spPr bwMode="auto">
            <a:xfrm flipV="1">
              <a:off x="3136" y="2288"/>
              <a:ext cx="308" cy="3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806" name="Line 59">
              <a:extLst>
                <a:ext uri="{FF2B5EF4-FFF2-40B4-BE49-F238E27FC236}">
                  <a16:creationId xmlns:a16="http://schemas.microsoft.com/office/drawing/2014/main" id="{D5845CBF-5484-7640-910E-A215584480D8}"/>
                </a:ext>
              </a:extLst>
            </p:cNvPr>
            <p:cNvSpPr>
              <a:spLocks noChangeShapeType="1"/>
            </p:cNvSpPr>
            <p:nvPr/>
          </p:nvSpPr>
          <p:spPr bwMode="auto">
            <a:xfrm flipH="1">
              <a:off x="2456" y="1968"/>
              <a:ext cx="780" cy="8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807" name="Line 60">
              <a:extLst>
                <a:ext uri="{FF2B5EF4-FFF2-40B4-BE49-F238E27FC236}">
                  <a16:creationId xmlns:a16="http://schemas.microsoft.com/office/drawing/2014/main" id="{57232346-5E2E-3749-8752-6348AC38A22E}"/>
                </a:ext>
              </a:extLst>
            </p:cNvPr>
            <p:cNvSpPr>
              <a:spLocks noChangeShapeType="1"/>
            </p:cNvSpPr>
            <p:nvPr/>
          </p:nvSpPr>
          <p:spPr bwMode="auto">
            <a:xfrm flipH="1">
              <a:off x="3104" y="1964"/>
              <a:ext cx="144" cy="6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808" name="Line 61">
              <a:extLst>
                <a:ext uri="{FF2B5EF4-FFF2-40B4-BE49-F238E27FC236}">
                  <a16:creationId xmlns:a16="http://schemas.microsoft.com/office/drawing/2014/main" id="{EA2BB670-D631-0944-8191-7AB6A9D30708}"/>
                </a:ext>
              </a:extLst>
            </p:cNvPr>
            <p:cNvSpPr>
              <a:spLocks noChangeShapeType="1"/>
            </p:cNvSpPr>
            <p:nvPr/>
          </p:nvSpPr>
          <p:spPr bwMode="auto">
            <a:xfrm flipH="1">
              <a:off x="3012" y="2688"/>
              <a:ext cx="72" cy="5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809" name="Line 62">
              <a:extLst>
                <a:ext uri="{FF2B5EF4-FFF2-40B4-BE49-F238E27FC236}">
                  <a16:creationId xmlns:a16="http://schemas.microsoft.com/office/drawing/2014/main" id="{8F71810E-0E4D-4143-AE4F-68B66409745D}"/>
                </a:ext>
              </a:extLst>
            </p:cNvPr>
            <p:cNvSpPr>
              <a:spLocks noChangeShapeType="1"/>
            </p:cNvSpPr>
            <p:nvPr/>
          </p:nvSpPr>
          <p:spPr bwMode="auto">
            <a:xfrm>
              <a:off x="3136" y="2672"/>
              <a:ext cx="360" cy="596"/>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810" name="Line 63">
              <a:extLst>
                <a:ext uri="{FF2B5EF4-FFF2-40B4-BE49-F238E27FC236}">
                  <a16:creationId xmlns:a16="http://schemas.microsoft.com/office/drawing/2014/main" id="{B3C1B79E-33D2-7849-8B63-191CA862129C}"/>
                </a:ext>
              </a:extLst>
            </p:cNvPr>
            <p:cNvSpPr>
              <a:spLocks noChangeShapeType="1"/>
            </p:cNvSpPr>
            <p:nvPr/>
          </p:nvSpPr>
          <p:spPr bwMode="auto">
            <a:xfrm>
              <a:off x="3148" y="2640"/>
              <a:ext cx="196" cy="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811" name="Line 64">
              <a:extLst>
                <a:ext uri="{FF2B5EF4-FFF2-40B4-BE49-F238E27FC236}">
                  <a16:creationId xmlns:a16="http://schemas.microsoft.com/office/drawing/2014/main" id="{BCE6A664-E84E-474B-A0B7-4C43F218CF56}"/>
                </a:ext>
              </a:extLst>
            </p:cNvPr>
            <p:cNvSpPr>
              <a:spLocks noChangeShapeType="1"/>
            </p:cNvSpPr>
            <p:nvPr/>
          </p:nvSpPr>
          <p:spPr bwMode="auto">
            <a:xfrm>
              <a:off x="888" y="1872"/>
              <a:ext cx="48" cy="6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812" name="Line 65">
              <a:extLst>
                <a:ext uri="{FF2B5EF4-FFF2-40B4-BE49-F238E27FC236}">
                  <a16:creationId xmlns:a16="http://schemas.microsoft.com/office/drawing/2014/main" id="{D2122635-654B-9049-A4E8-DF4F74E3DEB2}"/>
                </a:ext>
              </a:extLst>
            </p:cNvPr>
            <p:cNvSpPr>
              <a:spLocks noChangeShapeType="1"/>
            </p:cNvSpPr>
            <p:nvPr/>
          </p:nvSpPr>
          <p:spPr bwMode="auto">
            <a:xfrm>
              <a:off x="368" y="2200"/>
              <a:ext cx="524" cy="3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813" name="Line 66">
              <a:extLst>
                <a:ext uri="{FF2B5EF4-FFF2-40B4-BE49-F238E27FC236}">
                  <a16:creationId xmlns:a16="http://schemas.microsoft.com/office/drawing/2014/main" id="{406AFEFD-2E4C-FF4F-B58A-EB287205552F}"/>
                </a:ext>
              </a:extLst>
            </p:cNvPr>
            <p:cNvSpPr>
              <a:spLocks noChangeShapeType="1"/>
            </p:cNvSpPr>
            <p:nvPr/>
          </p:nvSpPr>
          <p:spPr bwMode="auto">
            <a:xfrm flipH="1">
              <a:off x="976" y="2096"/>
              <a:ext cx="500" cy="41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814" name="Line 67">
              <a:extLst>
                <a:ext uri="{FF2B5EF4-FFF2-40B4-BE49-F238E27FC236}">
                  <a16:creationId xmlns:a16="http://schemas.microsoft.com/office/drawing/2014/main" id="{0DBE758E-934A-E341-9201-B68AED9B1F9A}"/>
                </a:ext>
              </a:extLst>
            </p:cNvPr>
            <p:cNvSpPr>
              <a:spLocks noChangeShapeType="1"/>
            </p:cNvSpPr>
            <p:nvPr/>
          </p:nvSpPr>
          <p:spPr bwMode="auto">
            <a:xfrm flipH="1">
              <a:off x="932" y="1444"/>
              <a:ext cx="1160" cy="3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815" name="Line 68">
              <a:extLst>
                <a:ext uri="{FF2B5EF4-FFF2-40B4-BE49-F238E27FC236}">
                  <a16:creationId xmlns:a16="http://schemas.microsoft.com/office/drawing/2014/main" id="{EDB688F7-40C4-C44A-BF67-AA265F20BA2E}"/>
                </a:ext>
              </a:extLst>
            </p:cNvPr>
            <p:cNvSpPr>
              <a:spLocks noChangeShapeType="1"/>
            </p:cNvSpPr>
            <p:nvPr/>
          </p:nvSpPr>
          <p:spPr bwMode="auto">
            <a:xfrm flipH="1">
              <a:off x="368" y="1848"/>
              <a:ext cx="480" cy="2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816" name="Line 69">
              <a:extLst>
                <a:ext uri="{FF2B5EF4-FFF2-40B4-BE49-F238E27FC236}">
                  <a16:creationId xmlns:a16="http://schemas.microsoft.com/office/drawing/2014/main" id="{BD861212-901F-7342-AAE0-11905466A227}"/>
                </a:ext>
              </a:extLst>
            </p:cNvPr>
            <p:cNvSpPr>
              <a:spLocks noChangeShapeType="1"/>
            </p:cNvSpPr>
            <p:nvPr/>
          </p:nvSpPr>
          <p:spPr bwMode="auto">
            <a:xfrm flipV="1">
              <a:off x="384" y="2064"/>
              <a:ext cx="1080" cy="1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817" name="Line 70">
              <a:extLst>
                <a:ext uri="{FF2B5EF4-FFF2-40B4-BE49-F238E27FC236}">
                  <a16:creationId xmlns:a16="http://schemas.microsoft.com/office/drawing/2014/main" id="{B9812E37-B306-9148-A9F7-6E6CB3E1BEAD}"/>
                </a:ext>
              </a:extLst>
            </p:cNvPr>
            <p:cNvSpPr>
              <a:spLocks noChangeShapeType="1"/>
            </p:cNvSpPr>
            <p:nvPr/>
          </p:nvSpPr>
          <p:spPr bwMode="auto">
            <a:xfrm>
              <a:off x="340" y="2216"/>
              <a:ext cx="200" cy="9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818" name="Line 71">
              <a:extLst>
                <a:ext uri="{FF2B5EF4-FFF2-40B4-BE49-F238E27FC236}">
                  <a16:creationId xmlns:a16="http://schemas.microsoft.com/office/drawing/2014/main" id="{0E5A0A62-E5C7-9647-A290-FE55D9002FD5}"/>
                </a:ext>
              </a:extLst>
            </p:cNvPr>
            <p:cNvSpPr>
              <a:spLocks noChangeShapeType="1"/>
            </p:cNvSpPr>
            <p:nvPr/>
          </p:nvSpPr>
          <p:spPr bwMode="auto">
            <a:xfrm>
              <a:off x="1548" y="2096"/>
              <a:ext cx="360" cy="2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819" name="Line 72">
              <a:extLst>
                <a:ext uri="{FF2B5EF4-FFF2-40B4-BE49-F238E27FC236}">
                  <a16:creationId xmlns:a16="http://schemas.microsoft.com/office/drawing/2014/main" id="{F6DADBA6-5444-054E-B584-3D57588D243A}"/>
                </a:ext>
              </a:extLst>
            </p:cNvPr>
            <p:cNvSpPr>
              <a:spLocks noChangeShapeType="1"/>
            </p:cNvSpPr>
            <p:nvPr/>
          </p:nvSpPr>
          <p:spPr bwMode="auto">
            <a:xfrm>
              <a:off x="984" y="2560"/>
              <a:ext cx="928" cy="2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820" name="Line 73">
              <a:extLst>
                <a:ext uri="{FF2B5EF4-FFF2-40B4-BE49-F238E27FC236}">
                  <a16:creationId xmlns:a16="http://schemas.microsoft.com/office/drawing/2014/main" id="{E5DE8B84-566C-154D-9ED6-F074C25F4DD4}"/>
                </a:ext>
              </a:extLst>
            </p:cNvPr>
            <p:cNvSpPr>
              <a:spLocks noChangeShapeType="1"/>
            </p:cNvSpPr>
            <p:nvPr/>
          </p:nvSpPr>
          <p:spPr bwMode="auto">
            <a:xfrm flipV="1">
              <a:off x="1992" y="2824"/>
              <a:ext cx="388"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821" name="Line 74">
              <a:extLst>
                <a:ext uri="{FF2B5EF4-FFF2-40B4-BE49-F238E27FC236}">
                  <a16:creationId xmlns:a16="http://schemas.microsoft.com/office/drawing/2014/main" id="{49F09A0E-5AC2-A340-9CBC-C58D0C5B45D8}"/>
                </a:ext>
              </a:extLst>
            </p:cNvPr>
            <p:cNvSpPr>
              <a:spLocks noChangeShapeType="1"/>
            </p:cNvSpPr>
            <p:nvPr/>
          </p:nvSpPr>
          <p:spPr bwMode="auto">
            <a:xfrm flipH="1">
              <a:off x="1788" y="2872"/>
              <a:ext cx="612" cy="7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822" name="Line 75">
              <a:extLst>
                <a:ext uri="{FF2B5EF4-FFF2-40B4-BE49-F238E27FC236}">
                  <a16:creationId xmlns:a16="http://schemas.microsoft.com/office/drawing/2014/main" id="{3F37B3E2-6338-CF4C-9B36-B71C6B34C734}"/>
                </a:ext>
              </a:extLst>
            </p:cNvPr>
            <p:cNvSpPr>
              <a:spLocks noChangeShapeType="1"/>
            </p:cNvSpPr>
            <p:nvPr/>
          </p:nvSpPr>
          <p:spPr bwMode="auto">
            <a:xfrm flipH="1">
              <a:off x="600" y="2848"/>
              <a:ext cx="1788" cy="35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823" name="Line 76">
              <a:extLst>
                <a:ext uri="{FF2B5EF4-FFF2-40B4-BE49-F238E27FC236}">
                  <a16:creationId xmlns:a16="http://schemas.microsoft.com/office/drawing/2014/main" id="{087111E5-94B7-F746-B5BE-8F923DF476C1}"/>
                </a:ext>
              </a:extLst>
            </p:cNvPr>
            <p:cNvSpPr>
              <a:spLocks noChangeShapeType="1"/>
            </p:cNvSpPr>
            <p:nvPr/>
          </p:nvSpPr>
          <p:spPr bwMode="auto">
            <a:xfrm>
              <a:off x="2504" y="2440"/>
              <a:ext cx="468" cy="8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824" name="Line 77">
              <a:extLst>
                <a:ext uri="{FF2B5EF4-FFF2-40B4-BE49-F238E27FC236}">
                  <a16:creationId xmlns:a16="http://schemas.microsoft.com/office/drawing/2014/main" id="{39BF0804-97F4-F441-AD34-A5FD7A4EFFD5}"/>
                </a:ext>
              </a:extLst>
            </p:cNvPr>
            <p:cNvSpPr>
              <a:spLocks noChangeShapeType="1"/>
            </p:cNvSpPr>
            <p:nvPr/>
          </p:nvSpPr>
          <p:spPr bwMode="auto">
            <a:xfrm>
              <a:off x="3044" y="3288"/>
              <a:ext cx="424" cy="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
        <p:nvSpPr>
          <p:cNvPr id="30726" name="Oval 78">
            <a:extLst>
              <a:ext uri="{FF2B5EF4-FFF2-40B4-BE49-F238E27FC236}">
                <a16:creationId xmlns:a16="http://schemas.microsoft.com/office/drawing/2014/main" id="{B5114AA3-68DD-DF4D-B647-43ACB4BCB259}"/>
              </a:ext>
            </a:extLst>
          </p:cNvPr>
          <p:cNvSpPr>
            <a:spLocks noChangeArrowheads="1"/>
          </p:cNvSpPr>
          <p:nvPr/>
        </p:nvSpPr>
        <p:spPr bwMode="auto">
          <a:xfrm>
            <a:off x="7810500" y="1828800"/>
            <a:ext cx="152400" cy="152400"/>
          </a:xfrm>
          <a:prstGeom prst="ellipse">
            <a:avLst/>
          </a:prstGeom>
          <a:solidFill>
            <a:srgbClr val="FF0000"/>
          </a:solidFill>
          <a:ln w="9525">
            <a:solidFill>
              <a:srgbClr val="FF0000"/>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727" name="Line 79">
            <a:extLst>
              <a:ext uri="{FF2B5EF4-FFF2-40B4-BE49-F238E27FC236}">
                <a16:creationId xmlns:a16="http://schemas.microsoft.com/office/drawing/2014/main" id="{7E0F9EA3-1932-0344-A620-EF9891F11272}"/>
              </a:ext>
            </a:extLst>
          </p:cNvPr>
          <p:cNvSpPr>
            <a:spLocks noChangeShapeType="1"/>
          </p:cNvSpPr>
          <p:nvPr/>
        </p:nvSpPr>
        <p:spPr bwMode="auto">
          <a:xfrm>
            <a:off x="7886700" y="1828800"/>
            <a:ext cx="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728" name="Line 80">
            <a:extLst>
              <a:ext uri="{FF2B5EF4-FFF2-40B4-BE49-F238E27FC236}">
                <a16:creationId xmlns:a16="http://schemas.microsoft.com/office/drawing/2014/main" id="{256EC876-BBCE-9E4C-BAC6-D3190E830A6C}"/>
              </a:ext>
            </a:extLst>
          </p:cNvPr>
          <p:cNvSpPr>
            <a:spLocks noChangeShapeType="1"/>
          </p:cNvSpPr>
          <p:nvPr/>
        </p:nvSpPr>
        <p:spPr bwMode="auto">
          <a:xfrm flipH="1">
            <a:off x="7429500" y="1981200"/>
            <a:ext cx="4572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729" name="Line 81">
            <a:extLst>
              <a:ext uri="{FF2B5EF4-FFF2-40B4-BE49-F238E27FC236}">
                <a16:creationId xmlns:a16="http://schemas.microsoft.com/office/drawing/2014/main" id="{E03BF709-3377-614E-9F1A-8615FBD883E9}"/>
              </a:ext>
            </a:extLst>
          </p:cNvPr>
          <p:cNvSpPr>
            <a:spLocks noChangeShapeType="1"/>
          </p:cNvSpPr>
          <p:nvPr/>
        </p:nvSpPr>
        <p:spPr bwMode="auto">
          <a:xfrm>
            <a:off x="7886700" y="1981200"/>
            <a:ext cx="4572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730" name="Oval 82">
            <a:extLst>
              <a:ext uri="{FF2B5EF4-FFF2-40B4-BE49-F238E27FC236}">
                <a16:creationId xmlns:a16="http://schemas.microsoft.com/office/drawing/2014/main" id="{D25D5945-E5A0-304E-A50C-466B5B05B090}"/>
              </a:ext>
            </a:extLst>
          </p:cNvPr>
          <p:cNvSpPr>
            <a:spLocks noChangeArrowheads="1"/>
          </p:cNvSpPr>
          <p:nvPr/>
        </p:nvSpPr>
        <p:spPr bwMode="auto">
          <a:xfrm>
            <a:off x="7353300" y="2590800"/>
            <a:ext cx="152400" cy="152400"/>
          </a:xfrm>
          <a:prstGeom prst="ellipse">
            <a:avLst/>
          </a:prstGeom>
          <a:solidFill>
            <a:srgbClr val="0033CC"/>
          </a:solidFill>
          <a:ln w="9525">
            <a:solidFill>
              <a:srgbClr val="0033CC"/>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731" name="Oval 83">
            <a:extLst>
              <a:ext uri="{FF2B5EF4-FFF2-40B4-BE49-F238E27FC236}">
                <a16:creationId xmlns:a16="http://schemas.microsoft.com/office/drawing/2014/main" id="{30464403-6C60-CD4E-ADF7-EDC459E0C0D7}"/>
              </a:ext>
            </a:extLst>
          </p:cNvPr>
          <p:cNvSpPr>
            <a:spLocks noChangeArrowheads="1"/>
          </p:cNvSpPr>
          <p:nvPr/>
        </p:nvSpPr>
        <p:spPr bwMode="auto">
          <a:xfrm>
            <a:off x="8267700" y="2590800"/>
            <a:ext cx="152400" cy="152400"/>
          </a:xfrm>
          <a:prstGeom prst="ellipse">
            <a:avLst/>
          </a:prstGeom>
          <a:solidFill>
            <a:srgbClr val="990033"/>
          </a:solidFill>
          <a:ln w="9525">
            <a:solidFill>
              <a:srgbClr val="990033"/>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nvGrpSpPr>
          <p:cNvPr id="30732" name="Group 84">
            <a:extLst>
              <a:ext uri="{FF2B5EF4-FFF2-40B4-BE49-F238E27FC236}">
                <a16:creationId xmlns:a16="http://schemas.microsoft.com/office/drawing/2014/main" id="{D9AC6468-0E48-7E47-B2B8-40D3AC1B9F98}"/>
              </a:ext>
            </a:extLst>
          </p:cNvPr>
          <p:cNvGrpSpPr>
            <a:grpSpLocks/>
          </p:cNvGrpSpPr>
          <p:nvPr/>
        </p:nvGrpSpPr>
        <p:grpSpPr bwMode="auto">
          <a:xfrm>
            <a:off x="7200900" y="2743200"/>
            <a:ext cx="457200" cy="609600"/>
            <a:chOff x="4176" y="1728"/>
            <a:chExt cx="288" cy="384"/>
          </a:xfrm>
        </p:grpSpPr>
        <p:sp>
          <p:nvSpPr>
            <p:cNvPr id="30750" name="Line 85">
              <a:extLst>
                <a:ext uri="{FF2B5EF4-FFF2-40B4-BE49-F238E27FC236}">
                  <a16:creationId xmlns:a16="http://schemas.microsoft.com/office/drawing/2014/main" id="{D79A1357-CA8B-0243-8B3F-B2DFD90DF1E0}"/>
                </a:ext>
              </a:extLst>
            </p:cNvPr>
            <p:cNvSpPr>
              <a:spLocks noChangeShapeType="1"/>
            </p:cNvSpPr>
            <p:nvPr/>
          </p:nvSpPr>
          <p:spPr bwMode="auto">
            <a:xfrm flipH="1">
              <a:off x="4176" y="1728"/>
              <a:ext cx="144"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751" name="Line 86">
              <a:extLst>
                <a:ext uri="{FF2B5EF4-FFF2-40B4-BE49-F238E27FC236}">
                  <a16:creationId xmlns:a16="http://schemas.microsoft.com/office/drawing/2014/main" id="{6ADAB337-62DC-1045-B9FC-230E6C5498C5}"/>
                </a:ext>
              </a:extLst>
            </p:cNvPr>
            <p:cNvSpPr>
              <a:spLocks noChangeShapeType="1"/>
            </p:cNvSpPr>
            <p:nvPr/>
          </p:nvSpPr>
          <p:spPr bwMode="auto">
            <a:xfrm>
              <a:off x="4320" y="1728"/>
              <a:ext cx="144"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
        <p:nvSpPr>
          <p:cNvPr id="30733" name="Line 87">
            <a:extLst>
              <a:ext uri="{FF2B5EF4-FFF2-40B4-BE49-F238E27FC236}">
                <a16:creationId xmlns:a16="http://schemas.microsoft.com/office/drawing/2014/main" id="{AFB5430B-697A-404F-81DC-335B67701A70}"/>
              </a:ext>
            </a:extLst>
          </p:cNvPr>
          <p:cNvSpPr>
            <a:spLocks noChangeShapeType="1"/>
          </p:cNvSpPr>
          <p:nvPr/>
        </p:nvSpPr>
        <p:spPr bwMode="auto">
          <a:xfrm flipH="1">
            <a:off x="8115300" y="2743200"/>
            <a:ext cx="2286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734" name="Line 88">
            <a:extLst>
              <a:ext uri="{FF2B5EF4-FFF2-40B4-BE49-F238E27FC236}">
                <a16:creationId xmlns:a16="http://schemas.microsoft.com/office/drawing/2014/main" id="{BC96030D-BE70-1544-AEA6-294C73701986}"/>
              </a:ext>
            </a:extLst>
          </p:cNvPr>
          <p:cNvSpPr>
            <a:spLocks noChangeShapeType="1"/>
          </p:cNvSpPr>
          <p:nvPr/>
        </p:nvSpPr>
        <p:spPr bwMode="auto">
          <a:xfrm>
            <a:off x="8343900" y="2743200"/>
            <a:ext cx="3048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735" name="Oval 89">
            <a:extLst>
              <a:ext uri="{FF2B5EF4-FFF2-40B4-BE49-F238E27FC236}">
                <a16:creationId xmlns:a16="http://schemas.microsoft.com/office/drawing/2014/main" id="{EE36DD80-7B1C-3642-A1A9-AE319D1F6E97}"/>
              </a:ext>
            </a:extLst>
          </p:cNvPr>
          <p:cNvSpPr>
            <a:spLocks noChangeArrowheads="1"/>
          </p:cNvSpPr>
          <p:nvPr/>
        </p:nvSpPr>
        <p:spPr bwMode="auto">
          <a:xfrm>
            <a:off x="7124700" y="3352800"/>
            <a:ext cx="152400" cy="152400"/>
          </a:xfrm>
          <a:prstGeom prst="ellipse">
            <a:avLst/>
          </a:prstGeom>
          <a:solidFill>
            <a:schemeClr val="hlink"/>
          </a:solidFill>
          <a:ln w="9525">
            <a:solidFill>
              <a:schemeClr val="hlink"/>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736" name="Oval 90">
            <a:extLst>
              <a:ext uri="{FF2B5EF4-FFF2-40B4-BE49-F238E27FC236}">
                <a16:creationId xmlns:a16="http://schemas.microsoft.com/office/drawing/2014/main" id="{DB04CD53-034D-A642-BE4B-7189F25576FD}"/>
              </a:ext>
            </a:extLst>
          </p:cNvPr>
          <p:cNvSpPr>
            <a:spLocks noChangeArrowheads="1"/>
          </p:cNvSpPr>
          <p:nvPr/>
        </p:nvSpPr>
        <p:spPr bwMode="auto">
          <a:xfrm>
            <a:off x="7581900" y="3352800"/>
            <a:ext cx="152400" cy="152400"/>
          </a:xfrm>
          <a:prstGeom prst="ellipse">
            <a:avLst/>
          </a:prstGeom>
          <a:solidFill>
            <a:schemeClr val="folHlink"/>
          </a:solidFill>
          <a:ln w="9525">
            <a:solidFill>
              <a:schemeClr val="folHlink"/>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737" name="Oval 91">
            <a:extLst>
              <a:ext uri="{FF2B5EF4-FFF2-40B4-BE49-F238E27FC236}">
                <a16:creationId xmlns:a16="http://schemas.microsoft.com/office/drawing/2014/main" id="{16183870-0790-034D-9B41-E44838BDDBE2}"/>
              </a:ext>
            </a:extLst>
          </p:cNvPr>
          <p:cNvSpPr>
            <a:spLocks noChangeArrowheads="1"/>
          </p:cNvSpPr>
          <p:nvPr/>
        </p:nvSpPr>
        <p:spPr bwMode="auto">
          <a:xfrm>
            <a:off x="8572500" y="3352800"/>
            <a:ext cx="152400" cy="152400"/>
          </a:xfrm>
          <a:prstGeom prst="ellipse">
            <a:avLst/>
          </a:prstGeom>
          <a:solidFill>
            <a:srgbClr val="FF33CC"/>
          </a:solidFill>
          <a:ln w="9525">
            <a:solidFill>
              <a:srgbClr val="FF33CC"/>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738" name="Oval 92">
            <a:extLst>
              <a:ext uri="{FF2B5EF4-FFF2-40B4-BE49-F238E27FC236}">
                <a16:creationId xmlns:a16="http://schemas.microsoft.com/office/drawing/2014/main" id="{BD8BF5D7-7C42-EA44-90C5-F259BBD1CA9F}"/>
              </a:ext>
            </a:extLst>
          </p:cNvPr>
          <p:cNvSpPr>
            <a:spLocks noChangeArrowheads="1"/>
          </p:cNvSpPr>
          <p:nvPr/>
        </p:nvSpPr>
        <p:spPr bwMode="auto">
          <a:xfrm>
            <a:off x="8039100" y="3352800"/>
            <a:ext cx="152400" cy="152400"/>
          </a:xfrm>
          <a:prstGeom prst="ellipse">
            <a:avLst/>
          </a:prstGeom>
          <a:solidFill>
            <a:schemeClr val="folHlink"/>
          </a:solidFill>
          <a:ln w="9525">
            <a:solidFill>
              <a:schemeClr val="folHlink"/>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nvGrpSpPr>
          <p:cNvPr id="30739" name="Group 93">
            <a:extLst>
              <a:ext uri="{FF2B5EF4-FFF2-40B4-BE49-F238E27FC236}">
                <a16:creationId xmlns:a16="http://schemas.microsoft.com/office/drawing/2014/main" id="{97BFE1C1-67BF-BB44-91FC-EDF22E6AF069}"/>
              </a:ext>
            </a:extLst>
          </p:cNvPr>
          <p:cNvGrpSpPr>
            <a:grpSpLocks/>
          </p:cNvGrpSpPr>
          <p:nvPr/>
        </p:nvGrpSpPr>
        <p:grpSpPr bwMode="auto">
          <a:xfrm>
            <a:off x="7429500" y="3505200"/>
            <a:ext cx="457200" cy="609600"/>
            <a:chOff x="4176" y="1728"/>
            <a:chExt cx="288" cy="384"/>
          </a:xfrm>
        </p:grpSpPr>
        <p:sp>
          <p:nvSpPr>
            <p:cNvPr id="30748" name="Line 94">
              <a:extLst>
                <a:ext uri="{FF2B5EF4-FFF2-40B4-BE49-F238E27FC236}">
                  <a16:creationId xmlns:a16="http://schemas.microsoft.com/office/drawing/2014/main" id="{61D7A7B8-0366-624E-BAA2-ECB7A6CC429E}"/>
                </a:ext>
              </a:extLst>
            </p:cNvPr>
            <p:cNvSpPr>
              <a:spLocks noChangeShapeType="1"/>
            </p:cNvSpPr>
            <p:nvPr/>
          </p:nvSpPr>
          <p:spPr bwMode="auto">
            <a:xfrm flipH="1">
              <a:off x="4176" y="1728"/>
              <a:ext cx="144"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749" name="Line 95">
              <a:extLst>
                <a:ext uri="{FF2B5EF4-FFF2-40B4-BE49-F238E27FC236}">
                  <a16:creationId xmlns:a16="http://schemas.microsoft.com/office/drawing/2014/main" id="{7F84DF08-7287-254E-8868-151E936C3F9A}"/>
                </a:ext>
              </a:extLst>
            </p:cNvPr>
            <p:cNvSpPr>
              <a:spLocks noChangeShapeType="1"/>
            </p:cNvSpPr>
            <p:nvPr/>
          </p:nvSpPr>
          <p:spPr bwMode="auto">
            <a:xfrm>
              <a:off x="4320" y="1728"/>
              <a:ext cx="144"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
        <p:nvSpPr>
          <p:cNvPr id="30740" name="Line 96">
            <a:extLst>
              <a:ext uri="{FF2B5EF4-FFF2-40B4-BE49-F238E27FC236}">
                <a16:creationId xmlns:a16="http://schemas.microsoft.com/office/drawing/2014/main" id="{2A253A6D-D32D-D340-AF3A-D7981C81069F}"/>
              </a:ext>
            </a:extLst>
          </p:cNvPr>
          <p:cNvSpPr>
            <a:spLocks noChangeShapeType="1"/>
          </p:cNvSpPr>
          <p:nvPr/>
        </p:nvSpPr>
        <p:spPr bwMode="auto">
          <a:xfrm>
            <a:off x="8648700" y="3505200"/>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741" name="Oval 97">
            <a:extLst>
              <a:ext uri="{FF2B5EF4-FFF2-40B4-BE49-F238E27FC236}">
                <a16:creationId xmlns:a16="http://schemas.microsoft.com/office/drawing/2014/main" id="{C4E36140-9201-2B43-B58F-62466ABE1DEF}"/>
              </a:ext>
            </a:extLst>
          </p:cNvPr>
          <p:cNvSpPr>
            <a:spLocks noChangeArrowheads="1"/>
          </p:cNvSpPr>
          <p:nvPr/>
        </p:nvSpPr>
        <p:spPr bwMode="auto">
          <a:xfrm>
            <a:off x="7810500" y="4114800"/>
            <a:ext cx="152400" cy="152400"/>
          </a:xfrm>
          <a:prstGeom prst="ellipse">
            <a:avLst/>
          </a:prstGeom>
          <a:solidFill>
            <a:srgbClr val="FF0000"/>
          </a:solidFill>
          <a:ln w="9525">
            <a:solidFill>
              <a:srgbClr val="FF0000"/>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742" name="Oval 98">
            <a:extLst>
              <a:ext uri="{FF2B5EF4-FFF2-40B4-BE49-F238E27FC236}">
                <a16:creationId xmlns:a16="http://schemas.microsoft.com/office/drawing/2014/main" id="{04EEB423-9D4A-F64A-B496-825DA06B1DD8}"/>
              </a:ext>
            </a:extLst>
          </p:cNvPr>
          <p:cNvSpPr>
            <a:spLocks noChangeArrowheads="1"/>
          </p:cNvSpPr>
          <p:nvPr/>
        </p:nvSpPr>
        <p:spPr bwMode="auto">
          <a:xfrm>
            <a:off x="7353300" y="4114800"/>
            <a:ext cx="152400" cy="152400"/>
          </a:xfrm>
          <a:prstGeom prst="ellipse">
            <a:avLst/>
          </a:prstGeom>
          <a:solidFill>
            <a:srgbClr val="CC9900"/>
          </a:solidFill>
          <a:ln w="9525">
            <a:solidFill>
              <a:srgbClr val="CC9900"/>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743" name="Oval 99">
            <a:extLst>
              <a:ext uri="{FF2B5EF4-FFF2-40B4-BE49-F238E27FC236}">
                <a16:creationId xmlns:a16="http://schemas.microsoft.com/office/drawing/2014/main" id="{C45F9FAA-D8D4-4F4A-BCBE-900D42CD414B}"/>
              </a:ext>
            </a:extLst>
          </p:cNvPr>
          <p:cNvSpPr>
            <a:spLocks noChangeArrowheads="1"/>
          </p:cNvSpPr>
          <p:nvPr/>
        </p:nvSpPr>
        <p:spPr bwMode="auto">
          <a:xfrm>
            <a:off x="8572500" y="4114800"/>
            <a:ext cx="152400" cy="152400"/>
          </a:xfrm>
          <a:prstGeom prst="ellipse">
            <a:avLst/>
          </a:prstGeom>
          <a:solidFill>
            <a:schemeClr val="bg2"/>
          </a:solidFill>
          <a:ln w="9525">
            <a:solidFill>
              <a:schemeClr val="bg2"/>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nvGrpSpPr>
          <p:cNvPr id="5" name="Group 103">
            <a:extLst>
              <a:ext uri="{FF2B5EF4-FFF2-40B4-BE49-F238E27FC236}">
                <a16:creationId xmlns:a16="http://schemas.microsoft.com/office/drawing/2014/main" id="{126B9A7C-4DB9-A54D-AB4A-B2B5C50FC42A}"/>
              </a:ext>
            </a:extLst>
          </p:cNvPr>
          <p:cNvGrpSpPr>
            <a:grpSpLocks/>
          </p:cNvGrpSpPr>
          <p:nvPr/>
        </p:nvGrpSpPr>
        <p:grpSpPr bwMode="auto">
          <a:xfrm>
            <a:off x="8572500" y="4267200"/>
            <a:ext cx="152400" cy="762000"/>
            <a:chOff x="5040" y="2688"/>
            <a:chExt cx="96" cy="480"/>
          </a:xfrm>
        </p:grpSpPr>
        <p:sp>
          <p:nvSpPr>
            <p:cNvPr id="30746" name="Line 100">
              <a:extLst>
                <a:ext uri="{FF2B5EF4-FFF2-40B4-BE49-F238E27FC236}">
                  <a16:creationId xmlns:a16="http://schemas.microsoft.com/office/drawing/2014/main" id="{51ABBDC5-53BC-8B45-A66A-1B4EECF3B6FB}"/>
                </a:ext>
              </a:extLst>
            </p:cNvPr>
            <p:cNvSpPr>
              <a:spLocks noChangeShapeType="1"/>
            </p:cNvSpPr>
            <p:nvPr/>
          </p:nvSpPr>
          <p:spPr bwMode="auto">
            <a:xfrm>
              <a:off x="5088" y="2688"/>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0747" name="Oval 101">
              <a:extLst>
                <a:ext uri="{FF2B5EF4-FFF2-40B4-BE49-F238E27FC236}">
                  <a16:creationId xmlns:a16="http://schemas.microsoft.com/office/drawing/2014/main" id="{A296C49F-616D-A844-AA74-265009806E29}"/>
                </a:ext>
              </a:extLst>
            </p:cNvPr>
            <p:cNvSpPr>
              <a:spLocks noChangeArrowheads="1"/>
            </p:cNvSpPr>
            <p:nvPr/>
          </p:nvSpPr>
          <p:spPr bwMode="auto">
            <a:xfrm>
              <a:off x="5040" y="3072"/>
              <a:ext cx="96" cy="96"/>
            </a:xfrm>
            <a:prstGeom prst="ellipse">
              <a:avLst/>
            </a:prstGeom>
            <a:solidFill>
              <a:srgbClr val="009900"/>
            </a:solidFill>
            <a:ln w="9525">
              <a:solidFill>
                <a:srgbClr val="009900"/>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sp>
        <p:nvSpPr>
          <p:cNvPr id="30745" name="Text Box 102">
            <a:extLst>
              <a:ext uri="{FF2B5EF4-FFF2-40B4-BE49-F238E27FC236}">
                <a16:creationId xmlns:a16="http://schemas.microsoft.com/office/drawing/2014/main" id="{0A2977FE-73CF-934E-A930-0B35E7961694}"/>
              </a:ext>
            </a:extLst>
          </p:cNvPr>
          <p:cNvSpPr txBox="1">
            <a:spLocks noChangeArrowheads="1"/>
          </p:cNvSpPr>
          <p:nvPr/>
        </p:nvSpPr>
        <p:spPr bwMode="auto">
          <a:xfrm>
            <a:off x="6743700" y="4953001"/>
            <a:ext cx="15343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Comic Sans MS" panose="030F0902030302020204" pitchFamily="66" charset="0"/>
              </a:rPr>
              <a:t>Cây tìm kiếm</a:t>
            </a:r>
          </a:p>
        </p:txBody>
      </p:sp>
      <p:sp>
        <p:nvSpPr>
          <p:cNvPr id="107" name="Rectangle 3">
            <a:extLst>
              <a:ext uri="{FF2B5EF4-FFF2-40B4-BE49-F238E27FC236}">
                <a16:creationId xmlns:a16="http://schemas.microsoft.com/office/drawing/2014/main" id="{0058DA6C-030E-B647-B7E1-77F394087F11}"/>
              </a:ext>
            </a:extLst>
          </p:cNvPr>
          <p:cNvSpPr>
            <a:spLocks noGrp="1" noChangeArrowheads="1"/>
          </p:cNvSpPr>
          <p:nvPr>
            <p:ph type="title"/>
          </p:nvPr>
        </p:nvSpPr>
        <p:spPr>
          <a:xfrm>
            <a:off x="706438" y="365125"/>
            <a:ext cx="8874125" cy="993775"/>
          </a:xfrm>
        </p:spPr>
        <p:txBody>
          <a:bodyPr/>
          <a:lstStyle/>
          <a:p>
            <a:r>
              <a:rPr lang="en-US" altLang="en-US">
                <a:solidFill>
                  <a:schemeClr val="bg1"/>
                </a:solidFill>
              </a:rPr>
              <a:t>Tìm kiếm trong không gian trạng thái</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30D3656C-07DA-1049-AA55-8D5418FCDA23}"/>
                  </a:ext>
                </a:extLst>
              </p14:cNvPr>
              <p14:cNvContentPartPr/>
              <p14:nvPr/>
            </p14:nvContentPartPr>
            <p14:xfrm>
              <a:off x="5329440" y="3814200"/>
              <a:ext cx="683280" cy="1091160"/>
            </p14:xfrm>
          </p:contentPart>
        </mc:Choice>
        <mc:Fallback xmlns="">
          <p:pic>
            <p:nvPicPr>
              <p:cNvPr id="2" name="Ink 1">
                <a:extLst>
                  <a:ext uri="{FF2B5EF4-FFF2-40B4-BE49-F238E27FC236}">
                    <a16:creationId xmlns:a16="http://schemas.microsoft.com/office/drawing/2014/main" id="{30D3656C-07DA-1049-AA55-8D5418FCDA23}"/>
                  </a:ext>
                </a:extLst>
              </p:cNvPr>
              <p:cNvPicPr/>
              <p:nvPr/>
            </p:nvPicPr>
            <p:blipFill>
              <a:blip r:embed="rId4"/>
              <a:stretch>
                <a:fillRect/>
              </a:stretch>
            </p:blipFill>
            <p:spPr>
              <a:xfrm>
                <a:off x="5320080" y="3804840"/>
                <a:ext cx="702000" cy="1109880"/>
              </a:xfrm>
              <a:prstGeom prst="rect">
                <a:avLst/>
              </a:prstGeom>
            </p:spPr>
          </p:pic>
        </mc:Fallback>
      </mc:AlternateContent>
    </p:spTree>
    <p:extLst>
      <p:ext uri="{BB962C8B-B14F-4D97-AF65-F5344CB8AC3E}">
        <p14:creationId xmlns:p14="http://schemas.microsoft.com/office/powerpoint/2010/main" val="10475855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50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4">
            <a:extLst>
              <a:ext uri="{FF2B5EF4-FFF2-40B4-BE49-F238E27FC236}">
                <a16:creationId xmlns:a16="http://schemas.microsoft.com/office/drawing/2014/main" id="{D4D19DDF-7FEB-FD46-A4F1-7E8ED3E7717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fld id="{A09A692E-73FB-704B-893E-F695B5F68DC3}" type="slidenum">
              <a:rPr lang="en-US" altLang="en-US" sz="1400"/>
              <a:pPr eaLnBrk="1" hangingPunct="1"/>
              <a:t>32</a:t>
            </a:fld>
            <a:endParaRPr lang="en-US" altLang="en-US" sz="1400"/>
          </a:p>
        </p:txBody>
      </p:sp>
      <p:sp>
        <p:nvSpPr>
          <p:cNvPr id="31747" name="Rectangle 2">
            <a:extLst>
              <a:ext uri="{FF2B5EF4-FFF2-40B4-BE49-F238E27FC236}">
                <a16:creationId xmlns:a16="http://schemas.microsoft.com/office/drawing/2014/main" id="{A646A3A6-6A2C-0644-86D5-128DBF591847}"/>
              </a:ext>
            </a:extLst>
          </p:cNvPr>
          <p:cNvSpPr>
            <a:spLocks noChangeArrowheads="1"/>
          </p:cNvSpPr>
          <p:nvPr/>
        </p:nvSpPr>
        <p:spPr bwMode="auto">
          <a:xfrm>
            <a:off x="6743700" y="1524000"/>
            <a:ext cx="2362200" cy="3810000"/>
          </a:xfrm>
          <a:prstGeom prst="rect">
            <a:avLst/>
          </a:prstGeom>
          <a:solidFill>
            <a:srgbClr val="FFFFD3"/>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a:p>
        </p:txBody>
      </p:sp>
      <p:grpSp>
        <p:nvGrpSpPr>
          <p:cNvPr id="31749" name="Group 4">
            <a:extLst>
              <a:ext uri="{FF2B5EF4-FFF2-40B4-BE49-F238E27FC236}">
                <a16:creationId xmlns:a16="http://schemas.microsoft.com/office/drawing/2014/main" id="{793C6292-07D0-1B46-A976-AE49CCDBDE84}"/>
              </a:ext>
            </a:extLst>
          </p:cNvPr>
          <p:cNvGrpSpPr>
            <a:grpSpLocks/>
          </p:cNvGrpSpPr>
          <p:nvPr/>
        </p:nvGrpSpPr>
        <p:grpSpPr bwMode="auto">
          <a:xfrm>
            <a:off x="876300" y="1828800"/>
            <a:ext cx="5607050" cy="3962400"/>
            <a:chOff x="288" y="1392"/>
            <a:chExt cx="3532" cy="2496"/>
          </a:xfrm>
        </p:grpSpPr>
        <p:sp>
          <p:nvSpPr>
            <p:cNvPr id="31775" name="Oval 5">
              <a:extLst>
                <a:ext uri="{FF2B5EF4-FFF2-40B4-BE49-F238E27FC236}">
                  <a16:creationId xmlns:a16="http://schemas.microsoft.com/office/drawing/2014/main" id="{4375468F-BA0C-9947-85BC-6DF9AB99E8AB}"/>
                </a:ext>
              </a:extLst>
            </p:cNvPr>
            <p:cNvSpPr>
              <a:spLocks noChangeArrowheads="1"/>
            </p:cNvSpPr>
            <p:nvPr/>
          </p:nvSpPr>
          <p:spPr bwMode="auto">
            <a:xfrm>
              <a:off x="288" y="212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776" name="Oval 6">
              <a:extLst>
                <a:ext uri="{FF2B5EF4-FFF2-40B4-BE49-F238E27FC236}">
                  <a16:creationId xmlns:a16="http://schemas.microsoft.com/office/drawing/2014/main" id="{B63BEACC-011F-9743-AC40-EB0F7AE36625}"/>
                </a:ext>
              </a:extLst>
            </p:cNvPr>
            <p:cNvSpPr>
              <a:spLocks noChangeArrowheads="1"/>
            </p:cNvSpPr>
            <p:nvPr/>
          </p:nvSpPr>
          <p:spPr bwMode="auto">
            <a:xfrm>
              <a:off x="508" y="3168"/>
              <a:ext cx="96" cy="96"/>
            </a:xfrm>
            <a:prstGeom prst="ellipse">
              <a:avLst/>
            </a:prstGeom>
            <a:solidFill>
              <a:srgbClr val="CC9900"/>
            </a:solidFill>
            <a:ln w="9525">
              <a:solidFill>
                <a:srgbClr val="CC9900"/>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777" name="Oval 7">
              <a:extLst>
                <a:ext uri="{FF2B5EF4-FFF2-40B4-BE49-F238E27FC236}">
                  <a16:creationId xmlns:a16="http://schemas.microsoft.com/office/drawing/2014/main" id="{3E28A15E-E1DD-3643-B9A8-FDE15A378127}"/>
                </a:ext>
              </a:extLst>
            </p:cNvPr>
            <p:cNvSpPr>
              <a:spLocks noChangeArrowheads="1"/>
            </p:cNvSpPr>
            <p:nvPr/>
          </p:nvSpPr>
          <p:spPr bwMode="auto">
            <a:xfrm>
              <a:off x="844" y="1776"/>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778" name="Oval 8">
              <a:extLst>
                <a:ext uri="{FF2B5EF4-FFF2-40B4-BE49-F238E27FC236}">
                  <a16:creationId xmlns:a16="http://schemas.microsoft.com/office/drawing/2014/main" id="{CD64D959-FC54-AA46-85AC-A643C1C65690}"/>
                </a:ext>
              </a:extLst>
            </p:cNvPr>
            <p:cNvSpPr>
              <a:spLocks noChangeArrowheads="1"/>
            </p:cNvSpPr>
            <p:nvPr/>
          </p:nvSpPr>
          <p:spPr bwMode="auto">
            <a:xfrm>
              <a:off x="1900" y="2784"/>
              <a:ext cx="96" cy="96"/>
            </a:xfrm>
            <a:prstGeom prst="ellipse">
              <a:avLst/>
            </a:prstGeom>
            <a:solidFill>
              <a:srgbClr val="0033CC"/>
            </a:solidFill>
            <a:ln w="9525">
              <a:solidFill>
                <a:srgbClr val="0033CC"/>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779" name="Oval 9">
              <a:extLst>
                <a:ext uri="{FF2B5EF4-FFF2-40B4-BE49-F238E27FC236}">
                  <a16:creationId xmlns:a16="http://schemas.microsoft.com/office/drawing/2014/main" id="{BF9B8A69-63C8-764E-8EFE-5ABB122D4017}"/>
                </a:ext>
              </a:extLst>
            </p:cNvPr>
            <p:cNvSpPr>
              <a:spLocks noChangeArrowheads="1"/>
            </p:cNvSpPr>
            <p:nvPr/>
          </p:nvSpPr>
          <p:spPr bwMode="auto">
            <a:xfrm>
              <a:off x="1276" y="3696"/>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780" name="Oval 10">
              <a:extLst>
                <a:ext uri="{FF2B5EF4-FFF2-40B4-BE49-F238E27FC236}">
                  <a16:creationId xmlns:a16="http://schemas.microsoft.com/office/drawing/2014/main" id="{A108ADCB-EB2D-D34A-A3D3-6BA60F86AC32}"/>
                </a:ext>
              </a:extLst>
            </p:cNvPr>
            <p:cNvSpPr>
              <a:spLocks noChangeArrowheads="1"/>
            </p:cNvSpPr>
            <p:nvPr/>
          </p:nvSpPr>
          <p:spPr bwMode="auto">
            <a:xfrm>
              <a:off x="2380" y="2784"/>
              <a:ext cx="96" cy="96"/>
            </a:xfrm>
            <a:prstGeom prst="ellipse">
              <a:avLst/>
            </a:prstGeom>
            <a:solidFill>
              <a:schemeClr val="folHlink"/>
            </a:solidFill>
            <a:ln w="9525">
              <a:solidFill>
                <a:schemeClr val="folHlink"/>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781" name="Oval 11">
              <a:extLst>
                <a:ext uri="{FF2B5EF4-FFF2-40B4-BE49-F238E27FC236}">
                  <a16:creationId xmlns:a16="http://schemas.microsoft.com/office/drawing/2014/main" id="{1C60FDBE-B096-5D47-A79B-55D957F4C897}"/>
                </a:ext>
              </a:extLst>
            </p:cNvPr>
            <p:cNvSpPr>
              <a:spLocks noChangeArrowheads="1"/>
            </p:cNvSpPr>
            <p:nvPr/>
          </p:nvSpPr>
          <p:spPr bwMode="auto">
            <a:xfrm>
              <a:off x="892" y="2496"/>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782" name="Oval 12">
              <a:extLst>
                <a:ext uri="{FF2B5EF4-FFF2-40B4-BE49-F238E27FC236}">
                  <a16:creationId xmlns:a16="http://schemas.microsoft.com/office/drawing/2014/main" id="{45BFA966-4313-8048-83DB-21BCC15238CD}"/>
                </a:ext>
              </a:extLst>
            </p:cNvPr>
            <p:cNvSpPr>
              <a:spLocks noChangeArrowheads="1"/>
            </p:cNvSpPr>
            <p:nvPr/>
          </p:nvSpPr>
          <p:spPr bwMode="auto">
            <a:xfrm>
              <a:off x="2428" y="235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783" name="Oval 13">
              <a:extLst>
                <a:ext uri="{FF2B5EF4-FFF2-40B4-BE49-F238E27FC236}">
                  <a16:creationId xmlns:a16="http://schemas.microsoft.com/office/drawing/2014/main" id="{712E444B-2EE5-6D47-82E5-D74D58E433BC}"/>
                </a:ext>
              </a:extLst>
            </p:cNvPr>
            <p:cNvSpPr>
              <a:spLocks noChangeArrowheads="1"/>
            </p:cNvSpPr>
            <p:nvPr/>
          </p:nvSpPr>
          <p:spPr bwMode="auto">
            <a:xfrm>
              <a:off x="412" y="379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784" name="Oval 14">
              <a:extLst>
                <a:ext uri="{FF2B5EF4-FFF2-40B4-BE49-F238E27FC236}">
                  <a16:creationId xmlns:a16="http://schemas.microsoft.com/office/drawing/2014/main" id="{2C2C09DC-53B8-474D-9E4A-48E983FE59E6}"/>
                </a:ext>
              </a:extLst>
            </p:cNvPr>
            <p:cNvSpPr>
              <a:spLocks noChangeArrowheads="1"/>
            </p:cNvSpPr>
            <p:nvPr/>
          </p:nvSpPr>
          <p:spPr bwMode="auto">
            <a:xfrm>
              <a:off x="940" y="326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785" name="Oval 15">
              <a:extLst>
                <a:ext uri="{FF2B5EF4-FFF2-40B4-BE49-F238E27FC236}">
                  <a16:creationId xmlns:a16="http://schemas.microsoft.com/office/drawing/2014/main" id="{6675DD20-C2DF-D14D-8361-12AC5249F6B5}"/>
                </a:ext>
              </a:extLst>
            </p:cNvPr>
            <p:cNvSpPr>
              <a:spLocks noChangeArrowheads="1"/>
            </p:cNvSpPr>
            <p:nvPr/>
          </p:nvSpPr>
          <p:spPr bwMode="auto">
            <a:xfrm>
              <a:off x="2524" y="1824"/>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786" name="Oval 16">
              <a:extLst>
                <a:ext uri="{FF2B5EF4-FFF2-40B4-BE49-F238E27FC236}">
                  <a16:creationId xmlns:a16="http://schemas.microsoft.com/office/drawing/2014/main" id="{9009C254-2639-C745-A454-B21BE36DFB80}"/>
                </a:ext>
              </a:extLst>
            </p:cNvPr>
            <p:cNvSpPr>
              <a:spLocks noChangeArrowheads="1"/>
            </p:cNvSpPr>
            <p:nvPr/>
          </p:nvSpPr>
          <p:spPr bwMode="auto">
            <a:xfrm>
              <a:off x="2956" y="3264"/>
              <a:ext cx="96" cy="96"/>
            </a:xfrm>
            <a:prstGeom prst="ellipse">
              <a:avLst/>
            </a:prstGeom>
            <a:solidFill>
              <a:srgbClr val="FF33CC"/>
            </a:solidFill>
            <a:ln w="9525">
              <a:solidFill>
                <a:srgbClr val="FF33CC"/>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787" name="Oval 17">
              <a:extLst>
                <a:ext uri="{FF2B5EF4-FFF2-40B4-BE49-F238E27FC236}">
                  <a16:creationId xmlns:a16="http://schemas.microsoft.com/office/drawing/2014/main" id="{5B0DB54B-79F4-4D4C-A02C-B7B99B3D2412}"/>
                </a:ext>
              </a:extLst>
            </p:cNvPr>
            <p:cNvSpPr>
              <a:spLocks noChangeArrowheads="1"/>
            </p:cNvSpPr>
            <p:nvPr/>
          </p:nvSpPr>
          <p:spPr bwMode="auto">
            <a:xfrm>
              <a:off x="1708" y="3648"/>
              <a:ext cx="96" cy="96"/>
            </a:xfrm>
            <a:prstGeom prst="ellipse">
              <a:avLst/>
            </a:prstGeom>
            <a:solidFill>
              <a:srgbClr val="FF0000"/>
            </a:solidFill>
            <a:ln w="9525">
              <a:solidFill>
                <a:srgbClr val="FF0000"/>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788" name="Oval 18">
              <a:extLst>
                <a:ext uri="{FF2B5EF4-FFF2-40B4-BE49-F238E27FC236}">
                  <a16:creationId xmlns:a16="http://schemas.microsoft.com/office/drawing/2014/main" id="{D2626C3A-DE8B-C24D-8D5E-C55752748138}"/>
                </a:ext>
              </a:extLst>
            </p:cNvPr>
            <p:cNvSpPr>
              <a:spLocks noChangeArrowheads="1"/>
            </p:cNvSpPr>
            <p:nvPr/>
          </p:nvSpPr>
          <p:spPr bwMode="auto">
            <a:xfrm>
              <a:off x="2428" y="3504"/>
              <a:ext cx="96" cy="96"/>
            </a:xfrm>
            <a:prstGeom prst="ellipse">
              <a:avLst/>
            </a:prstGeom>
            <a:solidFill>
              <a:srgbClr val="990033"/>
            </a:solidFill>
            <a:ln w="9525">
              <a:solidFill>
                <a:srgbClr val="990033"/>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789" name="Oval 19">
              <a:extLst>
                <a:ext uri="{FF2B5EF4-FFF2-40B4-BE49-F238E27FC236}">
                  <a16:creationId xmlns:a16="http://schemas.microsoft.com/office/drawing/2014/main" id="{091B0C2D-B48C-5842-AB5F-BD9C08514D1A}"/>
                </a:ext>
              </a:extLst>
            </p:cNvPr>
            <p:cNvSpPr>
              <a:spLocks noChangeArrowheads="1"/>
            </p:cNvSpPr>
            <p:nvPr/>
          </p:nvSpPr>
          <p:spPr bwMode="auto">
            <a:xfrm>
              <a:off x="1324" y="283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790" name="Oval 20">
              <a:extLst>
                <a:ext uri="{FF2B5EF4-FFF2-40B4-BE49-F238E27FC236}">
                  <a16:creationId xmlns:a16="http://schemas.microsoft.com/office/drawing/2014/main" id="{377581A8-C603-4243-87FD-AC15F50C9EC3}"/>
                </a:ext>
              </a:extLst>
            </p:cNvPr>
            <p:cNvSpPr>
              <a:spLocks noChangeArrowheads="1"/>
            </p:cNvSpPr>
            <p:nvPr/>
          </p:nvSpPr>
          <p:spPr bwMode="auto">
            <a:xfrm>
              <a:off x="1468" y="2016"/>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791" name="Oval 21">
              <a:extLst>
                <a:ext uri="{FF2B5EF4-FFF2-40B4-BE49-F238E27FC236}">
                  <a16:creationId xmlns:a16="http://schemas.microsoft.com/office/drawing/2014/main" id="{9304B7E1-2469-7947-A124-84E2ED8C1FA0}"/>
                </a:ext>
              </a:extLst>
            </p:cNvPr>
            <p:cNvSpPr>
              <a:spLocks noChangeArrowheads="1"/>
            </p:cNvSpPr>
            <p:nvPr/>
          </p:nvSpPr>
          <p:spPr bwMode="auto">
            <a:xfrm>
              <a:off x="1900" y="2304"/>
              <a:ext cx="96" cy="96"/>
            </a:xfrm>
            <a:prstGeom prst="ellipse">
              <a:avLst/>
            </a:prstGeom>
            <a:solidFill>
              <a:schemeClr val="hlink"/>
            </a:solidFill>
            <a:ln w="9525">
              <a:solidFill>
                <a:schemeClr val="hlink"/>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792" name="Oval 22">
              <a:extLst>
                <a:ext uri="{FF2B5EF4-FFF2-40B4-BE49-F238E27FC236}">
                  <a16:creationId xmlns:a16="http://schemas.microsoft.com/office/drawing/2014/main" id="{6AC30E33-B4A8-0846-8AA8-85DAE8134A33}"/>
                </a:ext>
              </a:extLst>
            </p:cNvPr>
            <p:cNvSpPr>
              <a:spLocks noChangeArrowheads="1"/>
            </p:cNvSpPr>
            <p:nvPr/>
          </p:nvSpPr>
          <p:spPr bwMode="auto">
            <a:xfrm>
              <a:off x="2092" y="196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793" name="Oval 23">
              <a:extLst>
                <a:ext uri="{FF2B5EF4-FFF2-40B4-BE49-F238E27FC236}">
                  <a16:creationId xmlns:a16="http://schemas.microsoft.com/office/drawing/2014/main" id="{CB051E41-B85D-A54B-A411-C6BBCF5A0BD5}"/>
                </a:ext>
              </a:extLst>
            </p:cNvPr>
            <p:cNvSpPr>
              <a:spLocks noChangeArrowheads="1"/>
            </p:cNvSpPr>
            <p:nvPr/>
          </p:nvSpPr>
          <p:spPr bwMode="auto">
            <a:xfrm>
              <a:off x="2092" y="139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794" name="Oval 24">
              <a:extLst>
                <a:ext uri="{FF2B5EF4-FFF2-40B4-BE49-F238E27FC236}">
                  <a16:creationId xmlns:a16="http://schemas.microsoft.com/office/drawing/2014/main" id="{008F70DD-6A67-464F-968B-24B2E10461A8}"/>
                </a:ext>
              </a:extLst>
            </p:cNvPr>
            <p:cNvSpPr>
              <a:spLocks noChangeArrowheads="1"/>
            </p:cNvSpPr>
            <p:nvPr/>
          </p:nvSpPr>
          <p:spPr bwMode="auto">
            <a:xfrm>
              <a:off x="1516" y="340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795" name="Oval 25">
              <a:extLst>
                <a:ext uri="{FF2B5EF4-FFF2-40B4-BE49-F238E27FC236}">
                  <a16:creationId xmlns:a16="http://schemas.microsoft.com/office/drawing/2014/main" id="{D2DFA92A-23B6-2E4A-8836-01B26C828EED}"/>
                </a:ext>
              </a:extLst>
            </p:cNvPr>
            <p:cNvSpPr>
              <a:spLocks noChangeArrowheads="1"/>
            </p:cNvSpPr>
            <p:nvPr/>
          </p:nvSpPr>
          <p:spPr bwMode="auto">
            <a:xfrm>
              <a:off x="3724" y="172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796" name="Oval 26">
              <a:extLst>
                <a:ext uri="{FF2B5EF4-FFF2-40B4-BE49-F238E27FC236}">
                  <a16:creationId xmlns:a16="http://schemas.microsoft.com/office/drawing/2014/main" id="{195F1A49-0FC6-3842-B292-40D72E41C4BE}"/>
                </a:ext>
              </a:extLst>
            </p:cNvPr>
            <p:cNvSpPr>
              <a:spLocks noChangeArrowheads="1"/>
            </p:cNvSpPr>
            <p:nvPr/>
          </p:nvSpPr>
          <p:spPr bwMode="auto">
            <a:xfrm>
              <a:off x="2860" y="196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797" name="Oval 27">
              <a:extLst>
                <a:ext uri="{FF2B5EF4-FFF2-40B4-BE49-F238E27FC236}">
                  <a16:creationId xmlns:a16="http://schemas.microsoft.com/office/drawing/2014/main" id="{496B44E1-BAEF-174E-A814-1DDFD8AD6633}"/>
                </a:ext>
              </a:extLst>
            </p:cNvPr>
            <p:cNvSpPr>
              <a:spLocks noChangeArrowheads="1"/>
            </p:cNvSpPr>
            <p:nvPr/>
          </p:nvSpPr>
          <p:spPr bwMode="auto">
            <a:xfrm>
              <a:off x="3196" y="1872"/>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798" name="Oval 28">
              <a:extLst>
                <a:ext uri="{FF2B5EF4-FFF2-40B4-BE49-F238E27FC236}">
                  <a16:creationId xmlns:a16="http://schemas.microsoft.com/office/drawing/2014/main" id="{E82786CE-E0DE-F440-A182-19B5AB6E9763}"/>
                </a:ext>
              </a:extLst>
            </p:cNvPr>
            <p:cNvSpPr>
              <a:spLocks noChangeArrowheads="1"/>
            </p:cNvSpPr>
            <p:nvPr/>
          </p:nvSpPr>
          <p:spPr bwMode="auto">
            <a:xfrm>
              <a:off x="3436" y="2208"/>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799" name="Oval 29">
              <a:extLst>
                <a:ext uri="{FF2B5EF4-FFF2-40B4-BE49-F238E27FC236}">
                  <a16:creationId xmlns:a16="http://schemas.microsoft.com/office/drawing/2014/main" id="{A422FD62-A592-9F46-920E-32D62DD13683}"/>
                </a:ext>
              </a:extLst>
            </p:cNvPr>
            <p:cNvSpPr>
              <a:spLocks noChangeArrowheads="1"/>
            </p:cNvSpPr>
            <p:nvPr/>
          </p:nvSpPr>
          <p:spPr bwMode="auto">
            <a:xfrm>
              <a:off x="3472" y="3268"/>
              <a:ext cx="96" cy="96"/>
            </a:xfrm>
            <a:prstGeom prst="ellipse">
              <a:avLst/>
            </a:prstGeom>
            <a:solidFill>
              <a:schemeClr val="bg2"/>
            </a:solidFill>
            <a:ln w="9525">
              <a:solidFill>
                <a:schemeClr val="bg2"/>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800" name="Oval 30">
              <a:extLst>
                <a:ext uri="{FF2B5EF4-FFF2-40B4-BE49-F238E27FC236}">
                  <a16:creationId xmlns:a16="http://schemas.microsoft.com/office/drawing/2014/main" id="{26E239D7-6C50-F54D-8A58-7CB64EA3E558}"/>
                </a:ext>
              </a:extLst>
            </p:cNvPr>
            <p:cNvSpPr>
              <a:spLocks noChangeArrowheads="1"/>
            </p:cNvSpPr>
            <p:nvPr/>
          </p:nvSpPr>
          <p:spPr bwMode="auto">
            <a:xfrm>
              <a:off x="3052" y="2592"/>
              <a:ext cx="96" cy="96"/>
            </a:xfrm>
            <a:prstGeom prst="ellipse">
              <a:avLst/>
            </a:prstGeom>
            <a:solidFill>
              <a:srgbClr val="009900"/>
            </a:solidFill>
            <a:ln w="9525">
              <a:solidFill>
                <a:srgbClr val="009900"/>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801" name="Oval 31">
              <a:extLst>
                <a:ext uri="{FF2B5EF4-FFF2-40B4-BE49-F238E27FC236}">
                  <a16:creationId xmlns:a16="http://schemas.microsoft.com/office/drawing/2014/main" id="{92EF0751-21B5-E444-A01F-DFBC11835ABA}"/>
                </a:ext>
              </a:extLst>
            </p:cNvPr>
            <p:cNvSpPr>
              <a:spLocks noChangeArrowheads="1"/>
            </p:cNvSpPr>
            <p:nvPr/>
          </p:nvSpPr>
          <p:spPr bwMode="auto">
            <a:xfrm>
              <a:off x="3340" y="2640"/>
              <a:ext cx="96" cy="96"/>
            </a:xfrm>
            <a:prstGeom prst="ellipse">
              <a:avLst/>
            </a:prstGeom>
            <a:solidFill>
              <a:srgbClr val="FF9900"/>
            </a:solidFill>
            <a:ln w="9525">
              <a:solidFill>
                <a:schemeClr val="tx1"/>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802" name="Line 32">
              <a:extLst>
                <a:ext uri="{FF2B5EF4-FFF2-40B4-BE49-F238E27FC236}">
                  <a16:creationId xmlns:a16="http://schemas.microsoft.com/office/drawing/2014/main" id="{9C1F20EF-E759-4C42-B135-96377A5EB361}"/>
                </a:ext>
              </a:extLst>
            </p:cNvPr>
            <p:cNvSpPr>
              <a:spLocks noChangeShapeType="1"/>
            </p:cNvSpPr>
            <p:nvPr/>
          </p:nvSpPr>
          <p:spPr bwMode="auto">
            <a:xfrm flipV="1">
              <a:off x="456" y="3260"/>
              <a:ext cx="92" cy="5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03" name="Line 33">
              <a:extLst>
                <a:ext uri="{FF2B5EF4-FFF2-40B4-BE49-F238E27FC236}">
                  <a16:creationId xmlns:a16="http://schemas.microsoft.com/office/drawing/2014/main" id="{67B6AB7C-4C20-434D-BD6A-802C21567EFC}"/>
                </a:ext>
              </a:extLst>
            </p:cNvPr>
            <p:cNvSpPr>
              <a:spLocks noChangeShapeType="1"/>
            </p:cNvSpPr>
            <p:nvPr/>
          </p:nvSpPr>
          <p:spPr bwMode="auto">
            <a:xfrm flipV="1">
              <a:off x="492" y="3352"/>
              <a:ext cx="468" cy="4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04" name="Line 34">
              <a:extLst>
                <a:ext uri="{FF2B5EF4-FFF2-40B4-BE49-F238E27FC236}">
                  <a16:creationId xmlns:a16="http://schemas.microsoft.com/office/drawing/2014/main" id="{2331C355-3602-D849-830B-F46F3E5DFAE2}"/>
                </a:ext>
              </a:extLst>
            </p:cNvPr>
            <p:cNvSpPr>
              <a:spLocks noChangeShapeType="1"/>
            </p:cNvSpPr>
            <p:nvPr/>
          </p:nvSpPr>
          <p:spPr bwMode="auto">
            <a:xfrm flipV="1">
              <a:off x="504" y="3476"/>
              <a:ext cx="1012" cy="36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05" name="Line 35">
              <a:extLst>
                <a:ext uri="{FF2B5EF4-FFF2-40B4-BE49-F238E27FC236}">
                  <a16:creationId xmlns:a16="http://schemas.microsoft.com/office/drawing/2014/main" id="{B030356B-41AD-7340-9E8D-C8F9EC4DF85B}"/>
                </a:ext>
              </a:extLst>
            </p:cNvPr>
            <p:cNvSpPr>
              <a:spLocks noChangeShapeType="1"/>
            </p:cNvSpPr>
            <p:nvPr/>
          </p:nvSpPr>
          <p:spPr bwMode="auto">
            <a:xfrm flipH="1">
              <a:off x="1352" y="3496"/>
              <a:ext cx="180" cy="20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06" name="Line 36">
              <a:extLst>
                <a:ext uri="{FF2B5EF4-FFF2-40B4-BE49-F238E27FC236}">
                  <a16:creationId xmlns:a16="http://schemas.microsoft.com/office/drawing/2014/main" id="{EEB5B93C-F832-4441-95E1-E4EB2E0823C1}"/>
                </a:ext>
              </a:extLst>
            </p:cNvPr>
            <p:cNvSpPr>
              <a:spLocks noChangeShapeType="1"/>
            </p:cNvSpPr>
            <p:nvPr/>
          </p:nvSpPr>
          <p:spPr bwMode="auto">
            <a:xfrm>
              <a:off x="1596" y="3488"/>
              <a:ext cx="136" cy="1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07" name="Line 37">
              <a:extLst>
                <a:ext uri="{FF2B5EF4-FFF2-40B4-BE49-F238E27FC236}">
                  <a16:creationId xmlns:a16="http://schemas.microsoft.com/office/drawing/2014/main" id="{2D1108BC-D5DB-DC41-881C-26AF096E64EC}"/>
                </a:ext>
              </a:extLst>
            </p:cNvPr>
            <p:cNvSpPr>
              <a:spLocks noChangeShapeType="1"/>
            </p:cNvSpPr>
            <p:nvPr/>
          </p:nvSpPr>
          <p:spPr bwMode="auto">
            <a:xfrm flipV="1">
              <a:off x="1796" y="3564"/>
              <a:ext cx="636" cy="116"/>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08" name="Line 38">
              <a:extLst>
                <a:ext uri="{FF2B5EF4-FFF2-40B4-BE49-F238E27FC236}">
                  <a16:creationId xmlns:a16="http://schemas.microsoft.com/office/drawing/2014/main" id="{BD137C62-0754-4340-BEBA-0DCB96A62B6B}"/>
                </a:ext>
              </a:extLst>
            </p:cNvPr>
            <p:cNvSpPr>
              <a:spLocks noChangeShapeType="1"/>
            </p:cNvSpPr>
            <p:nvPr/>
          </p:nvSpPr>
          <p:spPr bwMode="auto">
            <a:xfrm flipV="1">
              <a:off x="1764" y="2876"/>
              <a:ext cx="176" cy="77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09" name="Line 39">
              <a:extLst>
                <a:ext uri="{FF2B5EF4-FFF2-40B4-BE49-F238E27FC236}">
                  <a16:creationId xmlns:a16="http://schemas.microsoft.com/office/drawing/2014/main" id="{CCEC23A9-6F99-914C-85AB-2FBEB2585CF8}"/>
                </a:ext>
              </a:extLst>
            </p:cNvPr>
            <p:cNvSpPr>
              <a:spLocks noChangeShapeType="1"/>
            </p:cNvSpPr>
            <p:nvPr/>
          </p:nvSpPr>
          <p:spPr bwMode="auto">
            <a:xfrm flipH="1" flipV="1">
              <a:off x="2428" y="2880"/>
              <a:ext cx="48" cy="6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10" name="Line 40">
              <a:extLst>
                <a:ext uri="{FF2B5EF4-FFF2-40B4-BE49-F238E27FC236}">
                  <a16:creationId xmlns:a16="http://schemas.microsoft.com/office/drawing/2014/main" id="{023A0AE8-AE18-6542-9492-92AA8754C5C4}"/>
                </a:ext>
              </a:extLst>
            </p:cNvPr>
            <p:cNvSpPr>
              <a:spLocks noChangeShapeType="1"/>
            </p:cNvSpPr>
            <p:nvPr/>
          </p:nvSpPr>
          <p:spPr bwMode="auto">
            <a:xfrm flipV="1">
              <a:off x="2524" y="3336"/>
              <a:ext cx="440" cy="200"/>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11" name="Line 41">
              <a:extLst>
                <a:ext uri="{FF2B5EF4-FFF2-40B4-BE49-F238E27FC236}">
                  <a16:creationId xmlns:a16="http://schemas.microsoft.com/office/drawing/2014/main" id="{D10ED92E-DCE1-B944-82E7-597114C1B8B1}"/>
                </a:ext>
              </a:extLst>
            </p:cNvPr>
            <p:cNvSpPr>
              <a:spLocks noChangeShapeType="1"/>
            </p:cNvSpPr>
            <p:nvPr/>
          </p:nvSpPr>
          <p:spPr bwMode="auto">
            <a:xfrm flipH="1" flipV="1">
              <a:off x="944" y="2592"/>
              <a:ext cx="40" cy="6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12" name="Line 42">
              <a:extLst>
                <a:ext uri="{FF2B5EF4-FFF2-40B4-BE49-F238E27FC236}">
                  <a16:creationId xmlns:a16="http://schemas.microsoft.com/office/drawing/2014/main" id="{8F0856CC-0C66-E54C-8C6B-1A886D44BA67}"/>
                </a:ext>
              </a:extLst>
            </p:cNvPr>
            <p:cNvSpPr>
              <a:spLocks noChangeShapeType="1"/>
            </p:cNvSpPr>
            <p:nvPr/>
          </p:nvSpPr>
          <p:spPr bwMode="auto">
            <a:xfrm flipH="1">
              <a:off x="1024" y="2920"/>
              <a:ext cx="320" cy="3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13" name="Line 43">
              <a:extLst>
                <a:ext uri="{FF2B5EF4-FFF2-40B4-BE49-F238E27FC236}">
                  <a16:creationId xmlns:a16="http://schemas.microsoft.com/office/drawing/2014/main" id="{706E8A7F-9750-C947-81E4-202AC6073F8A}"/>
                </a:ext>
              </a:extLst>
            </p:cNvPr>
            <p:cNvSpPr>
              <a:spLocks noChangeShapeType="1"/>
            </p:cNvSpPr>
            <p:nvPr/>
          </p:nvSpPr>
          <p:spPr bwMode="auto">
            <a:xfrm>
              <a:off x="1388" y="2924"/>
              <a:ext cx="164" cy="4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14" name="Line 44">
              <a:extLst>
                <a:ext uri="{FF2B5EF4-FFF2-40B4-BE49-F238E27FC236}">
                  <a16:creationId xmlns:a16="http://schemas.microsoft.com/office/drawing/2014/main" id="{EA8949C1-DFCF-5E4D-B541-273BBA4D6A6A}"/>
                </a:ext>
              </a:extLst>
            </p:cNvPr>
            <p:cNvSpPr>
              <a:spLocks noChangeShapeType="1"/>
            </p:cNvSpPr>
            <p:nvPr/>
          </p:nvSpPr>
          <p:spPr bwMode="auto">
            <a:xfrm flipV="1">
              <a:off x="1416" y="2836"/>
              <a:ext cx="480" cy="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15" name="Line 45">
              <a:extLst>
                <a:ext uri="{FF2B5EF4-FFF2-40B4-BE49-F238E27FC236}">
                  <a16:creationId xmlns:a16="http://schemas.microsoft.com/office/drawing/2014/main" id="{536E2BFE-68D9-DC4B-BBDF-EECFC9AE3839}"/>
                </a:ext>
              </a:extLst>
            </p:cNvPr>
            <p:cNvSpPr>
              <a:spLocks noChangeShapeType="1"/>
            </p:cNvSpPr>
            <p:nvPr/>
          </p:nvSpPr>
          <p:spPr bwMode="auto">
            <a:xfrm flipV="1">
              <a:off x="3500" y="1816"/>
              <a:ext cx="244" cy="3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16" name="Line 46">
              <a:extLst>
                <a:ext uri="{FF2B5EF4-FFF2-40B4-BE49-F238E27FC236}">
                  <a16:creationId xmlns:a16="http://schemas.microsoft.com/office/drawing/2014/main" id="{9C7FEBC0-CDBC-C744-9D56-BEC04578DEA2}"/>
                </a:ext>
              </a:extLst>
            </p:cNvPr>
            <p:cNvSpPr>
              <a:spLocks noChangeShapeType="1"/>
            </p:cNvSpPr>
            <p:nvPr/>
          </p:nvSpPr>
          <p:spPr bwMode="auto">
            <a:xfrm flipH="1">
              <a:off x="3292" y="1780"/>
              <a:ext cx="432" cy="1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17" name="Line 47">
              <a:extLst>
                <a:ext uri="{FF2B5EF4-FFF2-40B4-BE49-F238E27FC236}">
                  <a16:creationId xmlns:a16="http://schemas.microsoft.com/office/drawing/2014/main" id="{5FE8EAF2-E0A6-4941-8286-2F3285758D0A}"/>
                </a:ext>
              </a:extLst>
            </p:cNvPr>
            <p:cNvSpPr>
              <a:spLocks noChangeShapeType="1"/>
            </p:cNvSpPr>
            <p:nvPr/>
          </p:nvSpPr>
          <p:spPr bwMode="auto">
            <a:xfrm flipH="1" flipV="1">
              <a:off x="2180" y="1456"/>
              <a:ext cx="1548" cy="2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18" name="Line 48">
              <a:extLst>
                <a:ext uri="{FF2B5EF4-FFF2-40B4-BE49-F238E27FC236}">
                  <a16:creationId xmlns:a16="http://schemas.microsoft.com/office/drawing/2014/main" id="{1B476850-28EE-5947-80E7-2ADEA4DFA5ED}"/>
                </a:ext>
              </a:extLst>
            </p:cNvPr>
            <p:cNvSpPr>
              <a:spLocks noChangeShapeType="1"/>
            </p:cNvSpPr>
            <p:nvPr/>
          </p:nvSpPr>
          <p:spPr bwMode="auto">
            <a:xfrm flipV="1">
              <a:off x="1944" y="2392"/>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19" name="Line 49">
              <a:extLst>
                <a:ext uri="{FF2B5EF4-FFF2-40B4-BE49-F238E27FC236}">
                  <a16:creationId xmlns:a16="http://schemas.microsoft.com/office/drawing/2014/main" id="{18F0081D-1ACA-9147-A043-9FCEFD032F6E}"/>
                </a:ext>
              </a:extLst>
            </p:cNvPr>
            <p:cNvSpPr>
              <a:spLocks noChangeShapeType="1"/>
            </p:cNvSpPr>
            <p:nvPr/>
          </p:nvSpPr>
          <p:spPr bwMode="auto">
            <a:xfrm>
              <a:off x="1996" y="2356"/>
              <a:ext cx="432" cy="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20" name="Line 50">
              <a:extLst>
                <a:ext uri="{FF2B5EF4-FFF2-40B4-BE49-F238E27FC236}">
                  <a16:creationId xmlns:a16="http://schemas.microsoft.com/office/drawing/2014/main" id="{41D019EA-12AD-DD4F-A05E-A994450A06C5}"/>
                </a:ext>
              </a:extLst>
            </p:cNvPr>
            <p:cNvSpPr>
              <a:spLocks noChangeShapeType="1"/>
            </p:cNvSpPr>
            <p:nvPr/>
          </p:nvSpPr>
          <p:spPr bwMode="auto">
            <a:xfrm flipV="1">
              <a:off x="1960" y="2052"/>
              <a:ext cx="148" cy="2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21" name="Line 51">
              <a:extLst>
                <a:ext uri="{FF2B5EF4-FFF2-40B4-BE49-F238E27FC236}">
                  <a16:creationId xmlns:a16="http://schemas.microsoft.com/office/drawing/2014/main" id="{2E09A1C9-2BFD-9D4B-8DA0-39A2226E7E78}"/>
                </a:ext>
              </a:extLst>
            </p:cNvPr>
            <p:cNvSpPr>
              <a:spLocks noChangeShapeType="1"/>
            </p:cNvSpPr>
            <p:nvPr/>
          </p:nvSpPr>
          <p:spPr bwMode="auto">
            <a:xfrm flipV="1">
              <a:off x="2128" y="1488"/>
              <a:ext cx="12" cy="48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22" name="Line 52">
              <a:extLst>
                <a:ext uri="{FF2B5EF4-FFF2-40B4-BE49-F238E27FC236}">
                  <a16:creationId xmlns:a16="http://schemas.microsoft.com/office/drawing/2014/main" id="{8A7A9231-C130-D544-82A6-05F568E1FD0C}"/>
                </a:ext>
              </a:extLst>
            </p:cNvPr>
            <p:cNvSpPr>
              <a:spLocks noChangeShapeType="1"/>
            </p:cNvSpPr>
            <p:nvPr/>
          </p:nvSpPr>
          <p:spPr bwMode="auto">
            <a:xfrm>
              <a:off x="2164" y="1480"/>
              <a:ext cx="380" cy="3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23" name="Line 53">
              <a:extLst>
                <a:ext uri="{FF2B5EF4-FFF2-40B4-BE49-F238E27FC236}">
                  <a16:creationId xmlns:a16="http://schemas.microsoft.com/office/drawing/2014/main" id="{8686073D-958F-6144-BEA9-7A6609006D97}"/>
                </a:ext>
              </a:extLst>
            </p:cNvPr>
            <p:cNvSpPr>
              <a:spLocks noChangeShapeType="1"/>
            </p:cNvSpPr>
            <p:nvPr/>
          </p:nvSpPr>
          <p:spPr bwMode="auto">
            <a:xfrm>
              <a:off x="2156" y="1488"/>
              <a:ext cx="308" cy="8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24" name="Line 54">
              <a:extLst>
                <a:ext uri="{FF2B5EF4-FFF2-40B4-BE49-F238E27FC236}">
                  <a16:creationId xmlns:a16="http://schemas.microsoft.com/office/drawing/2014/main" id="{556485B1-A685-7948-9BA8-B3720A8F42C1}"/>
                </a:ext>
              </a:extLst>
            </p:cNvPr>
            <p:cNvSpPr>
              <a:spLocks noChangeShapeType="1"/>
            </p:cNvSpPr>
            <p:nvPr/>
          </p:nvSpPr>
          <p:spPr bwMode="auto">
            <a:xfrm flipV="1">
              <a:off x="2512" y="2056"/>
              <a:ext cx="364" cy="3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25" name="Line 55">
              <a:extLst>
                <a:ext uri="{FF2B5EF4-FFF2-40B4-BE49-F238E27FC236}">
                  <a16:creationId xmlns:a16="http://schemas.microsoft.com/office/drawing/2014/main" id="{203FE835-CDCF-7847-93CE-CF15F56F34E9}"/>
                </a:ext>
              </a:extLst>
            </p:cNvPr>
            <p:cNvSpPr>
              <a:spLocks noChangeShapeType="1"/>
            </p:cNvSpPr>
            <p:nvPr/>
          </p:nvSpPr>
          <p:spPr bwMode="auto">
            <a:xfrm flipH="1" flipV="1">
              <a:off x="2188" y="2016"/>
              <a:ext cx="672" cy="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26" name="Line 56">
              <a:extLst>
                <a:ext uri="{FF2B5EF4-FFF2-40B4-BE49-F238E27FC236}">
                  <a16:creationId xmlns:a16="http://schemas.microsoft.com/office/drawing/2014/main" id="{FB45B8F4-5FD7-5F4D-BD1A-428834426DEB}"/>
                </a:ext>
              </a:extLst>
            </p:cNvPr>
            <p:cNvSpPr>
              <a:spLocks noChangeShapeType="1"/>
            </p:cNvSpPr>
            <p:nvPr/>
          </p:nvSpPr>
          <p:spPr bwMode="auto">
            <a:xfrm>
              <a:off x="2616" y="1888"/>
              <a:ext cx="252" cy="10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27" name="Line 57">
              <a:extLst>
                <a:ext uri="{FF2B5EF4-FFF2-40B4-BE49-F238E27FC236}">
                  <a16:creationId xmlns:a16="http://schemas.microsoft.com/office/drawing/2014/main" id="{545A6E02-5715-2F41-A853-C6FA805B21E4}"/>
                </a:ext>
              </a:extLst>
            </p:cNvPr>
            <p:cNvSpPr>
              <a:spLocks noChangeShapeType="1"/>
            </p:cNvSpPr>
            <p:nvPr/>
          </p:nvSpPr>
          <p:spPr bwMode="auto">
            <a:xfrm>
              <a:off x="2612" y="1856"/>
              <a:ext cx="584" cy="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28" name="Line 58">
              <a:extLst>
                <a:ext uri="{FF2B5EF4-FFF2-40B4-BE49-F238E27FC236}">
                  <a16:creationId xmlns:a16="http://schemas.microsoft.com/office/drawing/2014/main" id="{B049EC30-EF43-9947-B62C-4F74EE2AD885}"/>
                </a:ext>
              </a:extLst>
            </p:cNvPr>
            <p:cNvSpPr>
              <a:spLocks noChangeShapeType="1"/>
            </p:cNvSpPr>
            <p:nvPr/>
          </p:nvSpPr>
          <p:spPr bwMode="auto">
            <a:xfrm flipV="1">
              <a:off x="3136" y="2288"/>
              <a:ext cx="308" cy="3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29" name="Line 59">
              <a:extLst>
                <a:ext uri="{FF2B5EF4-FFF2-40B4-BE49-F238E27FC236}">
                  <a16:creationId xmlns:a16="http://schemas.microsoft.com/office/drawing/2014/main" id="{EC081863-9EEC-1D4B-9CD9-D3AC99410E2D}"/>
                </a:ext>
              </a:extLst>
            </p:cNvPr>
            <p:cNvSpPr>
              <a:spLocks noChangeShapeType="1"/>
            </p:cNvSpPr>
            <p:nvPr/>
          </p:nvSpPr>
          <p:spPr bwMode="auto">
            <a:xfrm flipH="1">
              <a:off x="2456" y="1968"/>
              <a:ext cx="780" cy="8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30" name="Line 60">
              <a:extLst>
                <a:ext uri="{FF2B5EF4-FFF2-40B4-BE49-F238E27FC236}">
                  <a16:creationId xmlns:a16="http://schemas.microsoft.com/office/drawing/2014/main" id="{379B98B1-5642-4C46-9D98-DEB97550CD00}"/>
                </a:ext>
              </a:extLst>
            </p:cNvPr>
            <p:cNvSpPr>
              <a:spLocks noChangeShapeType="1"/>
            </p:cNvSpPr>
            <p:nvPr/>
          </p:nvSpPr>
          <p:spPr bwMode="auto">
            <a:xfrm flipH="1">
              <a:off x="3104" y="1964"/>
              <a:ext cx="144" cy="6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31" name="Line 61">
              <a:extLst>
                <a:ext uri="{FF2B5EF4-FFF2-40B4-BE49-F238E27FC236}">
                  <a16:creationId xmlns:a16="http://schemas.microsoft.com/office/drawing/2014/main" id="{CBFB4A17-C202-734C-B217-178418DDEFB7}"/>
                </a:ext>
              </a:extLst>
            </p:cNvPr>
            <p:cNvSpPr>
              <a:spLocks noChangeShapeType="1"/>
            </p:cNvSpPr>
            <p:nvPr/>
          </p:nvSpPr>
          <p:spPr bwMode="auto">
            <a:xfrm flipH="1">
              <a:off x="3012" y="2688"/>
              <a:ext cx="72" cy="5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32" name="Line 62">
              <a:extLst>
                <a:ext uri="{FF2B5EF4-FFF2-40B4-BE49-F238E27FC236}">
                  <a16:creationId xmlns:a16="http://schemas.microsoft.com/office/drawing/2014/main" id="{90712ED6-4B62-F34D-976C-6160D8578CA7}"/>
                </a:ext>
              </a:extLst>
            </p:cNvPr>
            <p:cNvSpPr>
              <a:spLocks noChangeShapeType="1"/>
            </p:cNvSpPr>
            <p:nvPr/>
          </p:nvSpPr>
          <p:spPr bwMode="auto">
            <a:xfrm>
              <a:off x="3136" y="2672"/>
              <a:ext cx="360" cy="596"/>
            </a:xfrm>
            <a:prstGeom prst="line">
              <a:avLst/>
            </a:prstGeom>
            <a:noFill/>
            <a:ln w="38100">
              <a:solidFill>
                <a:srgbClr val="0033CC"/>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33" name="Line 63">
              <a:extLst>
                <a:ext uri="{FF2B5EF4-FFF2-40B4-BE49-F238E27FC236}">
                  <a16:creationId xmlns:a16="http://schemas.microsoft.com/office/drawing/2014/main" id="{465D95B3-D9E3-3642-A271-774ED5BFD5A5}"/>
                </a:ext>
              </a:extLst>
            </p:cNvPr>
            <p:cNvSpPr>
              <a:spLocks noChangeShapeType="1"/>
            </p:cNvSpPr>
            <p:nvPr/>
          </p:nvSpPr>
          <p:spPr bwMode="auto">
            <a:xfrm>
              <a:off x="3148" y="2640"/>
              <a:ext cx="196" cy="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34" name="Line 64">
              <a:extLst>
                <a:ext uri="{FF2B5EF4-FFF2-40B4-BE49-F238E27FC236}">
                  <a16:creationId xmlns:a16="http://schemas.microsoft.com/office/drawing/2014/main" id="{532C8470-EE48-3344-ADE8-64D5EC2B6A55}"/>
                </a:ext>
              </a:extLst>
            </p:cNvPr>
            <p:cNvSpPr>
              <a:spLocks noChangeShapeType="1"/>
            </p:cNvSpPr>
            <p:nvPr/>
          </p:nvSpPr>
          <p:spPr bwMode="auto">
            <a:xfrm>
              <a:off x="888" y="1872"/>
              <a:ext cx="48" cy="6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35" name="Line 65">
              <a:extLst>
                <a:ext uri="{FF2B5EF4-FFF2-40B4-BE49-F238E27FC236}">
                  <a16:creationId xmlns:a16="http://schemas.microsoft.com/office/drawing/2014/main" id="{FC9C105C-4D31-C34D-83B2-D25D2EF68A12}"/>
                </a:ext>
              </a:extLst>
            </p:cNvPr>
            <p:cNvSpPr>
              <a:spLocks noChangeShapeType="1"/>
            </p:cNvSpPr>
            <p:nvPr/>
          </p:nvSpPr>
          <p:spPr bwMode="auto">
            <a:xfrm>
              <a:off x="368" y="2200"/>
              <a:ext cx="524" cy="3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36" name="Line 66">
              <a:extLst>
                <a:ext uri="{FF2B5EF4-FFF2-40B4-BE49-F238E27FC236}">
                  <a16:creationId xmlns:a16="http://schemas.microsoft.com/office/drawing/2014/main" id="{23733D66-E370-8F48-9848-4F0D66771DFA}"/>
                </a:ext>
              </a:extLst>
            </p:cNvPr>
            <p:cNvSpPr>
              <a:spLocks noChangeShapeType="1"/>
            </p:cNvSpPr>
            <p:nvPr/>
          </p:nvSpPr>
          <p:spPr bwMode="auto">
            <a:xfrm flipH="1">
              <a:off x="976" y="2096"/>
              <a:ext cx="500" cy="41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37" name="Line 67">
              <a:extLst>
                <a:ext uri="{FF2B5EF4-FFF2-40B4-BE49-F238E27FC236}">
                  <a16:creationId xmlns:a16="http://schemas.microsoft.com/office/drawing/2014/main" id="{F933615E-8212-B348-BF12-C84E60765CEA}"/>
                </a:ext>
              </a:extLst>
            </p:cNvPr>
            <p:cNvSpPr>
              <a:spLocks noChangeShapeType="1"/>
            </p:cNvSpPr>
            <p:nvPr/>
          </p:nvSpPr>
          <p:spPr bwMode="auto">
            <a:xfrm flipH="1">
              <a:off x="932" y="1444"/>
              <a:ext cx="1160" cy="3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38" name="Line 68">
              <a:extLst>
                <a:ext uri="{FF2B5EF4-FFF2-40B4-BE49-F238E27FC236}">
                  <a16:creationId xmlns:a16="http://schemas.microsoft.com/office/drawing/2014/main" id="{9B502C01-9886-8A4D-80B6-F309222CA6A4}"/>
                </a:ext>
              </a:extLst>
            </p:cNvPr>
            <p:cNvSpPr>
              <a:spLocks noChangeShapeType="1"/>
            </p:cNvSpPr>
            <p:nvPr/>
          </p:nvSpPr>
          <p:spPr bwMode="auto">
            <a:xfrm flipH="1">
              <a:off x="368" y="1848"/>
              <a:ext cx="480" cy="2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39" name="Line 69">
              <a:extLst>
                <a:ext uri="{FF2B5EF4-FFF2-40B4-BE49-F238E27FC236}">
                  <a16:creationId xmlns:a16="http://schemas.microsoft.com/office/drawing/2014/main" id="{0F901EAD-D7A6-0C4E-93C7-249920B091E9}"/>
                </a:ext>
              </a:extLst>
            </p:cNvPr>
            <p:cNvSpPr>
              <a:spLocks noChangeShapeType="1"/>
            </p:cNvSpPr>
            <p:nvPr/>
          </p:nvSpPr>
          <p:spPr bwMode="auto">
            <a:xfrm flipV="1">
              <a:off x="384" y="2064"/>
              <a:ext cx="1080" cy="1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40" name="Line 70">
              <a:extLst>
                <a:ext uri="{FF2B5EF4-FFF2-40B4-BE49-F238E27FC236}">
                  <a16:creationId xmlns:a16="http://schemas.microsoft.com/office/drawing/2014/main" id="{DC57CE15-B277-AB48-8C4E-A804AA7D6FC7}"/>
                </a:ext>
              </a:extLst>
            </p:cNvPr>
            <p:cNvSpPr>
              <a:spLocks noChangeShapeType="1"/>
            </p:cNvSpPr>
            <p:nvPr/>
          </p:nvSpPr>
          <p:spPr bwMode="auto">
            <a:xfrm>
              <a:off x="340" y="2216"/>
              <a:ext cx="200" cy="9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41" name="Line 71">
              <a:extLst>
                <a:ext uri="{FF2B5EF4-FFF2-40B4-BE49-F238E27FC236}">
                  <a16:creationId xmlns:a16="http://schemas.microsoft.com/office/drawing/2014/main" id="{D892E842-1861-C54F-A52B-E37976FB24AD}"/>
                </a:ext>
              </a:extLst>
            </p:cNvPr>
            <p:cNvSpPr>
              <a:spLocks noChangeShapeType="1"/>
            </p:cNvSpPr>
            <p:nvPr/>
          </p:nvSpPr>
          <p:spPr bwMode="auto">
            <a:xfrm>
              <a:off x="1548" y="2096"/>
              <a:ext cx="360" cy="2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42" name="Line 72">
              <a:extLst>
                <a:ext uri="{FF2B5EF4-FFF2-40B4-BE49-F238E27FC236}">
                  <a16:creationId xmlns:a16="http://schemas.microsoft.com/office/drawing/2014/main" id="{232075A8-A61C-494D-830B-A9098925FBA7}"/>
                </a:ext>
              </a:extLst>
            </p:cNvPr>
            <p:cNvSpPr>
              <a:spLocks noChangeShapeType="1"/>
            </p:cNvSpPr>
            <p:nvPr/>
          </p:nvSpPr>
          <p:spPr bwMode="auto">
            <a:xfrm>
              <a:off x="984" y="2560"/>
              <a:ext cx="928" cy="2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43" name="Line 73">
              <a:extLst>
                <a:ext uri="{FF2B5EF4-FFF2-40B4-BE49-F238E27FC236}">
                  <a16:creationId xmlns:a16="http://schemas.microsoft.com/office/drawing/2014/main" id="{2C13BC71-21C3-4B4B-858C-0C7284789475}"/>
                </a:ext>
              </a:extLst>
            </p:cNvPr>
            <p:cNvSpPr>
              <a:spLocks noChangeShapeType="1"/>
            </p:cNvSpPr>
            <p:nvPr/>
          </p:nvSpPr>
          <p:spPr bwMode="auto">
            <a:xfrm flipV="1">
              <a:off x="1992" y="2824"/>
              <a:ext cx="388"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44" name="Line 74">
              <a:extLst>
                <a:ext uri="{FF2B5EF4-FFF2-40B4-BE49-F238E27FC236}">
                  <a16:creationId xmlns:a16="http://schemas.microsoft.com/office/drawing/2014/main" id="{3A4C9170-6C45-F24C-A722-E120F16E3FAE}"/>
                </a:ext>
              </a:extLst>
            </p:cNvPr>
            <p:cNvSpPr>
              <a:spLocks noChangeShapeType="1"/>
            </p:cNvSpPr>
            <p:nvPr/>
          </p:nvSpPr>
          <p:spPr bwMode="auto">
            <a:xfrm flipH="1">
              <a:off x="1788" y="2872"/>
              <a:ext cx="612" cy="7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45" name="Line 75">
              <a:extLst>
                <a:ext uri="{FF2B5EF4-FFF2-40B4-BE49-F238E27FC236}">
                  <a16:creationId xmlns:a16="http://schemas.microsoft.com/office/drawing/2014/main" id="{71439E0C-1955-A34E-A713-DFB5A86B9F4C}"/>
                </a:ext>
              </a:extLst>
            </p:cNvPr>
            <p:cNvSpPr>
              <a:spLocks noChangeShapeType="1"/>
            </p:cNvSpPr>
            <p:nvPr/>
          </p:nvSpPr>
          <p:spPr bwMode="auto">
            <a:xfrm flipH="1">
              <a:off x="600" y="2848"/>
              <a:ext cx="1788" cy="35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46" name="Line 76">
              <a:extLst>
                <a:ext uri="{FF2B5EF4-FFF2-40B4-BE49-F238E27FC236}">
                  <a16:creationId xmlns:a16="http://schemas.microsoft.com/office/drawing/2014/main" id="{24AA7C7A-F4BE-8B49-9CE6-FB1658325F34}"/>
                </a:ext>
              </a:extLst>
            </p:cNvPr>
            <p:cNvSpPr>
              <a:spLocks noChangeShapeType="1"/>
            </p:cNvSpPr>
            <p:nvPr/>
          </p:nvSpPr>
          <p:spPr bwMode="auto">
            <a:xfrm>
              <a:off x="2504" y="2440"/>
              <a:ext cx="468" cy="8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847" name="Line 77">
              <a:extLst>
                <a:ext uri="{FF2B5EF4-FFF2-40B4-BE49-F238E27FC236}">
                  <a16:creationId xmlns:a16="http://schemas.microsoft.com/office/drawing/2014/main" id="{62DA6CB4-CE75-A847-91F0-0A6E2E88C3E7}"/>
                </a:ext>
              </a:extLst>
            </p:cNvPr>
            <p:cNvSpPr>
              <a:spLocks noChangeShapeType="1"/>
            </p:cNvSpPr>
            <p:nvPr/>
          </p:nvSpPr>
          <p:spPr bwMode="auto">
            <a:xfrm>
              <a:off x="3044" y="3288"/>
              <a:ext cx="424" cy="28"/>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
        <p:nvSpPr>
          <p:cNvPr id="31750" name="Oval 78">
            <a:extLst>
              <a:ext uri="{FF2B5EF4-FFF2-40B4-BE49-F238E27FC236}">
                <a16:creationId xmlns:a16="http://schemas.microsoft.com/office/drawing/2014/main" id="{7D719AA0-AC7E-144F-9450-49CD6AB34EDF}"/>
              </a:ext>
            </a:extLst>
          </p:cNvPr>
          <p:cNvSpPr>
            <a:spLocks noChangeArrowheads="1"/>
          </p:cNvSpPr>
          <p:nvPr/>
        </p:nvSpPr>
        <p:spPr bwMode="auto">
          <a:xfrm>
            <a:off x="7810500" y="1828800"/>
            <a:ext cx="152400" cy="152400"/>
          </a:xfrm>
          <a:prstGeom prst="ellipse">
            <a:avLst/>
          </a:prstGeom>
          <a:solidFill>
            <a:srgbClr val="FF0000"/>
          </a:solidFill>
          <a:ln w="9525">
            <a:solidFill>
              <a:srgbClr val="FF0000"/>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751" name="Line 79">
            <a:extLst>
              <a:ext uri="{FF2B5EF4-FFF2-40B4-BE49-F238E27FC236}">
                <a16:creationId xmlns:a16="http://schemas.microsoft.com/office/drawing/2014/main" id="{C52E25F2-34E3-CA42-B11C-DD3DD10C3E6C}"/>
              </a:ext>
            </a:extLst>
          </p:cNvPr>
          <p:cNvSpPr>
            <a:spLocks noChangeShapeType="1"/>
          </p:cNvSpPr>
          <p:nvPr/>
        </p:nvSpPr>
        <p:spPr bwMode="auto">
          <a:xfrm>
            <a:off x="7886700" y="1828800"/>
            <a:ext cx="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752" name="Line 80">
            <a:extLst>
              <a:ext uri="{FF2B5EF4-FFF2-40B4-BE49-F238E27FC236}">
                <a16:creationId xmlns:a16="http://schemas.microsoft.com/office/drawing/2014/main" id="{A762DA47-3522-734B-BE96-81E5A7B77C68}"/>
              </a:ext>
            </a:extLst>
          </p:cNvPr>
          <p:cNvSpPr>
            <a:spLocks noChangeShapeType="1"/>
          </p:cNvSpPr>
          <p:nvPr/>
        </p:nvSpPr>
        <p:spPr bwMode="auto">
          <a:xfrm flipH="1">
            <a:off x="7429500" y="1981200"/>
            <a:ext cx="4572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753" name="Line 81">
            <a:extLst>
              <a:ext uri="{FF2B5EF4-FFF2-40B4-BE49-F238E27FC236}">
                <a16:creationId xmlns:a16="http://schemas.microsoft.com/office/drawing/2014/main" id="{84433BF0-F36E-A84A-A5D2-F4451FE73486}"/>
              </a:ext>
            </a:extLst>
          </p:cNvPr>
          <p:cNvSpPr>
            <a:spLocks noChangeShapeType="1"/>
          </p:cNvSpPr>
          <p:nvPr/>
        </p:nvSpPr>
        <p:spPr bwMode="auto">
          <a:xfrm>
            <a:off x="7886700" y="1981200"/>
            <a:ext cx="457200" cy="609600"/>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754" name="Oval 82">
            <a:extLst>
              <a:ext uri="{FF2B5EF4-FFF2-40B4-BE49-F238E27FC236}">
                <a16:creationId xmlns:a16="http://schemas.microsoft.com/office/drawing/2014/main" id="{C0AD529A-E8BA-7D48-A4C2-9271CB8DBE97}"/>
              </a:ext>
            </a:extLst>
          </p:cNvPr>
          <p:cNvSpPr>
            <a:spLocks noChangeArrowheads="1"/>
          </p:cNvSpPr>
          <p:nvPr/>
        </p:nvSpPr>
        <p:spPr bwMode="auto">
          <a:xfrm>
            <a:off x="7353300" y="2590800"/>
            <a:ext cx="152400" cy="152400"/>
          </a:xfrm>
          <a:prstGeom prst="ellipse">
            <a:avLst/>
          </a:prstGeom>
          <a:solidFill>
            <a:srgbClr val="0033CC"/>
          </a:solidFill>
          <a:ln w="9525">
            <a:solidFill>
              <a:srgbClr val="0033CC"/>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755" name="Oval 83">
            <a:extLst>
              <a:ext uri="{FF2B5EF4-FFF2-40B4-BE49-F238E27FC236}">
                <a16:creationId xmlns:a16="http://schemas.microsoft.com/office/drawing/2014/main" id="{5068C741-98CD-9647-BB1F-57B3C0B18B84}"/>
              </a:ext>
            </a:extLst>
          </p:cNvPr>
          <p:cNvSpPr>
            <a:spLocks noChangeArrowheads="1"/>
          </p:cNvSpPr>
          <p:nvPr/>
        </p:nvSpPr>
        <p:spPr bwMode="auto">
          <a:xfrm>
            <a:off x="8267700" y="2590800"/>
            <a:ext cx="152400" cy="152400"/>
          </a:xfrm>
          <a:prstGeom prst="ellipse">
            <a:avLst/>
          </a:prstGeom>
          <a:solidFill>
            <a:srgbClr val="990033"/>
          </a:solidFill>
          <a:ln w="9525">
            <a:solidFill>
              <a:srgbClr val="990033"/>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nvGrpSpPr>
          <p:cNvPr id="31756" name="Group 84">
            <a:extLst>
              <a:ext uri="{FF2B5EF4-FFF2-40B4-BE49-F238E27FC236}">
                <a16:creationId xmlns:a16="http://schemas.microsoft.com/office/drawing/2014/main" id="{9F8FEFFF-EFC7-AE43-AF6B-115FEFF6A3EC}"/>
              </a:ext>
            </a:extLst>
          </p:cNvPr>
          <p:cNvGrpSpPr>
            <a:grpSpLocks/>
          </p:cNvGrpSpPr>
          <p:nvPr/>
        </p:nvGrpSpPr>
        <p:grpSpPr bwMode="auto">
          <a:xfrm>
            <a:off x="7200900" y="2743200"/>
            <a:ext cx="457200" cy="609600"/>
            <a:chOff x="4176" y="1728"/>
            <a:chExt cx="288" cy="384"/>
          </a:xfrm>
        </p:grpSpPr>
        <p:sp>
          <p:nvSpPr>
            <p:cNvPr id="31773" name="Line 85">
              <a:extLst>
                <a:ext uri="{FF2B5EF4-FFF2-40B4-BE49-F238E27FC236}">
                  <a16:creationId xmlns:a16="http://schemas.microsoft.com/office/drawing/2014/main" id="{51C3DFCB-BBB5-3243-BFDF-A70B743A013C}"/>
                </a:ext>
              </a:extLst>
            </p:cNvPr>
            <p:cNvSpPr>
              <a:spLocks noChangeShapeType="1"/>
            </p:cNvSpPr>
            <p:nvPr/>
          </p:nvSpPr>
          <p:spPr bwMode="auto">
            <a:xfrm flipH="1">
              <a:off x="4176" y="1728"/>
              <a:ext cx="144"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774" name="Line 86">
              <a:extLst>
                <a:ext uri="{FF2B5EF4-FFF2-40B4-BE49-F238E27FC236}">
                  <a16:creationId xmlns:a16="http://schemas.microsoft.com/office/drawing/2014/main" id="{D977922B-4B1E-A341-A0CD-5EBEDE60C0B7}"/>
                </a:ext>
              </a:extLst>
            </p:cNvPr>
            <p:cNvSpPr>
              <a:spLocks noChangeShapeType="1"/>
            </p:cNvSpPr>
            <p:nvPr/>
          </p:nvSpPr>
          <p:spPr bwMode="auto">
            <a:xfrm>
              <a:off x="4320" y="1728"/>
              <a:ext cx="144"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
        <p:nvSpPr>
          <p:cNvPr id="31757" name="Line 87">
            <a:extLst>
              <a:ext uri="{FF2B5EF4-FFF2-40B4-BE49-F238E27FC236}">
                <a16:creationId xmlns:a16="http://schemas.microsoft.com/office/drawing/2014/main" id="{67426883-EBD1-3742-9C90-A2E23CA3D420}"/>
              </a:ext>
            </a:extLst>
          </p:cNvPr>
          <p:cNvSpPr>
            <a:spLocks noChangeShapeType="1"/>
          </p:cNvSpPr>
          <p:nvPr/>
        </p:nvSpPr>
        <p:spPr bwMode="auto">
          <a:xfrm flipH="1">
            <a:off x="8115300" y="2743200"/>
            <a:ext cx="2286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758" name="Line 88">
            <a:extLst>
              <a:ext uri="{FF2B5EF4-FFF2-40B4-BE49-F238E27FC236}">
                <a16:creationId xmlns:a16="http://schemas.microsoft.com/office/drawing/2014/main" id="{B8AF046B-365B-BE4C-93E3-925E49B5A1F3}"/>
              </a:ext>
            </a:extLst>
          </p:cNvPr>
          <p:cNvSpPr>
            <a:spLocks noChangeShapeType="1"/>
          </p:cNvSpPr>
          <p:nvPr/>
        </p:nvSpPr>
        <p:spPr bwMode="auto">
          <a:xfrm>
            <a:off x="8343900" y="2743200"/>
            <a:ext cx="304800" cy="609600"/>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759" name="Oval 89">
            <a:extLst>
              <a:ext uri="{FF2B5EF4-FFF2-40B4-BE49-F238E27FC236}">
                <a16:creationId xmlns:a16="http://schemas.microsoft.com/office/drawing/2014/main" id="{49D5610C-E96E-4F4A-AA89-92827F69DF57}"/>
              </a:ext>
            </a:extLst>
          </p:cNvPr>
          <p:cNvSpPr>
            <a:spLocks noChangeArrowheads="1"/>
          </p:cNvSpPr>
          <p:nvPr/>
        </p:nvSpPr>
        <p:spPr bwMode="auto">
          <a:xfrm>
            <a:off x="7124700" y="3352800"/>
            <a:ext cx="152400" cy="152400"/>
          </a:xfrm>
          <a:prstGeom prst="ellipse">
            <a:avLst/>
          </a:prstGeom>
          <a:solidFill>
            <a:schemeClr val="hlink"/>
          </a:solidFill>
          <a:ln w="9525">
            <a:solidFill>
              <a:schemeClr val="hlink"/>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760" name="Oval 90">
            <a:extLst>
              <a:ext uri="{FF2B5EF4-FFF2-40B4-BE49-F238E27FC236}">
                <a16:creationId xmlns:a16="http://schemas.microsoft.com/office/drawing/2014/main" id="{18CB5FD6-CF4A-2240-976A-AB303DC5423A}"/>
              </a:ext>
            </a:extLst>
          </p:cNvPr>
          <p:cNvSpPr>
            <a:spLocks noChangeArrowheads="1"/>
          </p:cNvSpPr>
          <p:nvPr/>
        </p:nvSpPr>
        <p:spPr bwMode="auto">
          <a:xfrm>
            <a:off x="7581900" y="3352800"/>
            <a:ext cx="152400" cy="152400"/>
          </a:xfrm>
          <a:prstGeom prst="ellipse">
            <a:avLst/>
          </a:prstGeom>
          <a:solidFill>
            <a:schemeClr val="folHlink"/>
          </a:solidFill>
          <a:ln w="9525">
            <a:solidFill>
              <a:schemeClr val="folHlink"/>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761" name="Oval 91">
            <a:extLst>
              <a:ext uri="{FF2B5EF4-FFF2-40B4-BE49-F238E27FC236}">
                <a16:creationId xmlns:a16="http://schemas.microsoft.com/office/drawing/2014/main" id="{D22C7924-EEE6-FF40-862A-DDFEFA9013A7}"/>
              </a:ext>
            </a:extLst>
          </p:cNvPr>
          <p:cNvSpPr>
            <a:spLocks noChangeArrowheads="1"/>
          </p:cNvSpPr>
          <p:nvPr/>
        </p:nvSpPr>
        <p:spPr bwMode="auto">
          <a:xfrm>
            <a:off x="8572500" y="3352800"/>
            <a:ext cx="152400" cy="152400"/>
          </a:xfrm>
          <a:prstGeom prst="ellipse">
            <a:avLst/>
          </a:prstGeom>
          <a:solidFill>
            <a:srgbClr val="FF33CC"/>
          </a:solidFill>
          <a:ln w="9525">
            <a:solidFill>
              <a:srgbClr val="FF33CC"/>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762" name="Oval 92">
            <a:extLst>
              <a:ext uri="{FF2B5EF4-FFF2-40B4-BE49-F238E27FC236}">
                <a16:creationId xmlns:a16="http://schemas.microsoft.com/office/drawing/2014/main" id="{4852B393-1641-1546-BD49-968303A84578}"/>
              </a:ext>
            </a:extLst>
          </p:cNvPr>
          <p:cNvSpPr>
            <a:spLocks noChangeArrowheads="1"/>
          </p:cNvSpPr>
          <p:nvPr/>
        </p:nvSpPr>
        <p:spPr bwMode="auto">
          <a:xfrm>
            <a:off x="8039100" y="3352800"/>
            <a:ext cx="152400" cy="152400"/>
          </a:xfrm>
          <a:prstGeom prst="ellipse">
            <a:avLst/>
          </a:prstGeom>
          <a:solidFill>
            <a:schemeClr val="folHlink"/>
          </a:solidFill>
          <a:ln w="9525">
            <a:solidFill>
              <a:schemeClr val="folHlink"/>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nvGrpSpPr>
          <p:cNvPr id="31763" name="Group 93">
            <a:extLst>
              <a:ext uri="{FF2B5EF4-FFF2-40B4-BE49-F238E27FC236}">
                <a16:creationId xmlns:a16="http://schemas.microsoft.com/office/drawing/2014/main" id="{0D2759A7-D823-F34D-BB0C-8088C74D267A}"/>
              </a:ext>
            </a:extLst>
          </p:cNvPr>
          <p:cNvGrpSpPr>
            <a:grpSpLocks/>
          </p:cNvGrpSpPr>
          <p:nvPr/>
        </p:nvGrpSpPr>
        <p:grpSpPr bwMode="auto">
          <a:xfrm>
            <a:off x="7429500" y="3505200"/>
            <a:ext cx="457200" cy="609600"/>
            <a:chOff x="4176" y="1728"/>
            <a:chExt cx="288" cy="384"/>
          </a:xfrm>
        </p:grpSpPr>
        <p:sp>
          <p:nvSpPr>
            <p:cNvPr id="31771" name="Line 94">
              <a:extLst>
                <a:ext uri="{FF2B5EF4-FFF2-40B4-BE49-F238E27FC236}">
                  <a16:creationId xmlns:a16="http://schemas.microsoft.com/office/drawing/2014/main" id="{E4CB3981-2A5F-8243-BD9A-77B67F75B6EC}"/>
                </a:ext>
              </a:extLst>
            </p:cNvPr>
            <p:cNvSpPr>
              <a:spLocks noChangeShapeType="1"/>
            </p:cNvSpPr>
            <p:nvPr/>
          </p:nvSpPr>
          <p:spPr bwMode="auto">
            <a:xfrm flipH="1">
              <a:off x="4176" y="1728"/>
              <a:ext cx="144"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772" name="Line 95">
              <a:extLst>
                <a:ext uri="{FF2B5EF4-FFF2-40B4-BE49-F238E27FC236}">
                  <a16:creationId xmlns:a16="http://schemas.microsoft.com/office/drawing/2014/main" id="{E4915123-2D30-6041-976B-821A6608422B}"/>
                </a:ext>
              </a:extLst>
            </p:cNvPr>
            <p:cNvSpPr>
              <a:spLocks noChangeShapeType="1"/>
            </p:cNvSpPr>
            <p:nvPr/>
          </p:nvSpPr>
          <p:spPr bwMode="auto">
            <a:xfrm>
              <a:off x="4320" y="1728"/>
              <a:ext cx="144"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
        <p:nvSpPr>
          <p:cNvPr id="31764" name="Line 96">
            <a:extLst>
              <a:ext uri="{FF2B5EF4-FFF2-40B4-BE49-F238E27FC236}">
                <a16:creationId xmlns:a16="http://schemas.microsoft.com/office/drawing/2014/main" id="{1E3FD057-D4C3-4843-9029-E03497DD730E}"/>
              </a:ext>
            </a:extLst>
          </p:cNvPr>
          <p:cNvSpPr>
            <a:spLocks noChangeShapeType="1"/>
          </p:cNvSpPr>
          <p:nvPr/>
        </p:nvSpPr>
        <p:spPr bwMode="auto">
          <a:xfrm>
            <a:off x="8648700" y="3505200"/>
            <a:ext cx="0" cy="609600"/>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765" name="Oval 97">
            <a:extLst>
              <a:ext uri="{FF2B5EF4-FFF2-40B4-BE49-F238E27FC236}">
                <a16:creationId xmlns:a16="http://schemas.microsoft.com/office/drawing/2014/main" id="{D21CE9D7-EDEA-3F49-8D54-0CFCE19D09A8}"/>
              </a:ext>
            </a:extLst>
          </p:cNvPr>
          <p:cNvSpPr>
            <a:spLocks noChangeArrowheads="1"/>
          </p:cNvSpPr>
          <p:nvPr/>
        </p:nvSpPr>
        <p:spPr bwMode="auto">
          <a:xfrm>
            <a:off x="7810500" y="4114800"/>
            <a:ext cx="152400" cy="152400"/>
          </a:xfrm>
          <a:prstGeom prst="ellipse">
            <a:avLst/>
          </a:prstGeom>
          <a:solidFill>
            <a:srgbClr val="FF0000"/>
          </a:solidFill>
          <a:ln w="9525">
            <a:solidFill>
              <a:srgbClr val="FF0000"/>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766" name="Oval 98">
            <a:extLst>
              <a:ext uri="{FF2B5EF4-FFF2-40B4-BE49-F238E27FC236}">
                <a16:creationId xmlns:a16="http://schemas.microsoft.com/office/drawing/2014/main" id="{D5A3E98E-1CAD-6446-BC06-67C9B8AF3D3D}"/>
              </a:ext>
            </a:extLst>
          </p:cNvPr>
          <p:cNvSpPr>
            <a:spLocks noChangeArrowheads="1"/>
          </p:cNvSpPr>
          <p:nvPr/>
        </p:nvSpPr>
        <p:spPr bwMode="auto">
          <a:xfrm>
            <a:off x="7353300" y="4114800"/>
            <a:ext cx="152400" cy="152400"/>
          </a:xfrm>
          <a:prstGeom prst="ellipse">
            <a:avLst/>
          </a:prstGeom>
          <a:solidFill>
            <a:srgbClr val="CC9900"/>
          </a:solidFill>
          <a:ln w="9525">
            <a:solidFill>
              <a:srgbClr val="CC9900"/>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767" name="Oval 99">
            <a:extLst>
              <a:ext uri="{FF2B5EF4-FFF2-40B4-BE49-F238E27FC236}">
                <a16:creationId xmlns:a16="http://schemas.microsoft.com/office/drawing/2014/main" id="{E937DB67-450C-A543-86A2-E63AC29D89A7}"/>
              </a:ext>
            </a:extLst>
          </p:cNvPr>
          <p:cNvSpPr>
            <a:spLocks noChangeArrowheads="1"/>
          </p:cNvSpPr>
          <p:nvPr/>
        </p:nvSpPr>
        <p:spPr bwMode="auto">
          <a:xfrm>
            <a:off x="8572500" y="4114800"/>
            <a:ext cx="152400" cy="152400"/>
          </a:xfrm>
          <a:prstGeom prst="ellipse">
            <a:avLst/>
          </a:prstGeom>
          <a:solidFill>
            <a:schemeClr val="bg2"/>
          </a:solidFill>
          <a:ln w="9525">
            <a:solidFill>
              <a:schemeClr val="bg2"/>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768" name="Line 100">
            <a:extLst>
              <a:ext uri="{FF2B5EF4-FFF2-40B4-BE49-F238E27FC236}">
                <a16:creationId xmlns:a16="http://schemas.microsoft.com/office/drawing/2014/main" id="{F4E77F8A-F62F-F94A-B0D9-97BA9A4223EE}"/>
              </a:ext>
            </a:extLst>
          </p:cNvPr>
          <p:cNvSpPr>
            <a:spLocks noChangeShapeType="1"/>
          </p:cNvSpPr>
          <p:nvPr/>
        </p:nvSpPr>
        <p:spPr bwMode="auto">
          <a:xfrm>
            <a:off x="8648700" y="4267200"/>
            <a:ext cx="0" cy="609600"/>
          </a:xfrm>
          <a:prstGeom prst="line">
            <a:avLst/>
          </a:prstGeom>
          <a:noFill/>
          <a:ln w="38100">
            <a:solidFill>
              <a:srgbClr val="0033CC"/>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1769" name="Oval 101">
            <a:extLst>
              <a:ext uri="{FF2B5EF4-FFF2-40B4-BE49-F238E27FC236}">
                <a16:creationId xmlns:a16="http://schemas.microsoft.com/office/drawing/2014/main" id="{13B1B580-EA84-8744-B8E4-592F56CDB305}"/>
              </a:ext>
            </a:extLst>
          </p:cNvPr>
          <p:cNvSpPr>
            <a:spLocks noChangeArrowheads="1"/>
          </p:cNvSpPr>
          <p:nvPr/>
        </p:nvSpPr>
        <p:spPr bwMode="auto">
          <a:xfrm>
            <a:off x="8572500" y="4876800"/>
            <a:ext cx="152400" cy="152400"/>
          </a:xfrm>
          <a:prstGeom prst="ellipse">
            <a:avLst/>
          </a:prstGeom>
          <a:solidFill>
            <a:srgbClr val="009900"/>
          </a:solidFill>
          <a:ln w="9525">
            <a:solidFill>
              <a:srgbClr val="009900"/>
            </a:solidFill>
            <a:round/>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770" name="Text Box 102">
            <a:extLst>
              <a:ext uri="{FF2B5EF4-FFF2-40B4-BE49-F238E27FC236}">
                <a16:creationId xmlns:a16="http://schemas.microsoft.com/office/drawing/2014/main" id="{10F46DFE-74A1-8447-A992-5D5C53777C8D}"/>
              </a:ext>
            </a:extLst>
          </p:cNvPr>
          <p:cNvSpPr txBox="1">
            <a:spLocks noChangeArrowheads="1"/>
          </p:cNvSpPr>
          <p:nvPr/>
        </p:nvSpPr>
        <p:spPr bwMode="auto">
          <a:xfrm>
            <a:off x="6743700" y="4953001"/>
            <a:ext cx="15343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Comic Sans MS" panose="030F0902030302020204" pitchFamily="66" charset="0"/>
              </a:rPr>
              <a:t>Cây tìm kiếm</a:t>
            </a:r>
          </a:p>
        </p:txBody>
      </p:sp>
      <p:sp>
        <p:nvSpPr>
          <p:cNvPr id="106" name="Rectangle 3">
            <a:extLst>
              <a:ext uri="{FF2B5EF4-FFF2-40B4-BE49-F238E27FC236}">
                <a16:creationId xmlns:a16="http://schemas.microsoft.com/office/drawing/2014/main" id="{1A771BE8-0F1B-524A-BDC6-106E9807067D}"/>
              </a:ext>
            </a:extLst>
          </p:cNvPr>
          <p:cNvSpPr>
            <a:spLocks noGrp="1" noChangeArrowheads="1"/>
          </p:cNvSpPr>
          <p:nvPr>
            <p:ph type="title"/>
          </p:nvPr>
        </p:nvSpPr>
        <p:spPr>
          <a:xfrm>
            <a:off x="706438" y="365125"/>
            <a:ext cx="8874125" cy="993775"/>
          </a:xfrm>
        </p:spPr>
        <p:txBody>
          <a:bodyPr/>
          <a:lstStyle/>
          <a:p>
            <a:r>
              <a:rPr lang="en-US" altLang="en-US">
                <a:solidFill>
                  <a:schemeClr val="bg1"/>
                </a:solidFill>
              </a:rPr>
              <a:t>Tìm kiếm trong không gian trạng thái</a:t>
            </a: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C5F432B1-D5D1-884F-8D1E-5DE2F7C65FFC}"/>
                  </a:ext>
                </a:extLst>
              </p14:cNvPr>
              <p14:cNvContentPartPr/>
              <p14:nvPr/>
            </p14:nvContentPartPr>
            <p14:xfrm>
              <a:off x="7913880" y="1992960"/>
              <a:ext cx="765000" cy="3000600"/>
            </p14:xfrm>
          </p:contentPart>
        </mc:Choice>
        <mc:Fallback>
          <p:pic>
            <p:nvPicPr>
              <p:cNvPr id="3" name="Ink 2">
                <a:extLst>
                  <a:ext uri="{FF2B5EF4-FFF2-40B4-BE49-F238E27FC236}">
                    <a16:creationId xmlns:a16="http://schemas.microsoft.com/office/drawing/2014/main" id="{C5F432B1-D5D1-884F-8D1E-5DE2F7C65FFC}"/>
                  </a:ext>
                </a:extLst>
              </p:cNvPr>
              <p:cNvPicPr/>
              <p:nvPr/>
            </p:nvPicPr>
            <p:blipFill>
              <a:blip r:embed="rId4"/>
              <a:stretch>
                <a:fillRect/>
              </a:stretch>
            </p:blipFill>
            <p:spPr>
              <a:xfrm>
                <a:off x="7897680" y="1976760"/>
                <a:ext cx="797400" cy="3033000"/>
              </a:xfrm>
              <a:prstGeom prst="rect">
                <a:avLst/>
              </a:prstGeom>
            </p:spPr>
          </p:pic>
        </mc:Fallback>
      </mc:AlternateContent>
    </p:spTree>
    <p:extLst>
      <p:ext uri="{BB962C8B-B14F-4D97-AF65-F5344CB8AC3E}">
        <p14:creationId xmlns:p14="http://schemas.microsoft.com/office/powerpoint/2010/main" val="31482065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8D459-6922-F04E-8BB8-09F8169FFC01}"/>
              </a:ext>
            </a:extLst>
          </p:cNvPr>
          <p:cNvSpPr>
            <a:spLocks noGrp="1"/>
          </p:cNvSpPr>
          <p:nvPr>
            <p:ph type="title"/>
          </p:nvPr>
        </p:nvSpPr>
        <p:spPr/>
        <p:txBody>
          <a:bodyPr/>
          <a:lstStyle/>
          <a:p>
            <a:r>
              <a:rPr lang="en-US" altLang="en-US"/>
              <a:t>Giải quyết bài toán tìm kiếm</a:t>
            </a:r>
            <a:endParaRPr lang="en-US"/>
          </a:p>
        </p:txBody>
      </p:sp>
      <p:sp>
        <p:nvSpPr>
          <p:cNvPr id="4" name="Slide Number Placeholder 3">
            <a:extLst>
              <a:ext uri="{FF2B5EF4-FFF2-40B4-BE49-F238E27FC236}">
                <a16:creationId xmlns:a16="http://schemas.microsoft.com/office/drawing/2014/main" id="{C56473C4-72FB-F047-9F67-B15118B68025}"/>
              </a:ext>
            </a:extLst>
          </p:cNvPr>
          <p:cNvSpPr>
            <a:spLocks noGrp="1"/>
          </p:cNvSpPr>
          <p:nvPr>
            <p:ph type="sldNum" sz="quarter" idx="12"/>
          </p:nvPr>
        </p:nvSpPr>
        <p:spPr/>
        <p:txBody>
          <a:bodyPr/>
          <a:lstStyle/>
          <a:p>
            <a:fld id="{DA8C51A7-BEEA-471D-933F-7E35BC04A30F}" type="slidenum">
              <a:rPr lang="en-US"/>
              <a:pPr/>
              <a:t>33</a:t>
            </a:fld>
            <a:endParaRPr lang="en-US"/>
          </a:p>
        </p:txBody>
      </p:sp>
      <p:sp>
        <p:nvSpPr>
          <p:cNvPr id="5" name="Rectangle 3">
            <a:extLst>
              <a:ext uri="{FF2B5EF4-FFF2-40B4-BE49-F238E27FC236}">
                <a16:creationId xmlns:a16="http://schemas.microsoft.com/office/drawing/2014/main" id="{2D1F0AC1-7A9F-AC42-B61A-9D872A77CD92}"/>
              </a:ext>
            </a:extLst>
          </p:cNvPr>
          <p:cNvSpPr>
            <a:spLocks noGrp="1" noChangeArrowheads="1"/>
          </p:cNvSpPr>
          <p:nvPr>
            <p:ph idx="1"/>
          </p:nvPr>
        </p:nvSpPr>
        <p:spPr/>
        <p:txBody>
          <a:bodyPr/>
          <a:lstStyle/>
          <a:p>
            <a:pPr marL="609600" indent="-609600" eaLnBrk="1" hangingPunct="1">
              <a:lnSpc>
                <a:spcPct val="90000"/>
              </a:lnSpc>
              <a:buClr>
                <a:srgbClr val="0033CC"/>
              </a:buClr>
              <a:buFont typeface="Wingdings" pitchFamily="2" charset="2"/>
              <a:buAutoNum type="arabicPeriod"/>
            </a:pPr>
            <a:r>
              <a:rPr lang="en-US" altLang="en-US" sz="2800">
                <a:latin typeface="Calibri" panose="020F0502020204030204" pitchFamily="34" charset="0"/>
                <a:cs typeface="Calibri" panose="020F0502020204030204" pitchFamily="34" charset="0"/>
              </a:rPr>
              <a:t>I </a:t>
            </a:r>
            <a:r>
              <a:rPr lang="en-US" altLang="en-US" sz="2800">
                <a:latin typeface="Calibri" panose="020F0502020204030204" pitchFamily="34" charset="0"/>
                <a:cs typeface="Calibri" panose="020F0502020204030204" pitchFamily="34" charset="0"/>
                <a:sym typeface="Wingdings" pitchFamily="2" charset="2"/>
              </a:rPr>
              <a:t> trạng thái ban đầu</a:t>
            </a:r>
          </a:p>
          <a:p>
            <a:pPr marL="609600" indent="-609600" eaLnBrk="1" hangingPunct="1">
              <a:buClr>
                <a:srgbClr val="0033CC"/>
              </a:buClr>
              <a:buFont typeface="Wingdings" pitchFamily="2" charset="2"/>
              <a:buAutoNum type="arabicPeriod"/>
            </a:pPr>
            <a:r>
              <a:rPr lang="en-US" altLang="en-US" sz="2800">
                <a:latin typeface="Calibri" panose="020F0502020204030204" pitchFamily="34" charset="0"/>
                <a:cs typeface="Calibri" panose="020F0502020204030204" pitchFamily="34" charset="0"/>
                <a:sym typeface="Wingdings" pitchFamily="2" charset="2"/>
              </a:rPr>
              <a:t>GOAL?  Lựa chọn đích/mục tiêu kiểm tra</a:t>
            </a:r>
          </a:p>
          <a:p>
            <a:pPr marL="609600" indent="-609600" eaLnBrk="1" hangingPunct="1">
              <a:buClr>
                <a:srgbClr val="0033CC"/>
              </a:buClr>
              <a:buFont typeface="Wingdings" pitchFamily="2" charset="2"/>
              <a:buAutoNum type="arabicPeriod"/>
            </a:pPr>
            <a:r>
              <a:rPr lang="en-US" altLang="en-US" sz="2800">
                <a:latin typeface="Calibri" panose="020F0502020204030204" pitchFamily="34" charset="0"/>
                <a:cs typeface="Calibri" panose="020F0502020204030204" pitchFamily="34" charset="0"/>
                <a:sym typeface="Wingdings" pitchFamily="2" charset="2"/>
              </a:rPr>
              <a:t>Succ  chọn ra từ kết quả hàm </a:t>
            </a:r>
            <a:r>
              <a:rPr lang="en-US" sz="2800">
                <a:latin typeface="Calibri" panose="020F0502020204030204" pitchFamily="34" charset="0"/>
                <a:cs typeface="Calibri" panose="020F0502020204030204" pitchFamily="34" charset="0"/>
              </a:rPr>
              <a:t>tiến triển (successor function) </a:t>
            </a:r>
            <a:endParaRPr lang="en-US" altLang="en-US" sz="2800">
              <a:latin typeface="Calibri" panose="020F0502020204030204" pitchFamily="34" charset="0"/>
              <a:cs typeface="Calibri" panose="020F0502020204030204" pitchFamily="34" charset="0"/>
              <a:sym typeface="Wingdings" pitchFamily="2" charset="2"/>
            </a:endParaRPr>
          </a:p>
          <a:p>
            <a:pPr marL="609600" indent="-609600" eaLnBrk="1" hangingPunct="1">
              <a:lnSpc>
                <a:spcPct val="90000"/>
              </a:lnSpc>
              <a:buClr>
                <a:srgbClr val="0033CC"/>
              </a:buClr>
              <a:buFont typeface="Wingdings" pitchFamily="2" charset="2"/>
              <a:buAutoNum type="arabicPeriod"/>
            </a:pPr>
            <a:r>
              <a:rPr lang="en-US" altLang="en-US" sz="2800">
                <a:latin typeface="Calibri" panose="020F0502020204030204" pitchFamily="34" charset="0"/>
                <a:cs typeface="Calibri" panose="020F0502020204030204" pitchFamily="34" charset="0"/>
                <a:sym typeface="Wingdings" pitchFamily="2" charset="2"/>
              </a:rPr>
              <a:t>solution  </a:t>
            </a:r>
            <a:r>
              <a:rPr lang="en-US" altLang="en-US" sz="2800" b="1">
                <a:solidFill>
                  <a:srgbClr val="990033"/>
                </a:solidFill>
                <a:latin typeface="Calibri" panose="020F0502020204030204" pitchFamily="34" charset="0"/>
                <a:cs typeface="Calibri" panose="020F0502020204030204" pitchFamily="34" charset="0"/>
                <a:sym typeface="Wingdings" pitchFamily="2" charset="2"/>
              </a:rPr>
              <a:t>search</a:t>
            </a:r>
            <a:r>
              <a:rPr lang="en-US" altLang="en-US" sz="2800">
                <a:latin typeface="Calibri" panose="020F0502020204030204" pitchFamily="34" charset="0"/>
                <a:cs typeface="Calibri" panose="020F0502020204030204" pitchFamily="34" charset="0"/>
                <a:sym typeface="Wingdings" pitchFamily="2" charset="2"/>
              </a:rPr>
              <a:t>(I, GOAL?, Succ) </a:t>
            </a:r>
          </a:p>
          <a:p>
            <a:pPr marL="609600" indent="-609600" eaLnBrk="1" hangingPunct="1">
              <a:buClr>
                <a:srgbClr val="0033CC"/>
              </a:buClr>
              <a:buFont typeface="Wingdings" pitchFamily="2" charset="2"/>
              <a:buAutoNum type="arabicPeriod"/>
            </a:pPr>
            <a:r>
              <a:rPr lang="en-US" altLang="en-US" sz="2800">
                <a:latin typeface="Calibri" panose="020F0502020204030204" pitchFamily="34" charset="0"/>
                <a:cs typeface="Calibri" panose="020F0502020204030204" pitchFamily="34" charset="0"/>
                <a:sym typeface="Wingdings" pitchFamily="2" charset="2"/>
              </a:rPr>
              <a:t>perform(solution): Thực hiện lời giải</a:t>
            </a:r>
          </a:p>
        </p:txBody>
      </p:sp>
    </p:spTree>
    <p:extLst>
      <p:ext uri="{BB962C8B-B14F-4D97-AF65-F5344CB8AC3E}">
        <p14:creationId xmlns:p14="http://schemas.microsoft.com/office/powerpoint/2010/main" val="28905211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8D459-6922-F04E-8BB8-09F8169FFC01}"/>
              </a:ext>
            </a:extLst>
          </p:cNvPr>
          <p:cNvSpPr>
            <a:spLocks noGrp="1"/>
          </p:cNvSpPr>
          <p:nvPr>
            <p:ph type="title"/>
          </p:nvPr>
        </p:nvSpPr>
        <p:spPr/>
        <p:txBody>
          <a:bodyPr/>
          <a:lstStyle/>
          <a:p>
            <a:r>
              <a:rPr lang="en-US" altLang="en-US"/>
              <a:t>Hàm tiến triển (Successor Function)</a:t>
            </a:r>
            <a:endParaRPr lang="en-US"/>
          </a:p>
        </p:txBody>
      </p:sp>
      <p:sp>
        <p:nvSpPr>
          <p:cNvPr id="4" name="Slide Number Placeholder 3">
            <a:extLst>
              <a:ext uri="{FF2B5EF4-FFF2-40B4-BE49-F238E27FC236}">
                <a16:creationId xmlns:a16="http://schemas.microsoft.com/office/drawing/2014/main" id="{C56473C4-72FB-F047-9F67-B15118B68025}"/>
              </a:ext>
            </a:extLst>
          </p:cNvPr>
          <p:cNvSpPr>
            <a:spLocks noGrp="1"/>
          </p:cNvSpPr>
          <p:nvPr>
            <p:ph type="sldNum" sz="quarter" idx="12"/>
          </p:nvPr>
        </p:nvSpPr>
        <p:spPr/>
        <p:txBody>
          <a:bodyPr/>
          <a:lstStyle/>
          <a:p>
            <a:fld id="{DA8C51A7-BEEA-471D-933F-7E35BC04A30F}" type="slidenum">
              <a:rPr lang="en-US"/>
              <a:pPr/>
              <a:t>34</a:t>
            </a:fld>
            <a:endParaRPr lang="en-US"/>
          </a:p>
        </p:txBody>
      </p:sp>
      <p:sp>
        <p:nvSpPr>
          <p:cNvPr id="5" name="Rectangle 3">
            <a:extLst>
              <a:ext uri="{FF2B5EF4-FFF2-40B4-BE49-F238E27FC236}">
                <a16:creationId xmlns:a16="http://schemas.microsoft.com/office/drawing/2014/main" id="{2D1F0AC1-7A9F-AC42-B61A-9D872A77CD92}"/>
              </a:ext>
            </a:extLst>
          </p:cNvPr>
          <p:cNvSpPr>
            <a:spLocks noGrp="1" noChangeArrowheads="1"/>
          </p:cNvSpPr>
          <p:nvPr>
            <p:ph idx="1"/>
          </p:nvPr>
        </p:nvSpPr>
        <p:spPr>
          <a:xfrm>
            <a:off x="691835" y="1489793"/>
            <a:ext cx="8874125" cy="4351338"/>
          </a:xfrm>
        </p:spPr>
        <p:txBody>
          <a:bodyPr/>
          <a:lstStyle/>
          <a:p>
            <a:pPr eaLnBrk="1" hangingPunct="1">
              <a:buClr>
                <a:srgbClr val="0033CC"/>
              </a:buClr>
            </a:pPr>
            <a:r>
              <a:rPr lang="en-US" altLang="en-US" sz="2800">
                <a:latin typeface="Calibri" panose="020F0502020204030204" pitchFamily="34" charset="0"/>
                <a:cs typeface="Calibri" panose="020F0502020204030204" pitchFamily="34" charset="0"/>
              </a:rPr>
              <a:t>Nó ngầm thể hiện tất cả các trường hợp khả thi ở mỗi trạng thái</a:t>
            </a:r>
          </a:p>
          <a:p>
            <a:pPr eaLnBrk="1" hangingPunct="1">
              <a:buClr>
                <a:srgbClr val="0033CC"/>
              </a:buClr>
            </a:pPr>
            <a:endParaRPr lang="en-US" altLang="en-US" sz="2800">
              <a:latin typeface="Calibri" panose="020F0502020204030204" pitchFamily="34" charset="0"/>
              <a:cs typeface="Calibri" panose="020F0502020204030204" pitchFamily="34" charset="0"/>
            </a:endParaRPr>
          </a:p>
          <a:p>
            <a:pPr eaLnBrk="1" hangingPunct="1">
              <a:buClr>
                <a:srgbClr val="0033CC"/>
              </a:buClr>
            </a:pPr>
            <a:endParaRPr lang="en-US" altLang="en-US" sz="2800">
              <a:latin typeface="Calibri" panose="020F0502020204030204" pitchFamily="34" charset="0"/>
              <a:cs typeface="Calibri" panose="020F0502020204030204" pitchFamily="34" charset="0"/>
              <a:sym typeface="Wingdings" pitchFamily="2" charset="2"/>
            </a:endParaRPr>
          </a:p>
        </p:txBody>
      </p:sp>
      <p:grpSp>
        <p:nvGrpSpPr>
          <p:cNvPr id="7" name="Group 1131">
            <a:extLst>
              <a:ext uri="{FF2B5EF4-FFF2-40B4-BE49-F238E27FC236}">
                <a16:creationId xmlns:a16="http://schemas.microsoft.com/office/drawing/2014/main" id="{82172B4C-1D5F-6143-9172-EF52AC8EA12F}"/>
              </a:ext>
            </a:extLst>
          </p:cNvPr>
          <p:cNvGrpSpPr>
            <a:grpSpLocks/>
          </p:cNvGrpSpPr>
          <p:nvPr/>
        </p:nvGrpSpPr>
        <p:grpSpPr bwMode="auto">
          <a:xfrm>
            <a:off x="1564501" y="2210518"/>
            <a:ext cx="7128792" cy="3630613"/>
            <a:chOff x="384" y="1776"/>
            <a:chExt cx="4896" cy="2400"/>
          </a:xfrm>
        </p:grpSpPr>
        <p:grpSp>
          <p:nvGrpSpPr>
            <p:cNvPr id="8" name="Group 1030">
              <a:extLst>
                <a:ext uri="{FF2B5EF4-FFF2-40B4-BE49-F238E27FC236}">
                  <a16:creationId xmlns:a16="http://schemas.microsoft.com/office/drawing/2014/main" id="{52DC33C8-B9BE-1A47-9030-7E06B82C8B8B}"/>
                </a:ext>
              </a:extLst>
            </p:cNvPr>
            <p:cNvGrpSpPr>
              <a:grpSpLocks/>
            </p:cNvGrpSpPr>
            <p:nvPr/>
          </p:nvGrpSpPr>
          <p:grpSpPr bwMode="auto">
            <a:xfrm>
              <a:off x="2544" y="1776"/>
              <a:ext cx="672" cy="1008"/>
              <a:chOff x="1152" y="1344"/>
              <a:chExt cx="1344" cy="2544"/>
            </a:xfrm>
          </p:grpSpPr>
          <p:grpSp>
            <p:nvGrpSpPr>
              <p:cNvPr id="59" name="Group 1031">
                <a:extLst>
                  <a:ext uri="{FF2B5EF4-FFF2-40B4-BE49-F238E27FC236}">
                    <a16:creationId xmlns:a16="http://schemas.microsoft.com/office/drawing/2014/main" id="{A9FE57D1-7389-C942-82E1-07EE6D9BAA64}"/>
                  </a:ext>
                </a:extLst>
              </p:cNvPr>
              <p:cNvGrpSpPr>
                <a:grpSpLocks/>
              </p:cNvGrpSpPr>
              <p:nvPr/>
            </p:nvGrpSpPr>
            <p:grpSpPr bwMode="auto">
              <a:xfrm>
                <a:off x="1248" y="1440"/>
                <a:ext cx="1152" cy="2352"/>
                <a:chOff x="576" y="1152"/>
                <a:chExt cx="1152" cy="2352"/>
              </a:xfrm>
            </p:grpSpPr>
            <p:sp>
              <p:nvSpPr>
                <p:cNvPr id="61" name="Freeform 1032">
                  <a:extLst>
                    <a:ext uri="{FF2B5EF4-FFF2-40B4-BE49-F238E27FC236}">
                      <a16:creationId xmlns:a16="http://schemas.microsoft.com/office/drawing/2014/main" id="{123CC402-76B0-934F-A224-956C357E9ECE}"/>
                    </a:ext>
                  </a:extLst>
                </p:cNvPr>
                <p:cNvSpPr>
                  <a:spLocks/>
                </p:cNvSpPr>
                <p:nvPr/>
              </p:nvSpPr>
              <p:spPr bwMode="auto">
                <a:xfrm>
                  <a:off x="576" y="2112"/>
                  <a:ext cx="1152" cy="1056"/>
                </a:xfrm>
                <a:custGeom>
                  <a:avLst/>
                  <a:gdLst>
                    <a:gd name="T0" fmla="*/ 0 w 1152"/>
                    <a:gd name="T1" fmla="*/ 0 h 1056"/>
                    <a:gd name="T2" fmla="*/ 96 w 1152"/>
                    <a:gd name="T3" fmla="*/ 0 h 1056"/>
                    <a:gd name="T4" fmla="*/ 96 w 1152"/>
                    <a:gd name="T5" fmla="*/ 192 h 1056"/>
                    <a:gd name="T6" fmla="*/ 192 w 1152"/>
                    <a:gd name="T7" fmla="*/ 192 h 1056"/>
                    <a:gd name="T8" fmla="*/ 192 w 1152"/>
                    <a:gd name="T9" fmla="*/ 0 h 1056"/>
                    <a:gd name="T10" fmla="*/ 288 w 1152"/>
                    <a:gd name="T11" fmla="*/ 0 h 1056"/>
                    <a:gd name="T12" fmla="*/ 288 w 1152"/>
                    <a:gd name="T13" fmla="*/ 768 h 1056"/>
                    <a:gd name="T14" fmla="*/ 864 w 1152"/>
                    <a:gd name="T15" fmla="*/ 768 h 1056"/>
                    <a:gd name="T16" fmla="*/ 864 w 1152"/>
                    <a:gd name="T17" fmla="*/ 0 h 1056"/>
                    <a:gd name="T18" fmla="*/ 912 w 1152"/>
                    <a:gd name="T19" fmla="*/ 0 h 1056"/>
                    <a:gd name="T20" fmla="*/ 960 w 1152"/>
                    <a:gd name="T21" fmla="*/ 0 h 1056"/>
                    <a:gd name="T22" fmla="*/ 960 w 1152"/>
                    <a:gd name="T23" fmla="*/ 192 h 1056"/>
                    <a:gd name="T24" fmla="*/ 1056 w 1152"/>
                    <a:gd name="T25" fmla="*/ 192 h 1056"/>
                    <a:gd name="T26" fmla="*/ 1056 w 1152"/>
                    <a:gd name="T27" fmla="*/ 0 h 1056"/>
                    <a:gd name="T28" fmla="*/ 1152 w 1152"/>
                    <a:gd name="T29" fmla="*/ 0 h 1056"/>
                    <a:gd name="T30" fmla="*/ 1152 w 1152"/>
                    <a:gd name="T31" fmla="*/ 1056 h 1056"/>
                    <a:gd name="T32" fmla="*/ 0 w 1152"/>
                    <a:gd name="T33" fmla="*/ 1056 h 1056"/>
                    <a:gd name="T34" fmla="*/ 0 w 1152"/>
                    <a:gd name="T35" fmla="*/ 0 h 10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52"/>
                    <a:gd name="T55" fmla="*/ 0 h 1056"/>
                    <a:gd name="T56" fmla="*/ 1152 w 1152"/>
                    <a:gd name="T57" fmla="*/ 1056 h 10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52" h="1056">
                      <a:moveTo>
                        <a:pt x="0" y="0"/>
                      </a:moveTo>
                      <a:lnTo>
                        <a:pt x="96" y="0"/>
                      </a:lnTo>
                      <a:lnTo>
                        <a:pt x="96" y="192"/>
                      </a:lnTo>
                      <a:lnTo>
                        <a:pt x="192" y="192"/>
                      </a:lnTo>
                      <a:lnTo>
                        <a:pt x="192" y="0"/>
                      </a:lnTo>
                      <a:lnTo>
                        <a:pt x="288" y="0"/>
                      </a:lnTo>
                      <a:lnTo>
                        <a:pt x="288" y="768"/>
                      </a:lnTo>
                      <a:lnTo>
                        <a:pt x="864" y="768"/>
                      </a:lnTo>
                      <a:lnTo>
                        <a:pt x="864" y="0"/>
                      </a:lnTo>
                      <a:lnTo>
                        <a:pt x="912" y="0"/>
                      </a:lnTo>
                      <a:lnTo>
                        <a:pt x="960" y="0"/>
                      </a:lnTo>
                      <a:lnTo>
                        <a:pt x="960" y="192"/>
                      </a:lnTo>
                      <a:lnTo>
                        <a:pt x="1056" y="192"/>
                      </a:lnTo>
                      <a:lnTo>
                        <a:pt x="1056" y="0"/>
                      </a:lnTo>
                      <a:lnTo>
                        <a:pt x="1152" y="0"/>
                      </a:lnTo>
                      <a:lnTo>
                        <a:pt x="1152" y="1056"/>
                      </a:lnTo>
                      <a:lnTo>
                        <a:pt x="0" y="1056"/>
                      </a:lnTo>
                      <a:lnTo>
                        <a:pt x="0" y="0"/>
                      </a:lnTo>
                      <a:close/>
                    </a:path>
                  </a:pathLst>
                </a:custGeom>
                <a:solidFill>
                  <a:srgbClr val="FFFFCC"/>
                </a:solidFill>
                <a:ln w="9525">
                  <a:solidFill>
                    <a:schemeClr val="tx1"/>
                  </a:solidFill>
                  <a:round/>
                  <a:headEnd/>
                  <a:tailEnd/>
                </a:ln>
              </p:spPr>
              <p:txBody>
                <a:bodyPr wrap="none"/>
                <a:lstStyle/>
                <a:p>
                  <a:endParaRPr lang="en-US"/>
                </a:p>
              </p:txBody>
            </p:sp>
            <p:grpSp>
              <p:nvGrpSpPr>
                <p:cNvPr id="62" name="Group 1033">
                  <a:extLst>
                    <a:ext uri="{FF2B5EF4-FFF2-40B4-BE49-F238E27FC236}">
                      <a16:creationId xmlns:a16="http://schemas.microsoft.com/office/drawing/2014/main" id="{081F8389-D869-4445-B00B-BF8100D0F00A}"/>
                    </a:ext>
                  </a:extLst>
                </p:cNvPr>
                <p:cNvGrpSpPr>
                  <a:grpSpLocks/>
                </p:cNvGrpSpPr>
                <p:nvPr/>
              </p:nvGrpSpPr>
              <p:grpSpPr bwMode="auto">
                <a:xfrm>
                  <a:off x="576" y="3408"/>
                  <a:ext cx="1152" cy="96"/>
                  <a:chOff x="2496" y="2208"/>
                  <a:chExt cx="1152" cy="96"/>
                </a:xfrm>
              </p:grpSpPr>
              <p:sp>
                <p:nvSpPr>
                  <p:cNvPr id="65" name="Rectangle 1034">
                    <a:extLst>
                      <a:ext uri="{FF2B5EF4-FFF2-40B4-BE49-F238E27FC236}">
                        <a16:creationId xmlns:a16="http://schemas.microsoft.com/office/drawing/2014/main" id="{C473CE5B-ACE9-A54C-A0D2-231206EB97AB}"/>
                      </a:ext>
                    </a:extLst>
                  </p:cNvPr>
                  <p:cNvSpPr>
                    <a:spLocks noChangeArrowheads="1"/>
                  </p:cNvSpPr>
                  <p:nvPr/>
                </p:nvSpPr>
                <p:spPr bwMode="auto">
                  <a:xfrm>
                    <a:off x="2496" y="2208"/>
                    <a:ext cx="1152" cy="96"/>
                  </a:xfrm>
                  <a:prstGeom prst="rect">
                    <a:avLst/>
                  </a:prstGeom>
                  <a:solidFill>
                    <a:srgbClr val="DDDDDD"/>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6" name="Rectangle 1035">
                    <a:extLst>
                      <a:ext uri="{FF2B5EF4-FFF2-40B4-BE49-F238E27FC236}">
                        <a16:creationId xmlns:a16="http://schemas.microsoft.com/office/drawing/2014/main" id="{AC37E416-AC8B-A741-828C-D9299844B1D7}"/>
                      </a:ext>
                    </a:extLst>
                  </p:cNvPr>
                  <p:cNvSpPr>
                    <a:spLocks noChangeArrowheads="1"/>
                  </p:cNvSpPr>
                  <p:nvPr/>
                </p:nvSpPr>
                <p:spPr bwMode="auto">
                  <a:xfrm>
                    <a:off x="3456" y="2208"/>
                    <a:ext cx="96" cy="96"/>
                  </a:xfrm>
                  <a:prstGeom prst="rect">
                    <a:avLst/>
                  </a:prstGeom>
                  <a:solidFill>
                    <a:schemeClr val="bg1"/>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7" name="Rectangle 1036">
                    <a:extLst>
                      <a:ext uri="{FF2B5EF4-FFF2-40B4-BE49-F238E27FC236}">
                        <a16:creationId xmlns:a16="http://schemas.microsoft.com/office/drawing/2014/main" id="{54C5F779-D178-4B44-B1C7-48F582C553BE}"/>
                      </a:ext>
                    </a:extLst>
                  </p:cNvPr>
                  <p:cNvSpPr>
                    <a:spLocks noChangeArrowheads="1"/>
                  </p:cNvSpPr>
                  <p:nvPr/>
                </p:nvSpPr>
                <p:spPr bwMode="auto">
                  <a:xfrm>
                    <a:off x="2592" y="2208"/>
                    <a:ext cx="96" cy="96"/>
                  </a:xfrm>
                  <a:prstGeom prst="rect">
                    <a:avLst/>
                  </a:prstGeom>
                  <a:solidFill>
                    <a:schemeClr val="bg1"/>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sp>
              <p:nvSpPr>
                <p:cNvPr id="63" name="Freeform 1037">
                  <a:extLst>
                    <a:ext uri="{FF2B5EF4-FFF2-40B4-BE49-F238E27FC236}">
                      <a16:creationId xmlns:a16="http://schemas.microsoft.com/office/drawing/2014/main" id="{EBB58C94-72EC-7B4A-959C-67E285DB2D5B}"/>
                    </a:ext>
                  </a:extLst>
                </p:cNvPr>
                <p:cNvSpPr>
                  <a:spLocks/>
                </p:cNvSpPr>
                <p:nvPr/>
              </p:nvSpPr>
              <p:spPr bwMode="auto">
                <a:xfrm>
                  <a:off x="576" y="1152"/>
                  <a:ext cx="288" cy="384"/>
                </a:xfrm>
                <a:custGeom>
                  <a:avLst/>
                  <a:gdLst>
                    <a:gd name="T0" fmla="*/ 192 w 288"/>
                    <a:gd name="T1" fmla="*/ 384 h 384"/>
                    <a:gd name="T2" fmla="*/ 96 w 288"/>
                    <a:gd name="T3" fmla="*/ 384 h 384"/>
                    <a:gd name="T4" fmla="*/ 96 w 288"/>
                    <a:gd name="T5" fmla="*/ 96 h 384"/>
                    <a:gd name="T6" fmla="*/ 0 w 288"/>
                    <a:gd name="T7" fmla="*/ 96 h 384"/>
                    <a:gd name="T8" fmla="*/ 0 w 288"/>
                    <a:gd name="T9" fmla="*/ 0 h 384"/>
                    <a:gd name="T10" fmla="*/ 288 w 288"/>
                    <a:gd name="T11" fmla="*/ 0 h 384"/>
                    <a:gd name="T12" fmla="*/ 288 w 288"/>
                    <a:gd name="T13" fmla="*/ 96 h 384"/>
                    <a:gd name="T14" fmla="*/ 192 w 288"/>
                    <a:gd name="T15" fmla="*/ 96 h 384"/>
                    <a:gd name="T16" fmla="*/ 192 w 288"/>
                    <a:gd name="T17" fmla="*/ 384 h 3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8"/>
                    <a:gd name="T28" fmla="*/ 0 h 384"/>
                    <a:gd name="T29" fmla="*/ 288 w 288"/>
                    <a:gd name="T30" fmla="*/ 384 h 3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8" h="384">
                      <a:moveTo>
                        <a:pt x="192" y="384"/>
                      </a:moveTo>
                      <a:lnTo>
                        <a:pt x="96" y="384"/>
                      </a:lnTo>
                      <a:lnTo>
                        <a:pt x="96" y="96"/>
                      </a:lnTo>
                      <a:lnTo>
                        <a:pt x="0" y="96"/>
                      </a:lnTo>
                      <a:lnTo>
                        <a:pt x="0" y="0"/>
                      </a:lnTo>
                      <a:lnTo>
                        <a:pt x="288" y="0"/>
                      </a:lnTo>
                      <a:lnTo>
                        <a:pt x="288" y="96"/>
                      </a:lnTo>
                      <a:lnTo>
                        <a:pt x="192" y="96"/>
                      </a:lnTo>
                      <a:lnTo>
                        <a:pt x="192" y="384"/>
                      </a:lnTo>
                      <a:close/>
                    </a:path>
                  </a:pathLst>
                </a:custGeom>
                <a:solidFill>
                  <a:srgbClr val="CCFF99"/>
                </a:solidFill>
                <a:ln w="9525">
                  <a:solidFill>
                    <a:schemeClr val="tx1"/>
                  </a:solidFill>
                  <a:round/>
                  <a:headEnd/>
                  <a:tailEnd/>
                </a:ln>
              </p:spPr>
              <p:txBody>
                <a:bodyPr wrap="none"/>
                <a:lstStyle/>
                <a:p>
                  <a:endParaRPr lang="en-US"/>
                </a:p>
              </p:txBody>
            </p:sp>
            <p:sp>
              <p:nvSpPr>
                <p:cNvPr id="64" name="Freeform 1038">
                  <a:extLst>
                    <a:ext uri="{FF2B5EF4-FFF2-40B4-BE49-F238E27FC236}">
                      <a16:creationId xmlns:a16="http://schemas.microsoft.com/office/drawing/2014/main" id="{1692C082-3FFB-714B-9406-E1F52B28D9AE}"/>
                    </a:ext>
                  </a:extLst>
                </p:cNvPr>
                <p:cNvSpPr>
                  <a:spLocks/>
                </p:cNvSpPr>
                <p:nvPr/>
              </p:nvSpPr>
              <p:spPr bwMode="auto">
                <a:xfrm>
                  <a:off x="1440" y="1152"/>
                  <a:ext cx="288" cy="384"/>
                </a:xfrm>
                <a:custGeom>
                  <a:avLst/>
                  <a:gdLst>
                    <a:gd name="T0" fmla="*/ 192 w 288"/>
                    <a:gd name="T1" fmla="*/ 384 h 384"/>
                    <a:gd name="T2" fmla="*/ 96 w 288"/>
                    <a:gd name="T3" fmla="*/ 384 h 384"/>
                    <a:gd name="T4" fmla="*/ 96 w 288"/>
                    <a:gd name="T5" fmla="*/ 96 h 384"/>
                    <a:gd name="T6" fmla="*/ 0 w 288"/>
                    <a:gd name="T7" fmla="*/ 96 h 384"/>
                    <a:gd name="T8" fmla="*/ 0 w 288"/>
                    <a:gd name="T9" fmla="*/ 0 h 384"/>
                    <a:gd name="T10" fmla="*/ 288 w 288"/>
                    <a:gd name="T11" fmla="*/ 0 h 384"/>
                    <a:gd name="T12" fmla="*/ 288 w 288"/>
                    <a:gd name="T13" fmla="*/ 96 h 384"/>
                    <a:gd name="T14" fmla="*/ 192 w 288"/>
                    <a:gd name="T15" fmla="*/ 96 h 384"/>
                    <a:gd name="T16" fmla="*/ 192 w 288"/>
                    <a:gd name="T17" fmla="*/ 384 h 3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8"/>
                    <a:gd name="T28" fmla="*/ 0 h 384"/>
                    <a:gd name="T29" fmla="*/ 288 w 288"/>
                    <a:gd name="T30" fmla="*/ 384 h 3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8" h="384">
                      <a:moveTo>
                        <a:pt x="192" y="384"/>
                      </a:moveTo>
                      <a:lnTo>
                        <a:pt x="96" y="384"/>
                      </a:lnTo>
                      <a:lnTo>
                        <a:pt x="96" y="96"/>
                      </a:lnTo>
                      <a:lnTo>
                        <a:pt x="0" y="96"/>
                      </a:lnTo>
                      <a:lnTo>
                        <a:pt x="0" y="0"/>
                      </a:lnTo>
                      <a:lnTo>
                        <a:pt x="288" y="0"/>
                      </a:lnTo>
                      <a:lnTo>
                        <a:pt x="288" y="96"/>
                      </a:lnTo>
                      <a:lnTo>
                        <a:pt x="192" y="96"/>
                      </a:lnTo>
                      <a:lnTo>
                        <a:pt x="192" y="384"/>
                      </a:lnTo>
                      <a:close/>
                    </a:path>
                  </a:pathLst>
                </a:custGeom>
                <a:solidFill>
                  <a:srgbClr val="FFCCFF"/>
                </a:solidFill>
                <a:ln w="9525">
                  <a:solidFill>
                    <a:schemeClr val="tx1"/>
                  </a:solidFill>
                  <a:round/>
                  <a:headEnd/>
                  <a:tailEnd/>
                </a:ln>
              </p:spPr>
              <p:txBody>
                <a:bodyPr wrap="none"/>
                <a:lstStyle/>
                <a:p>
                  <a:endParaRPr lang="en-US"/>
                </a:p>
              </p:txBody>
            </p:sp>
          </p:grpSp>
          <p:sp>
            <p:nvSpPr>
              <p:cNvPr id="60" name="Rectangle 1039">
                <a:extLst>
                  <a:ext uri="{FF2B5EF4-FFF2-40B4-BE49-F238E27FC236}">
                    <a16:creationId xmlns:a16="http://schemas.microsoft.com/office/drawing/2014/main" id="{4AC9D550-B41B-5B4E-AAC0-C5E5166115A9}"/>
                  </a:ext>
                </a:extLst>
              </p:cNvPr>
              <p:cNvSpPr>
                <a:spLocks noChangeArrowheads="1"/>
              </p:cNvSpPr>
              <p:nvPr/>
            </p:nvSpPr>
            <p:spPr bwMode="auto">
              <a:xfrm>
                <a:off x="1152" y="1344"/>
                <a:ext cx="1344" cy="2544"/>
              </a:xfrm>
              <a:prstGeom prst="rect">
                <a:avLst/>
              </a:prstGeom>
              <a:noFill/>
              <a:ln w="9525">
                <a:solidFill>
                  <a:srgbClr val="CC66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grpSp>
          <p:nvGrpSpPr>
            <p:cNvPr id="9" name="Group 1058">
              <a:extLst>
                <a:ext uri="{FF2B5EF4-FFF2-40B4-BE49-F238E27FC236}">
                  <a16:creationId xmlns:a16="http://schemas.microsoft.com/office/drawing/2014/main" id="{0C61342A-D4C5-9949-A03D-1F2C154EB620}"/>
                </a:ext>
              </a:extLst>
            </p:cNvPr>
            <p:cNvGrpSpPr>
              <a:grpSpLocks/>
            </p:cNvGrpSpPr>
            <p:nvPr/>
          </p:nvGrpSpPr>
          <p:grpSpPr bwMode="auto">
            <a:xfrm>
              <a:off x="4608" y="3168"/>
              <a:ext cx="672" cy="1008"/>
              <a:chOff x="1920" y="1152"/>
              <a:chExt cx="672" cy="1008"/>
            </a:xfrm>
          </p:grpSpPr>
          <p:sp>
            <p:nvSpPr>
              <p:cNvPr id="51" name="Freeform 1059">
                <a:extLst>
                  <a:ext uri="{FF2B5EF4-FFF2-40B4-BE49-F238E27FC236}">
                    <a16:creationId xmlns:a16="http://schemas.microsoft.com/office/drawing/2014/main" id="{D84BA134-2A7F-7A4A-A1D9-F16B7EA6E501}"/>
                  </a:ext>
                </a:extLst>
              </p:cNvPr>
              <p:cNvSpPr>
                <a:spLocks/>
              </p:cNvSpPr>
              <p:nvPr/>
            </p:nvSpPr>
            <p:spPr bwMode="auto">
              <a:xfrm>
                <a:off x="1968" y="1570"/>
                <a:ext cx="576" cy="419"/>
              </a:xfrm>
              <a:custGeom>
                <a:avLst/>
                <a:gdLst>
                  <a:gd name="T0" fmla="*/ 0 w 1152"/>
                  <a:gd name="T1" fmla="*/ 0 h 1056"/>
                  <a:gd name="T2" fmla="*/ 48 w 1152"/>
                  <a:gd name="T3" fmla="*/ 0 h 1056"/>
                  <a:gd name="T4" fmla="*/ 48 w 1152"/>
                  <a:gd name="T5" fmla="*/ 76 h 1056"/>
                  <a:gd name="T6" fmla="*/ 96 w 1152"/>
                  <a:gd name="T7" fmla="*/ 76 h 1056"/>
                  <a:gd name="T8" fmla="*/ 96 w 1152"/>
                  <a:gd name="T9" fmla="*/ 0 h 1056"/>
                  <a:gd name="T10" fmla="*/ 144 w 1152"/>
                  <a:gd name="T11" fmla="*/ 0 h 1056"/>
                  <a:gd name="T12" fmla="*/ 144 w 1152"/>
                  <a:gd name="T13" fmla="*/ 305 h 1056"/>
                  <a:gd name="T14" fmla="*/ 432 w 1152"/>
                  <a:gd name="T15" fmla="*/ 305 h 1056"/>
                  <a:gd name="T16" fmla="*/ 432 w 1152"/>
                  <a:gd name="T17" fmla="*/ 0 h 1056"/>
                  <a:gd name="T18" fmla="*/ 456 w 1152"/>
                  <a:gd name="T19" fmla="*/ 0 h 1056"/>
                  <a:gd name="T20" fmla="*/ 480 w 1152"/>
                  <a:gd name="T21" fmla="*/ 0 h 1056"/>
                  <a:gd name="T22" fmla="*/ 480 w 1152"/>
                  <a:gd name="T23" fmla="*/ 76 h 1056"/>
                  <a:gd name="T24" fmla="*/ 528 w 1152"/>
                  <a:gd name="T25" fmla="*/ 76 h 1056"/>
                  <a:gd name="T26" fmla="*/ 528 w 1152"/>
                  <a:gd name="T27" fmla="*/ 0 h 1056"/>
                  <a:gd name="T28" fmla="*/ 576 w 1152"/>
                  <a:gd name="T29" fmla="*/ 0 h 1056"/>
                  <a:gd name="T30" fmla="*/ 576 w 1152"/>
                  <a:gd name="T31" fmla="*/ 419 h 1056"/>
                  <a:gd name="T32" fmla="*/ 0 w 1152"/>
                  <a:gd name="T33" fmla="*/ 419 h 1056"/>
                  <a:gd name="T34" fmla="*/ 0 w 1152"/>
                  <a:gd name="T35" fmla="*/ 0 h 10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52"/>
                  <a:gd name="T55" fmla="*/ 0 h 1056"/>
                  <a:gd name="T56" fmla="*/ 1152 w 1152"/>
                  <a:gd name="T57" fmla="*/ 1056 h 10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52" h="1056">
                    <a:moveTo>
                      <a:pt x="0" y="0"/>
                    </a:moveTo>
                    <a:lnTo>
                      <a:pt x="96" y="0"/>
                    </a:lnTo>
                    <a:lnTo>
                      <a:pt x="96" y="192"/>
                    </a:lnTo>
                    <a:lnTo>
                      <a:pt x="192" y="192"/>
                    </a:lnTo>
                    <a:lnTo>
                      <a:pt x="192" y="0"/>
                    </a:lnTo>
                    <a:lnTo>
                      <a:pt x="288" y="0"/>
                    </a:lnTo>
                    <a:lnTo>
                      <a:pt x="288" y="768"/>
                    </a:lnTo>
                    <a:lnTo>
                      <a:pt x="864" y="768"/>
                    </a:lnTo>
                    <a:lnTo>
                      <a:pt x="864" y="0"/>
                    </a:lnTo>
                    <a:lnTo>
                      <a:pt x="912" y="0"/>
                    </a:lnTo>
                    <a:lnTo>
                      <a:pt x="960" y="0"/>
                    </a:lnTo>
                    <a:lnTo>
                      <a:pt x="960" y="192"/>
                    </a:lnTo>
                    <a:lnTo>
                      <a:pt x="1056" y="192"/>
                    </a:lnTo>
                    <a:lnTo>
                      <a:pt x="1056" y="0"/>
                    </a:lnTo>
                    <a:lnTo>
                      <a:pt x="1152" y="0"/>
                    </a:lnTo>
                    <a:lnTo>
                      <a:pt x="1152" y="1056"/>
                    </a:lnTo>
                    <a:lnTo>
                      <a:pt x="0" y="1056"/>
                    </a:lnTo>
                    <a:lnTo>
                      <a:pt x="0" y="0"/>
                    </a:lnTo>
                    <a:close/>
                  </a:path>
                </a:pathLst>
              </a:custGeom>
              <a:solidFill>
                <a:srgbClr val="FFFFCC"/>
              </a:solidFill>
              <a:ln w="9525">
                <a:solidFill>
                  <a:schemeClr val="tx1"/>
                </a:solidFill>
                <a:round/>
                <a:headEnd/>
                <a:tailEnd/>
              </a:ln>
            </p:spPr>
            <p:txBody>
              <a:bodyPr wrap="none"/>
              <a:lstStyle/>
              <a:p>
                <a:endParaRPr lang="en-US"/>
              </a:p>
            </p:txBody>
          </p:sp>
          <p:grpSp>
            <p:nvGrpSpPr>
              <p:cNvPr id="52" name="Group 1060">
                <a:extLst>
                  <a:ext uri="{FF2B5EF4-FFF2-40B4-BE49-F238E27FC236}">
                    <a16:creationId xmlns:a16="http://schemas.microsoft.com/office/drawing/2014/main" id="{E68977B4-D979-C649-8E9C-3143C9A83FC4}"/>
                  </a:ext>
                </a:extLst>
              </p:cNvPr>
              <p:cNvGrpSpPr>
                <a:grpSpLocks/>
              </p:cNvGrpSpPr>
              <p:nvPr/>
            </p:nvGrpSpPr>
            <p:grpSpPr bwMode="auto">
              <a:xfrm>
                <a:off x="1968" y="1536"/>
                <a:ext cx="576" cy="38"/>
                <a:chOff x="2496" y="2208"/>
                <a:chExt cx="1152" cy="96"/>
              </a:xfrm>
            </p:grpSpPr>
            <p:sp>
              <p:nvSpPr>
                <p:cNvPr id="56" name="Rectangle 1061">
                  <a:extLst>
                    <a:ext uri="{FF2B5EF4-FFF2-40B4-BE49-F238E27FC236}">
                      <a16:creationId xmlns:a16="http://schemas.microsoft.com/office/drawing/2014/main" id="{ED1ABA3C-2D07-CB4B-80A1-64A86B6E5CE1}"/>
                    </a:ext>
                  </a:extLst>
                </p:cNvPr>
                <p:cNvSpPr>
                  <a:spLocks noChangeArrowheads="1"/>
                </p:cNvSpPr>
                <p:nvPr/>
              </p:nvSpPr>
              <p:spPr bwMode="auto">
                <a:xfrm>
                  <a:off x="2496" y="2208"/>
                  <a:ext cx="1152" cy="96"/>
                </a:xfrm>
                <a:prstGeom prst="rect">
                  <a:avLst/>
                </a:prstGeom>
                <a:solidFill>
                  <a:srgbClr val="DDDDDD"/>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7" name="Rectangle 1062">
                  <a:extLst>
                    <a:ext uri="{FF2B5EF4-FFF2-40B4-BE49-F238E27FC236}">
                      <a16:creationId xmlns:a16="http://schemas.microsoft.com/office/drawing/2014/main" id="{2C547BB8-CFC4-9543-994E-F0DC0C17BEFE}"/>
                    </a:ext>
                  </a:extLst>
                </p:cNvPr>
                <p:cNvSpPr>
                  <a:spLocks noChangeArrowheads="1"/>
                </p:cNvSpPr>
                <p:nvPr/>
              </p:nvSpPr>
              <p:spPr bwMode="auto">
                <a:xfrm>
                  <a:off x="3456" y="2208"/>
                  <a:ext cx="96" cy="96"/>
                </a:xfrm>
                <a:prstGeom prst="rect">
                  <a:avLst/>
                </a:prstGeom>
                <a:solidFill>
                  <a:schemeClr val="bg1"/>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8" name="Rectangle 1063">
                  <a:extLst>
                    <a:ext uri="{FF2B5EF4-FFF2-40B4-BE49-F238E27FC236}">
                      <a16:creationId xmlns:a16="http://schemas.microsoft.com/office/drawing/2014/main" id="{9B6F44FC-1E03-414C-A1D8-F40BECDEFB27}"/>
                    </a:ext>
                  </a:extLst>
                </p:cNvPr>
                <p:cNvSpPr>
                  <a:spLocks noChangeArrowheads="1"/>
                </p:cNvSpPr>
                <p:nvPr/>
              </p:nvSpPr>
              <p:spPr bwMode="auto">
                <a:xfrm>
                  <a:off x="2592" y="2208"/>
                  <a:ext cx="96" cy="96"/>
                </a:xfrm>
                <a:prstGeom prst="rect">
                  <a:avLst/>
                </a:prstGeom>
                <a:solidFill>
                  <a:schemeClr val="bg1"/>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sp>
            <p:nvSpPr>
              <p:cNvPr id="53" name="Freeform 1064">
                <a:extLst>
                  <a:ext uri="{FF2B5EF4-FFF2-40B4-BE49-F238E27FC236}">
                    <a16:creationId xmlns:a16="http://schemas.microsoft.com/office/drawing/2014/main" id="{54C87E6B-0E75-CA4F-AC9F-307A2D950B7E}"/>
                  </a:ext>
                </a:extLst>
              </p:cNvPr>
              <p:cNvSpPr>
                <a:spLocks/>
              </p:cNvSpPr>
              <p:nvPr/>
            </p:nvSpPr>
            <p:spPr bwMode="auto">
              <a:xfrm>
                <a:off x="1968" y="1190"/>
                <a:ext cx="144" cy="152"/>
              </a:xfrm>
              <a:custGeom>
                <a:avLst/>
                <a:gdLst>
                  <a:gd name="T0" fmla="*/ 96 w 288"/>
                  <a:gd name="T1" fmla="*/ 152 h 384"/>
                  <a:gd name="T2" fmla="*/ 48 w 288"/>
                  <a:gd name="T3" fmla="*/ 152 h 384"/>
                  <a:gd name="T4" fmla="*/ 48 w 288"/>
                  <a:gd name="T5" fmla="*/ 38 h 384"/>
                  <a:gd name="T6" fmla="*/ 0 w 288"/>
                  <a:gd name="T7" fmla="*/ 38 h 384"/>
                  <a:gd name="T8" fmla="*/ 0 w 288"/>
                  <a:gd name="T9" fmla="*/ 0 h 384"/>
                  <a:gd name="T10" fmla="*/ 144 w 288"/>
                  <a:gd name="T11" fmla="*/ 0 h 384"/>
                  <a:gd name="T12" fmla="*/ 144 w 288"/>
                  <a:gd name="T13" fmla="*/ 38 h 384"/>
                  <a:gd name="T14" fmla="*/ 96 w 288"/>
                  <a:gd name="T15" fmla="*/ 38 h 384"/>
                  <a:gd name="T16" fmla="*/ 96 w 288"/>
                  <a:gd name="T17" fmla="*/ 152 h 3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8"/>
                  <a:gd name="T28" fmla="*/ 0 h 384"/>
                  <a:gd name="T29" fmla="*/ 288 w 288"/>
                  <a:gd name="T30" fmla="*/ 384 h 3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8" h="384">
                    <a:moveTo>
                      <a:pt x="192" y="384"/>
                    </a:moveTo>
                    <a:lnTo>
                      <a:pt x="96" y="384"/>
                    </a:lnTo>
                    <a:lnTo>
                      <a:pt x="96" y="96"/>
                    </a:lnTo>
                    <a:lnTo>
                      <a:pt x="0" y="96"/>
                    </a:lnTo>
                    <a:lnTo>
                      <a:pt x="0" y="0"/>
                    </a:lnTo>
                    <a:lnTo>
                      <a:pt x="288" y="0"/>
                    </a:lnTo>
                    <a:lnTo>
                      <a:pt x="288" y="96"/>
                    </a:lnTo>
                    <a:lnTo>
                      <a:pt x="192" y="96"/>
                    </a:lnTo>
                    <a:lnTo>
                      <a:pt x="192" y="384"/>
                    </a:lnTo>
                    <a:close/>
                  </a:path>
                </a:pathLst>
              </a:custGeom>
              <a:solidFill>
                <a:srgbClr val="CCFF99"/>
              </a:solidFill>
              <a:ln w="9525">
                <a:solidFill>
                  <a:schemeClr val="tx1"/>
                </a:solidFill>
                <a:round/>
                <a:headEnd/>
                <a:tailEnd/>
              </a:ln>
            </p:spPr>
            <p:txBody>
              <a:bodyPr wrap="none"/>
              <a:lstStyle/>
              <a:p>
                <a:endParaRPr lang="en-US"/>
              </a:p>
            </p:txBody>
          </p:sp>
          <p:sp>
            <p:nvSpPr>
              <p:cNvPr id="54" name="Freeform 1065">
                <a:extLst>
                  <a:ext uri="{FF2B5EF4-FFF2-40B4-BE49-F238E27FC236}">
                    <a16:creationId xmlns:a16="http://schemas.microsoft.com/office/drawing/2014/main" id="{97763224-A6FE-2247-8A57-14781AA21814}"/>
                  </a:ext>
                </a:extLst>
              </p:cNvPr>
              <p:cNvSpPr>
                <a:spLocks/>
              </p:cNvSpPr>
              <p:nvPr/>
            </p:nvSpPr>
            <p:spPr bwMode="auto">
              <a:xfrm>
                <a:off x="2400" y="1190"/>
                <a:ext cx="144" cy="152"/>
              </a:xfrm>
              <a:custGeom>
                <a:avLst/>
                <a:gdLst>
                  <a:gd name="T0" fmla="*/ 96 w 288"/>
                  <a:gd name="T1" fmla="*/ 152 h 384"/>
                  <a:gd name="T2" fmla="*/ 48 w 288"/>
                  <a:gd name="T3" fmla="*/ 152 h 384"/>
                  <a:gd name="T4" fmla="*/ 48 w 288"/>
                  <a:gd name="T5" fmla="*/ 38 h 384"/>
                  <a:gd name="T6" fmla="*/ 0 w 288"/>
                  <a:gd name="T7" fmla="*/ 38 h 384"/>
                  <a:gd name="T8" fmla="*/ 0 w 288"/>
                  <a:gd name="T9" fmla="*/ 0 h 384"/>
                  <a:gd name="T10" fmla="*/ 144 w 288"/>
                  <a:gd name="T11" fmla="*/ 0 h 384"/>
                  <a:gd name="T12" fmla="*/ 144 w 288"/>
                  <a:gd name="T13" fmla="*/ 38 h 384"/>
                  <a:gd name="T14" fmla="*/ 96 w 288"/>
                  <a:gd name="T15" fmla="*/ 38 h 384"/>
                  <a:gd name="T16" fmla="*/ 96 w 288"/>
                  <a:gd name="T17" fmla="*/ 152 h 3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8"/>
                  <a:gd name="T28" fmla="*/ 0 h 384"/>
                  <a:gd name="T29" fmla="*/ 288 w 288"/>
                  <a:gd name="T30" fmla="*/ 384 h 3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8" h="384">
                    <a:moveTo>
                      <a:pt x="192" y="384"/>
                    </a:moveTo>
                    <a:lnTo>
                      <a:pt x="96" y="384"/>
                    </a:lnTo>
                    <a:lnTo>
                      <a:pt x="96" y="96"/>
                    </a:lnTo>
                    <a:lnTo>
                      <a:pt x="0" y="96"/>
                    </a:lnTo>
                    <a:lnTo>
                      <a:pt x="0" y="0"/>
                    </a:lnTo>
                    <a:lnTo>
                      <a:pt x="288" y="0"/>
                    </a:lnTo>
                    <a:lnTo>
                      <a:pt x="288" y="96"/>
                    </a:lnTo>
                    <a:lnTo>
                      <a:pt x="192" y="96"/>
                    </a:lnTo>
                    <a:lnTo>
                      <a:pt x="192" y="384"/>
                    </a:lnTo>
                    <a:close/>
                  </a:path>
                </a:pathLst>
              </a:custGeom>
              <a:solidFill>
                <a:srgbClr val="FFCCFF"/>
              </a:solidFill>
              <a:ln w="9525">
                <a:solidFill>
                  <a:schemeClr val="tx1"/>
                </a:solidFill>
                <a:round/>
                <a:headEnd/>
                <a:tailEnd/>
              </a:ln>
            </p:spPr>
            <p:txBody>
              <a:bodyPr wrap="none"/>
              <a:lstStyle/>
              <a:p>
                <a:endParaRPr lang="en-US"/>
              </a:p>
            </p:txBody>
          </p:sp>
          <p:sp>
            <p:nvSpPr>
              <p:cNvPr id="55" name="Rectangle 1066">
                <a:extLst>
                  <a:ext uri="{FF2B5EF4-FFF2-40B4-BE49-F238E27FC236}">
                    <a16:creationId xmlns:a16="http://schemas.microsoft.com/office/drawing/2014/main" id="{70EDCD21-1AC1-2248-AD78-5A89BEA43A46}"/>
                  </a:ext>
                </a:extLst>
              </p:cNvPr>
              <p:cNvSpPr>
                <a:spLocks noChangeArrowheads="1"/>
              </p:cNvSpPr>
              <p:nvPr/>
            </p:nvSpPr>
            <p:spPr bwMode="auto">
              <a:xfrm>
                <a:off x="1920" y="1152"/>
                <a:ext cx="672" cy="1008"/>
              </a:xfrm>
              <a:prstGeom prst="rect">
                <a:avLst/>
              </a:prstGeom>
              <a:noFill/>
              <a:ln w="9525">
                <a:solidFill>
                  <a:srgbClr val="CC66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grpSp>
          <p:nvGrpSpPr>
            <p:cNvPr id="10" name="Group 1104">
              <a:extLst>
                <a:ext uri="{FF2B5EF4-FFF2-40B4-BE49-F238E27FC236}">
                  <a16:creationId xmlns:a16="http://schemas.microsoft.com/office/drawing/2014/main" id="{3080F3EB-2509-1B46-8D00-60F29EDAEAD6}"/>
                </a:ext>
              </a:extLst>
            </p:cNvPr>
            <p:cNvGrpSpPr>
              <a:grpSpLocks/>
            </p:cNvGrpSpPr>
            <p:nvPr/>
          </p:nvGrpSpPr>
          <p:grpSpPr bwMode="auto">
            <a:xfrm>
              <a:off x="3552" y="3168"/>
              <a:ext cx="672" cy="1008"/>
              <a:chOff x="4080" y="2400"/>
              <a:chExt cx="672" cy="1008"/>
            </a:xfrm>
          </p:grpSpPr>
          <p:sp>
            <p:nvSpPr>
              <p:cNvPr id="43" name="Freeform 1068">
                <a:extLst>
                  <a:ext uri="{FF2B5EF4-FFF2-40B4-BE49-F238E27FC236}">
                    <a16:creationId xmlns:a16="http://schemas.microsoft.com/office/drawing/2014/main" id="{BF51E7A8-4FFF-7B4B-81B7-11180FE82019}"/>
                  </a:ext>
                </a:extLst>
              </p:cNvPr>
              <p:cNvSpPr>
                <a:spLocks/>
              </p:cNvSpPr>
              <p:nvPr/>
            </p:nvSpPr>
            <p:spPr bwMode="auto">
              <a:xfrm>
                <a:off x="4128" y="2818"/>
                <a:ext cx="576" cy="419"/>
              </a:xfrm>
              <a:custGeom>
                <a:avLst/>
                <a:gdLst>
                  <a:gd name="T0" fmla="*/ 0 w 1152"/>
                  <a:gd name="T1" fmla="*/ 0 h 1056"/>
                  <a:gd name="T2" fmla="*/ 48 w 1152"/>
                  <a:gd name="T3" fmla="*/ 0 h 1056"/>
                  <a:gd name="T4" fmla="*/ 48 w 1152"/>
                  <a:gd name="T5" fmla="*/ 76 h 1056"/>
                  <a:gd name="T6" fmla="*/ 96 w 1152"/>
                  <a:gd name="T7" fmla="*/ 76 h 1056"/>
                  <a:gd name="T8" fmla="*/ 96 w 1152"/>
                  <a:gd name="T9" fmla="*/ 0 h 1056"/>
                  <a:gd name="T10" fmla="*/ 144 w 1152"/>
                  <a:gd name="T11" fmla="*/ 0 h 1056"/>
                  <a:gd name="T12" fmla="*/ 144 w 1152"/>
                  <a:gd name="T13" fmla="*/ 305 h 1056"/>
                  <a:gd name="T14" fmla="*/ 432 w 1152"/>
                  <a:gd name="T15" fmla="*/ 305 h 1056"/>
                  <a:gd name="T16" fmla="*/ 432 w 1152"/>
                  <a:gd name="T17" fmla="*/ 0 h 1056"/>
                  <a:gd name="T18" fmla="*/ 456 w 1152"/>
                  <a:gd name="T19" fmla="*/ 0 h 1056"/>
                  <a:gd name="T20" fmla="*/ 480 w 1152"/>
                  <a:gd name="T21" fmla="*/ 0 h 1056"/>
                  <a:gd name="T22" fmla="*/ 480 w 1152"/>
                  <a:gd name="T23" fmla="*/ 76 h 1056"/>
                  <a:gd name="T24" fmla="*/ 528 w 1152"/>
                  <a:gd name="T25" fmla="*/ 76 h 1056"/>
                  <a:gd name="T26" fmla="*/ 528 w 1152"/>
                  <a:gd name="T27" fmla="*/ 0 h 1056"/>
                  <a:gd name="T28" fmla="*/ 576 w 1152"/>
                  <a:gd name="T29" fmla="*/ 0 h 1056"/>
                  <a:gd name="T30" fmla="*/ 576 w 1152"/>
                  <a:gd name="T31" fmla="*/ 419 h 1056"/>
                  <a:gd name="T32" fmla="*/ 0 w 1152"/>
                  <a:gd name="T33" fmla="*/ 419 h 1056"/>
                  <a:gd name="T34" fmla="*/ 0 w 1152"/>
                  <a:gd name="T35" fmla="*/ 0 h 10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52"/>
                  <a:gd name="T55" fmla="*/ 0 h 1056"/>
                  <a:gd name="T56" fmla="*/ 1152 w 1152"/>
                  <a:gd name="T57" fmla="*/ 1056 h 10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52" h="1056">
                    <a:moveTo>
                      <a:pt x="0" y="0"/>
                    </a:moveTo>
                    <a:lnTo>
                      <a:pt x="96" y="0"/>
                    </a:lnTo>
                    <a:lnTo>
                      <a:pt x="96" y="192"/>
                    </a:lnTo>
                    <a:lnTo>
                      <a:pt x="192" y="192"/>
                    </a:lnTo>
                    <a:lnTo>
                      <a:pt x="192" y="0"/>
                    </a:lnTo>
                    <a:lnTo>
                      <a:pt x="288" y="0"/>
                    </a:lnTo>
                    <a:lnTo>
                      <a:pt x="288" y="768"/>
                    </a:lnTo>
                    <a:lnTo>
                      <a:pt x="864" y="768"/>
                    </a:lnTo>
                    <a:lnTo>
                      <a:pt x="864" y="0"/>
                    </a:lnTo>
                    <a:lnTo>
                      <a:pt x="912" y="0"/>
                    </a:lnTo>
                    <a:lnTo>
                      <a:pt x="960" y="0"/>
                    </a:lnTo>
                    <a:lnTo>
                      <a:pt x="960" y="192"/>
                    </a:lnTo>
                    <a:lnTo>
                      <a:pt x="1056" y="192"/>
                    </a:lnTo>
                    <a:lnTo>
                      <a:pt x="1056" y="0"/>
                    </a:lnTo>
                    <a:lnTo>
                      <a:pt x="1152" y="0"/>
                    </a:lnTo>
                    <a:lnTo>
                      <a:pt x="1152" y="1056"/>
                    </a:lnTo>
                    <a:lnTo>
                      <a:pt x="0" y="1056"/>
                    </a:lnTo>
                    <a:lnTo>
                      <a:pt x="0" y="0"/>
                    </a:lnTo>
                    <a:close/>
                  </a:path>
                </a:pathLst>
              </a:custGeom>
              <a:solidFill>
                <a:srgbClr val="FFFFCC"/>
              </a:solidFill>
              <a:ln w="9525">
                <a:solidFill>
                  <a:schemeClr val="tx1"/>
                </a:solidFill>
                <a:round/>
                <a:headEnd/>
                <a:tailEnd/>
              </a:ln>
            </p:spPr>
            <p:txBody>
              <a:bodyPr wrap="none"/>
              <a:lstStyle/>
              <a:p>
                <a:endParaRPr lang="en-US"/>
              </a:p>
            </p:txBody>
          </p:sp>
          <p:grpSp>
            <p:nvGrpSpPr>
              <p:cNvPr id="44" name="Group 1069">
                <a:extLst>
                  <a:ext uri="{FF2B5EF4-FFF2-40B4-BE49-F238E27FC236}">
                    <a16:creationId xmlns:a16="http://schemas.microsoft.com/office/drawing/2014/main" id="{B14B4F7F-FC59-EC4A-89D6-99ACB5368889}"/>
                  </a:ext>
                </a:extLst>
              </p:cNvPr>
              <p:cNvGrpSpPr>
                <a:grpSpLocks/>
              </p:cNvGrpSpPr>
              <p:nvPr/>
            </p:nvGrpSpPr>
            <p:grpSpPr bwMode="auto">
              <a:xfrm>
                <a:off x="4128" y="3312"/>
                <a:ext cx="576" cy="38"/>
                <a:chOff x="2496" y="2208"/>
                <a:chExt cx="1152" cy="96"/>
              </a:xfrm>
            </p:grpSpPr>
            <p:sp>
              <p:nvSpPr>
                <p:cNvPr id="48" name="Rectangle 1070">
                  <a:extLst>
                    <a:ext uri="{FF2B5EF4-FFF2-40B4-BE49-F238E27FC236}">
                      <a16:creationId xmlns:a16="http://schemas.microsoft.com/office/drawing/2014/main" id="{A9545F77-0D44-A34A-AD2A-0664382982F4}"/>
                    </a:ext>
                  </a:extLst>
                </p:cNvPr>
                <p:cNvSpPr>
                  <a:spLocks noChangeArrowheads="1"/>
                </p:cNvSpPr>
                <p:nvPr/>
              </p:nvSpPr>
              <p:spPr bwMode="auto">
                <a:xfrm>
                  <a:off x="2496" y="2208"/>
                  <a:ext cx="1152" cy="96"/>
                </a:xfrm>
                <a:prstGeom prst="rect">
                  <a:avLst/>
                </a:prstGeom>
                <a:solidFill>
                  <a:srgbClr val="DDDDDD"/>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9" name="Rectangle 1071">
                  <a:extLst>
                    <a:ext uri="{FF2B5EF4-FFF2-40B4-BE49-F238E27FC236}">
                      <a16:creationId xmlns:a16="http://schemas.microsoft.com/office/drawing/2014/main" id="{8638AFE0-BD5F-B147-878E-393EA3E0A8D3}"/>
                    </a:ext>
                  </a:extLst>
                </p:cNvPr>
                <p:cNvSpPr>
                  <a:spLocks noChangeArrowheads="1"/>
                </p:cNvSpPr>
                <p:nvPr/>
              </p:nvSpPr>
              <p:spPr bwMode="auto">
                <a:xfrm>
                  <a:off x="3456" y="2208"/>
                  <a:ext cx="96" cy="96"/>
                </a:xfrm>
                <a:prstGeom prst="rect">
                  <a:avLst/>
                </a:prstGeom>
                <a:solidFill>
                  <a:schemeClr val="bg1"/>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0" name="Rectangle 1072">
                  <a:extLst>
                    <a:ext uri="{FF2B5EF4-FFF2-40B4-BE49-F238E27FC236}">
                      <a16:creationId xmlns:a16="http://schemas.microsoft.com/office/drawing/2014/main" id="{38EED285-00EF-F641-936F-363083555869}"/>
                    </a:ext>
                  </a:extLst>
                </p:cNvPr>
                <p:cNvSpPr>
                  <a:spLocks noChangeArrowheads="1"/>
                </p:cNvSpPr>
                <p:nvPr/>
              </p:nvSpPr>
              <p:spPr bwMode="auto">
                <a:xfrm>
                  <a:off x="2592" y="2208"/>
                  <a:ext cx="96" cy="96"/>
                </a:xfrm>
                <a:prstGeom prst="rect">
                  <a:avLst/>
                </a:prstGeom>
                <a:solidFill>
                  <a:schemeClr val="bg1"/>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sp>
            <p:nvSpPr>
              <p:cNvPr id="45" name="Freeform 1073">
                <a:extLst>
                  <a:ext uri="{FF2B5EF4-FFF2-40B4-BE49-F238E27FC236}">
                    <a16:creationId xmlns:a16="http://schemas.microsoft.com/office/drawing/2014/main" id="{DA33C2A9-537B-7245-98A0-9D0A33BC49E3}"/>
                  </a:ext>
                </a:extLst>
              </p:cNvPr>
              <p:cNvSpPr>
                <a:spLocks/>
              </p:cNvSpPr>
              <p:nvPr/>
            </p:nvSpPr>
            <p:spPr bwMode="auto">
              <a:xfrm>
                <a:off x="4129" y="2750"/>
                <a:ext cx="144" cy="152"/>
              </a:xfrm>
              <a:custGeom>
                <a:avLst/>
                <a:gdLst>
                  <a:gd name="T0" fmla="*/ 96 w 288"/>
                  <a:gd name="T1" fmla="*/ 152 h 384"/>
                  <a:gd name="T2" fmla="*/ 48 w 288"/>
                  <a:gd name="T3" fmla="*/ 152 h 384"/>
                  <a:gd name="T4" fmla="*/ 48 w 288"/>
                  <a:gd name="T5" fmla="*/ 38 h 384"/>
                  <a:gd name="T6" fmla="*/ 0 w 288"/>
                  <a:gd name="T7" fmla="*/ 38 h 384"/>
                  <a:gd name="T8" fmla="*/ 0 w 288"/>
                  <a:gd name="T9" fmla="*/ 0 h 384"/>
                  <a:gd name="T10" fmla="*/ 144 w 288"/>
                  <a:gd name="T11" fmla="*/ 0 h 384"/>
                  <a:gd name="T12" fmla="*/ 144 w 288"/>
                  <a:gd name="T13" fmla="*/ 38 h 384"/>
                  <a:gd name="T14" fmla="*/ 96 w 288"/>
                  <a:gd name="T15" fmla="*/ 38 h 384"/>
                  <a:gd name="T16" fmla="*/ 96 w 288"/>
                  <a:gd name="T17" fmla="*/ 152 h 3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8"/>
                  <a:gd name="T28" fmla="*/ 0 h 384"/>
                  <a:gd name="T29" fmla="*/ 288 w 288"/>
                  <a:gd name="T30" fmla="*/ 384 h 3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8" h="384">
                    <a:moveTo>
                      <a:pt x="192" y="384"/>
                    </a:moveTo>
                    <a:lnTo>
                      <a:pt x="96" y="384"/>
                    </a:lnTo>
                    <a:lnTo>
                      <a:pt x="96" y="96"/>
                    </a:lnTo>
                    <a:lnTo>
                      <a:pt x="0" y="96"/>
                    </a:lnTo>
                    <a:lnTo>
                      <a:pt x="0" y="0"/>
                    </a:lnTo>
                    <a:lnTo>
                      <a:pt x="288" y="0"/>
                    </a:lnTo>
                    <a:lnTo>
                      <a:pt x="288" y="96"/>
                    </a:lnTo>
                    <a:lnTo>
                      <a:pt x="192" y="96"/>
                    </a:lnTo>
                    <a:lnTo>
                      <a:pt x="192" y="384"/>
                    </a:lnTo>
                    <a:close/>
                  </a:path>
                </a:pathLst>
              </a:custGeom>
              <a:solidFill>
                <a:srgbClr val="CCFF99"/>
              </a:solidFill>
              <a:ln w="9525">
                <a:solidFill>
                  <a:schemeClr val="tx1"/>
                </a:solidFill>
                <a:round/>
                <a:headEnd/>
                <a:tailEnd/>
              </a:ln>
            </p:spPr>
            <p:txBody>
              <a:bodyPr wrap="none"/>
              <a:lstStyle/>
              <a:p>
                <a:endParaRPr lang="en-US"/>
              </a:p>
            </p:txBody>
          </p:sp>
          <p:sp>
            <p:nvSpPr>
              <p:cNvPr id="46" name="Freeform 1074">
                <a:extLst>
                  <a:ext uri="{FF2B5EF4-FFF2-40B4-BE49-F238E27FC236}">
                    <a16:creationId xmlns:a16="http://schemas.microsoft.com/office/drawing/2014/main" id="{35FF2CE7-B39C-434C-9633-B880840874C4}"/>
                  </a:ext>
                </a:extLst>
              </p:cNvPr>
              <p:cNvSpPr>
                <a:spLocks/>
              </p:cNvSpPr>
              <p:nvPr/>
            </p:nvSpPr>
            <p:spPr bwMode="auto">
              <a:xfrm>
                <a:off x="4560" y="2448"/>
                <a:ext cx="144" cy="152"/>
              </a:xfrm>
              <a:custGeom>
                <a:avLst/>
                <a:gdLst>
                  <a:gd name="T0" fmla="*/ 96 w 288"/>
                  <a:gd name="T1" fmla="*/ 152 h 384"/>
                  <a:gd name="T2" fmla="*/ 48 w 288"/>
                  <a:gd name="T3" fmla="*/ 152 h 384"/>
                  <a:gd name="T4" fmla="*/ 48 w 288"/>
                  <a:gd name="T5" fmla="*/ 38 h 384"/>
                  <a:gd name="T6" fmla="*/ 0 w 288"/>
                  <a:gd name="T7" fmla="*/ 38 h 384"/>
                  <a:gd name="T8" fmla="*/ 0 w 288"/>
                  <a:gd name="T9" fmla="*/ 0 h 384"/>
                  <a:gd name="T10" fmla="*/ 144 w 288"/>
                  <a:gd name="T11" fmla="*/ 0 h 384"/>
                  <a:gd name="T12" fmla="*/ 144 w 288"/>
                  <a:gd name="T13" fmla="*/ 38 h 384"/>
                  <a:gd name="T14" fmla="*/ 96 w 288"/>
                  <a:gd name="T15" fmla="*/ 38 h 384"/>
                  <a:gd name="T16" fmla="*/ 96 w 288"/>
                  <a:gd name="T17" fmla="*/ 152 h 3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8"/>
                  <a:gd name="T28" fmla="*/ 0 h 384"/>
                  <a:gd name="T29" fmla="*/ 288 w 288"/>
                  <a:gd name="T30" fmla="*/ 384 h 3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8" h="384">
                    <a:moveTo>
                      <a:pt x="192" y="384"/>
                    </a:moveTo>
                    <a:lnTo>
                      <a:pt x="96" y="384"/>
                    </a:lnTo>
                    <a:lnTo>
                      <a:pt x="96" y="96"/>
                    </a:lnTo>
                    <a:lnTo>
                      <a:pt x="0" y="96"/>
                    </a:lnTo>
                    <a:lnTo>
                      <a:pt x="0" y="0"/>
                    </a:lnTo>
                    <a:lnTo>
                      <a:pt x="288" y="0"/>
                    </a:lnTo>
                    <a:lnTo>
                      <a:pt x="288" y="96"/>
                    </a:lnTo>
                    <a:lnTo>
                      <a:pt x="192" y="96"/>
                    </a:lnTo>
                    <a:lnTo>
                      <a:pt x="192" y="384"/>
                    </a:lnTo>
                    <a:close/>
                  </a:path>
                </a:pathLst>
              </a:custGeom>
              <a:solidFill>
                <a:srgbClr val="FFCCFF"/>
              </a:solidFill>
              <a:ln w="9525">
                <a:solidFill>
                  <a:schemeClr val="tx1"/>
                </a:solidFill>
                <a:round/>
                <a:headEnd/>
                <a:tailEnd/>
              </a:ln>
            </p:spPr>
            <p:txBody>
              <a:bodyPr wrap="none"/>
              <a:lstStyle/>
              <a:p>
                <a:endParaRPr lang="en-US"/>
              </a:p>
            </p:txBody>
          </p:sp>
          <p:sp>
            <p:nvSpPr>
              <p:cNvPr id="47" name="Rectangle 1075">
                <a:extLst>
                  <a:ext uri="{FF2B5EF4-FFF2-40B4-BE49-F238E27FC236}">
                    <a16:creationId xmlns:a16="http://schemas.microsoft.com/office/drawing/2014/main" id="{5E99B962-9BC2-EF4E-9ED1-8403F15C053C}"/>
                  </a:ext>
                </a:extLst>
              </p:cNvPr>
              <p:cNvSpPr>
                <a:spLocks noChangeArrowheads="1"/>
              </p:cNvSpPr>
              <p:nvPr/>
            </p:nvSpPr>
            <p:spPr bwMode="auto">
              <a:xfrm>
                <a:off x="4080" y="2400"/>
                <a:ext cx="672" cy="1008"/>
              </a:xfrm>
              <a:prstGeom prst="rect">
                <a:avLst/>
              </a:prstGeom>
              <a:noFill/>
              <a:ln w="9525">
                <a:solidFill>
                  <a:srgbClr val="CC66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sp>
          <p:nvSpPr>
            <p:cNvPr id="11" name="Line 1085">
              <a:extLst>
                <a:ext uri="{FF2B5EF4-FFF2-40B4-BE49-F238E27FC236}">
                  <a16:creationId xmlns:a16="http://schemas.microsoft.com/office/drawing/2014/main" id="{78944451-37A2-FF4E-92E1-18BA20EF8AE2}"/>
                </a:ext>
              </a:extLst>
            </p:cNvPr>
            <p:cNvSpPr>
              <a:spLocks noChangeShapeType="1"/>
            </p:cNvSpPr>
            <p:nvPr/>
          </p:nvSpPr>
          <p:spPr bwMode="auto">
            <a:xfrm>
              <a:off x="2880" y="2784"/>
              <a:ext cx="2112"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2" name="Line 1086">
              <a:extLst>
                <a:ext uri="{FF2B5EF4-FFF2-40B4-BE49-F238E27FC236}">
                  <a16:creationId xmlns:a16="http://schemas.microsoft.com/office/drawing/2014/main" id="{2ED70057-EE0F-6C45-A74E-4643123F18DA}"/>
                </a:ext>
              </a:extLst>
            </p:cNvPr>
            <p:cNvSpPr>
              <a:spLocks noChangeShapeType="1"/>
            </p:cNvSpPr>
            <p:nvPr/>
          </p:nvSpPr>
          <p:spPr bwMode="auto">
            <a:xfrm>
              <a:off x="2880" y="2784"/>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nvGrpSpPr>
            <p:cNvPr id="13" name="Group 1126">
              <a:extLst>
                <a:ext uri="{FF2B5EF4-FFF2-40B4-BE49-F238E27FC236}">
                  <a16:creationId xmlns:a16="http://schemas.microsoft.com/office/drawing/2014/main" id="{1E30F0E1-40AB-8B43-840E-1003CFEDC6D7}"/>
                </a:ext>
              </a:extLst>
            </p:cNvPr>
            <p:cNvGrpSpPr>
              <a:grpSpLocks/>
            </p:cNvGrpSpPr>
            <p:nvPr/>
          </p:nvGrpSpPr>
          <p:grpSpPr bwMode="auto">
            <a:xfrm>
              <a:off x="2544" y="3168"/>
              <a:ext cx="672" cy="1008"/>
              <a:chOff x="2976" y="3168"/>
              <a:chExt cx="672" cy="1008"/>
            </a:xfrm>
          </p:grpSpPr>
          <p:sp>
            <p:nvSpPr>
              <p:cNvPr id="35" name="Freeform 1096">
                <a:extLst>
                  <a:ext uri="{FF2B5EF4-FFF2-40B4-BE49-F238E27FC236}">
                    <a16:creationId xmlns:a16="http://schemas.microsoft.com/office/drawing/2014/main" id="{3AF66DB4-55EC-314B-8012-8B1495CBB645}"/>
                  </a:ext>
                </a:extLst>
              </p:cNvPr>
              <p:cNvSpPr>
                <a:spLocks/>
              </p:cNvSpPr>
              <p:nvPr/>
            </p:nvSpPr>
            <p:spPr bwMode="auto">
              <a:xfrm>
                <a:off x="3024" y="3586"/>
                <a:ext cx="576" cy="419"/>
              </a:xfrm>
              <a:custGeom>
                <a:avLst/>
                <a:gdLst>
                  <a:gd name="T0" fmla="*/ 0 w 1152"/>
                  <a:gd name="T1" fmla="*/ 0 h 1056"/>
                  <a:gd name="T2" fmla="*/ 48 w 1152"/>
                  <a:gd name="T3" fmla="*/ 0 h 1056"/>
                  <a:gd name="T4" fmla="*/ 48 w 1152"/>
                  <a:gd name="T5" fmla="*/ 76 h 1056"/>
                  <a:gd name="T6" fmla="*/ 96 w 1152"/>
                  <a:gd name="T7" fmla="*/ 76 h 1056"/>
                  <a:gd name="T8" fmla="*/ 96 w 1152"/>
                  <a:gd name="T9" fmla="*/ 0 h 1056"/>
                  <a:gd name="T10" fmla="*/ 144 w 1152"/>
                  <a:gd name="T11" fmla="*/ 0 h 1056"/>
                  <a:gd name="T12" fmla="*/ 144 w 1152"/>
                  <a:gd name="T13" fmla="*/ 305 h 1056"/>
                  <a:gd name="T14" fmla="*/ 432 w 1152"/>
                  <a:gd name="T15" fmla="*/ 305 h 1056"/>
                  <a:gd name="T16" fmla="*/ 432 w 1152"/>
                  <a:gd name="T17" fmla="*/ 0 h 1056"/>
                  <a:gd name="T18" fmla="*/ 456 w 1152"/>
                  <a:gd name="T19" fmla="*/ 0 h 1056"/>
                  <a:gd name="T20" fmla="*/ 480 w 1152"/>
                  <a:gd name="T21" fmla="*/ 0 h 1056"/>
                  <a:gd name="T22" fmla="*/ 480 w 1152"/>
                  <a:gd name="T23" fmla="*/ 76 h 1056"/>
                  <a:gd name="T24" fmla="*/ 528 w 1152"/>
                  <a:gd name="T25" fmla="*/ 76 h 1056"/>
                  <a:gd name="T26" fmla="*/ 528 w 1152"/>
                  <a:gd name="T27" fmla="*/ 0 h 1056"/>
                  <a:gd name="T28" fmla="*/ 576 w 1152"/>
                  <a:gd name="T29" fmla="*/ 0 h 1056"/>
                  <a:gd name="T30" fmla="*/ 576 w 1152"/>
                  <a:gd name="T31" fmla="*/ 419 h 1056"/>
                  <a:gd name="T32" fmla="*/ 0 w 1152"/>
                  <a:gd name="T33" fmla="*/ 419 h 1056"/>
                  <a:gd name="T34" fmla="*/ 0 w 1152"/>
                  <a:gd name="T35" fmla="*/ 0 h 10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52"/>
                  <a:gd name="T55" fmla="*/ 0 h 1056"/>
                  <a:gd name="T56" fmla="*/ 1152 w 1152"/>
                  <a:gd name="T57" fmla="*/ 1056 h 10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52" h="1056">
                    <a:moveTo>
                      <a:pt x="0" y="0"/>
                    </a:moveTo>
                    <a:lnTo>
                      <a:pt x="96" y="0"/>
                    </a:lnTo>
                    <a:lnTo>
                      <a:pt x="96" y="192"/>
                    </a:lnTo>
                    <a:lnTo>
                      <a:pt x="192" y="192"/>
                    </a:lnTo>
                    <a:lnTo>
                      <a:pt x="192" y="0"/>
                    </a:lnTo>
                    <a:lnTo>
                      <a:pt x="288" y="0"/>
                    </a:lnTo>
                    <a:lnTo>
                      <a:pt x="288" y="768"/>
                    </a:lnTo>
                    <a:lnTo>
                      <a:pt x="864" y="768"/>
                    </a:lnTo>
                    <a:lnTo>
                      <a:pt x="864" y="0"/>
                    </a:lnTo>
                    <a:lnTo>
                      <a:pt x="912" y="0"/>
                    </a:lnTo>
                    <a:lnTo>
                      <a:pt x="960" y="0"/>
                    </a:lnTo>
                    <a:lnTo>
                      <a:pt x="960" y="192"/>
                    </a:lnTo>
                    <a:lnTo>
                      <a:pt x="1056" y="192"/>
                    </a:lnTo>
                    <a:lnTo>
                      <a:pt x="1056" y="0"/>
                    </a:lnTo>
                    <a:lnTo>
                      <a:pt x="1152" y="0"/>
                    </a:lnTo>
                    <a:lnTo>
                      <a:pt x="1152" y="1056"/>
                    </a:lnTo>
                    <a:lnTo>
                      <a:pt x="0" y="1056"/>
                    </a:lnTo>
                    <a:lnTo>
                      <a:pt x="0" y="0"/>
                    </a:lnTo>
                    <a:close/>
                  </a:path>
                </a:pathLst>
              </a:custGeom>
              <a:solidFill>
                <a:srgbClr val="FFFFCC"/>
              </a:solidFill>
              <a:ln w="9525">
                <a:solidFill>
                  <a:schemeClr val="tx1"/>
                </a:solidFill>
                <a:round/>
                <a:headEnd/>
                <a:tailEnd/>
              </a:ln>
            </p:spPr>
            <p:txBody>
              <a:bodyPr wrap="none"/>
              <a:lstStyle/>
              <a:p>
                <a:endParaRPr lang="en-US"/>
              </a:p>
            </p:txBody>
          </p:sp>
          <p:grpSp>
            <p:nvGrpSpPr>
              <p:cNvPr id="36" name="Group 1097">
                <a:extLst>
                  <a:ext uri="{FF2B5EF4-FFF2-40B4-BE49-F238E27FC236}">
                    <a16:creationId xmlns:a16="http://schemas.microsoft.com/office/drawing/2014/main" id="{6549F270-9838-AF4A-99B4-928CE0CE78DE}"/>
                  </a:ext>
                </a:extLst>
              </p:cNvPr>
              <p:cNvGrpSpPr>
                <a:grpSpLocks/>
              </p:cNvGrpSpPr>
              <p:nvPr/>
            </p:nvGrpSpPr>
            <p:grpSpPr bwMode="auto">
              <a:xfrm>
                <a:off x="3024" y="4080"/>
                <a:ext cx="576" cy="38"/>
                <a:chOff x="2496" y="2208"/>
                <a:chExt cx="1152" cy="96"/>
              </a:xfrm>
            </p:grpSpPr>
            <p:sp>
              <p:nvSpPr>
                <p:cNvPr id="40" name="Rectangle 1098">
                  <a:extLst>
                    <a:ext uri="{FF2B5EF4-FFF2-40B4-BE49-F238E27FC236}">
                      <a16:creationId xmlns:a16="http://schemas.microsoft.com/office/drawing/2014/main" id="{98FD82B1-8FB8-6C42-AFE6-9B386B5C822E}"/>
                    </a:ext>
                  </a:extLst>
                </p:cNvPr>
                <p:cNvSpPr>
                  <a:spLocks noChangeArrowheads="1"/>
                </p:cNvSpPr>
                <p:nvPr/>
              </p:nvSpPr>
              <p:spPr bwMode="auto">
                <a:xfrm>
                  <a:off x="2496" y="2208"/>
                  <a:ext cx="1152" cy="96"/>
                </a:xfrm>
                <a:prstGeom prst="rect">
                  <a:avLst/>
                </a:prstGeom>
                <a:solidFill>
                  <a:srgbClr val="DDDDDD"/>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1" name="Rectangle 1099">
                  <a:extLst>
                    <a:ext uri="{FF2B5EF4-FFF2-40B4-BE49-F238E27FC236}">
                      <a16:creationId xmlns:a16="http://schemas.microsoft.com/office/drawing/2014/main" id="{EDEE2673-D71E-BA49-9D4C-1AD917D41994}"/>
                    </a:ext>
                  </a:extLst>
                </p:cNvPr>
                <p:cNvSpPr>
                  <a:spLocks noChangeArrowheads="1"/>
                </p:cNvSpPr>
                <p:nvPr/>
              </p:nvSpPr>
              <p:spPr bwMode="auto">
                <a:xfrm>
                  <a:off x="3456" y="2208"/>
                  <a:ext cx="96" cy="96"/>
                </a:xfrm>
                <a:prstGeom prst="rect">
                  <a:avLst/>
                </a:prstGeom>
                <a:solidFill>
                  <a:schemeClr val="bg1"/>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2" name="Rectangle 1100">
                  <a:extLst>
                    <a:ext uri="{FF2B5EF4-FFF2-40B4-BE49-F238E27FC236}">
                      <a16:creationId xmlns:a16="http://schemas.microsoft.com/office/drawing/2014/main" id="{60E9F846-DD30-9F47-A90D-EB82E8955769}"/>
                    </a:ext>
                  </a:extLst>
                </p:cNvPr>
                <p:cNvSpPr>
                  <a:spLocks noChangeArrowheads="1"/>
                </p:cNvSpPr>
                <p:nvPr/>
              </p:nvSpPr>
              <p:spPr bwMode="auto">
                <a:xfrm>
                  <a:off x="2592" y="2208"/>
                  <a:ext cx="96" cy="96"/>
                </a:xfrm>
                <a:prstGeom prst="rect">
                  <a:avLst/>
                </a:prstGeom>
                <a:solidFill>
                  <a:schemeClr val="bg1"/>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sp>
            <p:nvSpPr>
              <p:cNvPr id="37" name="Freeform 1101">
                <a:extLst>
                  <a:ext uri="{FF2B5EF4-FFF2-40B4-BE49-F238E27FC236}">
                    <a16:creationId xmlns:a16="http://schemas.microsoft.com/office/drawing/2014/main" id="{AB4D70D1-724B-6C48-AA1C-E56E62E29719}"/>
                  </a:ext>
                </a:extLst>
              </p:cNvPr>
              <p:cNvSpPr>
                <a:spLocks/>
              </p:cNvSpPr>
              <p:nvPr/>
            </p:nvSpPr>
            <p:spPr bwMode="auto">
              <a:xfrm>
                <a:off x="3024" y="3216"/>
                <a:ext cx="144" cy="152"/>
              </a:xfrm>
              <a:custGeom>
                <a:avLst/>
                <a:gdLst>
                  <a:gd name="T0" fmla="*/ 96 w 288"/>
                  <a:gd name="T1" fmla="*/ 152 h 384"/>
                  <a:gd name="T2" fmla="*/ 48 w 288"/>
                  <a:gd name="T3" fmla="*/ 152 h 384"/>
                  <a:gd name="T4" fmla="*/ 48 w 288"/>
                  <a:gd name="T5" fmla="*/ 38 h 384"/>
                  <a:gd name="T6" fmla="*/ 0 w 288"/>
                  <a:gd name="T7" fmla="*/ 38 h 384"/>
                  <a:gd name="T8" fmla="*/ 0 w 288"/>
                  <a:gd name="T9" fmla="*/ 0 h 384"/>
                  <a:gd name="T10" fmla="*/ 144 w 288"/>
                  <a:gd name="T11" fmla="*/ 0 h 384"/>
                  <a:gd name="T12" fmla="*/ 144 w 288"/>
                  <a:gd name="T13" fmla="*/ 38 h 384"/>
                  <a:gd name="T14" fmla="*/ 96 w 288"/>
                  <a:gd name="T15" fmla="*/ 38 h 384"/>
                  <a:gd name="T16" fmla="*/ 96 w 288"/>
                  <a:gd name="T17" fmla="*/ 152 h 3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8"/>
                  <a:gd name="T28" fmla="*/ 0 h 384"/>
                  <a:gd name="T29" fmla="*/ 288 w 288"/>
                  <a:gd name="T30" fmla="*/ 384 h 3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8" h="384">
                    <a:moveTo>
                      <a:pt x="192" y="384"/>
                    </a:moveTo>
                    <a:lnTo>
                      <a:pt x="96" y="384"/>
                    </a:lnTo>
                    <a:lnTo>
                      <a:pt x="96" y="96"/>
                    </a:lnTo>
                    <a:lnTo>
                      <a:pt x="0" y="96"/>
                    </a:lnTo>
                    <a:lnTo>
                      <a:pt x="0" y="0"/>
                    </a:lnTo>
                    <a:lnTo>
                      <a:pt x="288" y="0"/>
                    </a:lnTo>
                    <a:lnTo>
                      <a:pt x="288" y="96"/>
                    </a:lnTo>
                    <a:lnTo>
                      <a:pt x="192" y="96"/>
                    </a:lnTo>
                    <a:lnTo>
                      <a:pt x="192" y="384"/>
                    </a:lnTo>
                    <a:close/>
                  </a:path>
                </a:pathLst>
              </a:custGeom>
              <a:solidFill>
                <a:srgbClr val="CCFF99"/>
              </a:solidFill>
              <a:ln w="9525">
                <a:solidFill>
                  <a:schemeClr val="tx1"/>
                </a:solidFill>
                <a:round/>
                <a:headEnd/>
                <a:tailEnd/>
              </a:ln>
            </p:spPr>
            <p:txBody>
              <a:bodyPr wrap="none"/>
              <a:lstStyle/>
              <a:p>
                <a:endParaRPr lang="en-US"/>
              </a:p>
            </p:txBody>
          </p:sp>
          <p:sp>
            <p:nvSpPr>
              <p:cNvPr id="38" name="Freeform 1102">
                <a:extLst>
                  <a:ext uri="{FF2B5EF4-FFF2-40B4-BE49-F238E27FC236}">
                    <a16:creationId xmlns:a16="http://schemas.microsoft.com/office/drawing/2014/main" id="{BAF2EB8C-9A8F-F14C-BF09-9A7BC16AC72F}"/>
                  </a:ext>
                </a:extLst>
              </p:cNvPr>
              <p:cNvSpPr>
                <a:spLocks/>
              </p:cNvSpPr>
              <p:nvPr/>
            </p:nvSpPr>
            <p:spPr bwMode="auto">
              <a:xfrm>
                <a:off x="3456" y="3519"/>
                <a:ext cx="144" cy="152"/>
              </a:xfrm>
              <a:custGeom>
                <a:avLst/>
                <a:gdLst>
                  <a:gd name="T0" fmla="*/ 96 w 288"/>
                  <a:gd name="T1" fmla="*/ 152 h 384"/>
                  <a:gd name="T2" fmla="*/ 48 w 288"/>
                  <a:gd name="T3" fmla="*/ 152 h 384"/>
                  <a:gd name="T4" fmla="*/ 48 w 288"/>
                  <a:gd name="T5" fmla="*/ 38 h 384"/>
                  <a:gd name="T6" fmla="*/ 0 w 288"/>
                  <a:gd name="T7" fmla="*/ 38 h 384"/>
                  <a:gd name="T8" fmla="*/ 0 w 288"/>
                  <a:gd name="T9" fmla="*/ 0 h 384"/>
                  <a:gd name="T10" fmla="*/ 144 w 288"/>
                  <a:gd name="T11" fmla="*/ 0 h 384"/>
                  <a:gd name="T12" fmla="*/ 144 w 288"/>
                  <a:gd name="T13" fmla="*/ 38 h 384"/>
                  <a:gd name="T14" fmla="*/ 96 w 288"/>
                  <a:gd name="T15" fmla="*/ 38 h 384"/>
                  <a:gd name="T16" fmla="*/ 96 w 288"/>
                  <a:gd name="T17" fmla="*/ 152 h 3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8"/>
                  <a:gd name="T28" fmla="*/ 0 h 384"/>
                  <a:gd name="T29" fmla="*/ 288 w 288"/>
                  <a:gd name="T30" fmla="*/ 384 h 3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8" h="384">
                    <a:moveTo>
                      <a:pt x="192" y="384"/>
                    </a:moveTo>
                    <a:lnTo>
                      <a:pt x="96" y="384"/>
                    </a:lnTo>
                    <a:lnTo>
                      <a:pt x="96" y="96"/>
                    </a:lnTo>
                    <a:lnTo>
                      <a:pt x="0" y="96"/>
                    </a:lnTo>
                    <a:lnTo>
                      <a:pt x="0" y="0"/>
                    </a:lnTo>
                    <a:lnTo>
                      <a:pt x="288" y="0"/>
                    </a:lnTo>
                    <a:lnTo>
                      <a:pt x="288" y="96"/>
                    </a:lnTo>
                    <a:lnTo>
                      <a:pt x="192" y="96"/>
                    </a:lnTo>
                    <a:lnTo>
                      <a:pt x="192" y="384"/>
                    </a:lnTo>
                    <a:close/>
                  </a:path>
                </a:pathLst>
              </a:custGeom>
              <a:solidFill>
                <a:srgbClr val="FFCCFF"/>
              </a:solidFill>
              <a:ln w="9525">
                <a:solidFill>
                  <a:schemeClr val="tx1"/>
                </a:solidFill>
                <a:round/>
                <a:headEnd/>
                <a:tailEnd/>
              </a:ln>
            </p:spPr>
            <p:txBody>
              <a:bodyPr wrap="none"/>
              <a:lstStyle/>
              <a:p>
                <a:endParaRPr lang="en-US"/>
              </a:p>
            </p:txBody>
          </p:sp>
          <p:sp>
            <p:nvSpPr>
              <p:cNvPr id="39" name="Rectangle 1103">
                <a:extLst>
                  <a:ext uri="{FF2B5EF4-FFF2-40B4-BE49-F238E27FC236}">
                    <a16:creationId xmlns:a16="http://schemas.microsoft.com/office/drawing/2014/main" id="{93D89877-4BB6-A847-A5F1-357C5F2376D4}"/>
                  </a:ext>
                </a:extLst>
              </p:cNvPr>
              <p:cNvSpPr>
                <a:spLocks noChangeArrowheads="1"/>
              </p:cNvSpPr>
              <p:nvPr/>
            </p:nvSpPr>
            <p:spPr bwMode="auto">
              <a:xfrm>
                <a:off x="2976" y="3168"/>
                <a:ext cx="672" cy="1008"/>
              </a:xfrm>
              <a:prstGeom prst="rect">
                <a:avLst/>
              </a:prstGeom>
              <a:noFill/>
              <a:ln w="9525">
                <a:solidFill>
                  <a:srgbClr val="CC66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sp>
          <p:nvSpPr>
            <p:cNvPr id="14" name="Line 1105">
              <a:extLst>
                <a:ext uri="{FF2B5EF4-FFF2-40B4-BE49-F238E27FC236}">
                  <a16:creationId xmlns:a16="http://schemas.microsoft.com/office/drawing/2014/main" id="{9E96B1C9-5953-7441-9520-D5E68CDA5A2F}"/>
                </a:ext>
              </a:extLst>
            </p:cNvPr>
            <p:cNvSpPr>
              <a:spLocks noChangeShapeType="1"/>
            </p:cNvSpPr>
            <p:nvPr/>
          </p:nvSpPr>
          <p:spPr bwMode="auto">
            <a:xfrm flipH="1">
              <a:off x="720" y="2784"/>
              <a:ext cx="216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nvGrpSpPr>
            <p:cNvPr id="15" name="Group 1124">
              <a:extLst>
                <a:ext uri="{FF2B5EF4-FFF2-40B4-BE49-F238E27FC236}">
                  <a16:creationId xmlns:a16="http://schemas.microsoft.com/office/drawing/2014/main" id="{AEDDEF67-3A47-D243-9109-594EDACF255A}"/>
                </a:ext>
              </a:extLst>
            </p:cNvPr>
            <p:cNvGrpSpPr>
              <a:grpSpLocks/>
            </p:cNvGrpSpPr>
            <p:nvPr/>
          </p:nvGrpSpPr>
          <p:grpSpPr bwMode="auto">
            <a:xfrm>
              <a:off x="384" y="3168"/>
              <a:ext cx="672" cy="1008"/>
              <a:chOff x="384" y="3024"/>
              <a:chExt cx="672" cy="1008"/>
            </a:xfrm>
          </p:grpSpPr>
          <p:sp>
            <p:nvSpPr>
              <p:cNvPr id="27" name="Freeform 1108">
                <a:extLst>
                  <a:ext uri="{FF2B5EF4-FFF2-40B4-BE49-F238E27FC236}">
                    <a16:creationId xmlns:a16="http://schemas.microsoft.com/office/drawing/2014/main" id="{3A17FD29-7BDD-BA4E-9090-F51401DAC330}"/>
                  </a:ext>
                </a:extLst>
              </p:cNvPr>
              <p:cNvSpPr>
                <a:spLocks/>
              </p:cNvSpPr>
              <p:nvPr/>
            </p:nvSpPr>
            <p:spPr bwMode="auto">
              <a:xfrm>
                <a:off x="432" y="3360"/>
                <a:ext cx="576" cy="419"/>
              </a:xfrm>
              <a:custGeom>
                <a:avLst/>
                <a:gdLst>
                  <a:gd name="T0" fmla="*/ 0 w 1152"/>
                  <a:gd name="T1" fmla="*/ 0 h 1056"/>
                  <a:gd name="T2" fmla="*/ 48 w 1152"/>
                  <a:gd name="T3" fmla="*/ 0 h 1056"/>
                  <a:gd name="T4" fmla="*/ 48 w 1152"/>
                  <a:gd name="T5" fmla="*/ 76 h 1056"/>
                  <a:gd name="T6" fmla="*/ 96 w 1152"/>
                  <a:gd name="T7" fmla="*/ 76 h 1056"/>
                  <a:gd name="T8" fmla="*/ 96 w 1152"/>
                  <a:gd name="T9" fmla="*/ 0 h 1056"/>
                  <a:gd name="T10" fmla="*/ 144 w 1152"/>
                  <a:gd name="T11" fmla="*/ 0 h 1056"/>
                  <a:gd name="T12" fmla="*/ 144 w 1152"/>
                  <a:gd name="T13" fmla="*/ 305 h 1056"/>
                  <a:gd name="T14" fmla="*/ 432 w 1152"/>
                  <a:gd name="T15" fmla="*/ 305 h 1056"/>
                  <a:gd name="T16" fmla="*/ 432 w 1152"/>
                  <a:gd name="T17" fmla="*/ 0 h 1056"/>
                  <a:gd name="T18" fmla="*/ 456 w 1152"/>
                  <a:gd name="T19" fmla="*/ 0 h 1056"/>
                  <a:gd name="T20" fmla="*/ 480 w 1152"/>
                  <a:gd name="T21" fmla="*/ 0 h 1056"/>
                  <a:gd name="T22" fmla="*/ 480 w 1152"/>
                  <a:gd name="T23" fmla="*/ 76 h 1056"/>
                  <a:gd name="T24" fmla="*/ 528 w 1152"/>
                  <a:gd name="T25" fmla="*/ 76 h 1056"/>
                  <a:gd name="T26" fmla="*/ 528 w 1152"/>
                  <a:gd name="T27" fmla="*/ 0 h 1056"/>
                  <a:gd name="T28" fmla="*/ 576 w 1152"/>
                  <a:gd name="T29" fmla="*/ 0 h 1056"/>
                  <a:gd name="T30" fmla="*/ 576 w 1152"/>
                  <a:gd name="T31" fmla="*/ 419 h 1056"/>
                  <a:gd name="T32" fmla="*/ 0 w 1152"/>
                  <a:gd name="T33" fmla="*/ 419 h 1056"/>
                  <a:gd name="T34" fmla="*/ 0 w 1152"/>
                  <a:gd name="T35" fmla="*/ 0 h 10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52"/>
                  <a:gd name="T55" fmla="*/ 0 h 1056"/>
                  <a:gd name="T56" fmla="*/ 1152 w 1152"/>
                  <a:gd name="T57" fmla="*/ 1056 h 10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52" h="1056">
                    <a:moveTo>
                      <a:pt x="0" y="0"/>
                    </a:moveTo>
                    <a:lnTo>
                      <a:pt x="96" y="0"/>
                    </a:lnTo>
                    <a:lnTo>
                      <a:pt x="96" y="192"/>
                    </a:lnTo>
                    <a:lnTo>
                      <a:pt x="192" y="192"/>
                    </a:lnTo>
                    <a:lnTo>
                      <a:pt x="192" y="0"/>
                    </a:lnTo>
                    <a:lnTo>
                      <a:pt x="288" y="0"/>
                    </a:lnTo>
                    <a:lnTo>
                      <a:pt x="288" y="768"/>
                    </a:lnTo>
                    <a:lnTo>
                      <a:pt x="864" y="768"/>
                    </a:lnTo>
                    <a:lnTo>
                      <a:pt x="864" y="0"/>
                    </a:lnTo>
                    <a:lnTo>
                      <a:pt x="912" y="0"/>
                    </a:lnTo>
                    <a:lnTo>
                      <a:pt x="960" y="0"/>
                    </a:lnTo>
                    <a:lnTo>
                      <a:pt x="960" y="192"/>
                    </a:lnTo>
                    <a:lnTo>
                      <a:pt x="1056" y="192"/>
                    </a:lnTo>
                    <a:lnTo>
                      <a:pt x="1056" y="0"/>
                    </a:lnTo>
                    <a:lnTo>
                      <a:pt x="1152" y="0"/>
                    </a:lnTo>
                    <a:lnTo>
                      <a:pt x="1152" y="1056"/>
                    </a:lnTo>
                    <a:lnTo>
                      <a:pt x="0" y="1056"/>
                    </a:lnTo>
                    <a:lnTo>
                      <a:pt x="0" y="0"/>
                    </a:lnTo>
                    <a:close/>
                  </a:path>
                </a:pathLst>
              </a:custGeom>
              <a:solidFill>
                <a:srgbClr val="FFFFCC"/>
              </a:solidFill>
              <a:ln w="9525">
                <a:solidFill>
                  <a:schemeClr val="tx1"/>
                </a:solidFill>
                <a:round/>
                <a:headEnd/>
                <a:tailEnd/>
              </a:ln>
            </p:spPr>
            <p:txBody>
              <a:bodyPr wrap="none"/>
              <a:lstStyle/>
              <a:p>
                <a:endParaRPr lang="en-US"/>
              </a:p>
            </p:txBody>
          </p:sp>
          <p:grpSp>
            <p:nvGrpSpPr>
              <p:cNvPr id="28" name="Group 1109">
                <a:extLst>
                  <a:ext uri="{FF2B5EF4-FFF2-40B4-BE49-F238E27FC236}">
                    <a16:creationId xmlns:a16="http://schemas.microsoft.com/office/drawing/2014/main" id="{1D6319DD-36C6-AA42-B1FA-7EAA970D5777}"/>
                  </a:ext>
                </a:extLst>
              </p:cNvPr>
              <p:cNvGrpSpPr>
                <a:grpSpLocks/>
              </p:cNvGrpSpPr>
              <p:nvPr/>
            </p:nvGrpSpPr>
            <p:grpSpPr bwMode="auto">
              <a:xfrm>
                <a:off x="432" y="3888"/>
                <a:ext cx="576" cy="38"/>
                <a:chOff x="2496" y="2208"/>
                <a:chExt cx="1152" cy="96"/>
              </a:xfrm>
            </p:grpSpPr>
            <p:sp>
              <p:nvSpPr>
                <p:cNvPr id="32" name="Rectangle 1110">
                  <a:extLst>
                    <a:ext uri="{FF2B5EF4-FFF2-40B4-BE49-F238E27FC236}">
                      <a16:creationId xmlns:a16="http://schemas.microsoft.com/office/drawing/2014/main" id="{6D9C3001-6310-6B49-B045-C4D1EFD6AD3F}"/>
                    </a:ext>
                  </a:extLst>
                </p:cNvPr>
                <p:cNvSpPr>
                  <a:spLocks noChangeArrowheads="1"/>
                </p:cNvSpPr>
                <p:nvPr/>
              </p:nvSpPr>
              <p:spPr bwMode="auto">
                <a:xfrm>
                  <a:off x="2496" y="2208"/>
                  <a:ext cx="1152" cy="96"/>
                </a:xfrm>
                <a:prstGeom prst="rect">
                  <a:avLst/>
                </a:prstGeom>
                <a:solidFill>
                  <a:srgbClr val="DDDDDD"/>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3" name="Rectangle 1111">
                  <a:extLst>
                    <a:ext uri="{FF2B5EF4-FFF2-40B4-BE49-F238E27FC236}">
                      <a16:creationId xmlns:a16="http://schemas.microsoft.com/office/drawing/2014/main" id="{FB85AF7C-A0C8-774F-B982-77D63D5356ED}"/>
                    </a:ext>
                  </a:extLst>
                </p:cNvPr>
                <p:cNvSpPr>
                  <a:spLocks noChangeArrowheads="1"/>
                </p:cNvSpPr>
                <p:nvPr/>
              </p:nvSpPr>
              <p:spPr bwMode="auto">
                <a:xfrm>
                  <a:off x="3456" y="2208"/>
                  <a:ext cx="96" cy="96"/>
                </a:xfrm>
                <a:prstGeom prst="rect">
                  <a:avLst/>
                </a:prstGeom>
                <a:solidFill>
                  <a:schemeClr val="bg1"/>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4" name="Rectangle 1112">
                  <a:extLst>
                    <a:ext uri="{FF2B5EF4-FFF2-40B4-BE49-F238E27FC236}">
                      <a16:creationId xmlns:a16="http://schemas.microsoft.com/office/drawing/2014/main" id="{CD265E16-CA02-3946-B579-B18764737212}"/>
                    </a:ext>
                  </a:extLst>
                </p:cNvPr>
                <p:cNvSpPr>
                  <a:spLocks noChangeArrowheads="1"/>
                </p:cNvSpPr>
                <p:nvPr/>
              </p:nvSpPr>
              <p:spPr bwMode="auto">
                <a:xfrm>
                  <a:off x="2592" y="2208"/>
                  <a:ext cx="96" cy="96"/>
                </a:xfrm>
                <a:prstGeom prst="rect">
                  <a:avLst/>
                </a:prstGeom>
                <a:solidFill>
                  <a:schemeClr val="bg1"/>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sp>
            <p:nvSpPr>
              <p:cNvPr id="29" name="Freeform 1113">
                <a:extLst>
                  <a:ext uri="{FF2B5EF4-FFF2-40B4-BE49-F238E27FC236}">
                    <a16:creationId xmlns:a16="http://schemas.microsoft.com/office/drawing/2014/main" id="{9A94721B-F562-FB42-B7D6-CA02FDD1F7C1}"/>
                  </a:ext>
                </a:extLst>
              </p:cNvPr>
              <p:cNvSpPr>
                <a:spLocks/>
              </p:cNvSpPr>
              <p:nvPr/>
            </p:nvSpPr>
            <p:spPr bwMode="auto">
              <a:xfrm>
                <a:off x="432" y="3852"/>
                <a:ext cx="144" cy="152"/>
              </a:xfrm>
              <a:custGeom>
                <a:avLst/>
                <a:gdLst>
                  <a:gd name="T0" fmla="*/ 96 w 288"/>
                  <a:gd name="T1" fmla="*/ 152 h 384"/>
                  <a:gd name="T2" fmla="*/ 48 w 288"/>
                  <a:gd name="T3" fmla="*/ 152 h 384"/>
                  <a:gd name="T4" fmla="*/ 48 w 288"/>
                  <a:gd name="T5" fmla="*/ 38 h 384"/>
                  <a:gd name="T6" fmla="*/ 0 w 288"/>
                  <a:gd name="T7" fmla="*/ 38 h 384"/>
                  <a:gd name="T8" fmla="*/ 0 w 288"/>
                  <a:gd name="T9" fmla="*/ 0 h 384"/>
                  <a:gd name="T10" fmla="*/ 144 w 288"/>
                  <a:gd name="T11" fmla="*/ 0 h 384"/>
                  <a:gd name="T12" fmla="*/ 144 w 288"/>
                  <a:gd name="T13" fmla="*/ 38 h 384"/>
                  <a:gd name="T14" fmla="*/ 96 w 288"/>
                  <a:gd name="T15" fmla="*/ 38 h 384"/>
                  <a:gd name="T16" fmla="*/ 96 w 288"/>
                  <a:gd name="T17" fmla="*/ 152 h 3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8"/>
                  <a:gd name="T28" fmla="*/ 0 h 384"/>
                  <a:gd name="T29" fmla="*/ 288 w 288"/>
                  <a:gd name="T30" fmla="*/ 384 h 3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8" h="384">
                    <a:moveTo>
                      <a:pt x="192" y="384"/>
                    </a:moveTo>
                    <a:lnTo>
                      <a:pt x="96" y="384"/>
                    </a:lnTo>
                    <a:lnTo>
                      <a:pt x="96" y="96"/>
                    </a:lnTo>
                    <a:lnTo>
                      <a:pt x="0" y="96"/>
                    </a:lnTo>
                    <a:lnTo>
                      <a:pt x="0" y="0"/>
                    </a:lnTo>
                    <a:lnTo>
                      <a:pt x="288" y="0"/>
                    </a:lnTo>
                    <a:lnTo>
                      <a:pt x="288" y="96"/>
                    </a:lnTo>
                    <a:lnTo>
                      <a:pt x="192" y="96"/>
                    </a:lnTo>
                    <a:lnTo>
                      <a:pt x="192" y="384"/>
                    </a:lnTo>
                    <a:close/>
                  </a:path>
                </a:pathLst>
              </a:custGeom>
              <a:solidFill>
                <a:srgbClr val="CCFF99"/>
              </a:solidFill>
              <a:ln w="9525">
                <a:solidFill>
                  <a:schemeClr val="tx1"/>
                </a:solidFill>
                <a:round/>
                <a:headEnd/>
                <a:tailEnd/>
              </a:ln>
            </p:spPr>
            <p:txBody>
              <a:bodyPr wrap="none"/>
              <a:lstStyle/>
              <a:p>
                <a:endParaRPr lang="en-US"/>
              </a:p>
            </p:txBody>
          </p:sp>
          <p:sp>
            <p:nvSpPr>
              <p:cNvPr id="30" name="Freeform 1114">
                <a:extLst>
                  <a:ext uri="{FF2B5EF4-FFF2-40B4-BE49-F238E27FC236}">
                    <a16:creationId xmlns:a16="http://schemas.microsoft.com/office/drawing/2014/main" id="{664A71F2-C4E5-CC4E-A448-FE258451BDD9}"/>
                  </a:ext>
                </a:extLst>
              </p:cNvPr>
              <p:cNvSpPr>
                <a:spLocks/>
              </p:cNvSpPr>
              <p:nvPr/>
            </p:nvSpPr>
            <p:spPr bwMode="auto">
              <a:xfrm>
                <a:off x="864" y="3072"/>
                <a:ext cx="144" cy="152"/>
              </a:xfrm>
              <a:custGeom>
                <a:avLst/>
                <a:gdLst>
                  <a:gd name="T0" fmla="*/ 96 w 288"/>
                  <a:gd name="T1" fmla="*/ 152 h 384"/>
                  <a:gd name="T2" fmla="*/ 48 w 288"/>
                  <a:gd name="T3" fmla="*/ 152 h 384"/>
                  <a:gd name="T4" fmla="*/ 48 w 288"/>
                  <a:gd name="T5" fmla="*/ 38 h 384"/>
                  <a:gd name="T6" fmla="*/ 0 w 288"/>
                  <a:gd name="T7" fmla="*/ 38 h 384"/>
                  <a:gd name="T8" fmla="*/ 0 w 288"/>
                  <a:gd name="T9" fmla="*/ 0 h 384"/>
                  <a:gd name="T10" fmla="*/ 144 w 288"/>
                  <a:gd name="T11" fmla="*/ 0 h 384"/>
                  <a:gd name="T12" fmla="*/ 144 w 288"/>
                  <a:gd name="T13" fmla="*/ 38 h 384"/>
                  <a:gd name="T14" fmla="*/ 96 w 288"/>
                  <a:gd name="T15" fmla="*/ 38 h 384"/>
                  <a:gd name="T16" fmla="*/ 96 w 288"/>
                  <a:gd name="T17" fmla="*/ 152 h 3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8"/>
                  <a:gd name="T28" fmla="*/ 0 h 384"/>
                  <a:gd name="T29" fmla="*/ 288 w 288"/>
                  <a:gd name="T30" fmla="*/ 384 h 3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8" h="384">
                    <a:moveTo>
                      <a:pt x="192" y="384"/>
                    </a:moveTo>
                    <a:lnTo>
                      <a:pt x="96" y="384"/>
                    </a:lnTo>
                    <a:lnTo>
                      <a:pt x="96" y="96"/>
                    </a:lnTo>
                    <a:lnTo>
                      <a:pt x="0" y="96"/>
                    </a:lnTo>
                    <a:lnTo>
                      <a:pt x="0" y="0"/>
                    </a:lnTo>
                    <a:lnTo>
                      <a:pt x="288" y="0"/>
                    </a:lnTo>
                    <a:lnTo>
                      <a:pt x="288" y="96"/>
                    </a:lnTo>
                    <a:lnTo>
                      <a:pt x="192" y="96"/>
                    </a:lnTo>
                    <a:lnTo>
                      <a:pt x="192" y="384"/>
                    </a:lnTo>
                    <a:close/>
                  </a:path>
                </a:pathLst>
              </a:custGeom>
              <a:solidFill>
                <a:srgbClr val="FFCCFF"/>
              </a:solidFill>
              <a:ln w="9525">
                <a:solidFill>
                  <a:schemeClr val="tx1"/>
                </a:solidFill>
                <a:round/>
                <a:headEnd/>
                <a:tailEnd/>
              </a:ln>
            </p:spPr>
            <p:txBody>
              <a:bodyPr wrap="none"/>
              <a:lstStyle/>
              <a:p>
                <a:endParaRPr lang="en-US"/>
              </a:p>
            </p:txBody>
          </p:sp>
          <p:sp>
            <p:nvSpPr>
              <p:cNvPr id="31" name="Rectangle 1115">
                <a:extLst>
                  <a:ext uri="{FF2B5EF4-FFF2-40B4-BE49-F238E27FC236}">
                    <a16:creationId xmlns:a16="http://schemas.microsoft.com/office/drawing/2014/main" id="{4D868A54-0506-DB4E-9FE9-6FE7E4622373}"/>
                  </a:ext>
                </a:extLst>
              </p:cNvPr>
              <p:cNvSpPr>
                <a:spLocks noChangeArrowheads="1"/>
              </p:cNvSpPr>
              <p:nvPr/>
            </p:nvSpPr>
            <p:spPr bwMode="auto">
              <a:xfrm>
                <a:off x="384" y="3024"/>
                <a:ext cx="672" cy="1008"/>
              </a:xfrm>
              <a:prstGeom prst="rect">
                <a:avLst/>
              </a:prstGeom>
              <a:noFill/>
              <a:ln w="9525">
                <a:solidFill>
                  <a:srgbClr val="CC66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grpSp>
          <p:nvGrpSpPr>
            <p:cNvPr id="16" name="Group 1125">
              <a:extLst>
                <a:ext uri="{FF2B5EF4-FFF2-40B4-BE49-F238E27FC236}">
                  <a16:creationId xmlns:a16="http://schemas.microsoft.com/office/drawing/2014/main" id="{CD0611BF-84C0-9844-A361-366605A34347}"/>
                </a:ext>
              </a:extLst>
            </p:cNvPr>
            <p:cNvGrpSpPr>
              <a:grpSpLocks/>
            </p:cNvGrpSpPr>
            <p:nvPr/>
          </p:nvGrpSpPr>
          <p:grpSpPr bwMode="auto">
            <a:xfrm>
              <a:off x="1488" y="3168"/>
              <a:ext cx="672" cy="1008"/>
              <a:chOff x="1344" y="3264"/>
              <a:chExt cx="672" cy="1008"/>
            </a:xfrm>
          </p:grpSpPr>
          <p:sp>
            <p:nvSpPr>
              <p:cNvPr id="19" name="Freeform 1116">
                <a:extLst>
                  <a:ext uri="{FF2B5EF4-FFF2-40B4-BE49-F238E27FC236}">
                    <a16:creationId xmlns:a16="http://schemas.microsoft.com/office/drawing/2014/main" id="{F5AC0AB9-D2A0-D141-AD4E-B8605A735DDD}"/>
                  </a:ext>
                </a:extLst>
              </p:cNvPr>
              <p:cNvSpPr>
                <a:spLocks/>
              </p:cNvSpPr>
              <p:nvPr/>
            </p:nvSpPr>
            <p:spPr bwMode="auto">
              <a:xfrm>
                <a:off x="1392" y="3600"/>
                <a:ext cx="576" cy="419"/>
              </a:xfrm>
              <a:custGeom>
                <a:avLst/>
                <a:gdLst>
                  <a:gd name="T0" fmla="*/ 0 w 1152"/>
                  <a:gd name="T1" fmla="*/ 0 h 1056"/>
                  <a:gd name="T2" fmla="*/ 48 w 1152"/>
                  <a:gd name="T3" fmla="*/ 0 h 1056"/>
                  <a:gd name="T4" fmla="*/ 48 w 1152"/>
                  <a:gd name="T5" fmla="*/ 76 h 1056"/>
                  <a:gd name="T6" fmla="*/ 96 w 1152"/>
                  <a:gd name="T7" fmla="*/ 76 h 1056"/>
                  <a:gd name="T8" fmla="*/ 96 w 1152"/>
                  <a:gd name="T9" fmla="*/ 0 h 1056"/>
                  <a:gd name="T10" fmla="*/ 144 w 1152"/>
                  <a:gd name="T11" fmla="*/ 0 h 1056"/>
                  <a:gd name="T12" fmla="*/ 144 w 1152"/>
                  <a:gd name="T13" fmla="*/ 305 h 1056"/>
                  <a:gd name="T14" fmla="*/ 432 w 1152"/>
                  <a:gd name="T15" fmla="*/ 305 h 1056"/>
                  <a:gd name="T16" fmla="*/ 432 w 1152"/>
                  <a:gd name="T17" fmla="*/ 0 h 1056"/>
                  <a:gd name="T18" fmla="*/ 456 w 1152"/>
                  <a:gd name="T19" fmla="*/ 0 h 1056"/>
                  <a:gd name="T20" fmla="*/ 480 w 1152"/>
                  <a:gd name="T21" fmla="*/ 0 h 1056"/>
                  <a:gd name="T22" fmla="*/ 480 w 1152"/>
                  <a:gd name="T23" fmla="*/ 76 h 1056"/>
                  <a:gd name="T24" fmla="*/ 528 w 1152"/>
                  <a:gd name="T25" fmla="*/ 76 h 1056"/>
                  <a:gd name="T26" fmla="*/ 528 w 1152"/>
                  <a:gd name="T27" fmla="*/ 0 h 1056"/>
                  <a:gd name="T28" fmla="*/ 576 w 1152"/>
                  <a:gd name="T29" fmla="*/ 0 h 1056"/>
                  <a:gd name="T30" fmla="*/ 576 w 1152"/>
                  <a:gd name="T31" fmla="*/ 419 h 1056"/>
                  <a:gd name="T32" fmla="*/ 0 w 1152"/>
                  <a:gd name="T33" fmla="*/ 419 h 1056"/>
                  <a:gd name="T34" fmla="*/ 0 w 1152"/>
                  <a:gd name="T35" fmla="*/ 0 h 10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52"/>
                  <a:gd name="T55" fmla="*/ 0 h 1056"/>
                  <a:gd name="T56" fmla="*/ 1152 w 1152"/>
                  <a:gd name="T57" fmla="*/ 1056 h 10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52" h="1056">
                    <a:moveTo>
                      <a:pt x="0" y="0"/>
                    </a:moveTo>
                    <a:lnTo>
                      <a:pt x="96" y="0"/>
                    </a:lnTo>
                    <a:lnTo>
                      <a:pt x="96" y="192"/>
                    </a:lnTo>
                    <a:lnTo>
                      <a:pt x="192" y="192"/>
                    </a:lnTo>
                    <a:lnTo>
                      <a:pt x="192" y="0"/>
                    </a:lnTo>
                    <a:lnTo>
                      <a:pt x="288" y="0"/>
                    </a:lnTo>
                    <a:lnTo>
                      <a:pt x="288" y="768"/>
                    </a:lnTo>
                    <a:lnTo>
                      <a:pt x="864" y="768"/>
                    </a:lnTo>
                    <a:lnTo>
                      <a:pt x="864" y="0"/>
                    </a:lnTo>
                    <a:lnTo>
                      <a:pt x="912" y="0"/>
                    </a:lnTo>
                    <a:lnTo>
                      <a:pt x="960" y="0"/>
                    </a:lnTo>
                    <a:lnTo>
                      <a:pt x="960" y="192"/>
                    </a:lnTo>
                    <a:lnTo>
                      <a:pt x="1056" y="192"/>
                    </a:lnTo>
                    <a:lnTo>
                      <a:pt x="1056" y="0"/>
                    </a:lnTo>
                    <a:lnTo>
                      <a:pt x="1152" y="0"/>
                    </a:lnTo>
                    <a:lnTo>
                      <a:pt x="1152" y="1056"/>
                    </a:lnTo>
                    <a:lnTo>
                      <a:pt x="0" y="1056"/>
                    </a:lnTo>
                    <a:lnTo>
                      <a:pt x="0" y="0"/>
                    </a:lnTo>
                    <a:close/>
                  </a:path>
                </a:pathLst>
              </a:custGeom>
              <a:solidFill>
                <a:srgbClr val="FFFFCC"/>
              </a:solidFill>
              <a:ln w="9525">
                <a:solidFill>
                  <a:schemeClr val="tx1"/>
                </a:solidFill>
                <a:round/>
                <a:headEnd/>
                <a:tailEnd/>
              </a:ln>
            </p:spPr>
            <p:txBody>
              <a:bodyPr wrap="none"/>
              <a:lstStyle/>
              <a:p>
                <a:endParaRPr lang="en-US"/>
              </a:p>
            </p:txBody>
          </p:sp>
          <p:grpSp>
            <p:nvGrpSpPr>
              <p:cNvPr id="20" name="Group 1117">
                <a:extLst>
                  <a:ext uri="{FF2B5EF4-FFF2-40B4-BE49-F238E27FC236}">
                    <a16:creationId xmlns:a16="http://schemas.microsoft.com/office/drawing/2014/main" id="{AE228B55-B658-B44F-BB9A-6C65C7614029}"/>
                  </a:ext>
                </a:extLst>
              </p:cNvPr>
              <p:cNvGrpSpPr>
                <a:grpSpLocks/>
              </p:cNvGrpSpPr>
              <p:nvPr/>
            </p:nvGrpSpPr>
            <p:grpSpPr bwMode="auto">
              <a:xfrm>
                <a:off x="1392" y="4128"/>
                <a:ext cx="576" cy="38"/>
                <a:chOff x="2496" y="2208"/>
                <a:chExt cx="1152" cy="96"/>
              </a:xfrm>
            </p:grpSpPr>
            <p:sp>
              <p:nvSpPr>
                <p:cNvPr id="24" name="Rectangle 1118">
                  <a:extLst>
                    <a:ext uri="{FF2B5EF4-FFF2-40B4-BE49-F238E27FC236}">
                      <a16:creationId xmlns:a16="http://schemas.microsoft.com/office/drawing/2014/main" id="{178AD006-872B-8D45-AD80-A5CA251224B7}"/>
                    </a:ext>
                  </a:extLst>
                </p:cNvPr>
                <p:cNvSpPr>
                  <a:spLocks noChangeArrowheads="1"/>
                </p:cNvSpPr>
                <p:nvPr/>
              </p:nvSpPr>
              <p:spPr bwMode="auto">
                <a:xfrm>
                  <a:off x="2496" y="2208"/>
                  <a:ext cx="1152" cy="96"/>
                </a:xfrm>
                <a:prstGeom prst="rect">
                  <a:avLst/>
                </a:prstGeom>
                <a:solidFill>
                  <a:srgbClr val="DDDDDD"/>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5" name="Rectangle 1119">
                  <a:extLst>
                    <a:ext uri="{FF2B5EF4-FFF2-40B4-BE49-F238E27FC236}">
                      <a16:creationId xmlns:a16="http://schemas.microsoft.com/office/drawing/2014/main" id="{14A2BA94-3083-0646-A0A4-F068684AFB6B}"/>
                    </a:ext>
                  </a:extLst>
                </p:cNvPr>
                <p:cNvSpPr>
                  <a:spLocks noChangeArrowheads="1"/>
                </p:cNvSpPr>
                <p:nvPr/>
              </p:nvSpPr>
              <p:spPr bwMode="auto">
                <a:xfrm>
                  <a:off x="3456" y="2208"/>
                  <a:ext cx="96" cy="96"/>
                </a:xfrm>
                <a:prstGeom prst="rect">
                  <a:avLst/>
                </a:prstGeom>
                <a:solidFill>
                  <a:schemeClr val="bg1"/>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6" name="Rectangle 1120">
                  <a:extLst>
                    <a:ext uri="{FF2B5EF4-FFF2-40B4-BE49-F238E27FC236}">
                      <a16:creationId xmlns:a16="http://schemas.microsoft.com/office/drawing/2014/main" id="{E34098E9-4ACD-F645-8BAF-31685CA0E504}"/>
                    </a:ext>
                  </a:extLst>
                </p:cNvPr>
                <p:cNvSpPr>
                  <a:spLocks noChangeArrowheads="1"/>
                </p:cNvSpPr>
                <p:nvPr/>
              </p:nvSpPr>
              <p:spPr bwMode="auto">
                <a:xfrm>
                  <a:off x="2592" y="2208"/>
                  <a:ext cx="96" cy="96"/>
                </a:xfrm>
                <a:prstGeom prst="rect">
                  <a:avLst/>
                </a:prstGeom>
                <a:solidFill>
                  <a:schemeClr val="bg1"/>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sp>
            <p:nvSpPr>
              <p:cNvPr id="21" name="Freeform 1121">
                <a:extLst>
                  <a:ext uri="{FF2B5EF4-FFF2-40B4-BE49-F238E27FC236}">
                    <a16:creationId xmlns:a16="http://schemas.microsoft.com/office/drawing/2014/main" id="{61396B64-A952-A149-A3E3-CFF9F1449F9A}"/>
                  </a:ext>
                </a:extLst>
              </p:cNvPr>
              <p:cNvSpPr>
                <a:spLocks/>
              </p:cNvSpPr>
              <p:nvPr/>
            </p:nvSpPr>
            <p:spPr bwMode="auto">
              <a:xfrm>
                <a:off x="1392" y="3312"/>
                <a:ext cx="144" cy="152"/>
              </a:xfrm>
              <a:custGeom>
                <a:avLst/>
                <a:gdLst>
                  <a:gd name="T0" fmla="*/ 96 w 288"/>
                  <a:gd name="T1" fmla="*/ 152 h 384"/>
                  <a:gd name="T2" fmla="*/ 48 w 288"/>
                  <a:gd name="T3" fmla="*/ 152 h 384"/>
                  <a:gd name="T4" fmla="*/ 48 w 288"/>
                  <a:gd name="T5" fmla="*/ 38 h 384"/>
                  <a:gd name="T6" fmla="*/ 0 w 288"/>
                  <a:gd name="T7" fmla="*/ 38 h 384"/>
                  <a:gd name="T8" fmla="*/ 0 w 288"/>
                  <a:gd name="T9" fmla="*/ 0 h 384"/>
                  <a:gd name="T10" fmla="*/ 144 w 288"/>
                  <a:gd name="T11" fmla="*/ 0 h 384"/>
                  <a:gd name="T12" fmla="*/ 144 w 288"/>
                  <a:gd name="T13" fmla="*/ 38 h 384"/>
                  <a:gd name="T14" fmla="*/ 96 w 288"/>
                  <a:gd name="T15" fmla="*/ 38 h 384"/>
                  <a:gd name="T16" fmla="*/ 96 w 288"/>
                  <a:gd name="T17" fmla="*/ 152 h 3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8"/>
                  <a:gd name="T28" fmla="*/ 0 h 384"/>
                  <a:gd name="T29" fmla="*/ 288 w 288"/>
                  <a:gd name="T30" fmla="*/ 384 h 3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8" h="384">
                    <a:moveTo>
                      <a:pt x="192" y="384"/>
                    </a:moveTo>
                    <a:lnTo>
                      <a:pt x="96" y="384"/>
                    </a:lnTo>
                    <a:lnTo>
                      <a:pt x="96" y="96"/>
                    </a:lnTo>
                    <a:lnTo>
                      <a:pt x="0" y="96"/>
                    </a:lnTo>
                    <a:lnTo>
                      <a:pt x="0" y="0"/>
                    </a:lnTo>
                    <a:lnTo>
                      <a:pt x="288" y="0"/>
                    </a:lnTo>
                    <a:lnTo>
                      <a:pt x="288" y="96"/>
                    </a:lnTo>
                    <a:lnTo>
                      <a:pt x="192" y="96"/>
                    </a:lnTo>
                    <a:lnTo>
                      <a:pt x="192" y="384"/>
                    </a:lnTo>
                    <a:close/>
                  </a:path>
                </a:pathLst>
              </a:custGeom>
              <a:solidFill>
                <a:srgbClr val="CCFF99"/>
              </a:solidFill>
              <a:ln w="9525">
                <a:solidFill>
                  <a:schemeClr val="tx1"/>
                </a:solidFill>
                <a:round/>
                <a:headEnd/>
                <a:tailEnd/>
              </a:ln>
            </p:spPr>
            <p:txBody>
              <a:bodyPr wrap="none"/>
              <a:lstStyle/>
              <a:p>
                <a:endParaRPr lang="en-US"/>
              </a:p>
            </p:txBody>
          </p:sp>
          <p:sp>
            <p:nvSpPr>
              <p:cNvPr id="22" name="Freeform 1122">
                <a:extLst>
                  <a:ext uri="{FF2B5EF4-FFF2-40B4-BE49-F238E27FC236}">
                    <a16:creationId xmlns:a16="http://schemas.microsoft.com/office/drawing/2014/main" id="{1A2D9F17-FFE8-1D47-8A67-D8182ADD554B}"/>
                  </a:ext>
                </a:extLst>
              </p:cNvPr>
              <p:cNvSpPr>
                <a:spLocks/>
              </p:cNvSpPr>
              <p:nvPr/>
            </p:nvSpPr>
            <p:spPr bwMode="auto">
              <a:xfrm>
                <a:off x="1824" y="4092"/>
                <a:ext cx="144" cy="152"/>
              </a:xfrm>
              <a:custGeom>
                <a:avLst/>
                <a:gdLst>
                  <a:gd name="T0" fmla="*/ 96 w 288"/>
                  <a:gd name="T1" fmla="*/ 152 h 384"/>
                  <a:gd name="T2" fmla="*/ 48 w 288"/>
                  <a:gd name="T3" fmla="*/ 152 h 384"/>
                  <a:gd name="T4" fmla="*/ 48 w 288"/>
                  <a:gd name="T5" fmla="*/ 38 h 384"/>
                  <a:gd name="T6" fmla="*/ 0 w 288"/>
                  <a:gd name="T7" fmla="*/ 38 h 384"/>
                  <a:gd name="T8" fmla="*/ 0 w 288"/>
                  <a:gd name="T9" fmla="*/ 0 h 384"/>
                  <a:gd name="T10" fmla="*/ 144 w 288"/>
                  <a:gd name="T11" fmla="*/ 0 h 384"/>
                  <a:gd name="T12" fmla="*/ 144 w 288"/>
                  <a:gd name="T13" fmla="*/ 38 h 384"/>
                  <a:gd name="T14" fmla="*/ 96 w 288"/>
                  <a:gd name="T15" fmla="*/ 38 h 384"/>
                  <a:gd name="T16" fmla="*/ 96 w 288"/>
                  <a:gd name="T17" fmla="*/ 152 h 3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8"/>
                  <a:gd name="T28" fmla="*/ 0 h 384"/>
                  <a:gd name="T29" fmla="*/ 288 w 288"/>
                  <a:gd name="T30" fmla="*/ 384 h 3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8" h="384">
                    <a:moveTo>
                      <a:pt x="192" y="384"/>
                    </a:moveTo>
                    <a:lnTo>
                      <a:pt x="96" y="384"/>
                    </a:lnTo>
                    <a:lnTo>
                      <a:pt x="96" y="96"/>
                    </a:lnTo>
                    <a:lnTo>
                      <a:pt x="0" y="96"/>
                    </a:lnTo>
                    <a:lnTo>
                      <a:pt x="0" y="0"/>
                    </a:lnTo>
                    <a:lnTo>
                      <a:pt x="288" y="0"/>
                    </a:lnTo>
                    <a:lnTo>
                      <a:pt x="288" y="96"/>
                    </a:lnTo>
                    <a:lnTo>
                      <a:pt x="192" y="96"/>
                    </a:lnTo>
                    <a:lnTo>
                      <a:pt x="192" y="384"/>
                    </a:lnTo>
                    <a:close/>
                  </a:path>
                </a:pathLst>
              </a:custGeom>
              <a:solidFill>
                <a:srgbClr val="FFCCFF"/>
              </a:solidFill>
              <a:ln w="9525">
                <a:solidFill>
                  <a:schemeClr val="tx1"/>
                </a:solidFill>
                <a:round/>
                <a:headEnd/>
                <a:tailEnd/>
              </a:ln>
            </p:spPr>
            <p:txBody>
              <a:bodyPr wrap="none"/>
              <a:lstStyle/>
              <a:p>
                <a:endParaRPr lang="en-US"/>
              </a:p>
            </p:txBody>
          </p:sp>
          <p:sp>
            <p:nvSpPr>
              <p:cNvPr id="23" name="Rectangle 1123">
                <a:extLst>
                  <a:ext uri="{FF2B5EF4-FFF2-40B4-BE49-F238E27FC236}">
                    <a16:creationId xmlns:a16="http://schemas.microsoft.com/office/drawing/2014/main" id="{30470A10-7D30-364A-97D9-EEBD9D58A714}"/>
                  </a:ext>
                </a:extLst>
              </p:cNvPr>
              <p:cNvSpPr>
                <a:spLocks noChangeArrowheads="1"/>
              </p:cNvSpPr>
              <p:nvPr/>
            </p:nvSpPr>
            <p:spPr bwMode="auto">
              <a:xfrm>
                <a:off x="1344" y="3264"/>
                <a:ext cx="672" cy="1008"/>
              </a:xfrm>
              <a:prstGeom prst="rect">
                <a:avLst/>
              </a:prstGeom>
              <a:noFill/>
              <a:ln w="9525">
                <a:solidFill>
                  <a:srgbClr val="CC66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sp>
          <p:nvSpPr>
            <p:cNvPr id="17" name="Line 1127">
              <a:extLst>
                <a:ext uri="{FF2B5EF4-FFF2-40B4-BE49-F238E27FC236}">
                  <a16:creationId xmlns:a16="http://schemas.microsoft.com/office/drawing/2014/main" id="{70AE7D56-BB71-EE4B-B053-FDBA7AE5B664}"/>
                </a:ext>
              </a:extLst>
            </p:cNvPr>
            <p:cNvSpPr>
              <a:spLocks noChangeShapeType="1"/>
            </p:cNvSpPr>
            <p:nvPr/>
          </p:nvSpPr>
          <p:spPr bwMode="auto">
            <a:xfrm flipH="1">
              <a:off x="1824" y="2784"/>
              <a:ext cx="1056"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8" name="Line 1128">
              <a:extLst>
                <a:ext uri="{FF2B5EF4-FFF2-40B4-BE49-F238E27FC236}">
                  <a16:creationId xmlns:a16="http://schemas.microsoft.com/office/drawing/2014/main" id="{5D74A223-AB62-5F43-9F0F-1D512B209FC6}"/>
                </a:ext>
              </a:extLst>
            </p:cNvPr>
            <p:cNvSpPr>
              <a:spLocks noChangeShapeType="1"/>
            </p:cNvSpPr>
            <p:nvPr/>
          </p:nvSpPr>
          <p:spPr bwMode="auto">
            <a:xfrm>
              <a:off x="2880" y="2784"/>
              <a:ext cx="1008"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mc:AlternateContent xmlns:mc="http://schemas.openxmlformats.org/markup-compatibility/2006">
        <mc:Choice xmlns:p14="http://schemas.microsoft.com/office/powerpoint/2010/main" Requires="p14">
          <p:contentPart p14:bwMode="auto" r:id="rId2">
            <p14:nvContentPartPr>
              <p14:cNvPr id="6" name="Ink 5">
                <a:extLst>
                  <a:ext uri="{FF2B5EF4-FFF2-40B4-BE49-F238E27FC236}">
                    <a16:creationId xmlns:a16="http://schemas.microsoft.com/office/drawing/2014/main" id="{8D6F20FB-130E-0C45-A842-A05261A05861}"/>
                  </a:ext>
                </a:extLst>
              </p14:cNvPr>
              <p14:cNvContentPartPr/>
              <p14:nvPr/>
            </p14:nvContentPartPr>
            <p14:xfrm>
              <a:off x="1395720" y="4174560"/>
              <a:ext cx="7322400" cy="1917720"/>
            </p14:xfrm>
          </p:contentPart>
        </mc:Choice>
        <mc:Fallback>
          <p:pic>
            <p:nvPicPr>
              <p:cNvPr id="6" name="Ink 5">
                <a:extLst>
                  <a:ext uri="{FF2B5EF4-FFF2-40B4-BE49-F238E27FC236}">
                    <a16:creationId xmlns:a16="http://schemas.microsoft.com/office/drawing/2014/main" id="{8D6F20FB-130E-0C45-A842-A05261A05861}"/>
                  </a:ext>
                </a:extLst>
              </p:cNvPr>
              <p:cNvPicPr/>
              <p:nvPr/>
            </p:nvPicPr>
            <p:blipFill>
              <a:blip r:embed="rId3"/>
              <a:stretch>
                <a:fillRect/>
              </a:stretch>
            </p:blipFill>
            <p:spPr>
              <a:xfrm>
                <a:off x="1379520" y="4158360"/>
                <a:ext cx="7354800" cy="1950120"/>
              </a:xfrm>
              <a:prstGeom prst="rect">
                <a:avLst/>
              </a:prstGeom>
            </p:spPr>
          </p:pic>
        </mc:Fallback>
      </mc:AlternateContent>
    </p:spTree>
    <p:extLst>
      <p:ext uri="{BB962C8B-B14F-4D97-AF65-F5344CB8AC3E}">
        <p14:creationId xmlns:p14="http://schemas.microsoft.com/office/powerpoint/2010/main" val="17248946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8D459-6922-F04E-8BB8-09F8169FFC01}"/>
              </a:ext>
            </a:extLst>
          </p:cNvPr>
          <p:cNvSpPr>
            <a:spLocks noGrp="1"/>
          </p:cNvSpPr>
          <p:nvPr>
            <p:ph type="title"/>
          </p:nvPr>
        </p:nvSpPr>
        <p:spPr/>
        <p:txBody>
          <a:bodyPr/>
          <a:lstStyle/>
          <a:p>
            <a:r>
              <a:rPr lang="en-US" altLang="en-US"/>
              <a:t>Hàm tiến triển (Successor Function)</a:t>
            </a:r>
            <a:endParaRPr lang="en-US"/>
          </a:p>
        </p:txBody>
      </p:sp>
      <p:sp>
        <p:nvSpPr>
          <p:cNvPr id="4" name="Slide Number Placeholder 3">
            <a:extLst>
              <a:ext uri="{FF2B5EF4-FFF2-40B4-BE49-F238E27FC236}">
                <a16:creationId xmlns:a16="http://schemas.microsoft.com/office/drawing/2014/main" id="{C56473C4-72FB-F047-9F67-B15118B68025}"/>
              </a:ext>
            </a:extLst>
          </p:cNvPr>
          <p:cNvSpPr>
            <a:spLocks noGrp="1"/>
          </p:cNvSpPr>
          <p:nvPr>
            <p:ph type="sldNum" sz="quarter" idx="12"/>
          </p:nvPr>
        </p:nvSpPr>
        <p:spPr/>
        <p:txBody>
          <a:bodyPr/>
          <a:lstStyle/>
          <a:p>
            <a:fld id="{DA8C51A7-BEEA-471D-933F-7E35BC04A30F}" type="slidenum">
              <a:rPr lang="en-US"/>
              <a:pPr/>
              <a:t>35</a:t>
            </a:fld>
            <a:endParaRPr lang="en-US"/>
          </a:p>
        </p:txBody>
      </p:sp>
      <p:sp>
        <p:nvSpPr>
          <p:cNvPr id="5" name="Rectangle 3">
            <a:extLst>
              <a:ext uri="{FF2B5EF4-FFF2-40B4-BE49-F238E27FC236}">
                <a16:creationId xmlns:a16="http://schemas.microsoft.com/office/drawing/2014/main" id="{2D1F0AC1-7A9F-AC42-B61A-9D872A77CD92}"/>
              </a:ext>
            </a:extLst>
          </p:cNvPr>
          <p:cNvSpPr>
            <a:spLocks noGrp="1" noChangeArrowheads="1"/>
          </p:cNvSpPr>
          <p:nvPr>
            <p:ph idx="1"/>
          </p:nvPr>
        </p:nvSpPr>
        <p:spPr>
          <a:xfrm>
            <a:off x="691835" y="1489793"/>
            <a:ext cx="8874125" cy="4351338"/>
          </a:xfrm>
        </p:spPr>
        <p:txBody>
          <a:bodyPr/>
          <a:lstStyle/>
          <a:p>
            <a:pPr eaLnBrk="1" hangingPunct="1">
              <a:buClr>
                <a:srgbClr val="0033CC"/>
              </a:buClr>
            </a:pPr>
            <a:r>
              <a:rPr lang="en-US" altLang="en-US" sz="2800">
                <a:solidFill>
                  <a:schemeClr val="tx1">
                    <a:lumMod val="50000"/>
                    <a:lumOff val="50000"/>
                  </a:schemeClr>
                </a:solidFill>
              </a:rPr>
              <a:t>Nó ngầm thể hiện tất cả các trường hợp khả thi ở mỗi trạng thái</a:t>
            </a:r>
          </a:p>
          <a:p>
            <a:pPr eaLnBrk="1" hangingPunct="1">
              <a:buClr>
                <a:srgbClr val="0033CC"/>
              </a:buClr>
            </a:pPr>
            <a:r>
              <a:rPr lang="vi-VN" sz="2800">
                <a:latin typeface="Calibri" panose="020F0502020204030204" pitchFamily="34" charset="0"/>
                <a:cs typeface="Calibri" panose="020F0502020204030204" pitchFamily="34" charset="0"/>
              </a:rPr>
              <a:t>Hàm trả về </a:t>
            </a:r>
            <a:r>
              <a:rPr lang="vi-VN" sz="2800">
                <a:solidFill>
                  <a:srgbClr val="C00000"/>
                </a:solidFill>
                <a:latin typeface="Calibri" panose="020F0502020204030204" pitchFamily="34" charset="0"/>
                <a:cs typeface="Calibri" panose="020F0502020204030204" pitchFamily="34" charset="0"/>
              </a:rPr>
              <a:t>kết quả của các hành động </a:t>
            </a:r>
            <a:r>
              <a:rPr lang="vi-VN" sz="2800">
                <a:latin typeface="Calibri" panose="020F0502020204030204" pitchFamily="34" charset="0"/>
                <a:cs typeface="Calibri" panose="020F0502020204030204" pitchFamily="34" charset="0"/>
              </a:rPr>
              <a:t>(trạng thái tiếp theo) và </a:t>
            </a:r>
            <a:r>
              <a:rPr lang="vi-VN" sz="2800">
                <a:solidFill>
                  <a:srgbClr val="C00000"/>
                </a:solidFill>
                <a:latin typeface="Calibri" panose="020F0502020204030204" pitchFamily="34" charset="0"/>
                <a:cs typeface="Calibri" panose="020F0502020204030204" pitchFamily="34" charset="0"/>
              </a:rPr>
              <a:t>chi phí (cost) </a:t>
            </a:r>
            <a:r>
              <a:rPr lang="vi-VN" sz="2800">
                <a:latin typeface="Calibri" panose="020F0502020204030204" pitchFamily="34" charset="0"/>
                <a:cs typeface="Calibri" panose="020F0502020204030204" pitchFamily="34" charset="0"/>
              </a:rPr>
              <a:t>của chúng</a:t>
            </a:r>
          </a:p>
          <a:p>
            <a:pPr eaLnBrk="1" hangingPunct="1">
              <a:buClr>
                <a:srgbClr val="0033CC"/>
              </a:buClr>
            </a:pPr>
            <a:r>
              <a:rPr lang="vi-VN" sz="2800">
                <a:latin typeface="Calibri" panose="020F0502020204030204" pitchFamily="34" charset="0"/>
                <a:cs typeface="Calibri" panose="020F0502020204030204" pitchFamily="34" charset="0"/>
              </a:rPr>
              <a:t>Hàm tiến triển giống như một </a:t>
            </a:r>
            <a:r>
              <a:rPr lang="vi-VN" sz="2800">
                <a:solidFill>
                  <a:srgbClr val="C00000"/>
                </a:solidFill>
                <a:latin typeface="Calibri" panose="020F0502020204030204" pitchFamily="34" charset="0"/>
                <a:cs typeface="Calibri" panose="020F0502020204030204" pitchFamily="34" charset="0"/>
              </a:rPr>
              <a:t>“hộp đen”</a:t>
            </a:r>
            <a:r>
              <a:rPr lang="vi-VN" sz="2800">
                <a:latin typeface="Calibri" panose="020F0502020204030204" pitchFamily="34" charset="0"/>
                <a:cs typeface="Calibri" panose="020F0502020204030204" pitchFamily="34" charset="0"/>
              </a:rPr>
              <a:t>: Không rõ bên trong thực hiện như thế nào</a:t>
            </a:r>
            <a:endParaRPr lang="en-US" altLang="en-US" sz="2800">
              <a:latin typeface="Calibri" panose="020F0502020204030204" pitchFamily="34" charset="0"/>
              <a:cs typeface="Calibri" panose="020F0502020204030204" pitchFamily="34" charset="0"/>
            </a:endParaRPr>
          </a:p>
          <a:p>
            <a:pPr eaLnBrk="1" hangingPunct="1">
              <a:buClr>
                <a:srgbClr val="0033CC"/>
              </a:buClr>
            </a:pPr>
            <a:endParaRPr lang="en-US" altLang="en-US" sz="2800">
              <a:latin typeface="Calibri" panose="020F0502020204030204" pitchFamily="34" charset="0"/>
              <a:cs typeface="Calibri" panose="020F0502020204030204" pitchFamily="34" charset="0"/>
              <a:sym typeface="Wingdings" pitchFamily="2" charset="2"/>
            </a:endParaRPr>
          </a:p>
        </p:txBody>
      </p:sp>
    </p:spTree>
    <p:extLst>
      <p:ext uri="{BB962C8B-B14F-4D97-AF65-F5344CB8AC3E}">
        <p14:creationId xmlns:p14="http://schemas.microsoft.com/office/powerpoint/2010/main" val="40166931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E1EE4F64-4AC4-CF4C-9A59-F35E1D380A40}"/>
              </a:ext>
            </a:extLst>
          </p:cNvPr>
          <p:cNvSpPr/>
          <p:nvPr/>
        </p:nvSpPr>
        <p:spPr>
          <a:xfrm>
            <a:off x="1399084" y="4365104"/>
            <a:ext cx="360040" cy="36004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D8D459-6922-F04E-8BB8-09F8169FFC01}"/>
              </a:ext>
            </a:extLst>
          </p:cNvPr>
          <p:cNvSpPr>
            <a:spLocks noGrp="1"/>
          </p:cNvSpPr>
          <p:nvPr>
            <p:ph type="title"/>
          </p:nvPr>
        </p:nvSpPr>
        <p:spPr/>
        <p:txBody>
          <a:bodyPr/>
          <a:lstStyle/>
          <a:p>
            <a:r>
              <a:rPr lang="en-US" altLang="en-US"/>
              <a:t>Chi phí đường đi (Path Cost)</a:t>
            </a:r>
            <a:endParaRPr lang="en-US"/>
          </a:p>
        </p:txBody>
      </p:sp>
      <p:sp>
        <p:nvSpPr>
          <p:cNvPr id="4" name="Slide Number Placeholder 3">
            <a:extLst>
              <a:ext uri="{FF2B5EF4-FFF2-40B4-BE49-F238E27FC236}">
                <a16:creationId xmlns:a16="http://schemas.microsoft.com/office/drawing/2014/main" id="{C56473C4-72FB-F047-9F67-B15118B68025}"/>
              </a:ext>
            </a:extLst>
          </p:cNvPr>
          <p:cNvSpPr>
            <a:spLocks noGrp="1"/>
          </p:cNvSpPr>
          <p:nvPr>
            <p:ph type="sldNum" sz="quarter" idx="12"/>
          </p:nvPr>
        </p:nvSpPr>
        <p:spPr/>
        <p:txBody>
          <a:bodyPr/>
          <a:lstStyle/>
          <a:p>
            <a:fld id="{DA8C51A7-BEEA-471D-933F-7E35BC04A30F}" type="slidenum">
              <a:rPr lang="en-US"/>
              <a:pPr/>
              <a:t>36</a:t>
            </a:fld>
            <a:endParaRPr lang="en-US"/>
          </a:p>
        </p:txBody>
      </p:sp>
      <p:sp>
        <p:nvSpPr>
          <p:cNvPr id="5" name="Rectangle 3">
            <a:extLst>
              <a:ext uri="{FF2B5EF4-FFF2-40B4-BE49-F238E27FC236}">
                <a16:creationId xmlns:a16="http://schemas.microsoft.com/office/drawing/2014/main" id="{2D1F0AC1-7A9F-AC42-B61A-9D872A77CD92}"/>
              </a:ext>
            </a:extLst>
          </p:cNvPr>
          <p:cNvSpPr>
            <a:spLocks noGrp="1" noChangeArrowheads="1"/>
          </p:cNvSpPr>
          <p:nvPr>
            <p:ph idx="1"/>
          </p:nvPr>
        </p:nvSpPr>
        <p:spPr>
          <a:xfrm>
            <a:off x="691835" y="1489793"/>
            <a:ext cx="8874125" cy="4351338"/>
          </a:xfrm>
        </p:spPr>
        <p:txBody>
          <a:bodyPr/>
          <a:lstStyle/>
          <a:p>
            <a:pPr eaLnBrk="1" hangingPunct="1">
              <a:buClr>
                <a:srgbClr val="0033CC"/>
              </a:buClr>
              <a:buFont typeface="Wingdings" pitchFamily="2" charset="2"/>
              <a:buChar char="§"/>
            </a:pPr>
            <a:r>
              <a:rPr lang="en-US" altLang="en-US" sz="2800">
                <a:latin typeface="Calibri" panose="020F0502020204030204" pitchFamily="34" charset="0"/>
                <a:cs typeface="Calibri" panose="020F0502020204030204" pitchFamily="34" charset="0"/>
              </a:rPr>
              <a:t>Là chi phí trên mỗi cạnh của đồ thị không gian trạng thái</a:t>
            </a:r>
          </a:p>
          <a:p>
            <a:pPr eaLnBrk="1" hangingPunct="1">
              <a:buClr>
                <a:srgbClr val="0033CC"/>
              </a:buClr>
              <a:buFont typeface="Wingdings" pitchFamily="2" charset="2"/>
              <a:buChar char="§"/>
            </a:pPr>
            <a:r>
              <a:rPr lang="en-US" altLang="en-US" sz="2800">
                <a:latin typeface="Calibri" panose="020F0502020204030204" pitchFamily="34" charset="0"/>
                <a:cs typeface="Calibri" panose="020F0502020204030204" pitchFamily="34" charset="0"/>
              </a:rPr>
              <a:t>Là số dương đo “chi phí” của việc thực hiện hành động tương ứng với cạnh của đồ thị. Ví dụ:</a:t>
            </a:r>
          </a:p>
          <a:p>
            <a:pPr lvl="1" eaLnBrk="1" hangingPunct="1">
              <a:buClr>
                <a:srgbClr val="0033CC"/>
              </a:buClr>
              <a:buFontTx/>
              <a:buChar char="•"/>
            </a:pPr>
            <a:r>
              <a:rPr lang="en-US" altLang="en-US">
                <a:latin typeface="Calibri" panose="020F0502020204030204" pitchFamily="34" charset="0"/>
                <a:cs typeface="Calibri" panose="020F0502020204030204" pitchFamily="34" charset="0"/>
              </a:rPr>
              <a:t>bằng giá trị 1 trong ví dụ bài đố 8 ô số.</a:t>
            </a:r>
          </a:p>
          <a:p>
            <a:pPr lvl="1" eaLnBrk="1" hangingPunct="1">
              <a:buClr>
                <a:srgbClr val="0033CC"/>
              </a:buClr>
              <a:buFontTx/>
              <a:buChar char="•"/>
            </a:pPr>
            <a:r>
              <a:rPr lang="en-US" altLang="en-US">
                <a:latin typeface="Calibri" panose="020F0502020204030204" pitchFamily="34" charset="0"/>
                <a:cs typeface="Calibri" panose="020F0502020204030204" pitchFamily="34" charset="0"/>
              </a:rPr>
              <a:t>thời gian để lắp ráp 2 chi tiết máy</a:t>
            </a:r>
            <a:endParaRPr lang="en-US" altLang="en-US" sz="2800">
              <a:latin typeface="Calibri" panose="020F0502020204030204" pitchFamily="34" charset="0"/>
              <a:cs typeface="Calibri" panose="020F0502020204030204" pitchFamily="34" charset="0"/>
            </a:endParaRPr>
          </a:p>
          <a:p>
            <a:pPr eaLnBrk="1" hangingPunct="1">
              <a:buClr>
                <a:srgbClr val="0033CC"/>
              </a:buClr>
              <a:buFont typeface="Wingdings" pitchFamily="2" charset="2"/>
              <a:buChar char="§"/>
            </a:pPr>
            <a:r>
              <a:rPr lang="en-US" altLang="en-US" sz="2800">
                <a:latin typeface="Calibri" panose="020F0502020204030204" pitchFamily="34" charset="0"/>
                <a:cs typeface="Calibri" panose="020F0502020204030204" pitchFamily="34" charset="0"/>
              </a:rPr>
              <a:t>Chúng ta sẽ giả định rằng đối với bất kỳ bài toán nào đã cho, chi phí c của một cạnh luôn xác định: c ≧ </a:t>
            </a:r>
            <a:r>
              <a:rPr lang="el-GR" altLang="en-US" sz="2800">
                <a:latin typeface="Calibri" panose="020F0502020204030204" pitchFamily="34" charset="0"/>
                <a:cs typeface="Calibri" panose="020F0502020204030204" pitchFamily="34" charset="0"/>
              </a:rPr>
              <a:t>ε </a:t>
            </a:r>
            <a:r>
              <a:rPr lang="en-US" altLang="en-US" sz="2800">
                <a:latin typeface="Calibri" panose="020F0502020204030204" pitchFamily="34" charset="0"/>
                <a:cs typeface="Calibri" panose="020F0502020204030204" pitchFamily="34" charset="0"/>
              </a:rPr>
              <a:t>&gt;</a:t>
            </a:r>
            <a:r>
              <a:rPr lang="el-GR" altLang="en-US" sz="2800">
                <a:latin typeface="Calibri" panose="020F0502020204030204" pitchFamily="34" charset="0"/>
                <a:cs typeface="Calibri" panose="020F0502020204030204" pitchFamily="34" charset="0"/>
              </a:rPr>
              <a:t> 0, </a:t>
            </a:r>
            <a:r>
              <a:rPr lang="en-US" altLang="en-US" sz="2800">
                <a:latin typeface="Calibri" panose="020F0502020204030204" pitchFamily="34" charset="0"/>
                <a:cs typeface="Calibri" panose="020F0502020204030204" pitchFamily="34" charset="0"/>
              </a:rPr>
              <a:t>trong đó  </a:t>
            </a:r>
            <a:r>
              <a:rPr lang="el-GR" altLang="en-US" sz="2800">
                <a:latin typeface="Calibri" panose="020F0502020204030204" pitchFamily="34" charset="0"/>
                <a:cs typeface="Calibri" panose="020F0502020204030204" pitchFamily="34" charset="0"/>
              </a:rPr>
              <a:t>ε </a:t>
            </a:r>
            <a:r>
              <a:rPr lang="en-US" altLang="en-US" sz="2800">
                <a:latin typeface="Calibri" panose="020F0502020204030204" pitchFamily="34" charset="0"/>
                <a:cs typeface="Calibri" panose="020F0502020204030204" pitchFamily="34" charset="0"/>
              </a:rPr>
              <a:t> là hằng số</a:t>
            </a:r>
          </a:p>
          <a:p>
            <a:pPr marL="0" indent="0" eaLnBrk="1" hangingPunct="1">
              <a:buClr>
                <a:srgbClr val="0033CC"/>
              </a:buClr>
              <a:buNone/>
            </a:pPr>
            <a:r>
              <a:rPr lang="vi-VN">
                <a:solidFill>
                  <a:schemeClr val="tx1">
                    <a:lumMod val="75000"/>
                    <a:lumOff val="25000"/>
                  </a:schemeClr>
                </a:solidFill>
              </a:rPr>
              <a:t>[Điều kiện này đảm bảo rằng, nếu đường đi trở nên dài tùy ý, chi phí của nó cũng trở nên lớn tùy ý]</a:t>
            </a:r>
            <a:endParaRPr lang="en-US" altLang="en-US" sz="2800">
              <a:solidFill>
                <a:schemeClr val="tx1">
                  <a:lumMod val="75000"/>
                  <a:lumOff val="25000"/>
                </a:schemeClr>
              </a:solidFill>
              <a:latin typeface="Calibri" panose="020F0502020204030204" pitchFamily="34" charset="0"/>
              <a:cs typeface="Calibri" panose="020F0502020204030204" pitchFamily="34" charset="0"/>
            </a:endParaRPr>
          </a:p>
        </p:txBody>
      </p:sp>
      <p:cxnSp>
        <p:nvCxnSpPr>
          <p:cNvPr id="11" name="Straight Arrow Connector 10">
            <a:extLst>
              <a:ext uri="{FF2B5EF4-FFF2-40B4-BE49-F238E27FC236}">
                <a16:creationId xmlns:a16="http://schemas.microsoft.com/office/drawing/2014/main" id="{5C11D47A-684F-DE40-BFED-85A585F2E1F2}"/>
              </a:ext>
            </a:extLst>
          </p:cNvPr>
          <p:cNvCxnSpPr>
            <a:cxnSpLocks/>
          </p:cNvCxnSpPr>
          <p:nvPr/>
        </p:nvCxnSpPr>
        <p:spPr>
          <a:xfrm flipH="1" flipV="1">
            <a:off x="1759124" y="4725144"/>
            <a:ext cx="3816424" cy="936104"/>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C4AB736C-6BDF-8A4C-BC91-47F6CF727D71}"/>
              </a:ext>
            </a:extLst>
          </p:cNvPr>
          <p:cNvSpPr/>
          <p:nvPr/>
        </p:nvSpPr>
        <p:spPr>
          <a:xfrm>
            <a:off x="4639444" y="5729408"/>
            <a:ext cx="2278188" cy="369332"/>
          </a:xfrm>
          <a:prstGeom prst="rect">
            <a:avLst/>
          </a:prstGeom>
        </p:spPr>
        <p:txBody>
          <a:bodyPr wrap="none">
            <a:spAutoFit/>
          </a:bodyPr>
          <a:lstStyle/>
          <a:p>
            <a:pPr eaLnBrk="1" hangingPunct="1"/>
            <a:r>
              <a:rPr lang="en-US" altLang="en-US">
                <a:solidFill>
                  <a:srgbClr val="663300"/>
                </a:solidFill>
                <a:latin typeface="Comic Sans MS" panose="030F0902030302020204" pitchFamily="66" charset="0"/>
              </a:rPr>
              <a:t>Tại sao cần cái này?</a:t>
            </a:r>
          </a:p>
        </p:txBody>
      </p:sp>
    </p:spTree>
    <p:extLst>
      <p:ext uri="{BB962C8B-B14F-4D97-AF65-F5344CB8AC3E}">
        <p14:creationId xmlns:p14="http://schemas.microsoft.com/office/powerpoint/2010/main" val="8596056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8D459-6922-F04E-8BB8-09F8169FFC01}"/>
              </a:ext>
            </a:extLst>
          </p:cNvPr>
          <p:cNvSpPr>
            <a:spLocks noGrp="1"/>
          </p:cNvSpPr>
          <p:nvPr>
            <p:ph type="title"/>
          </p:nvPr>
        </p:nvSpPr>
        <p:spPr/>
        <p:txBody>
          <a:bodyPr/>
          <a:lstStyle/>
          <a:p>
            <a:r>
              <a:rPr lang="en-US" altLang="en-US"/>
              <a:t>Trạng thái đích (Goal state)</a:t>
            </a:r>
            <a:endParaRPr lang="en-US"/>
          </a:p>
        </p:txBody>
      </p:sp>
      <p:sp>
        <p:nvSpPr>
          <p:cNvPr id="4" name="Slide Number Placeholder 3">
            <a:extLst>
              <a:ext uri="{FF2B5EF4-FFF2-40B4-BE49-F238E27FC236}">
                <a16:creationId xmlns:a16="http://schemas.microsoft.com/office/drawing/2014/main" id="{C56473C4-72FB-F047-9F67-B15118B68025}"/>
              </a:ext>
            </a:extLst>
          </p:cNvPr>
          <p:cNvSpPr>
            <a:spLocks noGrp="1"/>
          </p:cNvSpPr>
          <p:nvPr>
            <p:ph type="sldNum" sz="quarter" idx="12"/>
          </p:nvPr>
        </p:nvSpPr>
        <p:spPr>
          <a:xfrm>
            <a:off x="7698036" y="6295654"/>
            <a:ext cx="2314575" cy="365125"/>
          </a:xfrm>
        </p:spPr>
        <p:txBody>
          <a:bodyPr/>
          <a:lstStyle/>
          <a:p>
            <a:fld id="{DA8C51A7-BEEA-471D-933F-7E35BC04A30F}" type="slidenum">
              <a:rPr lang="en-US"/>
              <a:pPr/>
              <a:t>37</a:t>
            </a:fld>
            <a:endParaRPr lang="en-US"/>
          </a:p>
        </p:txBody>
      </p:sp>
      <p:sp>
        <p:nvSpPr>
          <p:cNvPr id="5" name="Rectangle 3">
            <a:extLst>
              <a:ext uri="{FF2B5EF4-FFF2-40B4-BE49-F238E27FC236}">
                <a16:creationId xmlns:a16="http://schemas.microsoft.com/office/drawing/2014/main" id="{2D1F0AC1-7A9F-AC42-B61A-9D872A77CD92}"/>
              </a:ext>
            </a:extLst>
          </p:cNvPr>
          <p:cNvSpPr>
            <a:spLocks noGrp="1" noChangeArrowheads="1"/>
          </p:cNvSpPr>
          <p:nvPr>
            <p:ph idx="1"/>
          </p:nvPr>
        </p:nvSpPr>
        <p:spPr>
          <a:xfrm>
            <a:off x="691835" y="1489793"/>
            <a:ext cx="5555151" cy="4351338"/>
          </a:xfrm>
        </p:spPr>
        <p:txBody>
          <a:bodyPr/>
          <a:lstStyle/>
          <a:p>
            <a:pPr eaLnBrk="1" hangingPunct="1">
              <a:buClr>
                <a:srgbClr val="0033CC"/>
              </a:buClr>
              <a:buFont typeface="Wingdings" pitchFamily="2" charset="2"/>
              <a:buChar char="§"/>
            </a:pPr>
            <a:r>
              <a:rPr lang="en-US" altLang="en-US" sz="2800">
                <a:latin typeface="Calibri" panose="020F0502020204030204" pitchFamily="34" charset="0"/>
                <a:cs typeface="Calibri" panose="020F0502020204030204" pitchFamily="34" charset="0"/>
              </a:rPr>
              <a:t>Có thể được mô tả rõ ràng</a:t>
            </a:r>
          </a:p>
          <a:p>
            <a:pPr eaLnBrk="1" hangingPunct="1">
              <a:buClr>
                <a:srgbClr val="0033CC"/>
              </a:buClr>
              <a:buFont typeface="Wingdings" pitchFamily="2" charset="2"/>
              <a:buChar char="§"/>
            </a:pPr>
            <a:endParaRPr lang="en-US" altLang="en-US" sz="2800">
              <a:latin typeface="Calibri" panose="020F0502020204030204" pitchFamily="34" charset="0"/>
              <a:cs typeface="Calibri" panose="020F0502020204030204" pitchFamily="34" charset="0"/>
            </a:endParaRPr>
          </a:p>
          <a:p>
            <a:pPr eaLnBrk="1" hangingPunct="1">
              <a:buClr>
                <a:srgbClr val="0033CC"/>
              </a:buClr>
              <a:buFont typeface="Wingdings" pitchFamily="2" charset="2"/>
              <a:buChar char="§"/>
            </a:pPr>
            <a:endParaRPr lang="en-US" altLang="en-US" sz="2800">
              <a:latin typeface="Calibri" panose="020F0502020204030204" pitchFamily="34" charset="0"/>
              <a:cs typeface="Calibri" panose="020F0502020204030204" pitchFamily="34" charset="0"/>
            </a:endParaRPr>
          </a:p>
          <a:p>
            <a:pPr eaLnBrk="1" hangingPunct="1">
              <a:buClr>
                <a:srgbClr val="0033CC"/>
              </a:buClr>
              <a:buFont typeface="Wingdings" pitchFamily="2" charset="2"/>
              <a:buChar char="§"/>
            </a:pPr>
            <a:r>
              <a:rPr lang="en-US" altLang="en-US" sz="2800"/>
              <a:t>Hoặc được do dưới dạng từng phần</a:t>
            </a:r>
          </a:p>
          <a:p>
            <a:pPr eaLnBrk="1" hangingPunct="1">
              <a:buClr>
                <a:srgbClr val="0033CC"/>
              </a:buClr>
              <a:buFont typeface="Wingdings" pitchFamily="2" charset="2"/>
              <a:buChar char="§"/>
            </a:pPr>
            <a:endParaRPr lang="en-US" altLang="en-US" sz="2800">
              <a:latin typeface="Calibri" panose="020F0502020204030204" pitchFamily="34" charset="0"/>
              <a:cs typeface="Calibri" panose="020F0502020204030204" pitchFamily="34" charset="0"/>
            </a:endParaRPr>
          </a:p>
          <a:p>
            <a:pPr eaLnBrk="1" hangingPunct="1">
              <a:buClr>
                <a:srgbClr val="0033CC"/>
              </a:buClr>
              <a:buFont typeface="Wingdings" pitchFamily="2" charset="2"/>
              <a:buChar char="§"/>
            </a:pPr>
            <a:r>
              <a:rPr lang="en-US" altLang="en-US" sz="2800">
                <a:solidFill>
                  <a:schemeClr val="tx1">
                    <a:lumMod val="75000"/>
                    <a:lumOff val="25000"/>
                  </a:schemeClr>
                </a:solidFill>
                <a:latin typeface="Calibri" panose="020F0502020204030204" pitchFamily="34" charset="0"/>
                <a:cs typeface="Calibri" panose="020F0502020204030204" pitchFamily="34" charset="0"/>
              </a:rPr>
              <a:t>Hoặc được cho dưới dạng điều kiện</a:t>
            </a:r>
          </a:p>
          <a:p>
            <a:pPr marL="0" indent="0" eaLnBrk="1" hangingPunct="1">
              <a:buClr>
                <a:srgbClr val="0033CC"/>
              </a:buClr>
              <a:buNone/>
            </a:pPr>
            <a:r>
              <a:rPr lang="en-US" altLang="en-US" sz="2800">
                <a:solidFill>
                  <a:schemeClr val="tx1">
                    <a:lumMod val="50000"/>
                    <a:lumOff val="50000"/>
                  </a:schemeClr>
                </a:solidFill>
                <a:latin typeface="Calibri" panose="020F0502020204030204" pitchFamily="34" charset="0"/>
                <a:cs typeface="Calibri" panose="020F0502020204030204" pitchFamily="34" charset="0"/>
              </a:rPr>
              <a:t>Ví dụ: Tổng tất cả các dòng và các cột bằng 30 </a:t>
            </a:r>
          </a:p>
        </p:txBody>
      </p:sp>
      <p:grpSp>
        <p:nvGrpSpPr>
          <p:cNvPr id="8" name="Group 2">
            <a:extLst>
              <a:ext uri="{FF2B5EF4-FFF2-40B4-BE49-F238E27FC236}">
                <a16:creationId xmlns:a16="http://schemas.microsoft.com/office/drawing/2014/main" id="{8275678A-963C-394B-90D4-D308ACC10D34}"/>
              </a:ext>
            </a:extLst>
          </p:cNvPr>
          <p:cNvGrpSpPr>
            <a:grpSpLocks/>
          </p:cNvGrpSpPr>
          <p:nvPr/>
        </p:nvGrpSpPr>
        <p:grpSpPr bwMode="auto">
          <a:xfrm>
            <a:off x="6799684" y="1268760"/>
            <a:ext cx="1439863" cy="1485900"/>
            <a:chOff x="3264" y="1152"/>
            <a:chExt cx="1163" cy="1190"/>
          </a:xfrm>
        </p:grpSpPr>
        <p:sp>
          <p:nvSpPr>
            <p:cNvPr id="9" name="Rectangle 3">
              <a:extLst>
                <a:ext uri="{FF2B5EF4-FFF2-40B4-BE49-F238E27FC236}">
                  <a16:creationId xmlns:a16="http://schemas.microsoft.com/office/drawing/2014/main" id="{287C2841-F99A-1840-B5B6-83FAA1049D46}"/>
                </a:ext>
              </a:extLst>
            </p:cNvPr>
            <p:cNvSpPr>
              <a:spLocks noChangeArrowheads="1"/>
            </p:cNvSpPr>
            <p:nvPr/>
          </p:nvSpPr>
          <p:spPr bwMode="auto">
            <a:xfrm>
              <a:off x="3264" y="1152"/>
              <a:ext cx="1152" cy="115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 name="Rectangle 4">
              <a:extLst>
                <a:ext uri="{FF2B5EF4-FFF2-40B4-BE49-F238E27FC236}">
                  <a16:creationId xmlns:a16="http://schemas.microsoft.com/office/drawing/2014/main" id="{075BFF06-374D-3744-8F36-6E484FDEAF61}"/>
                </a:ext>
              </a:extLst>
            </p:cNvPr>
            <p:cNvSpPr>
              <a:spLocks noChangeArrowheads="1"/>
            </p:cNvSpPr>
            <p:nvPr/>
          </p:nvSpPr>
          <p:spPr bwMode="auto">
            <a:xfrm>
              <a:off x="3264" y="1152"/>
              <a:ext cx="384" cy="384"/>
            </a:xfrm>
            <a:prstGeom prst="rect">
              <a:avLst/>
            </a:prstGeom>
            <a:solidFill>
              <a:srgbClr val="FFFF99"/>
            </a:solidFill>
            <a:ln w="19050">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2" name="Rectangle 5">
              <a:extLst>
                <a:ext uri="{FF2B5EF4-FFF2-40B4-BE49-F238E27FC236}">
                  <a16:creationId xmlns:a16="http://schemas.microsoft.com/office/drawing/2014/main" id="{9BFDA380-2048-5C4D-985F-555B511AE617}"/>
                </a:ext>
              </a:extLst>
            </p:cNvPr>
            <p:cNvSpPr>
              <a:spLocks noChangeArrowheads="1"/>
            </p:cNvSpPr>
            <p:nvPr/>
          </p:nvSpPr>
          <p:spPr bwMode="auto">
            <a:xfrm>
              <a:off x="3264" y="1536"/>
              <a:ext cx="384" cy="384"/>
            </a:xfrm>
            <a:prstGeom prst="rect">
              <a:avLst/>
            </a:prstGeom>
            <a:solidFill>
              <a:srgbClr val="FFFF99"/>
            </a:solidFill>
            <a:ln w="19050">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3" name="Rectangle 6">
              <a:extLst>
                <a:ext uri="{FF2B5EF4-FFF2-40B4-BE49-F238E27FC236}">
                  <a16:creationId xmlns:a16="http://schemas.microsoft.com/office/drawing/2014/main" id="{169CE410-6BD7-5344-959C-B1728050561C}"/>
                </a:ext>
              </a:extLst>
            </p:cNvPr>
            <p:cNvSpPr>
              <a:spLocks noChangeArrowheads="1"/>
            </p:cNvSpPr>
            <p:nvPr/>
          </p:nvSpPr>
          <p:spPr bwMode="auto">
            <a:xfrm>
              <a:off x="3264" y="1920"/>
              <a:ext cx="384" cy="384"/>
            </a:xfrm>
            <a:prstGeom prst="rect">
              <a:avLst/>
            </a:prstGeom>
            <a:solidFill>
              <a:srgbClr val="FFFF99"/>
            </a:solidFill>
            <a:ln w="19050">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5" name="Rectangle 7">
              <a:extLst>
                <a:ext uri="{FF2B5EF4-FFF2-40B4-BE49-F238E27FC236}">
                  <a16:creationId xmlns:a16="http://schemas.microsoft.com/office/drawing/2014/main" id="{F69A51FB-0AC7-2847-AE93-0FDB9859CCA1}"/>
                </a:ext>
              </a:extLst>
            </p:cNvPr>
            <p:cNvSpPr>
              <a:spLocks noChangeArrowheads="1"/>
            </p:cNvSpPr>
            <p:nvPr/>
          </p:nvSpPr>
          <p:spPr bwMode="auto">
            <a:xfrm>
              <a:off x="3648" y="1152"/>
              <a:ext cx="384" cy="384"/>
            </a:xfrm>
            <a:prstGeom prst="rect">
              <a:avLst/>
            </a:prstGeom>
            <a:solidFill>
              <a:srgbClr val="FFFF99"/>
            </a:solidFill>
            <a:ln w="19050">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6" name="Rectangle 8">
              <a:extLst>
                <a:ext uri="{FF2B5EF4-FFF2-40B4-BE49-F238E27FC236}">
                  <a16:creationId xmlns:a16="http://schemas.microsoft.com/office/drawing/2014/main" id="{0929A8CE-83EA-5C46-9BD2-1481B8105F83}"/>
                </a:ext>
              </a:extLst>
            </p:cNvPr>
            <p:cNvSpPr>
              <a:spLocks noChangeArrowheads="1"/>
            </p:cNvSpPr>
            <p:nvPr/>
          </p:nvSpPr>
          <p:spPr bwMode="auto">
            <a:xfrm>
              <a:off x="3648" y="1536"/>
              <a:ext cx="384" cy="384"/>
            </a:xfrm>
            <a:prstGeom prst="rect">
              <a:avLst/>
            </a:prstGeom>
            <a:solidFill>
              <a:srgbClr val="FFFF99"/>
            </a:solidFill>
            <a:ln w="19050">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7" name="Rectangle 9">
              <a:extLst>
                <a:ext uri="{FF2B5EF4-FFF2-40B4-BE49-F238E27FC236}">
                  <a16:creationId xmlns:a16="http://schemas.microsoft.com/office/drawing/2014/main" id="{762AD935-BF3A-844E-905F-A8B65F081054}"/>
                </a:ext>
              </a:extLst>
            </p:cNvPr>
            <p:cNvSpPr>
              <a:spLocks noChangeArrowheads="1"/>
            </p:cNvSpPr>
            <p:nvPr/>
          </p:nvSpPr>
          <p:spPr bwMode="auto">
            <a:xfrm>
              <a:off x="4032" y="1536"/>
              <a:ext cx="384" cy="384"/>
            </a:xfrm>
            <a:prstGeom prst="rect">
              <a:avLst/>
            </a:prstGeom>
            <a:solidFill>
              <a:srgbClr val="FFFF99"/>
            </a:solidFill>
            <a:ln w="19050">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8" name="Rectangle 10">
              <a:extLst>
                <a:ext uri="{FF2B5EF4-FFF2-40B4-BE49-F238E27FC236}">
                  <a16:creationId xmlns:a16="http://schemas.microsoft.com/office/drawing/2014/main" id="{DBC33688-FFF1-3242-ADEF-44407BAA7CD8}"/>
                </a:ext>
              </a:extLst>
            </p:cNvPr>
            <p:cNvSpPr>
              <a:spLocks noChangeArrowheads="1"/>
            </p:cNvSpPr>
            <p:nvPr/>
          </p:nvSpPr>
          <p:spPr bwMode="auto">
            <a:xfrm>
              <a:off x="3648" y="1920"/>
              <a:ext cx="384" cy="384"/>
            </a:xfrm>
            <a:prstGeom prst="rect">
              <a:avLst/>
            </a:prstGeom>
            <a:solidFill>
              <a:srgbClr val="FFFF99"/>
            </a:solidFill>
            <a:ln w="19050">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9" name="Rectangle 11">
              <a:extLst>
                <a:ext uri="{FF2B5EF4-FFF2-40B4-BE49-F238E27FC236}">
                  <a16:creationId xmlns:a16="http://schemas.microsoft.com/office/drawing/2014/main" id="{B0DA8E79-504F-BC48-B64A-DCA8CC5B9749}"/>
                </a:ext>
              </a:extLst>
            </p:cNvPr>
            <p:cNvSpPr>
              <a:spLocks noChangeArrowheads="1"/>
            </p:cNvSpPr>
            <p:nvPr/>
          </p:nvSpPr>
          <p:spPr bwMode="auto">
            <a:xfrm>
              <a:off x="4032" y="1152"/>
              <a:ext cx="384" cy="384"/>
            </a:xfrm>
            <a:prstGeom prst="rect">
              <a:avLst/>
            </a:prstGeom>
            <a:solidFill>
              <a:srgbClr val="FFFF99"/>
            </a:solidFill>
            <a:ln w="19050">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0" name="Text Box 12">
              <a:extLst>
                <a:ext uri="{FF2B5EF4-FFF2-40B4-BE49-F238E27FC236}">
                  <a16:creationId xmlns:a16="http://schemas.microsoft.com/office/drawing/2014/main" id="{71FF919A-EDDE-9742-A341-3F8E8F9F1D31}"/>
                </a:ext>
              </a:extLst>
            </p:cNvPr>
            <p:cNvSpPr txBox="1">
              <a:spLocks noChangeArrowheads="1"/>
            </p:cNvSpPr>
            <p:nvPr/>
          </p:nvSpPr>
          <p:spPr bwMode="auto">
            <a:xfrm>
              <a:off x="3360" y="1208"/>
              <a:ext cx="303"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1</a:t>
              </a:r>
            </a:p>
          </p:txBody>
        </p:sp>
        <p:sp>
          <p:nvSpPr>
            <p:cNvPr id="21" name="Text Box 13">
              <a:extLst>
                <a:ext uri="{FF2B5EF4-FFF2-40B4-BE49-F238E27FC236}">
                  <a16:creationId xmlns:a16="http://schemas.microsoft.com/office/drawing/2014/main" id="{E11D92EB-BC0D-044E-8876-7E7C8F55903D}"/>
                </a:ext>
              </a:extLst>
            </p:cNvPr>
            <p:cNvSpPr txBox="1">
              <a:spLocks noChangeArrowheads="1"/>
            </p:cNvSpPr>
            <p:nvPr/>
          </p:nvSpPr>
          <p:spPr bwMode="auto">
            <a:xfrm>
              <a:off x="3744" y="1208"/>
              <a:ext cx="298"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2</a:t>
              </a:r>
            </a:p>
          </p:txBody>
        </p:sp>
        <p:sp>
          <p:nvSpPr>
            <p:cNvPr id="22" name="Text Box 14">
              <a:extLst>
                <a:ext uri="{FF2B5EF4-FFF2-40B4-BE49-F238E27FC236}">
                  <a16:creationId xmlns:a16="http://schemas.microsoft.com/office/drawing/2014/main" id="{C725C06A-F8D8-1140-BE22-835ABB0CF146}"/>
                </a:ext>
              </a:extLst>
            </p:cNvPr>
            <p:cNvSpPr txBox="1">
              <a:spLocks noChangeArrowheads="1"/>
            </p:cNvSpPr>
            <p:nvPr/>
          </p:nvSpPr>
          <p:spPr bwMode="auto">
            <a:xfrm>
              <a:off x="4128" y="1208"/>
              <a:ext cx="299"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3</a:t>
              </a:r>
            </a:p>
          </p:txBody>
        </p:sp>
        <p:sp>
          <p:nvSpPr>
            <p:cNvPr id="23" name="Text Box 15">
              <a:extLst>
                <a:ext uri="{FF2B5EF4-FFF2-40B4-BE49-F238E27FC236}">
                  <a16:creationId xmlns:a16="http://schemas.microsoft.com/office/drawing/2014/main" id="{8C2B160B-46D8-944C-ADCE-1F1EA4EB5BF5}"/>
                </a:ext>
              </a:extLst>
            </p:cNvPr>
            <p:cNvSpPr txBox="1">
              <a:spLocks noChangeArrowheads="1"/>
            </p:cNvSpPr>
            <p:nvPr/>
          </p:nvSpPr>
          <p:spPr bwMode="auto">
            <a:xfrm>
              <a:off x="3360" y="1592"/>
              <a:ext cx="299"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4</a:t>
              </a:r>
            </a:p>
          </p:txBody>
        </p:sp>
        <p:sp>
          <p:nvSpPr>
            <p:cNvPr id="24" name="Text Box 16">
              <a:extLst>
                <a:ext uri="{FF2B5EF4-FFF2-40B4-BE49-F238E27FC236}">
                  <a16:creationId xmlns:a16="http://schemas.microsoft.com/office/drawing/2014/main" id="{469E1822-F3FA-B040-BBCB-683AB6AFBAD1}"/>
                </a:ext>
              </a:extLst>
            </p:cNvPr>
            <p:cNvSpPr txBox="1">
              <a:spLocks noChangeArrowheads="1"/>
            </p:cNvSpPr>
            <p:nvPr/>
          </p:nvSpPr>
          <p:spPr bwMode="auto">
            <a:xfrm>
              <a:off x="3743" y="1592"/>
              <a:ext cx="299"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5</a:t>
              </a:r>
            </a:p>
          </p:txBody>
        </p:sp>
        <p:sp>
          <p:nvSpPr>
            <p:cNvPr id="25" name="Text Box 17">
              <a:extLst>
                <a:ext uri="{FF2B5EF4-FFF2-40B4-BE49-F238E27FC236}">
                  <a16:creationId xmlns:a16="http://schemas.microsoft.com/office/drawing/2014/main" id="{A8B5835E-81E5-7848-88BF-B5FD858B0022}"/>
                </a:ext>
              </a:extLst>
            </p:cNvPr>
            <p:cNvSpPr txBox="1">
              <a:spLocks noChangeArrowheads="1"/>
            </p:cNvSpPr>
            <p:nvPr/>
          </p:nvSpPr>
          <p:spPr bwMode="auto">
            <a:xfrm>
              <a:off x="4128" y="1592"/>
              <a:ext cx="299"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6</a:t>
              </a:r>
            </a:p>
          </p:txBody>
        </p:sp>
        <p:sp>
          <p:nvSpPr>
            <p:cNvPr id="26" name="Text Box 18">
              <a:extLst>
                <a:ext uri="{FF2B5EF4-FFF2-40B4-BE49-F238E27FC236}">
                  <a16:creationId xmlns:a16="http://schemas.microsoft.com/office/drawing/2014/main" id="{2B279AB1-A7C6-A140-A20E-CCBE58FEE3D6}"/>
                </a:ext>
              </a:extLst>
            </p:cNvPr>
            <p:cNvSpPr txBox="1">
              <a:spLocks noChangeArrowheads="1"/>
            </p:cNvSpPr>
            <p:nvPr/>
          </p:nvSpPr>
          <p:spPr bwMode="auto">
            <a:xfrm>
              <a:off x="3360" y="1976"/>
              <a:ext cx="299"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7</a:t>
              </a:r>
            </a:p>
          </p:txBody>
        </p:sp>
        <p:sp>
          <p:nvSpPr>
            <p:cNvPr id="27" name="Text Box 19">
              <a:extLst>
                <a:ext uri="{FF2B5EF4-FFF2-40B4-BE49-F238E27FC236}">
                  <a16:creationId xmlns:a16="http://schemas.microsoft.com/office/drawing/2014/main" id="{A2E6FF72-3053-2E4A-B064-8790E1EA344B}"/>
                </a:ext>
              </a:extLst>
            </p:cNvPr>
            <p:cNvSpPr txBox="1">
              <a:spLocks noChangeArrowheads="1"/>
            </p:cNvSpPr>
            <p:nvPr/>
          </p:nvSpPr>
          <p:spPr bwMode="auto">
            <a:xfrm>
              <a:off x="3743" y="1976"/>
              <a:ext cx="299"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8</a:t>
              </a:r>
            </a:p>
          </p:txBody>
        </p:sp>
      </p:grpSp>
      <p:grpSp>
        <p:nvGrpSpPr>
          <p:cNvPr id="28" name="Group 82">
            <a:extLst>
              <a:ext uri="{FF2B5EF4-FFF2-40B4-BE49-F238E27FC236}">
                <a16:creationId xmlns:a16="http://schemas.microsoft.com/office/drawing/2014/main" id="{0F0D07EB-A8EC-634A-ABA6-8A900D0A735B}"/>
              </a:ext>
            </a:extLst>
          </p:cNvPr>
          <p:cNvGrpSpPr>
            <a:grpSpLocks/>
          </p:cNvGrpSpPr>
          <p:nvPr/>
        </p:nvGrpSpPr>
        <p:grpSpPr bwMode="auto">
          <a:xfrm>
            <a:off x="6799684" y="2872339"/>
            <a:ext cx="3738563" cy="1587501"/>
            <a:chOff x="3024" y="1333"/>
            <a:chExt cx="2355" cy="1000"/>
          </a:xfrm>
        </p:grpSpPr>
        <p:grpSp>
          <p:nvGrpSpPr>
            <p:cNvPr id="29" name="Group 20">
              <a:extLst>
                <a:ext uri="{FF2B5EF4-FFF2-40B4-BE49-F238E27FC236}">
                  <a16:creationId xmlns:a16="http://schemas.microsoft.com/office/drawing/2014/main" id="{083B3096-5434-274B-B407-201D33A49904}"/>
                </a:ext>
              </a:extLst>
            </p:cNvPr>
            <p:cNvGrpSpPr>
              <a:grpSpLocks/>
            </p:cNvGrpSpPr>
            <p:nvPr/>
          </p:nvGrpSpPr>
          <p:grpSpPr bwMode="auto">
            <a:xfrm>
              <a:off x="3024" y="1392"/>
              <a:ext cx="912" cy="941"/>
              <a:chOff x="3264" y="1152"/>
              <a:chExt cx="1152" cy="1188"/>
            </a:xfrm>
          </p:grpSpPr>
          <p:sp>
            <p:nvSpPr>
              <p:cNvPr id="37" name="Rectangle 21">
                <a:extLst>
                  <a:ext uri="{FF2B5EF4-FFF2-40B4-BE49-F238E27FC236}">
                    <a16:creationId xmlns:a16="http://schemas.microsoft.com/office/drawing/2014/main" id="{6C86432B-9C32-394B-9E4A-9237B1F97397}"/>
                  </a:ext>
                </a:extLst>
              </p:cNvPr>
              <p:cNvSpPr>
                <a:spLocks noChangeArrowheads="1"/>
              </p:cNvSpPr>
              <p:nvPr/>
            </p:nvSpPr>
            <p:spPr bwMode="auto">
              <a:xfrm>
                <a:off x="3264" y="1152"/>
                <a:ext cx="1152" cy="1152"/>
              </a:xfrm>
              <a:prstGeom prst="rect">
                <a:avLst/>
              </a:prstGeom>
              <a:solidFill>
                <a:srgbClr val="C0C0C0"/>
              </a:solidFill>
              <a:ln w="19050">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8" name="Rectangle 22">
                <a:extLst>
                  <a:ext uri="{FF2B5EF4-FFF2-40B4-BE49-F238E27FC236}">
                    <a16:creationId xmlns:a16="http://schemas.microsoft.com/office/drawing/2014/main" id="{8B85657F-FAC1-444A-8290-3F75E5559454}"/>
                  </a:ext>
                </a:extLst>
              </p:cNvPr>
              <p:cNvSpPr>
                <a:spLocks noChangeArrowheads="1"/>
              </p:cNvSpPr>
              <p:nvPr/>
            </p:nvSpPr>
            <p:spPr bwMode="auto">
              <a:xfrm>
                <a:off x="3264" y="1152"/>
                <a:ext cx="384" cy="384"/>
              </a:xfrm>
              <a:prstGeom prst="rect">
                <a:avLst/>
              </a:prstGeom>
              <a:solidFill>
                <a:srgbClr val="FFFF99"/>
              </a:solidFill>
              <a:ln w="19050">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9" name="Rectangle 23">
                <a:extLst>
                  <a:ext uri="{FF2B5EF4-FFF2-40B4-BE49-F238E27FC236}">
                    <a16:creationId xmlns:a16="http://schemas.microsoft.com/office/drawing/2014/main" id="{0B51B2B8-33CA-FC45-A74F-75858EFE2DC1}"/>
                  </a:ext>
                </a:extLst>
              </p:cNvPr>
              <p:cNvSpPr>
                <a:spLocks noChangeArrowheads="1"/>
              </p:cNvSpPr>
              <p:nvPr/>
            </p:nvSpPr>
            <p:spPr bwMode="auto">
              <a:xfrm>
                <a:off x="3264" y="1536"/>
                <a:ext cx="384" cy="384"/>
              </a:xfrm>
              <a:prstGeom prst="rect">
                <a:avLst/>
              </a:prstGeom>
              <a:solidFill>
                <a:srgbClr val="C0C0C0"/>
              </a:solidFill>
              <a:ln w="19050">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0" name="Rectangle 24">
                <a:extLst>
                  <a:ext uri="{FF2B5EF4-FFF2-40B4-BE49-F238E27FC236}">
                    <a16:creationId xmlns:a16="http://schemas.microsoft.com/office/drawing/2014/main" id="{866A2D83-80AF-BD48-8B95-92A72BF9DB50}"/>
                  </a:ext>
                </a:extLst>
              </p:cNvPr>
              <p:cNvSpPr>
                <a:spLocks noChangeArrowheads="1"/>
              </p:cNvSpPr>
              <p:nvPr/>
            </p:nvSpPr>
            <p:spPr bwMode="auto">
              <a:xfrm>
                <a:off x="3264" y="1920"/>
                <a:ext cx="384" cy="384"/>
              </a:xfrm>
              <a:prstGeom prst="rect">
                <a:avLst/>
              </a:prstGeom>
              <a:solidFill>
                <a:srgbClr val="C0C0C0"/>
              </a:solidFill>
              <a:ln w="19050">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1" name="Rectangle 25">
                <a:extLst>
                  <a:ext uri="{FF2B5EF4-FFF2-40B4-BE49-F238E27FC236}">
                    <a16:creationId xmlns:a16="http://schemas.microsoft.com/office/drawing/2014/main" id="{0C4D8D35-4066-A44B-B821-8959DAF0801F}"/>
                  </a:ext>
                </a:extLst>
              </p:cNvPr>
              <p:cNvSpPr>
                <a:spLocks noChangeArrowheads="1"/>
              </p:cNvSpPr>
              <p:nvPr/>
            </p:nvSpPr>
            <p:spPr bwMode="auto">
              <a:xfrm>
                <a:off x="3648" y="1152"/>
                <a:ext cx="384" cy="384"/>
              </a:xfrm>
              <a:prstGeom prst="rect">
                <a:avLst/>
              </a:prstGeom>
              <a:solidFill>
                <a:srgbClr val="C0C0C0"/>
              </a:solidFill>
              <a:ln w="19050">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2" name="Rectangle 26">
                <a:extLst>
                  <a:ext uri="{FF2B5EF4-FFF2-40B4-BE49-F238E27FC236}">
                    <a16:creationId xmlns:a16="http://schemas.microsoft.com/office/drawing/2014/main" id="{0B957029-33E7-FD4A-8559-3EA080F35574}"/>
                  </a:ext>
                </a:extLst>
              </p:cNvPr>
              <p:cNvSpPr>
                <a:spLocks noChangeArrowheads="1"/>
              </p:cNvSpPr>
              <p:nvPr/>
            </p:nvSpPr>
            <p:spPr bwMode="auto">
              <a:xfrm>
                <a:off x="3648" y="1536"/>
                <a:ext cx="384" cy="384"/>
              </a:xfrm>
              <a:prstGeom prst="rect">
                <a:avLst/>
              </a:prstGeom>
              <a:solidFill>
                <a:srgbClr val="FFFF99"/>
              </a:solidFill>
              <a:ln w="19050">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3" name="Rectangle 27">
                <a:extLst>
                  <a:ext uri="{FF2B5EF4-FFF2-40B4-BE49-F238E27FC236}">
                    <a16:creationId xmlns:a16="http://schemas.microsoft.com/office/drawing/2014/main" id="{C155D968-8226-B142-B8AD-72EA826F4F29}"/>
                  </a:ext>
                </a:extLst>
              </p:cNvPr>
              <p:cNvSpPr>
                <a:spLocks noChangeArrowheads="1"/>
              </p:cNvSpPr>
              <p:nvPr/>
            </p:nvSpPr>
            <p:spPr bwMode="auto">
              <a:xfrm>
                <a:off x="4032" y="1536"/>
                <a:ext cx="384" cy="384"/>
              </a:xfrm>
              <a:prstGeom prst="rect">
                <a:avLst/>
              </a:prstGeom>
              <a:solidFill>
                <a:srgbClr val="C0C0C0"/>
              </a:solidFill>
              <a:ln w="19050">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4" name="Rectangle 28">
                <a:extLst>
                  <a:ext uri="{FF2B5EF4-FFF2-40B4-BE49-F238E27FC236}">
                    <a16:creationId xmlns:a16="http://schemas.microsoft.com/office/drawing/2014/main" id="{26BFD2BA-4999-2543-9741-427768D1A627}"/>
                  </a:ext>
                </a:extLst>
              </p:cNvPr>
              <p:cNvSpPr>
                <a:spLocks noChangeArrowheads="1"/>
              </p:cNvSpPr>
              <p:nvPr/>
            </p:nvSpPr>
            <p:spPr bwMode="auto">
              <a:xfrm>
                <a:off x="3648" y="1920"/>
                <a:ext cx="384" cy="384"/>
              </a:xfrm>
              <a:prstGeom prst="rect">
                <a:avLst/>
              </a:prstGeom>
              <a:solidFill>
                <a:srgbClr val="FFFF99"/>
              </a:solidFill>
              <a:ln w="19050">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5" name="Rectangle 29">
                <a:extLst>
                  <a:ext uri="{FF2B5EF4-FFF2-40B4-BE49-F238E27FC236}">
                    <a16:creationId xmlns:a16="http://schemas.microsoft.com/office/drawing/2014/main" id="{04FFEA37-A550-2949-B8C1-91081F6ECFCD}"/>
                  </a:ext>
                </a:extLst>
              </p:cNvPr>
              <p:cNvSpPr>
                <a:spLocks noChangeArrowheads="1"/>
              </p:cNvSpPr>
              <p:nvPr/>
            </p:nvSpPr>
            <p:spPr bwMode="auto">
              <a:xfrm>
                <a:off x="4032" y="1152"/>
                <a:ext cx="384" cy="384"/>
              </a:xfrm>
              <a:prstGeom prst="rect">
                <a:avLst/>
              </a:prstGeom>
              <a:solidFill>
                <a:srgbClr val="C0C0C0"/>
              </a:solidFill>
              <a:ln w="19050">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6" name="Text Box 30">
                <a:extLst>
                  <a:ext uri="{FF2B5EF4-FFF2-40B4-BE49-F238E27FC236}">
                    <a16:creationId xmlns:a16="http://schemas.microsoft.com/office/drawing/2014/main" id="{C05F4B9A-CF9D-394F-9109-5DD54EB789C4}"/>
                  </a:ext>
                </a:extLst>
              </p:cNvPr>
              <p:cNvSpPr txBox="1">
                <a:spLocks noChangeArrowheads="1"/>
              </p:cNvSpPr>
              <p:nvPr/>
            </p:nvSpPr>
            <p:spPr bwMode="auto">
              <a:xfrm>
                <a:off x="3360" y="1208"/>
                <a:ext cx="255"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1</a:t>
                </a:r>
              </a:p>
            </p:txBody>
          </p:sp>
          <p:sp>
            <p:nvSpPr>
              <p:cNvPr id="47" name="Text Box 31">
                <a:extLst>
                  <a:ext uri="{FF2B5EF4-FFF2-40B4-BE49-F238E27FC236}">
                    <a16:creationId xmlns:a16="http://schemas.microsoft.com/office/drawing/2014/main" id="{D6645EA7-0FCF-9F40-B022-AB6F1EBCB1D2}"/>
                  </a:ext>
                </a:extLst>
              </p:cNvPr>
              <p:cNvSpPr txBox="1">
                <a:spLocks noChangeArrowheads="1"/>
              </p:cNvSpPr>
              <p:nvPr/>
            </p:nvSpPr>
            <p:spPr bwMode="auto">
              <a:xfrm>
                <a:off x="3744" y="1208"/>
                <a:ext cx="146"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latin typeface="Comic Sans MS" panose="030F0902030302020204" pitchFamily="66" charset="0"/>
                </a:endParaRPr>
              </a:p>
            </p:txBody>
          </p:sp>
          <p:sp>
            <p:nvSpPr>
              <p:cNvPr id="48" name="Text Box 32">
                <a:extLst>
                  <a:ext uri="{FF2B5EF4-FFF2-40B4-BE49-F238E27FC236}">
                    <a16:creationId xmlns:a16="http://schemas.microsoft.com/office/drawing/2014/main" id="{F37434A1-80AD-CC47-910D-713FC8CF812F}"/>
                  </a:ext>
                </a:extLst>
              </p:cNvPr>
              <p:cNvSpPr txBox="1">
                <a:spLocks noChangeArrowheads="1"/>
              </p:cNvSpPr>
              <p:nvPr/>
            </p:nvSpPr>
            <p:spPr bwMode="auto">
              <a:xfrm>
                <a:off x="4128" y="1208"/>
                <a:ext cx="146"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latin typeface="Comic Sans MS" panose="030F0902030302020204" pitchFamily="66" charset="0"/>
                </a:endParaRPr>
              </a:p>
            </p:txBody>
          </p:sp>
          <p:sp>
            <p:nvSpPr>
              <p:cNvPr id="49" name="Text Box 33">
                <a:extLst>
                  <a:ext uri="{FF2B5EF4-FFF2-40B4-BE49-F238E27FC236}">
                    <a16:creationId xmlns:a16="http://schemas.microsoft.com/office/drawing/2014/main" id="{5FFF3D29-3BD2-4D41-9B5F-700179BDBB90}"/>
                  </a:ext>
                </a:extLst>
              </p:cNvPr>
              <p:cNvSpPr txBox="1">
                <a:spLocks noChangeArrowheads="1"/>
              </p:cNvSpPr>
              <p:nvPr/>
            </p:nvSpPr>
            <p:spPr bwMode="auto">
              <a:xfrm>
                <a:off x="3352" y="1593"/>
                <a:ext cx="133"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latin typeface="Comic Sans MS" panose="030F0902030302020204" pitchFamily="66" charset="0"/>
                </a:endParaRPr>
              </a:p>
            </p:txBody>
          </p:sp>
          <p:sp>
            <p:nvSpPr>
              <p:cNvPr id="50" name="Text Box 34">
                <a:extLst>
                  <a:ext uri="{FF2B5EF4-FFF2-40B4-BE49-F238E27FC236}">
                    <a16:creationId xmlns:a16="http://schemas.microsoft.com/office/drawing/2014/main" id="{AB55B289-E0B8-4747-99A0-6B06D99DBD4D}"/>
                  </a:ext>
                </a:extLst>
              </p:cNvPr>
              <p:cNvSpPr txBox="1">
                <a:spLocks noChangeArrowheads="1"/>
              </p:cNvSpPr>
              <p:nvPr/>
            </p:nvSpPr>
            <p:spPr bwMode="auto">
              <a:xfrm>
                <a:off x="3729" y="1593"/>
                <a:ext cx="294"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5</a:t>
                </a:r>
              </a:p>
            </p:txBody>
          </p:sp>
          <p:sp>
            <p:nvSpPr>
              <p:cNvPr id="51" name="Text Box 35">
                <a:extLst>
                  <a:ext uri="{FF2B5EF4-FFF2-40B4-BE49-F238E27FC236}">
                    <a16:creationId xmlns:a16="http://schemas.microsoft.com/office/drawing/2014/main" id="{EFCCE4A2-3F74-0540-9398-75E5F872FF64}"/>
                  </a:ext>
                </a:extLst>
              </p:cNvPr>
              <p:cNvSpPr txBox="1">
                <a:spLocks noChangeArrowheads="1"/>
              </p:cNvSpPr>
              <p:nvPr/>
            </p:nvSpPr>
            <p:spPr bwMode="auto">
              <a:xfrm>
                <a:off x="4120" y="1593"/>
                <a:ext cx="133"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latin typeface="Comic Sans MS" panose="030F0902030302020204" pitchFamily="66" charset="0"/>
                </a:endParaRPr>
              </a:p>
            </p:txBody>
          </p:sp>
          <p:sp>
            <p:nvSpPr>
              <p:cNvPr id="52" name="Text Box 36">
                <a:extLst>
                  <a:ext uri="{FF2B5EF4-FFF2-40B4-BE49-F238E27FC236}">
                    <a16:creationId xmlns:a16="http://schemas.microsoft.com/office/drawing/2014/main" id="{6A116557-735E-994F-8B69-30BCA13EAF75}"/>
                  </a:ext>
                </a:extLst>
              </p:cNvPr>
              <p:cNvSpPr txBox="1">
                <a:spLocks noChangeArrowheads="1"/>
              </p:cNvSpPr>
              <p:nvPr/>
            </p:nvSpPr>
            <p:spPr bwMode="auto">
              <a:xfrm>
                <a:off x="3352" y="1977"/>
                <a:ext cx="133"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latin typeface="Comic Sans MS" panose="030F0902030302020204" pitchFamily="66" charset="0"/>
                </a:endParaRPr>
              </a:p>
            </p:txBody>
          </p:sp>
          <p:sp>
            <p:nvSpPr>
              <p:cNvPr id="53" name="Text Box 37">
                <a:extLst>
                  <a:ext uri="{FF2B5EF4-FFF2-40B4-BE49-F238E27FC236}">
                    <a16:creationId xmlns:a16="http://schemas.microsoft.com/office/drawing/2014/main" id="{8C88A2B3-CE95-8646-9F27-55246BF4388F}"/>
                  </a:ext>
                </a:extLst>
              </p:cNvPr>
              <p:cNvSpPr txBox="1">
                <a:spLocks noChangeArrowheads="1"/>
              </p:cNvSpPr>
              <p:nvPr/>
            </p:nvSpPr>
            <p:spPr bwMode="auto">
              <a:xfrm>
                <a:off x="3729" y="1976"/>
                <a:ext cx="294" cy="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8</a:t>
                </a:r>
              </a:p>
            </p:txBody>
          </p:sp>
        </p:grpSp>
        <p:sp>
          <p:nvSpPr>
            <p:cNvPr id="30" name="Text Box 74">
              <a:extLst>
                <a:ext uri="{FF2B5EF4-FFF2-40B4-BE49-F238E27FC236}">
                  <a16:creationId xmlns:a16="http://schemas.microsoft.com/office/drawing/2014/main" id="{3E5454A9-8B70-A742-9ACE-9872F6B15293}"/>
                </a:ext>
              </a:extLst>
            </p:cNvPr>
            <p:cNvSpPr txBox="1">
              <a:spLocks noChangeArrowheads="1"/>
            </p:cNvSpPr>
            <p:nvPr/>
          </p:nvSpPr>
          <p:spPr bwMode="auto">
            <a:xfrm>
              <a:off x="3360" y="1440"/>
              <a:ext cx="2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a</a:t>
              </a:r>
            </a:p>
          </p:txBody>
        </p:sp>
        <p:sp>
          <p:nvSpPr>
            <p:cNvPr id="31" name="Text Box 75">
              <a:extLst>
                <a:ext uri="{FF2B5EF4-FFF2-40B4-BE49-F238E27FC236}">
                  <a16:creationId xmlns:a16="http://schemas.microsoft.com/office/drawing/2014/main" id="{F422ED32-D5EF-F64D-9360-1F7EAF4A0415}"/>
                </a:ext>
              </a:extLst>
            </p:cNvPr>
            <p:cNvSpPr txBox="1">
              <a:spLocks noChangeArrowheads="1"/>
            </p:cNvSpPr>
            <p:nvPr/>
          </p:nvSpPr>
          <p:spPr bwMode="auto">
            <a:xfrm>
              <a:off x="3648" y="1440"/>
              <a:ext cx="2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a</a:t>
              </a:r>
            </a:p>
          </p:txBody>
        </p:sp>
        <p:sp>
          <p:nvSpPr>
            <p:cNvPr id="32" name="Text Box 76">
              <a:extLst>
                <a:ext uri="{FF2B5EF4-FFF2-40B4-BE49-F238E27FC236}">
                  <a16:creationId xmlns:a16="http://schemas.microsoft.com/office/drawing/2014/main" id="{43DDF11A-D909-6E45-AD3A-2530CDD537EA}"/>
                </a:ext>
              </a:extLst>
            </p:cNvPr>
            <p:cNvSpPr txBox="1">
              <a:spLocks noChangeArrowheads="1"/>
            </p:cNvSpPr>
            <p:nvPr/>
          </p:nvSpPr>
          <p:spPr bwMode="auto">
            <a:xfrm>
              <a:off x="3072" y="1728"/>
              <a:ext cx="2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a</a:t>
              </a:r>
            </a:p>
          </p:txBody>
        </p:sp>
        <p:sp>
          <p:nvSpPr>
            <p:cNvPr id="33" name="Text Box 77">
              <a:extLst>
                <a:ext uri="{FF2B5EF4-FFF2-40B4-BE49-F238E27FC236}">
                  <a16:creationId xmlns:a16="http://schemas.microsoft.com/office/drawing/2014/main" id="{2A53655F-2F09-E94C-B85A-B76B248A14CC}"/>
                </a:ext>
              </a:extLst>
            </p:cNvPr>
            <p:cNvSpPr txBox="1">
              <a:spLocks noChangeArrowheads="1"/>
            </p:cNvSpPr>
            <p:nvPr/>
          </p:nvSpPr>
          <p:spPr bwMode="auto">
            <a:xfrm>
              <a:off x="3648" y="1728"/>
              <a:ext cx="2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a</a:t>
              </a:r>
            </a:p>
          </p:txBody>
        </p:sp>
        <p:sp>
          <p:nvSpPr>
            <p:cNvPr id="34" name="Text Box 79">
              <a:extLst>
                <a:ext uri="{FF2B5EF4-FFF2-40B4-BE49-F238E27FC236}">
                  <a16:creationId xmlns:a16="http://schemas.microsoft.com/office/drawing/2014/main" id="{44BE5D9D-0E3C-6E4D-8190-51C0EB0A9274}"/>
                </a:ext>
              </a:extLst>
            </p:cNvPr>
            <p:cNvSpPr txBox="1">
              <a:spLocks noChangeArrowheads="1"/>
            </p:cNvSpPr>
            <p:nvPr/>
          </p:nvSpPr>
          <p:spPr bwMode="auto">
            <a:xfrm>
              <a:off x="3648" y="2016"/>
              <a:ext cx="2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a</a:t>
              </a:r>
            </a:p>
          </p:txBody>
        </p:sp>
        <p:sp>
          <p:nvSpPr>
            <p:cNvPr id="35" name="Text Box 80">
              <a:extLst>
                <a:ext uri="{FF2B5EF4-FFF2-40B4-BE49-F238E27FC236}">
                  <a16:creationId xmlns:a16="http://schemas.microsoft.com/office/drawing/2014/main" id="{C9233395-0DA9-2E4B-874C-62DB9E406977}"/>
                </a:ext>
              </a:extLst>
            </p:cNvPr>
            <p:cNvSpPr txBox="1">
              <a:spLocks noChangeArrowheads="1"/>
            </p:cNvSpPr>
            <p:nvPr/>
          </p:nvSpPr>
          <p:spPr bwMode="auto">
            <a:xfrm>
              <a:off x="3072" y="2016"/>
              <a:ext cx="2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2400">
                  <a:latin typeface="Comic Sans MS" panose="030F0902030302020204" pitchFamily="66" charset="0"/>
                </a:rPr>
                <a:t>a</a:t>
              </a:r>
            </a:p>
          </p:txBody>
        </p:sp>
        <p:sp>
          <p:nvSpPr>
            <p:cNvPr id="36" name="Text Box 81">
              <a:extLst>
                <a:ext uri="{FF2B5EF4-FFF2-40B4-BE49-F238E27FC236}">
                  <a16:creationId xmlns:a16="http://schemas.microsoft.com/office/drawing/2014/main" id="{F6962D6A-755B-0448-B4DF-F04BC459C5DB}"/>
                </a:ext>
              </a:extLst>
            </p:cNvPr>
            <p:cNvSpPr txBox="1">
              <a:spLocks noChangeArrowheads="1"/>
            </p:cNvSpPr>
            <p:nvPr/>
          </p:nvSpPr>
          <p:spPr bwMode="auto">
            <a:xfrm>
              <a:off x="3995" y="1333"/>
              <a:ext cx="1384"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Comic Sans MS" panose="030F0902030302020204" pitchFamily="66" charset="0"/>
                </a:rPr>
                <a:t>(“a” đại diện cho “bất kỳ”</a:t>
              </a:r>
            </a:p>
            <a:p>
              <a:pPr eaLnBrk="1" hangingPunct="1"/>
              <a:r>
                <a:rPr lang="en-US" altLang="en-US" sz="1800">
                  <a:latin typeface="Comic Sans MS" panose="030F0902030302020204" pitchFamily="66" charset="0"/>
                </a:rPr>
                <a:t>số nào ngoài 1, 5, và 8)</a:t>
              </a:r>
            </a:p>
          </p:txBody>
        </p:sp>
      </p:grpSp>
      <p:grpSp>
        <p:nvGrpSpPr>
          <p:cNvPr id="54" name="Group 57">
            <a:extLst>
              <a:ext uri="{FF2B5EF4-FFF2-40B4-BE49-F238E27FC236}">
                <a16:creationId xmlns:a16="http://schemas.microsoft.com/office/drawing/2014/main" id="{0DC28DA0-EF16-8542-9D61-5FDFB7881EED}"/>
              </a:ext>
            </a:extLst>
          </p:cNvPr>
          <p:cNvGrpSpPr>
            <a:grpSpLocks/>
          </p:cNvGrpSpPr>
          <p:nvPr/>
        </p:nvGrpSpPr>
        <p:grpSpPr bwMode="auto">
          <a:xfrm>
            <a:off x="6799684" y="4525648"/>
            <a:ext cx="1676400" cy="1600200"/>
            <a:chOff x="1440" y="1296"/>
            <a:chExt cx="1920" cy="1920"/>
          </a:xfrm>
        </p:grpSpPr>
        <p:sp>
          <p:nvSpPr>
            <p:cNvPr id="55" name="Rectangle 58">
              <a:extLst>
                <a:ext uri="{FF2B5EF4-FFF2-40B4-BE49-F238E27FC236}">
                  <a16:creationId xmlns:a16="http://schemas.microsoft.com/office/drawing/2014/main" id="{FF4E27D4-502D-1B46-82BB-4E60AD157C01}"/>
                </a:ext>
              </a:extLst>
            </p:cNvPr>
            <p:cNvSpPr>
              <a:spLocks noChangeArrowheads="1"/>
            </p:cNvSpPr>
            <p:nvPr/>
          </p:nvSpPr>
          <p:spPr bwMode="auto">
            <a:xfrm>
              <a:off x="1440" y="1296"/>
              <a:ext cx="1920" cy="192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6" name="Rectangle 59">
              <a:extLst>
                <a:ext uri="{FF2B5EF4-FFF2-40B4-BE49-F238E27FC236}">
                  <a16:creationId xmlns:a16="http://schemas.microsoft.com/office/drawing/2014/main" id="{F56BEE9B-D67C-4440-A5AD-3A46F6ABEC81}"/>
                </a:ext>
              </a:extLst>
            </p:cNvPr>
            <p:cNvSpPr>
              <a:spLocks noChangeArrowheads="1"/>
            </p:cNvSpPr>
            <p:nvPr/>
          </p:nvSpPr>
          <p:spPr bwMode="auto">
            <a:xfrm>
              <a:off x="2880" y="225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11</a:t>
              </a:r>
            </a:p>
          </p:txBody>
        </p:sp>
        <p:sp>
          <p:nvSpPr>
            <p:cNvPr id="57" name="Rectangle 60">
              <a:extLst>
                <a:ext uri="{FF2B5EF4-FFF2-40B4-BE49-F238E27FC236}">
                  <a16:creationId xmlns:a16="http://schemas.microsoft.com/office/drawing/2014/main" id="{0CD5D0F0-187B-0148-803C-CADFB34FD05C}"/>
                </a:ext>
              </a:extLst>
            </p:cNvPr>
            <p:cNvSpPr>
              <a:spLocks noChangeArrowheads="1"/>
            </p:cNvSpPr>
            <p:nvPr/>
          </p:nvSpPr>
          <p:spPr bwMode="auto">
            <a:xfrm>
              <a:off x="2400" y="273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14</a:t>
              </a:r>
            </a:p>
          </p:txBody>
        </p:sp>
        <p:sp>
          <p:nvSpPr>
            <p:cNvPr id="58" name="Rectangle 61">
              <a:extLst>
                <a:ext uri="{FF2B5EF4-FFF2-40B4-BE49-F238E27FC236}">
                  <a16:creationId xmlns:a16="http://schemas.microsoft.com/office/drawing/2014/main" id="{E1155DD8-7EC1-C141-8AD5-2099F4DF877A}"/>
                </a:ext>
              </a:extLst>
            </p:cNvPr>
            <p:cNvSpPr>
              <a:spLocks noChangeArrowheads="1"/>
            </p:cNvSpPr>
            <p:nvPr/>
          </p:nvSpPr>
          <p:spPr bwMode="auto">
            <a:xfrm>
              <a:off x="2400" y="225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5</a:t>
              </a:r>
            </a:p>
          </p:txBody>
        </p:sp>
        <p:sp>
          <p:nvSpPr>
            <p:cNvPr id="59" name="Rectangle 62">
              <a:extLst>
                <a:ext uri="{FF2B5EF4-FFF2-40B4-BE49-F238E27FC236}">
                  <a16:creationId xmlns:a16="http://schemas.microsoft.com/office/drawing/2014/main" id="{AE50EA12-EE90-7B4F-9C85-FDB90156AE28}"/>
                </a:ext>
              </a:extLst>
            </p:cNvPr>
            <p:cNvSpPr>
              <a:spLocks noChangeArrowheads="1"/>
            </p:cNvSpPr>
            <p:nvPr/>
          </p:nvSpPr>
          <p:spPr bwMode="auto">
            <a:xfrm>
              <a:off x="1920" y="273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13</a:t>
              </a:r>
            </a:p>
          </p:txBody>
        </p:sp>
        <p:sp>
          <p:nvSpPr>
            <p:cNvPr id="60" name="Rectangle 63">
              <a:extLst>
                <a:ext uri="{FF2B5EF4-FFF2-40B4-BE49-F238E27FC236}">
                  <a16:creationId xmlns:a16="http://schemas.microsoft.com/office/drawing/2014/main" id="{02512245-BCB4-FA4C-97FD-8822301FF856}"/>
                </a:ext>
              </a:extLst>
            </p:cNvPr>
            <p:cNvSpPr>
              <a:spLocks noChangeArrowheads="1"/>
            </p:cNvSpPr>
            <p:nvPr/>
          </p:nvSpPr>
          <p:spPr bwMode="auto">
            <a:xfrm>
              <a:off x="1920" y="225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6</a:t>
              </a:r>
            </a:p>
          </p:txBody>
        </p:sp>
        <p:sp>
          <p:nvSpPr>
            <p:cNvPr id="61" name="Rectangle 64">
              <a:extLst>
                <a:ext uri="{FF2B5EF4-FFF2-40B4-BE49-F238E27FC236}">
                  <a16:creationId xmlns:a16="http://schemas.microsoft.com/office/drawing/2014/main" id="{A19A75BA-8619-DC4B-A8D0-6E5389F38FD2}"/>
                </a:ext>
              </a:extLst>
            </p:cNvPr>
            <p:cNvSpPr>
              <a:spLocks noChangeArrowheads="1"/>
            </p:cNvSpPr>
            <p:nvPr/>
          </p:nvSpPr>
          <p:spPr bwMode="auto">
            <a:xfrm>
              <a:off x="1440" y="273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3</a:t>
              </a:r>
            </a:p>
          </p:txBody>
        </p:sp>
        <p:sp>
          <p:nvSpPr>
            <p:cNvPr id="62" name="Rectangle 65">
              <a:extLst>
                <a:ext uri="{FF2B5EF4-FFF2-40B4-BE49-F238E27FC236}">
                  <a16:creationId xmlns:a16="http://schemas.microsoft.com/office/drawing/2014/main" id="{06AAD35F-80B0-3041-8CF7-4F0BD8557D54}"/>
                </a:ext>
              </a:extLst>
            </p:cNvPr>
            <p:cNvSpPr>
              <a:spLocks noChangeArrowheads="1"/>
            </p:cNvSpPr>
            <p:nvPr/>
          </p:nvSpPr>
          <p:spPr bwMode="auto">
            <a:xfrm>
              <a:off x="1440" y="225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8</a:t>
              </a:r>
            </a:p>
          </p:txBody>
        </p:sp>
        <p:sp>
          <p:nvSpPr>
            <p:cNvPr id="63" name="Rectangle 66">
              <a:extLst>
                <a:ext uri="{FF2B5EF4-FFF2-40B4-BE49-F238E27FC236}">
                  <a16:creationId xmlns:a16="http://schemas.microsoft.com/office/drawing/2014/main" id="{93C2528F-18F8-A445-AAA2-E234D75DCD6B}"/>
                </a:ext>
              </a:extLst>
            </p:cNvPr>
            <p:cNvSpPr>
              <a:spLocks noChangeArrowheads="1"/>
            </p:cNvSpPr>
            <p:nvPr/>
          </p:nvSpPr>
          <p:spPr bwMode="auto">
            <a:xfrm>
              <a:off x="1440" y="177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4</a:t>
              </a:r>
            </a:p>
          </p:txBody>
        </p:sp>
        <p:sp>
          <p:nvSpPr>
            <p:cNvPr id="64" name="Rectangle 67">
              <a:extLst>
                <a:ext uri="{FF2B5EF4-FFF2-40B4-BE49-F238E27FC236}">
                  <a16:creationId xmlns:a16="http://schemas.microsoft.com/office/drawing/2014/main" id="{371FEB33-D1D1-AF4A-97E4-325EB398EF61}"/>
                </a:ext>
              </a:extLst>
            </p:cNvPr>
            <p:cNvSpPr>
              <a:spLocks noChangeArrowheads="1"/>
            </p:cNvSpPr>
            <p:nvPr/>
          </p:nvSpPr>
          <p:spPr bwMode="auto">
            <a:xfrm>
              <a:off x="1920" y="177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10</a:t>
              </a:r>
            </a:p>
          </p:txBody>
        </p:sp>
        <p:sp>
          <p:nvSpPr>
            <p:cNvPr id="65" name="Rectangle 68">
              <a:extLst>
                <a:ext uri="{FF2B5EF4-FFF2-40B4-BE49-F238E27FC236}">
                  <a16:creationId xmlns:a16="http://schemas.microsoft.com/office/drawing/2014/main" id="{D9710A0A-40B9-364B-8D7D-3F6584CD075B}"/>
                </a:ext>
              </a:extLst>
            </p:cNvPr>
            <p:cNvSpPr>
              <a:spLocks noChangeArrowheads="1"/>
            </p:cNvSpPr>
            <p:nvPr/>
          </p:nvSpPr>
          <p:spPr bwMode="auto">
            <a:xfrm>
              <a:off x="2400" y="177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9</a:t>
              </a:r>
            </a:p>
          </p:txBody>
        </p:sp>
        <p:sp>
          <p:nvSpPr>
            <p:cNvPr id="66" name="Rectangle 69">
              <a:extLst>
                <a:ext uri="{FF2B5EF4-FFF2-40B4-BE49-F238E27FC236}">
                  <a16:creationId xmlns:a16="http://schemas.microsoft.com/office/drawing/2014/main" id="{73C03034-8DBB-BB4E-804F-F7EA76F7C6D6}"/>
                </a:ext>
              </a:extLst>
            </p:cNvPr>
            <p:cNvSpPr>
              <a:spLocks noChangeArrowheads="1"/>
            </p:cNvSpPr>
            <p:nvPr/>
          </p:nvSpPr>
          <p:spPr bwMode="auto">
            <a:xfrm>
              <a:off x="2880" y="177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7</a:t>
              </a:r>
            </a:p>
          </p:txBody>
        </p:sp>
        <p:sp>
          <p:nvSpPr>
            <p:cNvPr id="67" name="Rectangle 70">
              <a:extLst>
                <a:ext uri="{FF2B5EF4-FFF2-40B4-BE49-F238E27FC236}">
                  <a16:creationId xmlns:a16="http://schemas.microsoft.com/office/drawing/2014/main" id="{FB57FE3F-F018-2D47-A4AB-9EC5B8ED15A6}"/>
                </a:ext>
              </a:extLst>
            </p:cNvPr>
            <p:cNvSpPr>
              <a:spLocks noChangeArrowheads="1"/>
            </p:cNvSpPr>
            <p:nvPr/>
          </p:nvSpPr>
          <p:spPr bwMode="auto">
            <a:xfrm>
              <a:off x="2880" y="129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12</a:t>
              </a:r>
            </a:p>
          </p:txBody>
        </p:sp>
        <p:sp>
          <p:nvSpPr>
            <p:cNvPr id="68" name="Rectangle 71">
              <a:extLst>
                <a:ext uri="{FF2B5EF4-FFF2-40B4-BE49-F238E27FC236}">
                  <a16:creationId xmlns:a16="http://schemas.microsoft.com/office/drawing/2014/main" id="{7CCC5844-C7A1-5D45-9404-531B5443C545}"/>
                </a:ext>
              </a:extLst>
            </p:cNvPr>
            <p:cNvSpPr>
              <a:spLocks noChangeArrowheads="1"/>
            </p:cNvSpPr>
            <p:nvPr/>
          </p:nvSpPr>
          <p:spPr bwMode="auto">
            <a:xfrm>
              <a:off x="2400" y="129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2</a:t>
              </a:r>
            </a:p>
          </p:txBody>
        </p:sp>
        <p:sp>
          <p:nvSpPr>
            <p:cNvPr id="69" name="Rectangle 72">
              <a:extLst>
                <a:ext uri="{FF2B5EF4-FFF2-40B4-BE49-F238E27FC236}">
                  <a16:creationId xmlns:a16="http://schemas.microsoft.com/office/drawing/2014/main" id="{96C00D12-A6A9-2041-B69B-3EF3F3B962A6}"/>
                </a:ext>
              </a:extLst>
            </p:cNvPr>
            <p:cNvSpPr>
              <a:spLocks noChangeArrowheads="1"/>
            </p:cNvSpPr>
            <p:nvPr/>
          </p:nvSpPr>
          <p:spPr bwMode="auto">
            <a:xfrm>
              <a:off x="1920" y="129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1</a:t>
              </a:r>
            </a:p>
          </p:txBody>
        </p:sp>
        <p:sp>
          <p:nvSpPr>
            <p:cNvPr id="70" name="Rectangle 73">
              <a:extLst>
                <a:ext uri="{FF2B5EF4-FFF2-40B4-BE49-F238E27FC236}">
                  <a16:creationId xmlns:a16="http://schemas.microsoft.com/office/drawing/2014/main" id="{A4323D9B-5CBD-EA48-9D9E-9AF726386D21}"/>
                </a:ext>
              </a:extLst>
            </p:cNvPr>
            <p:cNvSpPr>
              <a:spLocks noChangeArrowheads="1"/>
            </p:cNvSpPr>
            <p:nvPr/>
          </p:nvSpPr>
          <p:spPr bwMode="auto">
            <a:xfrm>
              <a:off x="1440" y="1296"/>
              <a:ext cx="480" cy="480"/>
            </a:xfrm>
            <a:prstGeom prst="rect">
              <a:avLst/>
            </a:prstGeom>
            <a:solidFill>
              <a:srgbClr val="DAEEF0"/>
            </a:solidFill>
            <a:ln w="9525">
              <a:solidFill>
                <a:schemeClr val="tx1"/>
              </a:solidFill>
              <a:miter lim="800000"/>
              <a:headEnd/>
              <a:tailEnd/>
            </a:ln>
          </p:spPr>
          <p:txBody>
            <a:bodyPr wrap="none" anchor="ctr"/>
            <a:lstStyle>
              <a:lvl1pPr eaLnBrk="0" hangingPunct="0">
                <a:defRPr sz="900">
                  <a:solidFill>
                    <a:schemeClr val="tx1"/>
                  </a:solidFill>
                  <a:latin typeface="Arial" panose="020B0604020202020204" pitchFamily="34" charset="0"/>
                  <a:cs typeface="Arial" panose="020B0604020202020204" pitchFamily="34" charset="0"/>
                </a:defRPr>
              </a:lvl1pPr>
              <a:lvl2pPr marL="742950" indent="-285750" eaLnBrk="0" hangingPunct="0">
                <a:defRPr sz="900">
                  <a:solidFill>
                    <a:schemeClr val="tx1"/>
                  </a:solidFill>
                  <a:latin typeface="Arial" panose="020B0604020202020204" pitchFamily="34" charset="0"/>
                  <a:cs typeface="Arial" panose="020B0604020202020204" pitchFamily="34" charset="0"/>
                </a:defRPr>
              </a:lvl2pPr>
              <a:lvl3pPr marL="1143000" indent="-228600" eaLnBrk="0" hangingPunct="0">
                <a:defRPr sz="900">
                  <a:solidFill>
                    <a:schemeClr val="tx1"/>
                  </a:solidFill>
                  <a:latin typeface="Arial" panose="020B0604020202020204" pitchFamily="34" charset="0"/>
                  <a:cs typeface="Arial" panose="020B0604020202020204" pitchFamily="34" charset="0"/>
                </a:defRPr>
              </a:lvl3pPr>
              <a:lvl4pPr marL="1600200" indent="-228600" eaLnBrk="0" hangingPunct="0">
                <a:defRPr sz="900">
                  <a:solidFill>
                    <a:schemeClr val="tx1"/>
                  </a:solidFill>
                  <a:latin typeface="Arial" panose="020B0604020202020204" pitchFamily="34" charset="0"/>
                  <a:cs typeface="Arial" panose="020B0604020202020204" pitchFamily="34" charset="0"/>
                </a:defRPr>
              </a:lvl4pPr>
              <a:lvl5pPr marL="2057400" indent="-228600" eaLnBrk="0" hangingPunct="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latin typeface="Comic Sans MS" panose="030F0902030302020204" pitchFamily="66" charset="0"/>
                </a:rPr>
                <a:t>15</a:t>
              </a:r>
            </a:p>
          </p:txBody>
        </p:sp>
      </p:grpSp>
    </p:spTree>
    <p:extLst>
      <p:ext uri="{BB962C8B-B14F-4D97-AF65-F5344CB8AC3E}">
        <p14:creationId xmlns:p14="http://schemas.microsoft.com/office/powerpoint/2010/main" val="3163144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8D459-6922-F04E-8BB8-09F8169FFC01}"/>
              </a:ext>
            </a:extLst>
          </p:cNvPr>
          <p:cNvSpPr>
            <a:spLocks noGrp="1"/>
          </p:cNvSpPr>
          <p:nvPr>
            <p:ph type="title"/>
          </p:nvPr>
        </p:nvSpPr>
        <p:spPr/>
        <p:txBody>
          <a:bodyPr/>
          <a:lstStyle/>
          <a:p>
            <a:r>
              <a:rPr lang="en-US" altLang="en-US"/>
              <a:t>Tìm kiếm trong AI</a:t>
            </a:r>
            <a:endParaRPr lang="en-US"/>
          </a:p>
        </p:txBody>
      </p:sp>
      <p:sp>
        <p:nvSpPr>
          <p:cNvPr id="6" name="Content Placeholder 5">
            <a:extLst>
              <a:ext uri="{FF2B5EF4-FFF2-40B4-BE49-F238E27FC236}">
                <a16:creationId xmlns:a16="http://schemas.microsoft.com/office/drawing/2014/main" id="{9165AD62-703F-A244-8C40-88C7CE0DD3C8}"/>
              </a:ext>
            </a:extLst>
          </p:cNvPr>
          <p:cNvSpPr>
            <a:spLocks noGrp="1"/>
          </p:cNvSpPr>
          <p:nvPr>
            <p:ph idx="1"/>
          </p:nvPr>
        </p:nvSpPr>
        <p:spPr>
          <a:xfrm>
            <a:off x="606996" y="1514203"/>
            <a:ext cx="8757542" cy="4351338"/>
          </a:xfrm>
        </p:spPr>
        <p:txBody>
          <a:bodyPr/>
          <a:lstStyle/>
          <a:p>
            <a:pPr marL="228088">
              <a:lnSpc>
                <a:spcPct val="100000"/>
              </a:lnSpc>
            </a:pPr>
            <a:r>
              <a:rPr lang="vi-VN" sz="2400">
                <a:latin typeface="Calibri" panose="020F0502020204030204" pitchFamily="34" charset="0"/>
                <a:cs typeface="Calibri" panose="020F0502020204030204" pitchFamily="34" charset="0"/>
              </a:rPr>
              <a:t>Các phương pháp tìm kiếm </a:t>
            </a:r>
            <a:r>
              <a:rPr lang="vi-VN" sz="2400">
                <a:solidFill>
                  <a:schemeClr val="accent2">
                    <a:lumMod val="75000"/>
                  </a:schemeClr>
                </a:solidFill>
                <a:latin typeface="Calibri" panose="020F0502020204030204" pitchFamily="34" charset="0"/>
                <a:cs typeface="Calibri" panose="020F0502020204030204" pitchFamily="34" charset="0"/>
              </a:rPr>
              <a:t>phổ biến </a:t>
            </a:r>
            <a:r>
              <a:rPr lang="vi-VN" sz="2400">
                <a:latin typeface="Calibri" panose="020F0502020204030204" pitchFamily="34" charset="0"/>
                <a:cs typeface="Calibri" panose="020F0502020204030204" pitchFamily="34" charset="0"/>
              </a:rPr>
              <a:t>trong các hệ thống AI. Chúng thường là xương sống của mô-đun lõi và mô-đun ngoại vi</a:t>
            </a:r>
          </a:p>
          <a:p>
            <a:pPr marL="228088">
              <a:lnSpc>
                <a:spcPct val="100000"/>
              </a:lnSpc>
            </a:pPr>
            <a:r>
              <a:rPr lang="en-US" altLang="en-US" sz="2400"/>
              <a:t>Một con rô-bốt sử dụng phương thức tìm kiếm để:</a:t>
            </a:r>
          </a:p>
          <a:p>
            <a:pPr marL="613850" lvl="1">
              <a:lnSpc>
                <a:spcPct val="100000"/>
              </a:lnSpc>
            </a:pPr>
            <a:r>
              <a:rPr lang="vi-VN"/>
              <a:t>Quyết định những hành động nào cần thực hiện và những cảm biến nào cần hoạt động.</a:t>
            </a:r>
          </a:p>
          <a:p>
            <a:pPr marL="613850" lvl="1">
              <a:lnSpc>
                <a:spcPct val="100000"/>
              </a:lnSpc>
            </a:pPr>
            <a:r>
              <a:rPr lang="vi-VN"/>
              <a:t>để dự đoán va chạm, </a:t>
            </a:r>
          </a:p>
          <a:p>
            <a:pPr marL="613850" lvl="1">
              <a:lnSpc>
                <a:spcPct val="100000"/>
              </a:lnSpc>
            </a:pPr>
            <a:r>
              <a:rPr lang="vi-VN"/>
              <a:t>để lập kế hoạch quỹ đạo đường đi, </a:t>
            </a:r>
          </a:p>
          <a:p>
            <a:pPr marL="613850" lvl="1">
              <a:lnSpc>
                <a:spcPct val="100000"/>
              </a:lnSpc>
            </a:pPr>
            <a:r>
              <a:rPr lang="vi-VN"/>
              <a:t>để đưa các dữ liệu của cảm biến thành các đặc trưng,</a:t>
            </a:r>
          </a:p>
          <a:p>
            <a:pPr marL="613850" lvl="1">
              <a:lnSpc>
                <a:spcPct val="100000"/>
              </a:lnSpc>
            </a:pPr>
            <a:r>
              <a:rPr lang="vi-VN"/>
              <a:t> để chẩn đoán tại sao điều gì đó không xảy ra như kỳ vọng, v.v...</a:t>
            </a:r>
          </a:p>
          <a:p>
            <a:pPr marL="228088">
              <a:lnSpc>
                <a:spcPct val="100000"/>
              </a:lnSpc>
            </a:pPr>
            <a:r>
              <a:rPr lang="vi-VN"/>
              <a:t>Các tác vụ tìm kiếm có thể xảy ra đồng thời và tuần tự</a:t>
            </a:r>
          </a:p>
          <a:p>
            <a:pPr marL="228088">
              <a:lnSpc>
                <a:spcPct val="100000"/>
              </a:lnSpc>
            </a:pPr>
            <a:endParaRPr lang="en-US"/>
          </a:p>
        </p:txBody>
      </p:sp>
    </p:spTree>
    <p:extLst>
      <p:ext uri="{BB962C8B-B14F-4D97-AF65-F5344CB8AC3E}">
        <p14:creationId xmlns:p14="http://schemas.microsoft.com/office/powerpoint/2010/main" val="20008863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8D459-6922-F04E-8BB8-09F8169FFC01}"/>
              </a:ext>
            </a:extLst>
          </p:cNvPr>
          <p:cNvSpPr>
            <a:spLocks noGrp="1"/>
          </p:cNvSpPr>
          <p:nvPr>
            <p:ph type="title"/>
          </p:nvPr>
        </p:nvSpPr>
        <p:spPr/>
        <p:txBody>
          <a:bodyPr/>
          <a:lstStyle/>
          <a:p>
            <a:r>
              <a:rPr lang="en-US"/>
              <a:t>Ứng dụng của tìm kiếm</a:t>
            </a:r>
          </a:p>
        </p:txBody>
      </p:sp>
      <p:sp>
        <p:nvSpPr>
          <p:cNvPr id="6" name="Content Placeholder 5">
            <a:extLst>
              <a:ext uri="{FF2B5EF4-FFF2-40B4-BE49-F238E27FC236}">
                <a16:creationId xmlns:a16="http://schemas.microsoft.com/office/drawing/2014/main" id="{9165AD62-703F-A244-8C40-88C7CE0DD3C8}"/>
              </a:ext>
            </a:extLst>
          </p:cNvPr>
          <p:cNvSpPr>
            <a:spLocks noGrp="1"/>
          </p:cNvSpPr>
          <p:nvPr>
            <p:ph idx="1"/>
          </p:nvPr>
        </p:nvSpPr>
        <p:spPr>
          <a:xfrm>
            <a:off x="606996" y="1514203"/>
            <a:ext cx="8757542" cy="4351338"/>
          </a:xfrm>
        </p:spPr>
        <p:txBody>
          <a:bodyPr/>
          <a:lstStyle/>
          <a:p>
            <a:pPr marL="228088">
              <a:lnSpc>
                <a:spcPct val="100000"/>
              </a:lnSpc>
            </a:pPr>
            <a:r>
              <a:rPr lang="vi-VN" sz="2400"/>
              <a:t>Tìm kiếm đóng một vai trò quan trọng trong nhiều ứng dụng, ví dụ: </a:t>
            </a:r>
          </a:p>
          <a:p>
            <a:pPr marL="228088">
              <a:lnSpc>
                <a:spcPct val="100000"/>
              </a:lnSpc>
            </a:pPr>
            <a:r>
              <a:rPr lang="vi-VN" sz="2400"/>
              <a:t>Tìm đường: du lịch hàng không, mạng</a:t>
            </a:r>
          </a:p>
          <a:p>
            <a:pPr marL="228088">
              <a:lnSpc>
                <a:spcPct val="100000"/>
              </a:lnSpc>
            </a:pPr>
            <a:r>
              <a:rPr lang="vi-VN" sz="2400"/>
              <a:t>Phân phối hàng hóa, thư từ </a:t>
            </a:r>
          </a:p>
          <a:p>
            <a:pPr marL="228088">
              <a:lnSpc>
                <a:spcPct val="100000"/>
              </a:lnSpc>
            </a:pPr>
            <a:r>
              <a:rPr lang="vi-VN" sz="2400"/>
              <a:t>Định tuyến đường ống, định tuyến VLSI </a:t>
            </a:r>
          </a:p>
          <a:p>
            <a:pPr marL="228088">
              <a:lnSpc>
                <a:spcPct val="100000"/>
              </a:lnSpc>
            </a:pPr>
            <a:r>
              <a:rPr lang="vi-VN" sz="2400"/>
              <a:t>So sánh và phân loại các nếp gấp của protein</a:t>
            </a:r>
          </a:p>
          <a:p>
            <a:pPr marL="228088">
              <a:lnSpc>
                <a:spcPct val="100000"/>
              </a:lnSpc>
            </a:pPr>
            <a:r>
              <a:rPr lang="vi-VN" sz="2400"/>
              <a:t>Thiết kế các phân tử giống như protein </a:t>
            </a:r>
          </a:p>
          <a:p>
            <a:pPr marL="228088">
              <a:lnSpc>
                <a:spcPct val="100000"/>
              </a:lnSpc>
            </a:pPr>
            <a:r>
              <a:rPr lang="vi-VN" sz="2400"/>
              <a:t>Trò chơi điện tử</a:t>
            </a:r>
            <a:endParaRPr lang="en-US"/>
          </a:p>
        </p:txBody>
      </p:sp>
    </p:spTree>
    <p:extLst>
      <p:ext uri="{BB962C8B-B14F-4D97-AF65-F5344CB8AC3E}">
        <p14:creationId xmlns:p14="http://schemas.microsoft.com/office/powerpoint/2010/main" val="21897183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lideTemplate" id="{0AF96A80-A828-A34E-A395-551D35D8BAE2}" vid="{38747540-D07E-8842-8803-D3EFDEFF576C}"/>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5293</TotalTime>
  <Words>2376</Words>
  <Application>Microsoft Macintosh PowerPoint</Application>
  <PresentationFormat>35mm Slides</PresentationFormat>
  <Paragraphs>459</Paragraphs>
  <Slides>39</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39</vt:i4>
      </vt:variant>
    </vt:vector>
  </HeadingPairs>
  <TitlesOfParts>
    <vt:vector size="47" baseType="lpstr">
      <vt:lpstr>.VnTime</vt:lpstr>
      <vt:lpstr>Arial</vt:lpstr>
      <vt:lpstr>Calibri</vt:lpstr>
      <vt:lpstr>Calibri Light</vt:lpstr>
      <vt:lpstr>Comic Sans MS</vt:lpstr>
      <vt:lpstr>Tahoma</vt:lpstr>
      <vt:lpstr>Wingdings</vt:lpstr>
      <vt:lpstr>Office Theme</vt:lpstr>
      <vt:lpstr>NHẬP MÔN TRÍ TUỆ NHÂN TẠO Chương 2. Giải quyết vấn đề bằng tìm kiếm</vt:lpstr>
      <vt:lpstr>Giải quyết vấn đề bằng tìm kiếm</vt:lpstr>
      <vt:lpstr>Tại sao phải tìm kiếm?</vt:lpstr>
      <vt:lpstr>Ví dụ bài toán dưới dạng tìm kiếm</vt:lpstr>
      <vt:lpstr>Ví dụ về bài toán tìm kiếm</vt:lpstr>
      <vt:lpstr>Trò chơi đố 8 ô số - Hàm tiến triển</vt:lpstr>
      <vt:lpstr>Giải quyết vấn đề bằng tìm kiếm</vt:lpstr>
      <vt:lpstr>Một số trò chơi truyền thống</vt:lpstr>
      <vt:lpstr>Bài ô số tổng quát</vt:lpstr>
      <vt:lpstr>Bài toán số 15 ô</vt:lpstr>
      <vt:lpstr>15-Puzzle</vt:lpstr>
      <vt:lpstr>15-Puzzle</vt:lpstr>
      <vt:lpstr>Bài toán tìm kiếm trong không gian trạng thái</vt:lpstr>
      <vt:lpstr>Đồ thị trạng thái – cây tìm kiếm</vt:lpstr>
      <vt:lpstr>Lời giải của bài toán tìm kiếm</vt:lpstr>
      <vt:lpstr>Lời giải của bài toán tìm kiếm</vt:lpstr>
      <vt:lpstr>Số các trạng thái trong bài đố ô số</vt:lpstr>
      <vt:lpstr>Số các trạng thái trong bài đố ô số</vt:lpstr>
      <vt:lpstr>Nghịch đảo hoán vị</vt:lpstr>
      <vt:lpstr>Bài toán ô số</vt:lpstr>
      <vt:lpstr>Bài toán ô số</vt:lpstr>
      <vt:lpstr>Bài toán ô số</vt:lpstr>
      <vt:lpstr>Không gian trạng thái thật sự?</vt:lpstr>
      <vt:lpstr>Tìm kiếm trong không gian trạng thái</vt:lpstr>
      <vt:lpstr>Tìm kiếm trong không gian trạng thái</vt:lpstr>
      <vt:lpstr>Tìm kiếm trong không gian trạng thái</vt:lpstr>
      <vt:lpstr>Tìm kiếm trong không gian trạng thái</vt:lpstr>
      <vt:lpstr>PowerPoint Presentation</vt:lpstr>
      <vt:lpstr>PowerPoint Presentation</vt:lpstr>
      <vt:lpstr>PowerPoint Presentation</vt:lpstr>
      <vt:lpstr>Tìm kiếm trong không gian trạng thái</vt:lpstr>
      <vt:lpstr>Tìm kiếm trong không gian trạng thái</vt:lpstr>
      <vt:lpstr>Giải quyết bài toán tìm kiếm</vt:lpstr>
      <vt:lpstr>Hàm tiến triển (Successor Function)</vt:lpstr>
      <vt:lpstr>Hàm tiến triển (Successor Function)</vt:lpstr>
      <vt:lpstr>Chi phí đường đi (Path Cost)</vt:lpstr>
      <vt:lpstr>Trạng thái đích (Goal state)</vt:lpstr>
      <vt:lpstr>Tìm kiếm trong AI</vt:lpstr>
      <vt:lpstr>Ứng dụng của tìm kiếm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TIN HỌC ĐẠI CƯƠNG Chương 5. Ngôn ngữ lập trình C++</dc:title>
  <dc:creator>Dinh Anh Nguyen</dc:creator>
  <cp:lastModifiedBy>Nguyen Quy</cp:lastModifiedBy>
  <cp:revision>89</cp:revision>
  <dcterms:created xsi:type="dcterms:W3CDTF">2018-12-13T03:42:15Z</dcterms:created>
  <dcterms:modified xsi:type="dcterms:W3CDTF">2022-02-18T08:40:55Z</dcterms:modified>
</cp:coreProperties>
</file>