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63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 Lê" userId="4eb17d6522c9b302" providerId="LiveId" clId="{EC22D4C3-EAAE-4BFF-B587-409D1D963EF2}"/>
    <pc:docChg chg="undo custSel modSld">
      <pc:chgData name="Minh Lê" userId="4eb17d6522c9b302" providerId="LiveId" clId="{EC22D4C3-EAAE-4BFF-B587-409D1D963EF2}" dt="2026-01-13T05:22:27.174" v="48" actId="255"/>
      <pc:docMkLst>
        <pc:docMk/>
      </pc:docMkLst>
      <pc:sldChg chg="modSp mod">
        <pc:chgData name="Minh Lê" userId="4eb17d6522c9b302" providerId="LiveId" clId="{EC22D4C3-EAAE-4BFF-B587-409D1D963EF2}" dt="2026-01-13T05:20:33.408" v="14" actId="1076"/>
        <pc:sldMkLst>
          <pc:docMk/>
          <pc:sldMk cId="0" sldId="258"/>
        </pc:sldMkLst>
        <pc:spChg chg="mod">
          <ac:chgData name="Minh Lê" userId="4eb17d6522c9b302" providerId="LiveId" clId="{EC22D4C3-EAAE-4BFF-B587-409D1D963EF2}" dt="2026-01-13T05:20:19.424" v="10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Minh Lê" userId="4eb17d6522c9b302" providerId="LiveId" clId="{EC22D4C3-EAAE-4BFF-B587-409D1D963EF2}" dt="2026-01-13T05:20:22.587" v="11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Minh Lê" userId="4eb17d6522c9b302" providerId="LiveId" clId="{EC22D4C3-EAAE-4BFF-B587-409D1D963EF2}" dt="2026-01-13T05:20:26.015" v="12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Minh Lê" userId="4eb17d6522c9b302" providerId="LiveId" clId="{EC22D4C3-EAAE-4BFF-B587-409D1D963EF2}" dt="2026-01-13T05:20:29.831" v="13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Minh Lê" userId="4eb17d6522c9b302" providerId="LiveId" clId="{EC22D4C3-EAAE-4BFF-B587-409D1D963EF2}" dt="2026-01-13T05:20:33.408" v="14" actId="1076"/>
          <ac:spMkLst>
            <pc:docMk/>
            <pc:sldMk cId="0" sldId="258"/>
            <ac:spMk id="25" creationId="{00000000-0000-0000-0000-000000000000}"/>
          </ac:spMkLst>
        </pc:spChg>
      </pc:sldChg>
      <pc:sldChg chg="delSp modSp mod">
        <pc:chgData name="Minh Lê" userId="4eb17d6522c9b302" providerId="LiveId" clId="{EC22D4C3-EAAE-4BFF-B587-409D1D963EF2}" dt="2026-01-13T05:21:29.326" v="42" actId="20577"/>
        <pc:sldMkLst>
          <pc:docMk/>
          <pc:sldMk cId="0" sldId="259"/>
        </pc:sldMkLst>
        <pc:spChg chg="mod">
          <ac:chgData name="Minh Lê" userId="4eb17d6522c9b302" providerId="LiveId" clId="{EC22D4C3-EAAE-4BFF-B587-409D1D963EF2}" dt="2026-01-13T05:20:46.055" v="15" actId="255"/>
          <ac:spMkLst>
            <pc:docMk/>
            <pc:sldMk cId="0" sldId="259"/>
            <ac:spMk id="5" creationId="{00000000-0000-0000-0000-000000000000}"/>
          </ac:spMkLst>
        </pc:spChg>
        <pc:spChg chg="mod">
          <ac:chgData name="Minh Lê" userId="4eb17d6522c9b302" providerId="LiveId" clId="{EC22D4C3-EAAE-4BFF-B587-409D1D963EF2}" dt="2026-01-13T05:20:46.055" v="15" actId="255"/>
          <ac:spMkLst>
            <pc:docMk/>
            <pc:sldMk cId="0" sldId="259"/>
            <ac:spMk id="7" creationId="{00000000-0000-0000-0000-000000000000}"/>
          </ac:spMkLst>
        </pc:spChg>
        <pc:spChg chg="mod">
          <ac:chgData name="Minh Lê" userId="4eb17d6522c9b302" providerId="LiveId" clId="{EC22D4C3-EAAE-4BFF-B587-409D1D963EF2}" dt="2026-01-13T05:20:46.055" v="15" actId="255"/>
          <ac:spMkLst>
            <pc:docMk/>
            <pc:sldMk cId="0" sldId="259"/>
            <ac:spMk id="10" creationId="{00000000-0000-0000-0000-000000000000}"/>
          </ac:spMkLst>
        </pc:spChg>
        <pc:spChg chg="mod">
          <ac:chgData name="Minh Lê" userId="4eb17d6522c9b302" providerId="LiveId" clId="{EC22D4C3-EAAE-4BFF-B587-409D1D963EF2}" dt="2026-01-13T05:20:46.055" v="15" actId="25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Minh Lê" userId="4eb17d6522c9b302" providerId="LiveId" clId="{EC22D4C3-EAAE-4BFF-B587-409D1D963EF2}" dt="2026-01-13T05:20:46.055" v="15" actId="255"/>
          <ac:spMkLst>
            <pc:docMk/>
            <pc:sldMk cId="0" sldId="259"/>
            <ac:spMk id="12" creationId="{00000000-0000-0000-0000-000000000000}"/>
          </ac:spMkLst>
        </pc:spChg>
        <pc:spChg chg="mod">
          <ac:chgData name="Minh Lê" userId="4eb17d6522c9b302" providerId="LiveId" clId="{EC22D4C3-EAAE-4BFF-B587-409D1D963EF2}" dt="2026-01-13T05:20:59.105" v="32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Minh Lê" userId="4eb17d6522c9b302" providerId="LiveId" clId="{EC22D4C3-EAAE-4BFF-B587-409D1D963EF2}" dt="2026-01-13T05:21:01.684" v="34" actId="20577"/>
          <ac:spMkLst>
            <pc:docMk/>
            <pc:sldMk cId="0" sldId="259"/>
            <ac:spMk id="14" creationId="{00000000-0000-0000-0000-000000000000}"/>
          </ac:spMkLst>
        </pc:spChg>
        <pc:spChg chg="del mod">
          <ac:chgData name="Minh Lê" userId="4eb17d6522c9b302" providerId="LiveId" clId="{EC22D4C3-EAAE-4BFF-B587-409D1D963EF2}" dt="2026-01-13T05:21:06.859" v="36" actId="478"/>
          <ac:spMkLst>
            <pc:docMk/>
            <pc:sldMk cId="0" sldId="259"/>
            <ac:spMk id="15" creationId="{00000000-0000-0000-0000-000000000000}"/>
          </ac:spMkLst>
        </pc:spChg>
        <pc:spChg chg="del mod">
          <ac:chgData name="Minh Lê" userId="4eb17d6522c9b302" providerId="LiveId" clId="{EC22D4C3-EAAE-4BFF-B587-409D1D963EF2}" dt="2026-01-13T05:21:10.270" v="37" actId="478"/>
          <ac:spMkLst>
            <pc:docMk/>
            <pc:sldMk cId="0" sldId="259"/>
            <ac:spMk id="16" creationId="{00000000-0000-0000-0000-000000000000}"/>
          </ac:spMkLst>
        </pc:spChg>
        <pc:spChg chg="del mod">
          <ac:chgData name="Minh Lê" userId="4eb17d6522c9b302" providerId="LiveId" clId="{EC22D4C3-EAAE-4BFF-B587-409D1D963EF2}" dt="2026-01-13T05:21:13.040" v="38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Minh Lê" userId="4eb17d6522c9b302" providerId="LiveId" clId="{EC22D4C3-EAAE-4BFF-B587-409D1D963EF2}" dt="2026-01-13T05:21:15.877" v="39" actId="478"/>
          <ac:spMkLst>
            <pc:docMk/>
            <pc:sldMk cId="0" sldId="259"/>
            <ac:spMk id="18" creationId="{00000000-0000-0000-0000-000000000000}"/>
          </ac:spMkLst>
        </pc:spChg>
        <pc:spChg chg="mod">
          <ac:chgData name="Minh Lê" userId="4eb17d6522c9b302" providerId="LiveId" clId="{EC22D4C3-EAAE-4BFF-B587-409D1D963EF2}" dt="2026-01-13T05:21:27.210" v="40" actId="107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Minh Lê" userId="4eb17d6522c9b302" providerId="LiveId" clId="{EC22D4C3-EAAE-4BFF-B587-409D1D963EF2}" dt="2026-01-13T05:21:29.326" v="42" actId="20577"/>
          <ac:spMkLst>
            <pc:docMk/>
            <pc:sldMk cId="0" sldId="259"/>
            <ac:spMk id="20" creationId="{00000000-0000-0000-0000-000000000000}"/>
          </ac:spMkLst>
        </pc:spChg>
      </pc:sldChg>
      <pc:sldChg chg="modSp mod">
        <pc:chgData name="Minh Lê" userId="4eb17d6522c9b302" providerId="LiveId" clId="{EC22D4C3-EAAE-4BFF-B587-409D1D963EF2}" dt="2026-01-13T05:21:40.252" v="43" actId="255"/>
        <pc:sldMkLst>
          <pc:docMk/>
          <pc:sldMk cId="0" sldId="260"/>
        </pc:sldMkLst>
        <pc:spChg chg="mod">
          <ac:chgData name="Minh Lê" userId="4eb17d6522c9b302" providerId="LiveId" clId="{EC22D4C3-EAAE-4BFF-B587-409D1D963EF2}" dt="2026-01-13T05:21:40.252" v="43" actId="255"/>
          <ac:spMkLst>
            <pc:docMk/>
            <pc:sldMk cId="0" sldId="260"/>
            <ac:spMk id="6" creationId="{00000000-0000-0000-0000-000000000000}"/>
          </ac:spMkLst>
        </pc:spChg>
        <pc:spChg chg="mod">
          <ac:chgData name="Minh Lê" userId="4eb17d6522c9b302" providerId="LiveId" clId="{EC22D4C3-EAAE-4BFF-B587-409D1D963EF2}" dt="2026-01-13T05:21:40.252" v="43" actId="255"/>
          <ac:spMkLst>
            <pc:docMk/>
            <pc:sldMk cId="0" sldId="260"/>
            <ac:spMk id="8" creationId="{00000000-0000-0000-0000-000000000000}"/>
          </ac:spMkLst>
        </pc:spChg>
        <pc:spChg chg="mod">
          <ac:chgData name="Minh Lê" userId="4eb17d6522c9b302" providerId="LiveId" clId="{EC22D4C3-EAAE-4BFF-B587-409D1D963EF2}" dt="2026-01-13T05:21:40.252" v="43" actId="255"/>
          <ac:spMkLst>
            <pc:docMk/>
            <pc:sldMk cId="0" sldId="260"/>
            <ac:spMk id="9" creationId="{00000000-0000-0000-0000-000000000000}"/>
          </ac:spMkLst>
        </pc:spChg>
        <pc:spChg chg="mod">
          <ac:chgData name="Minh Lê" userId="4eb17d6522c9b302" providerId="LiveId" clId="{EC22D4C3-EAAE-4BFF-B587-409D1D963EF2}" dt="2026-01-13T05:21:40.252" v="43" actId="255"/>
          <ac:spMkLst>
            <pc:docMk/>
            <pc:sldMk cId="0" sldId="260"/>
            <ac:spMk id="10" creationId="{00000000-0000-0000-0000-000000000000}"/>
          </ac:spMkLst>
        </pc:spChg>
        <pc:spChg chg="mod">
          <ac:chgData name="Minh Lê" userId="4eb17d6522c9b302" providerId="LiveId" clId="{EC22D4C3-EAAE-4BFF-B587-409D1D963EF2}" dt="2026-01-13T05:21:40.252" v="43" actId="255"/>
          <ac:spMkLst>
            <pc:docMk/>
            <pc:sldMk cId="0" sldId="260"/>
            <ac:spMk id="11" creationId="{00000000-0000-0000-0000-000000000000}"/>
          </ac:spMkLst>
        </pc:spChg>
        <pc:spChg chg="mod">
          <ac:chgData name="Minh Lê" userId="4eb17d6522c9b302" providerId="LiveId" clId="{EC22D4C3-EAAE-4BFF-B587-409D1D963EF2}" dt="2026-01-13T05:21:40.252" v="43" actId="255"/>
          <ac:spMkLst>
            <pc:docMk/>
            <pc:sldMk cId="0" sldId="260"/>
            <ac:spMk id="12" creationId="{00000000-0000-0000-0000-000000000000}"/>
          </ac:spMkLst>
        </pc:spChg>
        <pc:spChg chg="mod">
          <ac:chgData name="Minh Lê" userId="4eb17d6522c9b302" providerId="LiveId" clId="{EC22D4C3-EAAE-4BFF-B587-409D1D963EF2}" dt="2026-01-13T05:21:40.252" v="43" actId="255"/>
          <ac:spMkLst>
            <pc:docMk/>
            <pc:sldMk cId="0" sldId="260"/>
            <ac:spMk id="13" creationId="{00000000-0000-0000-0000-000000000000}"/>
          </ac:spMkLst>
        </pc:spChg>
        <pc:spChg chg="mod">
          <ac:chgData name="Minh Lê" userId="4eb17d6522c9b302" providerId="LiveId" clId="{EC22D4C3-EAAE-4BFF-B587-409D1D963EF2}" dt="2026-01-13T05:21:40.252" v="43" actId="255"/>
          <ac:spMkLst>
            <pc:docMk/>
            <pc:sldMk cId="0" sldId="260"/>
            <ac:spMk id="14" creationId="{00000000-0000-0000-0000-000000000000}"/>
          </ac:spMkLst>
        </pc:spChg>
        <pc:spChg chg="mod">
          <ac:chgData name="Minh Lê" userId="4eb17d6522c9b302" providerId="LiveId" clId="{EC22D4C3-EAAE-4BFF-B587-409D1D963EF2}" dt="2026-01-13T05:21:40.252" v="43" actId="255"/>
          <ac:spMkLst>
            <pc:docMk/>
            <pc:sldMk cId="0" sldId="260"/>
            <ac:spMk id="15" creationId="{00000000-0000-0000-0000-000000000000}"/>
          </ac:spMkLst>
        </pc:spChg>
        <pc:spChg chg="mod">
          <ac:chgData name="Minh Lê" userId="4eb17d6522c9b302" providerId="LiveId" clId="{EC22D4C3-EAAE-4BFF-B587-409D1D963EF2}" dt="2026-01-13T05:21:40.252" v="43" actId="255"/>
          <ac:spMkLst>
            <pc:docMk/>
            <pc:sldMk cId="0" sldId="260"/>
            <ac:spMk id="16" creationId="{00000000-0000-0000-0000-000000000000}"/>
          </ac:spMkLst>
        </pc:spChg>
      </pc:sldChg>
      <pc:sldChg chg="modSp mod">
        <pc:chgData name="Minh Lê" userId="4eb17d6522c9b302" providerId="LiveId" clId="{EC22D4C3-EAAE-4BFF-B587-409D1D963EF2}" dt="2026-01-13T05:22:02.679" v="46" actId="255"/>
        <pc:sldMkLst>
          <pc:docMk/>
          <pc:sldMk cId="0" sldId="261"/>
        </pc:sldMkLst>
        <pc:spChg chg="mod">
          <ac:chgData name="Minh Lê" userId="4eb17d6522c9b302" providerId="LiveId" clId="{EC22D4C3-EAAE-4BFF-B587-409D1D963EF2}" dt="2026-01-13T05:22:02.679" v="46" actId="255"/>
          <ac:spMkLst>
            <pc:docMk/>
            <pc:sldMk cId="0" sldId="261"/>
            <ac:spMk id="9" creationId="{00000000-0000-0000-0000-000000000000}"/>
          </ac:spMkLst>
        </pc:spChg>
        <pc:spChg chg="mod">
          <ac:chgData name="Minh Lê" userId="4eb17d6522c9b302" providerId="LiveId" clId="{EC22D4C3-EAAE-4BFF-B587-409D1D963EF2}" dt="2026-01-13T05:22:02.679" v="46" actId="255"/>
          <ac:spMkLst>
            <pc:docMk/>
            <pc:sldMk cId="0" sldId="261"/>
            <ac:spMk id="10" creationId="{00000000-0000-0000-0000-000000000000}"/>
          </ac:spMkLst>
        </pc:spChg>
        <pc:spChg chg="mod">
          <ac:chgData name="Minh Lê" userId="4eb17d6522c9b302" providerId="LiveId" clId="{EC22D4C3-EAAE-4BFF-B587-409D1D963EF2}" dt="2026-01-13T05:22:02.679" v="46" actId="255"/>
          <ac:spMkLst>
            <pc:docMk/>
            <pc:sldMk cId="0" sldId="261"/>
            <ac:spMk id="11" creationId="{00000000-0000-0000-0000-000000000000}"/>
          </ac:spMkLst>
        </pc:spChg>
        <pc:spChg chg="mod">
          <ac:chgData name="Minh Lê" userId="4eb17d6522c9b302" providerId="LiveId" clId="{EC22D4C3-EAAE-4BFF-B587-409D1D963EF2}" dt="2026-01-13T05:22:02.679" v="46" actId="255"/>
          <ac:spMkLst>
            <pc:docMk/>
            <pc:sldMk cId="0" sldId="261"/>
            <ac:spMk id="12" creationId="{00000000-0000-0000-0000-000000000000}"/>
          </ac:spMkLst>
        </pc:spChg>
        <pc:spChg chg="mod">
          <ac:chgData name="Minh Lê" userId="4eb17d6522c9b302" providerId="LiveId" clId="{EC22D4C3-EAAE-4BFF-B587-409D1D963EF2}" dt="2026-01-13T05:22:02.679" v="46" actId="255"/>
          <ac:spMkLst>
            <pc:docMk/>
            <pc:sldMk cId="0" sldId="261"/>
            <ac:spMk id="13" creationId="{00000000-0000-0000-0000-000000000000}"/>
          </ac:spMkLst>
        </pc:spChg>
        <pc:spChg chg="mod">
          <ac:chgData name="Minh Lê" userId="4eb17d6522c9b302" providerId="LiveId" clId="{EC22D4C3-EAAE-4BFF-B587-409D1D963EF2}" dt="2026-01-13T05:22:02.679" v="46" actId="255"/>
          <ac:spMkLst>
            <pc:docMk/>
            <pc:sldMk cId="0" sldId="261"/>
            <ac:spMk id="14" creationId="{00000000-0000-0000-0000-000000000000}"/>
          </ac:spMkLst>
        </pc:spChg>
        <pc:spChg chg="mod">
          <ac:chgData name="Minh Lê" userId="4eb17d6522c9b302" providerId="LiveId" clId="{EC22D4C3-EAAE-4BFF-B587-409D1D963EF2}" dt="2026-01-13T05:18:41.351" v="2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Minh Lê" userId="4eb17d6522c9b302" providerId="LiveId" clId="{EC22D4C3-EAAE-4BFF-B587-409D1D963EF2}" dt="2026-01-13T05:22:02.679" v="46" actId="255"/>
          <ac:spMkLst>
            <pc:docMk/>
            <pc:sldMk cId="0" sldId="261"/>
            <ac:spMk id="18" creationId="{00000000-0000-0000-0000-000000000000}"/>
          </ac:spMkLst>
        </pc:spChg>
        <pc:spChg chg="mod">
          <ac:chgData name="Minh Lê" userId="4eb17d6522c9b302" providerId="LiveId" clId="{EC22D4C3-EAAE-4BFF-B587-409D1D963EF2}" dt="2026-01-13T05:22:02.679" v="46" actId="255"/>
          <ac:spMkLst>
            <pc:docMk/>
            <pc:sldMk cId="0" sldId="261"/>
            <ac:spMk id="19" creationId="{00000000-0000-0000-0000-000000000000}"/>
          </ac:spMkLst>
        </pc:spChg>
        <pc:spChg chg="mod">
          <ac:chgData name="Minh Lê" userId="4eb17d6522c9b302" providerId="LiveId" clId="{EC22D4C3-EAAE-4BFF-B587-409D1D963EF2}" dt="2026-01-13T05:22:02.679" v="46" actId="255"/>
          <ac:spMkLst>
            <pc:docMk/>
            <pc:sldMk cId="0" sldId="261"/>
            <ac:spMk id="21" creationId="{00000000-0000-0000-0000-000000000000}"/>
          </ac:spMkLst>
        </pc:spChg>
        <pc:spChg chg="mod">
          <ac:chgData name="Minh Lê" userId="4eb17d6522c9b302" providerId="LiveId" clId="{EC22D4C3-EAAE-4BFF-B587-409D1D963EF2}" dt="2026-01-13T05:22:02.679" v="46" actId="255"/>
          <ac:spMkLst>
            <pc:docMk/>
            <pc:sldMk cId="0" sldId="261"/>
            <ac:spMk id="24" creationId="{00000000-0000-0000-0000-000000000000}"/>
          </ac:spMkLst>
        </pc:spChg>
      </pc:sldChg>
      <pc:sldChg chg="modSp mod">
        <pc:chgData name="Minh Lê" userId="4eb17d6522c9b302" providerId="LiveId" clId="{EC22D4C3-EAAE-4BFF-B587-409D1D963EF2}" dt="2026-01-13T05:22:27.174" v="48" actId="255"/>
        <pc:sldMkLst>
          <pc:docMk/>
          <pc:sldMk cId="0" sldId="262"/>
        </pc:sldMkLst>
        <pc:spChg chg="mod">
          <ac:chgData name="Minh Lê" userId="4eb17d6522c9b302" providerId="LiveId" clId="{EC22D4C3-EAAE-4BFF-B587-409D1D963EF2}" dt="2026-01-13T05:22:18.346" v="47" actId="255"/>
          <ac:spMkLst>
            <pc:docMk/>
            <pc:sldMk cId="0" sldId="262"/>
            <ac:spMk id="5" creationId="{00000000-0000-0000-0000-000000000000}"/>
          </ac:spMkLst>
        </pc:spChg>
        <pc:spChg chg="mod">
          <ac:chgData name="Minh Lê" userId="4eb17d6522c9b302" providerId="LiveId" clId="{EC22D4C3-EAAE-4BFF-B587-409D1D963EF2}" dt="2026-01-13T05:22:27.174" v="48" actId="255"/>
          <ac:spMkLst>
            <pc:docMk/>
            <pc:sldMk cId="0" sldId="262"/>
            <ac:spMk id="6" creationId="{00000000-0000-0000-0000-000000000000}"/>
          </ac:spMkLst>
        </pc:spChg>
        <pc:spChg chg="mod">
          <ac:chgData name="Minh Lê" userId="4eb17d6522c9b302" providerId="LiveId" clId="{EC22D4C3-EAAE-4BFF-B587-409D1D963EF2}" dt="2026-01-13T05:22:27.174" v="48" actId="255"/>
          <ac:spMkLst>
            <pc:docMk/>
            <pc:sldMk cId="0" sldId="262"/>
            <ac:spMk id="7" creationId="{00000000-0000-0000-0000-000000000000}"/>
          </ac:spMkLst>
        </pc:spChg>
        <pc:spChg chg="mod">
          <ac:chgData name="Minh Lê" userId="4eb17d6522c9b302" providerId="LiveId" clId="{EC22D4C3-EAAE-4BFF-B587-409D1D963EF2}" dt="2026-01-13T05:22:27.174" v="48" actId="255"/>
          <ac:spMkLst>
            <pc:docMk/>
            <pc:sldMk cId="0" sldId="262"/>
            <ac:spMk id="8" creationId="{00000000-0000-0000-0000-000000000000}"/>
          </ac:spMkLst>
        </pc:spChg>
        <pc:spChg chg="mod">
          <ac:chgData name="Minh Lê" userId="4eb17d6522c9b302" providerId="LiveId" clId="{EC22D4C3-EAAE-4BFF-B587-409D1D963EF2}" dt="2026-01-13T05:22:18.346" v="47" actId="255"/>
          <ac:spMkLst>
            <pc:docMk/>
            <pc:sldMk cId="0" sldId="262"/>
            <ac:spMk id="9" creationId="{00000000-0000-0000-0000-000000000000}"/>
          </ac:spMkLst>
        </pc:spChg>
        <pc:spChg chg="mod">
          <ac:chgData name="Minh Lê" userId="4eb17d6522c9b302" providerId="LiveId" clId="{EC22D4C3-EAAE-4BFF-B587-409D1D963EF2}" dt="2026-01-13T05:22:18.346" v="47" actId="255"/>
          <ac:spMkLst>
            <pc:docMk/>
            <pc:sldMk cId="0" sldId="262"/>
            <ac:spMk id="10" creationId="{00000000-0000-0000-0000-000000000000}"/>
          </ac:spMkLst>
        </pc:spChg>
        <pc:spChg chg="mod">
          <ac:chgData name="Minh Lê" userId="4eb17d6522c9b302" providerId="LiveId" clId="{EC22D4C3-EAAE-4BFF-B587-409D1D963EF2}" dt="2026-01-13T05:22:18.346" v="47" actId="255"/>
          <ac:spMkLst>
            <pc:docMk/>
            <pc:sldMk cId="0" sldId="262"/>
            <ac:spMk id="12" creationId="{00000000-0000-0000-0000-000000000000}"/>
          </ac:spMkLst>
        </pc:spChg>
        <pc:spChg chg="mod">
          <ac:chgData name="Minh Lê" userId="4eb17d6522c9b302" providerId="LiveId" clId="{EC22D4C3-EAAE-4BFF-B587-409D1D963EF2}" dt="2026-01-13T05:22:18.346" v="47" actId="255"/>
          <ac:spMkLst>
            <pc:docMk/>
            <pc:sldMk cId="0" sldId="262"/>
            <ac:spMk id="13" creationId="{00000000-0000-0000-0000-000000000000}"/>
          </ac:spMkLst>
        </pc:spChg>
        <pc:spChg chg="mod">
          <ac:chgData name="Minh Lê" userId="4eb17d6522c9b302" providerId="LiveId" clId="{EC22D4C3-EAAE-4BFF-B587-409D1D963EF2}" dt="2026-01-13T05:22:18.346" v="47" actId="255"/>
          <ac:spMkLst>
            <pc:docMk/>
            <pc:sldMk cId="0" sldId="262"/>
            <ac:spMk id="14" creationId="{00000000-0000-0000-0000-000000000000}"/>
          </ac:spMkLst>
        </pc:spChg>
        <pc:spChg chg="mod">
          <ac:chgData name="Minh Lê" userId="4eb17d6522c9b302" providerId="LiveId" clId="{EC22D4C3-EAAE-4BFF-B587-409D1D963EF2}" dt="2026-01-13T05:22:18.346" v="47" actId="255"/>
          <ac:spMkLst>
            <pc:docMk/>
            <pc:sldMk cId="0" sldId="262"/>
            <ac:spMk id="15" creationId="{00000000-0000-0000-0000-000000000000}"/>
          </ac:spMkLst>
        </pc:spChg>
      </pc:sldChg>
      <pc:sldChg chg="modSp mod">
        <pc:chgData name="Minh Lê" userId="4eb17d6522c9b302" providerId="LiveId" clId="{EC22D4C3-EAAE-4BFF-B587-409D1D963EF2}" dt="2026-01-13T05:18:59.183" v="5" actId="1076"/>
        <pc:sldMkLst>
          <pc:docMk/>
          <pc:sldMk cId="0" sldId="263"/>
        </pc:sldMkLst>
        <pc:spChg chg="mod">
          <ac:chgData name="Minh Lê" userId="4eb17d6522c9b302" providerId="LiveId" clId="{EC22D4C3-EAAE-4BFF-B587-409D1D963EF2}" dt="2026-01-13T05:18:59.183" v="5" actId="1076"/>
          <ac:spMkLst>
            <pc:docMk/>
            <pc:sldMk cId="0" sldId="263"/>
            <ac:spMk id="13" creationId="{00000000-0000-0000-0000-000000000000}"/>
          </ac:spMkLst>
        </pc:spChg>
        <pc:picChg chg="mod">
          <ac:chgData name="Minh Lê" userId="4eb17d6522c9b302" providerId="LiveId" clId="{EC22D4C3-EAAE-4BFF-B587-409D1D963EF2}" dt="2026-01-13T05:18:53.047" v="4" actId="14100"/>
          <ac:picMkLst>
            <pc:docMk/>
            <pc:sldMk cId="0" sldId="263"/>
            <ac:picMk id="2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7636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048010"/>
            <a:ext cx="5372100" cy="201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1A1A"/>
                </a:solidFill>
              </a:rPr>
              <a:t>Lập trình Python
trong Khoa học
Tính toán &amp; Kỹ thuật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3231096"/>
            <a:ext cx="53721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Buổi 1: Giới thiệu học phần &amp; Nhập môn Python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771525" y="3972260"/>
            <a:ext cx="51720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ThS. Lê Văn Minh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771525" y="4263368"/>
            <a:ext cx="51720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3 Tín chỉ | 30 tiết LT | 30 tiết TH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6286500" y="785813"/>
            <a:ext cx="3571875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85725" cy="466130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835818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Giới thiệu Giảng viên &amp; Học phần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466255"/>
            <a:ext cx="37861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1A1A1A"/>
                </a:solidFill>
              </a:rPr>
              <a:t>Giảng viên phụ trách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571500" y="1953816"/>
            <a:ext cx="37861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</a:rPr>
              <a:t>Họ và tên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571500" y="2146697"/>
            <a:ext cx="137486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ThS. Lê Văn Minh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571500" y="2670674"/>
            <a:ext cx="37861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</a:rPr>
              <a:t>Tài liệu tham khảo chính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571500" y="2863555"/>
            <a:ext cx="367984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Giáo trình Lập trình Python dành cho kỹ thuật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571500" y="3103569"/>
            <a:ext cx="245655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Tác giả: ThS. Nguyễn Đình Quý</a:t>
            </a:r>
            <a:endParaRPr lang="en-US" sz="1269" dirty="0"/>
          </a:p>
        </p:txBody>
      </p:sp>
      <p:sp>
        <p:nvSpPr>
          <p:cNvPr id="12" name="Shape 9"/>
          <p:cNvSpPr/>
          <p:nvPr/>
        </p:nvSpPr>
        <p:spPr>
          <a:xfrm>
            <a:off x="4786313" y="1466255"/>
            <a:ext cx="3786188" cy="2352387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Text 10"/>
          <p:cNvSpPr/>
          <p:nvPr/>
        </p:nvSpPr>
        <p:spPr>
          <a:xfrm>
            <a:off x="5072063" y="1752005"/>
            <a:ext cx="32146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FF4500"/>
                </a:solidFill>
              </a:rPr>
              <a:t>Cấu trúc học phần</a:t>
            </a:r>
            <a:endParaRPr lang="en-US" sz="1397" dirty="0"/>
          </a:p>
        </p:txBody>
      </p:sp>
      <p:sp>
        <p:nvSpPr>
          <p:cNvPr id="14" name="Text 11"/>
          <p:cNvSpPr/>
          <p:nvPr/>
        </p:nvSpPr>
        <p:spPr>
          <a:xfrm>
            <a:off x="5072063" y="2239566"/>
            <a:ext cx="32146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</a:rPr>
              <a:t>Tổng số tín chỉ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5072063" y="2432447"/>
            <a:ext cx="76332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F2F2F2"/>
                </a:solidFill>
              </a:rPr>
              <a:t>03 Tín chỉ</a:t>
            </a:r>
            <a:endParaRPr lang="en-US" sz="1269" dirty="0"/>
          </a:p>
        </p:txBody>
      </p:sp>
      <p:sp>
        <p:nvSpPr>
          <p:cNvPr id="16" name="Text 13"/>
          <p:cNvSpPr/>
          <p:nvPr/>
        </p:nvSpPr>
        <p:spPr>
          <a:xfrm>
            <a:off x="5072063" y="2813549"/>
            <a:ext cx="32146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</a:rPr>
              <a:t>Lý thuyết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5072063" y="3006430"/>
            <a:ext cx="12529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F2F2F2"/>
                </a:solidFill>
              </a:rPr>
              <a:t>10 buổi (30 tiết)</a:t>
            </a:r>
            <a:endParaRPr lang="en-US" sz="1269" dirty="0"/>
          </a:p>
        </p:txBody>
      </p:sp>
      <p:sp>
        <p:nvSpPr>
          <p:cNvPr id="18" name="Text 15"/>
          <p:cNvSpPr/>
          <p:nvPr/>
        </p:nvSpPr>
        <p:spPr>
          <a:xfrm>
            <a:off x="5072063" y="3387533"/>
            <a:ext cx="32146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</a:rPr>
              <a:t>Thực hành / Bài tập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5072063" y="3580414"/>
            <a:ext cx="12529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F2F2F2"/>
                </a:solidFill>
              </a:rPr>
              <a:t>10 buổi (30 tiết)</a:t>
            </a:r>
            <a:endParaRPr lang="en-US" sz="126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85725" cy="466130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835818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Mục tiêu &amp; Chuẩn đầu ra (LO)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180505"/>
            <a:ext cx="3857625" cy="17859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 sz="2000"/>
          </a:p>
        </p:txBody>
      </p:sp>
      <p:sp>
        <p:nvSpPr>
          <p:cNvPr id="7" name="Shape 4"/>
          <p:cNvSpPr/>
          <p:nvPr/>
        </p:nvSpPr>
        <p:spPr>
          <a:xfrm>
            <a:off x="571500" y="1180505"/>
            <a:ext cx="57150" cy="178593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785813" y="1394817"/>
            <a:ext cx="50156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500"/>
                </a:solidFill>
              </a:rPr>
              <a:t>LO.1</a:t>
            </a:r>
            <a:endParaRPr lang="en-US" sz="1602" dirty="0"/>
          </a:p>
        </p:txBody>
      </p:sp>
      <p:sp>
        <p:nvSpPr>
          <p:cNvPr id="9" name="Text 6"/>
          <p:cNvSpPr/>
          <p:nvPr/>
        </p:nvSpPr>
        <p:spPr>
          <a:xfrm>
            <a:off x="1394538" y="1453753"/>
            <a:ext cx="1714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Lập trình Python cơ bản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775133" y="1961740"/>
            <a:ext cx="34290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Sử dụng được các kiến thức về lập trình với Python cơ bản (biến, kiểu dữ liệu, toán tử, cấu trúc điều khiển).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14875" y="1180505"/>
            <a:ext cx="3857625" cy="17859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4714875" y="1180505"/>
            <a:ext cx="57150" cy="178593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Text 10"/>
          <p:cNvSpPr/>
          <p:nvPr/>
        </p:nvSpPr>
        <p:spPr>
          <a:xfrm>
            <a:off x="4929188" y="1394817"/>
            <a:ext cx="50156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500"/>
                </a:solidFill>
              </a:rPr>
              <a:t>LO.2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5537913" y="1453753"/>
            <a:ext cx="176637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Tính toán và xử lý số học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4929188" y="1921668"/>
            <a:ext cx="342900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Sử dụng được các kiến thức về lập trình Python để tính toán, xử lý số học, thống kê (sử dụng thư viện NumPy, SciPy).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71500" y="3252192"/>
            <a:ext cx="3857625" cy="17859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Shape 14"/>
          <p:cNvSpPr/>
          <p:nvPr/>
        </p:nvSpPr>
        <p:spPr>
          <a:xfrm>
            <a:off x="571500" y="3252192"/>
            <a:ext cx="57150" cy="178593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Text 15"/>
          <p:cNvSpPr/>
          <p:nvPr/>
        </p:nvSpPr>
        <p:spPr>
          <a:xfrm>
            <a:off x="785813" y="3466505"/>
            <a:ext cx="50156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500"/>
                </a:solidFill>
              </a:rPr>
              <a:t>LO.3</a:t>
            </a:r>
            <a:endParaRPr lang="en-US" sz="1602" dirty="0"/>
          </a:p>
        </p:txBody>
      </p:sp>
      <p:sp>
        <p:nvSpPr>
          <p:cNvPr id="19" name="Text 16"/>
          <p:cNvSpPr/>
          <p:nvPr/>
        </p:nvSpPr>
        <p:spPr>
          <a:xfrm>
            <a:off x="1394538" y="3525441"/>
            <a:ext cx="236474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Hiển thị và trực quan hóa dữ liệu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785813" y="4066131"/>
            <a:ext cx="342900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Sử dụng được các kiến thức về lập trình Python để hiển thị và trực quan hóa dữ liệu (sử dụng thư viện Matplotlib, Plotly).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14875" y="3252192"/>
            <a:ext cx="3857625" cy="17859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2" name="Shape 19"/>
          <p:cNvSpPr/>
          <p:nvPr/>
        </p:nvSpPr>
        <p:spPr>
          <a:xfrm>
            <a:off x="4714875" y="3252192"/>
            <a:ext cx="57150" cy="178593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Text 20"/>
          <p:cNvSpPr/>
          <p:nvPr/>
        </p:nvSpPr>
        <p:spPr>
          <a:xfrm>
            <a:off x="4929188" y="3466505"/>
            <a:ext cx="50156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500"/>
                </a:solidFill>
              </a:rPr>
              <a:t>LO.4</a:t>
            </a:r>
            <a:endParaRPr lang="en-US" sz="1602" dirty="0"/>
          </a:p>
        </p:txBody>
      </p:sp>
      <p:sp>
        <p:nvSpPr>
          <p:cNvPr id="24" name="Text 21"/>
          <p:cNvSpPr/>
          <p:nvPr/>
        </p:nvSpPr>
        <p:spPr>
          <a:xfrm>
            <a:off x="5537913" y="3525441"/>
            <a:ext cx="277336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Kỹ năng làm việc nhóm và thuyết trình</a:t>
            </a:r>
            <a:endParaRPr lang="en-US" sz="987" dirty="0"/>
          </a:p>
        </p:txBody>
      </p:sp>
      <p:sp>
        <p:nvSpPr>
          <p:cNvPr id="25" name="Text 22"/>
          <p:cNvSpPr/>
          <p:nvPr/>
        </p:nvSpPr>
        <p:spPr>
          <a:xfrm>
            <a:off x="4929188" y="4033142"/>
            <a:ext cx="342900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Trình bày theo nhóm được một số nội dung đã học; Có khả năng sử dụng các ngôn ngữ hình thể phù hợp khi trình bày.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00088"/>
            <a:ext cx="371475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Phương pháp
Học tập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777343"/>
            <a:ext cx="700063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Tại lớp học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2043447"/>
            <a:ext cx="37147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Nghe giảng lý thuyết, thảo luận nhóm và thực hành giải quyết các bài toán kỹ thuật trực tiếp cùng giảng viên.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587768"/>
            <a:ext cx="912366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Tự học tại nhà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853872"/>
            <a:ext cx="37147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Đọc tài liệu giáo trình, hoàn thành bài tập về nhà và thực hành lập trình trên máy tính cá nhân.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" name="Text 6"/>
          <p:cNvSpPr/>
          <p:nvPr/>
        </p:nvSpPr>
        <p:spPr>
          <a:xfrm>
            <a:off x="5000625" y="700088"/>
            <a:ext cx="3571875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2F2F2"/>
                </a:solidFill>
              </a:rPr>
              <a:t>Hệ thống
Đánh giá</a:t>
            </a:r>
            <a:endParaRPr lang="en-US" sz="2121" dirty="0"/>
          </a:p>
        </p:txBody>
      </p:sp>
      <p:sp>
        <p:nvSpPr>
          <p:cNvPr id="10" name="Text 7"/>
          <p:cNvSpPr/>
          <p:nvPr/>
        </p:nvSpPr>
        <p:spPr>
          <a:xfrm>
            <a:off x="5000625" y="1777343"/>
            <a:ext cx="980140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4500"/>
                </a:solidFill>
              </a:rPr>
              <a:t>Cơ cấu điểm số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00625" y="2220859"/>
            <a:ext cx="2682004" cy="255968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FF4500"/>
                </a:solidFill>
              </a:rPr>
              <a:t>Thành phần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82629" y="2220859"/>
            <a:ext cx="889871" cy="255968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1200" b="1" dirty="0">
                <a:solidFill>
                  <a:srgbClr val="FF4500"/>
                </a:solidFill>
              </a:rPr>
              <a:t>Trọng số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00625" y="2472072"/>
            <a:ext cx="2682004" cy="289322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>
                <a:solidFill>
                  <a:srgbClr val="F2F2F2"/>
                </a:solidFill>
              </a:rPr>
              <a:t>Quá trình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682629" y="2472072"/>
            <a:ext cx="889871" cy="289322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4500"/>
                </a:solidFill>
              </a:rPr>
              <a:t>5</a:t>
            </a:r>
            <a:r>
              <a:rPr lang="en-US" sz="1200" b="1">
                <a:solidFill>
                  <a:srgbClr val="FF4500"/>
                </a:solidFill>
              </a:rPr>
              <a:t>0</a:t>
            </a:r>
            <a:r>
              <a:rPr lang="en-US" sz="1200" b="1" dirty="0">
                <a:solidFill>
                  <a:srgbClr val="FF4500"/>
                </a:solidFill>
              </a:rPr>
              <a:t>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00625" y="2772586"/>
            <a:ext cx="2682004" cy="289322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F2F2F2"/>
                </a:solidFill>
              </a:rPr>
              <a:t>Thi cuối kỳ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682629" y="2772586"/>
            <a:ext cx="889871" cy="289322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4500"/>
                </a:solidFill>
              </a:rPr>
              <a:t>5</a:t>
            </a:r>
            <a:r>
              <a:rPr lang="en-US" sz="1200" b="1">
                <a:solidFill>
                  <a:srgbClr val="FF4500"/>
                </a:solidFill>
              </a:rPr>
              <a:t>0</a:t>
            </a:r>
            <a:r>
              <a:rPr lang="en-US" sz="1200" b="1" dirty="0">
                <a:solidFill>
                  <a:srgbClr val="FF4500"/>
                </a:solidFill>
              </a:rPr>
              <a:t>%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85725" cy="466130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835818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Khái niệm Mô hình tính toán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323380"/>
            <a:ext cx="1308371" cy="146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b="1" kern="0" spc="2" dirty="0">
                <a:solidFill>
                  <a:srgbClr val="FF4500"/>
                </a:solidFill>
              </a:rPr>
              <a:t>Định nghĩa &amp; Vai trò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1621631"/>
            <a:ext cx="4543425" cy="534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Mô hình tính toán là một </a:t>
            </a:r>
            <a:r>
              <a:rPr lang="en-US" sz="1200" b="1" dirty="0">
                <a:solidFill>
                  <a:srgbClr val="1A1A1A"/>
                </a:solidFill>
              </a:rPr>
              <a:t>mô hình toán học</a:t>
            </a:r>
            <a:r>
              <a:rPr lang="en-US" sz="1200" dirty="0">
                <a:solidFill>
                  <a:srgbClr val="1A1A1A"/>
                </a:solidFill>
              </a:rPr>
              <a:t> trừu tượng dùng để mô tả cách thức một máy tính thực hiện các phép toán và xử lý dữ liệu.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854626"/>
            <a:ext cx="4543425" cy="17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Nghiên cứu tính khả thi của việc giải quyết các vấn đề bằng thuật toán.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1500" y="3351116"/>
            <a:ext cx="4543425" cy="17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Đo lường độ phức tạp về thời gian thực thi và không gian bộ nhớ.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1500" y="3847607"/>
            <a:ext cx="4543425" cy="17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Cung cấp nền tảng lý thuyết để thiết kế các ngôn ngữ lập trình hiện đại.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543550" y="1323380"/>
            <a:ext cx="3028950" cy="291356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vi-VN" sz="1200"/>
          </a:p>
        </p:txBody>
      </p:sp>
      <p:sp>
        <p:nvSpPr>
          <p:cNvPr id="12" name="Text 9"/>
          <p:cNvSpPr/>
          <p:nvPr/>
        </p:nvSpPr>
        <p:spPr>
          <a:xfrm>
            <a:off x="5829300" y="1680567"/>
            <a:ext cx="1391407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4500"/>
                </a:solidFill>
              </a:rPr>
              <a:t>Các mô hình phổ biến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29300" y="2128838"/>
            <a:ext cx="717119" cy="184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2F2F2"/>
                </a:solidFill>
              </a:rPr>
              <a:t>Máy Turing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29300" y="2414588"/>
            <a:ext cx="245745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CCCC"/>
                </a:solidFill>
              </a:rPr>
              <a:t>Mô hình lý thuyết cơ bản nhất, định nghĩa giới hạn của những gì có thể tính toán được.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29300" y="3121819"/>
            <a:ext cx="1523750" cy="184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2F2F2"/>
                </a:solidFill>
              </a:rPr>
              <a:t>Kiến trúc Von Neumann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29300" y="3407569"/>
            <a:ext cx="2457450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CCCC"/>
                </a:solidFill>
              </a:rPr>
              <a:t>Mô hình máy tính thực tế với bộ nhớ lưu trữ cả chương trình và dữ liệu.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5043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93225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85725" cy="932259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8358188" cy="932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Python trong Khoa học tính toán &amp; Kỹ thuật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825228"/>
            <a:ext cx="1240724" cy="1911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A1A1A"/>
                </a:solidFill>
              </a:rPr>
              <a:t>Tại sao chọn Python?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78656" y="2166342"/>
            <a:ext cx="70532" cy="1911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FF4500"/>
                </a:solidFill>
              </a:rPr>
              <a:t>•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1531" y="2180630"/>
            <a:ext cx="987450" cy="1911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333333"/>
                </a:solidFill>
              </a:rPr>
              <a:t>Cú pháp tối giản: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1531" y="2328606"/>
            <a:ext cx="3666585" cy="39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Gần với ngôn ngữ tự nhiên, giúp kỹ sư tập trung vào thuật toán thay vì cú pháp phức tạp.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78656" y="2649215"/>
            <a:ext cx="70532" cy="1911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FF4500"/>
                </a:solidFill>
              </a:rPr>
              <a:t>•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1531" y="2663503"/>
            <a:ext cx="1336904" cy="1911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333333"/>
                </a:solidFill>
              </a:rPr>
              <a:t>Thư viện chuyên dụng: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1531" y="2838525"/>
            <a:ext cx="3667730" cy="39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NumPy (ma trận), SciPy (tối ưu hóa), Matplotlib (đồ họa), Pandas (dữ liệu).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8656" y="3132088"/>
            <a:ext cx="70532" cy="1911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FF4500"/>
                </a:solidFill>
              </a:rPr>
              <a:t>•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1531" y="3146375"/>
            <a:ext cx="868828" cy="1911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333333"/>
                </a:solidFill>
              </a:rPr>
              <a:t>Mã nguồn mở: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1531" y="3321397"/>
            <a:ext cx="3796317" cy="39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Cộng đồng toàn cầu hỗ trợ mạnh mẽ, miễn phí hoàn toàn cho nghiên cứu và thương mại.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1500" y="3800698"/>
            <a:ext cx="1126912" cy="1911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A1A1A"/>
                </a:solidFill>
              </a:rPr>
              <a:t>Ứng dụng tiêu biểu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8656" y="4141812"/>
            <a:ext cx="70532" cy="1911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FF4500"/>
                </a:solidFill>
              </a:rPr>
              <a:t>•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1531" y="4156100"/>
            <a:ext cx="3177152" cy="1911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Giải các hệ phương trình vi phân và bài toán tối ưu hóa.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78656" y="4418967"/>
            <a:ext cx="70532" cy="1911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FF4500"/>
                </a:solidFill>
              </a:rPr>
              <a:t>•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1531" y="4433255"/>
            <a:ext cx="2906245" cy="1911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Mô phỏng các hiện tượng vật lý, cơ học và điện tử.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8656" y="4696123"/>
            <a:ext cx="70532" cy="1911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FF4500"/>
                </a:solidFill>
              </a:rPr>
              <a:t>•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21531" y="4710410"/>
            <a:ext cx="2864567" cy="1911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Xử lý tín hiệu số và phân tích dữ liệu thực nghiệm.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78656" y="4973278"/>
            <a:ext cx="70532" cy="1911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FF4500"/>
                </a:solidFill>
              </a:rPr>
              <a:t>•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21531" y="4987565"/>
            <a:ext cx="3290966" cy="1911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Tự động hóa các quy trình tính toán lặp lại trong kỹ thuật.</a:t>
            </a:r>
            <a:endParaRPr lang="en-US" sz="11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5" y="1682353"/>
            <a:ext cx="3571875" cy="321468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000625" y="5002411"/>
            <a:ext cx="3571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Hệ sinh thái Python cho nghiên cứu khoa học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1538" y="428625"/>
            <a:ext cx="4614863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Phiên bản Python &amp;
Môi trường lập trình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720193"/>
            <a:ext cx="1543821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Phiên bản &amp; Quản lý gói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2061307"/>
            <a:ext cx="3565591" cy="184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Sử dụng Python 3.x (Khuyến nghị phiên bản 3.10 trở lên).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1297" y="2325625"/>
            <a:ext cx="864019" cy="178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Trình quản lý gói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700854" y="2325625"/>
            <a:ext cx="169918" cy="178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33333"/>
                </a:solidFill>
              </a:rPr>
              <a:t>pip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902889" y="2325625"/>
            <a:ext cx="2274662" cy="178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: Cài đặt và quản lý các thư viện bên thứ ba.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1500" y="2732819"/>
            <a:ext cx="1769908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Môi trường phát triển (IDE)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1297" y="3073933"/>
            <a:ext cx="1239122" cy="184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33333"/>
                </a:solidFill>
              </a:rPr>
              <a:t>Visual Studio Code: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913158" y="3073933"/>
            <a:ext cx="2574231" cy="184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Nhẹ, linh hoạt, hỗ trợ tốt qua Extensions.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91297" y="3338252"/>
            <a:ext cx="616707" cy="184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33333"/>
                </a:solidFill>
              </a:rPr>
              <a:t>PyCharm: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310599" y="3338252"/>
            <a:ext cx="3215689" cy="184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IDE chuyên nghiệp, đầy đủ tính năng cho dự án lớn.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1297" y="3602571"/>
            <a:ext cx="113404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33333"/>
                </a:solidFill>
              </a:rPr>
              <a:t>Jupyter Notebook: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825340" y="3602571"/>
            <a:ext cx="337531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Lý tưởng cho tính toán khoa học và trực quan hóa dữ liệu.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7856" y="428625"/>
            <a:ext cx="3214688" cy="428625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383917" y="4722019"/>
            <a:ext cx="186256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2" dirty="0">
                <a:solidFill>
                  <a:srgbClr val="F2F2F2"/>
                </a:solidFill>
              </a:rPr>
              <a:t>Giao diện lập trình VS Code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1538" y="428625"/>
            <a:ext cx="4614863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Thiết lập môi trường
(Thực hành)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505880"/>
            <a:ext cx="42862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500"/>
                </a:solidFill>
              </a:rPr>
              <a:t>01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1000125" y="1505880"/>
            <a:ext cx="44862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Tải bộ cài đặt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1000125" y="1764841"/>
            <a:ext cx="60336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Truy cập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603493" y="1764841"/>
            <a:ext cx="74267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4500"/>
                </a:solidFill>
              </a:rPr>
              <a:t>python.org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346164" y="1764841"/>
            <a:ext cx="306511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và tải phiên bản Python 3.10+ phù hợp với hệ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00125" y="1979154"/>
            <a:ext cx="714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điều hành.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1500" y="2327411"/>
            <a:ext cx="42862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500"/>
                </a:solidFill>
              </a:rPr>
              <a:t>02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1000125" y="2327411"/>
            <a:ext cx="44862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Cài đặt &amp; Cấu hình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1000125" y="2586372"/>
            <a:ext cx="214728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Chạy file cài đặt, lưu ý tích chọn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078022" y="2590932"/>
            <a:ext cx="153864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"Add Python to PATH"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4686049" y="2586372"/>
            <a:ext cx="79725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để sử dụng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00125" y="2800685"/>
            <a:ext cx="113928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lệnh từ Terminal.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3148943"/>
            <a:ext cx="42862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500"/>
                </a:solidFill>
              </a:rPr>
              <a:t>03</a:t>
            </a:r>
            <a:endParaRPr lang="en-US" sz="1602" dirty="0"/>
          </a:p>
        </p:txBody>
      </p:sp>
      <p:sp>
        <p:nvSpPr>
          <p:cNvPr id="17" name="Text 14"/>
          <p:cNvSpPr/>
          <p:nvPr/>
        </p:nvSpPr>
        <p:spPr>
          <a:xfrm>
            <a:off x="1000125" y="3148943"/>
            <a:ext cx="307326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Kiểm tra cài đặt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1000125" y="3407904"/>
            <a:ext cx="307326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Mở Command Prompt/Terminal và nhập lệnh: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1000125" y="3649005"/>
            <a:ext cx="1208159" cy="23574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0" name="Text 17"/>
          <p:cNvSpPr/>
          <p:nvPr/>
        </p:nvSpPr>
        <p:spPr>
          <a:xfrm>
            <a:off x="1000125" y="3649005"/>
            <a:ext cx="1208159" cy="235744"/>
          </a:xfrm>
          <a:prstGeom prst="rect">
            <a:avLst/>
          </a:prstGeom>
          <a:noFill/>
          <a:ln/>
        </p:spPr>
        <p:txBody>
          <a:bodyPr wrap="none" lIns="68072" tIns="25527" rIns="68072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4500"/>
                </a:solidFill>
              </a:rPr>
              <a:t>python --version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71500" y="4027624"/>
            <a:ext cx="42862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500"/>
                </a:solidFill>
              </a:rPr>
              <a:t>04</a:t>
            </a:r>
            <a:endParaRPr lang="en-US" sz="1602" dirty="0"/>
          </a:p>
        </p:txBody>
      </p:sp>
      <p:sp>
        <p:nvSpPr>
          <p:cNvPr id="22" name="Text 19"/>
          <p:cNvSpPr/>
          <p:nvPr/>
        </p:nvSpPr>
        <p:spPr>
          <a:xfrm>
            <a:off x="1000125" y="4027624"/>
            <a:ext cx="351416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Cài đặt thư viện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1000125" y="4286585"/>
            <a:ext cx="351416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Sử dụng pip để cài đặt các thư viện tính toán cơ bản: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000125" y="4527686"/>
            <a:ext cx="1995115" cy="23574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5" name="Text 22"/>
          <p:cNvSpPr/>
          <p:nvPr/>
        </p:nvSpPr>
        <p:spPr>
          <a:xfrm>
            <a:off x="1000125" y="4527686"/>
            <a:ext cx="1995115" cy="235744"/>
          </a:xfrm>
          <a:prstGeom prst="rect">
            <a:avLst/>
          </a:prstGeom>
          <a:noFill/>
          <a:ln/>
        </p:spPr>
        <p:txBody>
          <a:bodyPr wrap="none" lIns="68072" tIns="25527" rIns="68072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4500"/>
                </a:solidFill>
              </a:rPr>
              <a:t>pip install numpy matplotlib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7856" y="428625"/>
            <a:ext cx="3214688" cy="428625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841871" y="4722019"/>
            <a:ext cx="20163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2" dirty="0">
                <a:solidFill>
                  <a:srgbClr val="F2F2F2"/>
                </a:solidFill>
              </a:rPr>
              <a:t>Môi trường lập trình VS Code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85725" cy="466130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835818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Biến và Cách gán giá trị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323380"/>
            <a:ext cx="37861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2" dirty="0">
                <a:solidFill>
                  <a:srgbClr val="FF4500"/>
                </a:solidFill>
              </a:rPr>
              <a:t>Khái niệm cơ bản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71500" y="1764506"/>
            <a:ext cx="3786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Biến là gì?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571500" y="2069902"/>
            <a:ext cx="37861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Trong Python, biến là một </a:t>
            </a:r>
            <a:r>
              <a:rPr lang="en-US" sz="885" b="1" dirty="0">
                <a:solidFill>
                  <a:srgbClr val="333333"/>
                </a:solidFill>
              </a:rPr>
              <a:t>tên gọi</a:t>
            </a:r>
            <a:r>
              <a:rPr lang="en-US" sz="942" dirty="0">
                <a:solidFill>
                  <a:srgbClr val="333333"/>
                </a:solidFill>
              </a:rPr>
              <a:t> dùng để tham chiếu đến một đối tượng tồn tại trong bộ nhớ máy tính.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571500" y="2838524"/>
            <a:ext cx="1098742" cy="171450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" name="Text 7"/>
          <p:cNvSpPr/>
          <p:nvPr/>
        </p:nvSpPr>
        <p:spPr>
          <a:xfrm>
            <a:off x="571500" y="2838524"/>
            <a:ext cx="1098742" cy="171450"/>
          </a:xfrm>
          <a:prstGeom prst="rect">
            <a:avLst/>
          </a:prstGeom>
          <a:noFill/>
          <a:ln/>
        </p:spPr>
        <p:txBody>
          <a:bodyPr wrap="none" lIns="127508" tIns="42545" rIns="127508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Dynamic Typing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571500" y="3081412"/>
            <a:ext cx="3786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Định kiểu động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571500" y="3386807"/>
            <a:ext cx="37861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Bạn không cần khai báo kiểu dữ liệu trước. Python tự động xác định kiểu dựa trên giá trị được gán và có thể thay đổi linh hoạt.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4786313" y="1323380"/>
            <a:ext cx="3786188" cy="2894893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1"/>
          <p:cNvSpPr/>
          <p:nvPr/>
        </p:nvSpPr>
        <p:spPr>
          <a:xfrm>
            <a:off x="5072063" y="1609130"/>
            <a:ext cx="3214688" cy="21431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// Ví dụ về gán biến trong Python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5072063" y="1975247"/>
            <a:ext cx="113730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# Gán số nguyên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72063" y="2252067"/>
            <a:ext cx="3214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2F2F2"/>
                </a:solidFill>
              </a:rPr>
              <a:t>x = </a:t>
            </a:r>
            <a:r>
              <a:rPr lang="en-US" sz="1050" dirty="0">
                <a:solidFill>
                  <a:srgbClr val="00CCFF"/>
                </a:solidFill>
              </a:rPr>
              <a:t>10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072063" y="2546747"/>
            <a:ext cx="117888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# Gán chuỗi ký tự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72063" y="2823567"/>
            <a:ext cx="3214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2F2F2"/>
                </a:solidFill>
              </a:rPr>
              <a:t>name = </a:t>
            </a:r>
            <a:r>
              <a:rPr lang="en-US" sz="1050" dirty="0">
                <a:solidFill>
                  <a:srgbClr val="00FF00"/>
                </a:solidFill>
              </a:rPr>
              <a:t>"Manus"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72063" y="3118247"/>
            <a:ext cx="222659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# Thay đổi kiểu dữ liệu (Dynamic)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072063" y="3395067"/>
            <a:ext cx="3214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2F2F2"/>
                </a:solidFill>
              </a:rPr>
              <a:t>x = </a:t>
            </a:r>
            <a:r>
              <a:rPr lang="en-US" sz="1050" dirty="0">
                <a:solidFill>
                  <a:srgbClr val="00FF00"/>
                </a:solidFill>
              </a:rPr>
              <a:t>"Mười"</a:t>
            </a:r>
            <a:r>
              <a:rPr lang="en-US" sz="1050" dirty="0">
                <a:solidFill>
                  <a:srgbClr val="666666"/>
                </a:solidFill>
              </a:rPr>
              <a:t># x bây giờ là chuỗi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072063" y="3689747"/>
            <a:ext cx="175323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# Gán nhiều biến cùng lúc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072063" y="3966567"/>
            <a:ext cx="3214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2F2F2"/>
                </a:solidFill>
              </a:rPr>
              <a:t>a, b = </a:t>
            </a:r>
            <a:r>
              <a:rPr lang="en-US" sz="1050" dirty="0">
                <a:solidFill>
                  <a:srgbClr val="00CCFF"/>
                </a:solidFill>
              </a:rPr>
              <a:t>5</a:t>
            </a:r>
            <a:r>
              <a:rPr lang="en-US" sz="1050" dirty="0">
                <a:solidFill>
                  <a:srgbClr val="F2F2F2"/>
                </a:solidFill>
              </a:rPr>
              <a:t>, </a:t>
            </a:r>
            <a:r>
              <a:rPr lang="en-US" sz="1050" dirty="0">
                <a:solidFill>
                  <a:srgbClr val="00CCFF"/>
                </a:solidFill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85725" cy="466130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835818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Các kiểu dữ liệu cơ bản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323380"/>
            <a:ext cx="8001000" cy="285928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Shape 4"/>
          <p:cNvSpPr/>
          <p:nvPr/>
        </p:nvSpPr>
        <p:spPr>
          <a:xfrm>
            <a:off x="571500" y="1323380"/>
            <a:ext cx="8001000" cy="3875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571500" y="1323380"/>
            <a:ext cx="1600200" cy="387548"/>
          </a:xfrm>
          <a:prstGeom prst="rect">
            <a:avLst/>
          </a:prstGeom>
          <a:noFill/>
          <a:ln/>
        </p:spPr>
        <p:txBody>
          <a:bodyPr wrap="square" lIns="255143" tIns="212598" rIns="255143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F2F2F2"/>
                </a:solidFill>
              </a:rPr>
              <a:t>Kiểu dữ liệu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2171700" y="1323380"/>
            <a:ext cx="3600450" cy="387548"/>
          </a:xfrm>
          <a:prstGeom prst="rect">
            <a:avLst/>
          </a:prstGeom>
          <a:noFill/>
          <a:ln/>
        </p:spPr>
        <p:txBody>
          <a:bodyPr wrap="square" lIns="255143" tIns="212598" rIns="255143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F2F2F2"/>
                </a:solidFill>
              </a:rPr>
              <a:t>Mô tả đặc điểm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5772150" y="1323380"/>
            <a:ext cx="2800350" cy="387548"/>
          </a:xfrm>
          <a:prstGeom prst="rect">
            <a:avLst/>
          </a:prstGeom>
          <a:noFill/>
          <a:ln/>
        </p:spPr>
        <p:txBody>
          <a:bodyPr wrap="square" lIns="255143" tIns="212598" rIns="255143" bIns="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F2F2F2"/>
                </a:solidFill>
              </a:rPr>
              <a:t>Ví dụ minh họa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571500" y="1710928"/>
            <a:ext cx="1600200" cy="625078"/>
          </a:xfrm>
          <a:prstGeom prst="rect">
            <a:avLst/>
          </a:prstGeom>
          <a:noFill/>
          <a:ln/>
        </p:spPr>
        <p:txBody>
          <a:bodyPr wrap="square" lIns="255143" tIns="212598" rIns="255143" bIns="0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int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2171700" y="1710928"/>
            <a:ext cx="3600450" cy="625078"/>
          </a:xfrm>
          <a:prstGeom prst="rect">
            <a:avLst/>
          </a:prstGeom>
          <a:noFill/>
          <a:ln/>
        </p:spPr>
        <p:txBody>
          <a:bodyPr wrap="square" lIns="255143" tIns="212598" rIns="255143" bIns="0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Số nguyên (không có phần thập phân), độ dài không giới hạn trong Python 3.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86463" y="1984177"/>
            <a:ext cx="701399" cy="23038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1"/>
          <p:cNvSpPr/>
          <p:nvPr/>
        </p:nvSpPr>
        <p:spPr>
          <a:xfrm>
            <a:off x="5986463" y="1984177"/>
            <a:ext cx="701399" cy="230386"/>
          </a:xfrm>
          <a:prstGeom prst="rect">
            <a:avLst/>
          </a:prstGeom>
          <a:noFill/>
          <a:ln/>
        </p:spPr>
        <p:txBody>
          <a:bodyPr wrap="none" lIns="85090" tIns="42545" rIns="8509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x = 2026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1500" y="2336006"/>
            <a:ext cx="1600200" cy="614363"/>
          </a:xfrm>
          <a:prstGeom prst="rect">
            <a:avLst/>
          </a:prstGeom>
          <a:noFill/>
          <a:ln/>
        </p:spPr>
        <p:txBody>
          <a:bodyPr wrap="square" lIns="255143" tIns="212598" rIns="255143" bIns="0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float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2171700" y="2336006"/>
            <a:ext cx="3600450" cy="614363"/>
          </a:xfrm>
          <a:prstGeom prst="rect">
            <a:avLst/>
          </a:prstGeom>
          <a:noFill/>
          <a:ln/>
        </p:spPr>
        <p:txBody>
          <a:bodyPr wrap="square" lIns="255143" tIns="212598" rIns="255143" bIns="0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Số thực (có phần thập phân), sử dụng dấu chấm để ngăn cách.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86463" y="2598539"/>
            <a:ext cx="952267" cy="23038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Text 15"/>
          <p:cNvSpPr/>
          <p:nvPr/>
        </p:nvSpPr>
        <p:spPr>
          <a:xfrm>
            <a:off x="5986463" y="2598539"/>
            <a:ext cx="952267" cy="230386"/>
          </a:xfrm>
          <a:prstGeom prst="rect">
            <a:avLst/>
          </a:prstGeom>
          <a:noFill/>
          <a:ln/>
        </p:spPr>
        <p:txBody>
          <a:bodyPr wrap="none" lIns="85090" tIns="42545" rIns="8509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pi = 3.14159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71500" y="2950369"/>
            <a:ext cx="1600200" cy="614363"/>
          </a:xfrm>
          <a:prstGeom prst="rect">
            <a:avLst/>
          </a:prstGeom>
          <a:noFill/>
          <a:ln/>
        </p:spPr>
        <p:txBody>
          <a:bodyPr wrap="square" lIns="255143" tIns="212598" rIns="255143" bIns="0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str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2171700" y="2950369"/>
            <a:ext cx="3600450" cy="614363"/>
          </a:xfrm>
          <a:prstGeom prst="rect">
            <a:avLst/>
          </a:prstGeom>
          <a:noFill/>
          <a:ln/>
        </p:spPr>
        <p:txBody>
          <a:bodyPr wrap="square" lIns="255143" tIns="212598" rIns="255143" bIns="0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Chuỗi ký tự, đặt trong cặp dấu nháy đơn ' ' hoặc nháy kép " ".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986463" y="3212902"/>
            <a:ext cx="1561635" cy="23038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2" name="Text 19"/>
          <p:cNvSpPr/>
          <p:nvPr/>
        </p:nvSpPr>
        <p:spPr>
          <a:xfrm>
            <a:off x="5986463" y="3212902"/>
            <a:ext cx="1561635" cy="230386"/>
          </a:xfrm>
          <a:prstGeom prst="rect">
            <a:avLst/>
          </a:prstGeom>
          <a:noFill/>
          <a:ln/>
        </p:spPr>
        <p:txBody>
          <a:bodyPr wrap="none" lIns="85090" tIns="42545" rIns="8509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msg = "Hello Python"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71500" y="3564731"/>
            <a:ext cx="1600200" cy="614363"/>
          </a:xfrm>
          <a:prstGeom prst="rect">
            <a:avLst/>
          </a:prstGeom>
          <a:noFill/>
          <a:ln/>
        </p:spPr>
        <p:txBody>
          <a:bodyPr wrap="square" lIns="255143" tIns="212598" rIns="255143" bIns="0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bool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2171700" y="3564731"/>
            <a:ext cx="3600450" cy="614363"/>
          </a:xfrm>
          <a:prstGeom prst="rect">
            <a:avLst/>
          </a:prstGeom>
          <a:noFill/>
          <a:ln/>
        </p:spPr>
        <p:txBody>
          <a:bodyPr wrap="square" lIns="255143" tIns="212598" rIns="255143" bIns="0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Kiểu logic, chỉ nhận một trong hai giá trị: Đúng hoặc Sai.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986463" y="3827264"/>
            <a:ext cx="1082139" cy="23038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6" name="Text 23"/>
          <p:cNvSpPr/>
          <p:nvPr/>
        </p:nvSpPr>
        <p:spPr>
          <a:xfrm>
            <a:off x="5986463" y="3827264"/>
            <a:ext cx="1082139" cy="230386"/>
          </a:xfrm>
          <a:prstGeom prst="rect">
            <a:avLst/>
          </a:prstGeom>
          <a:noFill/>
          <a:ln/>
        </p:spPr>
        <p:txBody>
          <a:bodyPr wrap="none" lIns="85090" tIns="42545" rIns="8509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is_valid = True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71500" y="4468416"/>
            <a:ext cx="8572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666666"/>
                </a:solidFill>
              </a:rPr>
              <a:t>* Lưu ý: Python tự động nhận diện kiểu dữ liệu dựa trên giá trị được gán (Dynamic Typing).</a:t>
            </a:r>
            <a:endParaRPr lang="en-US" sz="8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85725" cy="466130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835818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Quy tắc đặt tên biến &amp; Lưu ý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323380"/>
            <a:ext cx="3786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Quy tắc bắt buộc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1885950"/>
            <a:ext cx="37861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Ký tự bắt đầu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571500" y="2096691"/>
            <a:ext cx="3786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Tên biến phải bắt đầu bằng một chữ cái (a-z, A-Z) hoặc dấu gạch dưới (_).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571500" y="2696766"/>
            <a:ext cx="37861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Ký tự cho phép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71500" y="2907506"/>
            <a:ext cx="3786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Chỉ bao gồm chữ cái, chữ số (0-9) và dấu gạch dưới. Không chứa khoảng trắng hay ký tự đặc biệt (@, #, $, %).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571500" y="3507581"/>
            <a:ext cx="37861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Phân biệt hoa thường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571500" y="3718322"/>
            <a:ext cx="3786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Python phân biệt chữ hoa và chữ thường. Ví dụ: age, Age và AGE là ba biến khác nhau.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4786313" y="1323380"/>
            <a:ext cx="3786188" cy="304533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1"/>
          <p:cNvSpPr/>
          <p:nvPr/>
        </p:nvSpPr>
        <p:spPr>
          <a:xfrm>
            <a:off x="5072063" y="1609130"/>
            <a:ext cx="32146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Từ khóa &amp; Lưu ý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5072063" y="2057400"/>
            <a:ext cx="32146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2F2F2"/>
                </a:solidFill>
              </a:rPr>
              <a:t>Không được đặt tên biến trùng với các từ khóa (Keywords) của hệ thống: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5072063" y="2543175"/>
            <a:ext cx="10239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False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6167428" y="2543175"/>
            <a:ext cx="10239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None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7262794" y="2543175"/>
            <a:ext cx="10239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True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5072063" y="2769989"/>
            <a:ext cx="10239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and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6167428" y="2769989"/>
            <a:ext cx="10239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as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7262794" y="2769989"/>
            <a:ext cx="10239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assert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5072063" y="2996803"/>
            <a:ext cx="10239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break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6167428" y="2996803"/>
            <a:ext cx="10239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class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7262794" y="2996803"/>
            <a:ext cx="10239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continue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5072063" y="3223617"/>
            <a:ext cx="10239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def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6167428" y="3223617"/>
            <a:ext cx="10239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del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7262794" y="3223617"/>
            <a:ext cx="10239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elif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5072063" y="3450431"/>
            <a:ext cx="10239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else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6167428" y="3450431"/>
            <a:ext cx="10239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except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7262794" y="3450431"/>
            <a:ext cx="10239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finally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5072063" y="3820120"/>
            <a:ext cx="321468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i="1" dirty="0">
                <a:solidFill>
                  <a:srgbClr val="F2F2F2"/>
                </a:solidFill>
              </a:rPr>
              <a:t>Lời khuyên:</a:t>
            </a:r>
            <a:r>
              <a:rPr lang="en-US" sz="834" i="1" dirty="0">
                <a:solidFill>
                  <a:srgbClr val="F2F2F2"/>
                </a:solidFill>
              </a:rPr>
              <a:t> Nên đặt tên biến có ý nghĩa gợi nhớ (ví dụ: student_name thay vì n) và tuân theo quy tắc snake_case trong Python.</a:t>
            </a:r>
            <a:endParaRPr lang="en-US" sz="78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00088"/>
            <a:ext cx="371475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Tổng kết
Buổi học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777343"/>
            <a:ext cx="3714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FF4500"/>
                </a:solidFill>
              </a:rPr>
              <a:t>Nội dung chính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21898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69" dirty="0">
                <a:solidFill>
                  <a:srgbClr val="FF4500"/>
                </a:solidFill>
              </a:rPr>
              <a:t>▪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850106" y="2189894"/>
            <a:ext cx="3436144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Giới thiệu mục tiêu học phần và các chuẩn đầu ra (LO1 - LO4).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571500" y="274420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69" dirty="0">
                <a:solidFill>
                  <a:srgbClr val="FF4500"/>
                </a:solidFill>
              </a:rPr>
              <a:t>▪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850106" y="2744205"/>
            <a:ext cx="3436144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Khái niệm về mô hình tính toán và vai trò của Python trong kỹ thuật.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71500" y="329851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69" dirty="0">
                <a:solidFill>
                  <a:srgbClr val="FF4500"/>
                </a:solidFill>
              </a:rPr>
              <a:t>▪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850106" y="3298515"/>
            <a:ext cx="338585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Thiết lập môi trường lập trình (Python 3.x, VS Code, pip).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571500" y="364710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69" dirty="0">
                <a:solidFill>
                  <a:srgbClr val="FF4500"/>
                </a:solidFill>
              </a:rPr>
              <a:t>▪</a:t>
            </a:r>
            <a:endParaRPr lang="en-US" sz="1269" dirty="0"/>
          </a:p>
        </p:txBody>
      </p:sp>
      <p:sp>
        <p:nvSpPr>
          <p:cNvPr id="12" name="Text 9"/>
          <p:cNvSpPr/>
          <p:nvPr/>
        </p:nvSpPr>
        <p:spPr>
          <a:xfrm>
            <a:off x="850106" y="3647108"/>
            <a:ext cx="3436144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Kiến thức cơ bản về biến, cách gán giá trị và các kiểu dữ liệu (int, float, str, bool).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71500" y="4487168"/>
            <a:ext cx="3714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2" dirty="0">
                <a:solidFill>
                  <a:srgbClr val="666666"/>
                </a:solidFill>
              </a:rPr>
              <a:t>Học phần: Lập trình Python cho kỹ thuật</a:t>
            </a:r>
            <a:endParaRPr lang="en-US" sz="727" dirty="0"/>
          </a:p>
        </p:txBody>
      </p:sp>
      <p:sp>
        <p:nvSpPr>
          <p:cNvPr id="14" name="Shape 1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Text 12"/>
          <p:cNvSpPr/>
          <p:nvPr/>
        </p:nvSpPr>
        <p:spPr>
          <a:xfrm>
            <a:off x="5000625" y="700088"/>
            <a:ext cx="3571875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2F2F2"/>
                </a:solidFill>
              </a:rPr>
              <a:t>Bài tập
Về nhà</a:t>
            </a:r>
            <a:endParaRPr lang="en-US" sz="2121" dirty="0"/>
          </a:p>
        </p:txBody>
      </p:sp>
      <p:sp>
        <p:nvSpPr>
          <p:cNvPr id="16" name="Text 13"/>
          <p:cNvSpPr/>
          <p:nvPr/>
        </p:nvSpPr>
        <p:spPr>
          <a:xfrm>
            <a:off x="5000625" y="1777343"/>
            <a:ext cx="35718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FF4500"/>
                </a:solidFill>
              </a:rPr>
              <a:t>Yêu cầu thực hiện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5000625" y="2189894"/>
            <a:ext cx="19614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69" dirty="0">
                <a:solidFill>
                  <a:srgbClr val="FF4500"/>
                </a:solidFill>
              </a:rPr>
              <a:t>01</a:t>
            </a:r>
            <a:endParaRPr lang="en-US" sz="1269" dirty="0"/>
          </a:p>
        </p:txBody>
      </p:sp>
      <p:sp>
        <p:nvSpPr>
          <p:cNvPr id="18" name="Text 15"/>
          <p:cNvSpPr/>
          <p:nvPr/>
        </p:nvSpPr>
        <p:spPr>
          <a:xfrm>
            <a:off x="5303927" y="2189894"/>
            <a:ext cx="326857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Hoàn thành cài đặt </a:t>
            </a:r>
            <a:r>
              <a:rPr lang="en-US" sz="885" b="1" dirty="0">
                <a:solidFill>
                  <a:srgbClr val="FF4500"/>
                </a:solidFill>
              </a:rPr>
              <a:t>Python 3.10+</a:t>
            </a:r>
            <a:r>
              <a:rPr lang="en-US" sz="942" dirty="0">
                <a:solidFill>
                  <a:srgbClr val="CCCCCC"/>
                </a:solidFill>
              </a:rPr>
              <a:t> và </a:t>
            </a:r>
            <a:r>
              <a:rPr lang="en-US" sz="885" b="1" dirty="0">
                <a:solidFill>
                  <a:srgbClr val="FF4500"/>
                </a:solidFill>
              </a:rPr>
              <a:t>VS Code</a:t>
            </a:r>
            <a:r>
              <a:rPr lang="en-US" sz="942" dirty="0">
                <a:solidFill>
                  <a:srgbClr val="CCCCCC"/>
                </a:solidFill>
              </a:rPr>
              <a:t> trên máy tính cá nhân.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5000625" y="2744205"/>
            <a:ext cx="19614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69" dirty="0">
                <a:solidFill>
                  <a:srgbClr val="FF4500"/>
                </a:solidFill>
              </a:rPr>
              <a:t>02</a:t>
            </a:r>
            <a:endParaRPr lang="en-US" sz="1269" dirty="0"/>
          </a:p>
        </p:txBody>
      </p:sp>
      <p:sp>
        <p:nvSpPr>
          <p:cNvPr id="20" name="Text 17"/>
          <p:cNvSpPr/>
          <p:nvPr/>
        </p:nvSpPr>
        <p:spPr>
          <a:xfrm>
            <a:off x="5303927" y="2744205"/>
            <a:ext cx="326857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Đọc kỹ nội dung </a:t>
            </a:r>
            <a:r>
              <a:rPr lang="en-US" sz="885" b="1" dirty="0">
                <a:solidFill>
                  <a:srgbClr val="FF4500"/>
                </a:solidFill>
              </a:rPr>
              <a:t>Chương 1</a:t>
            </a:r>
            <a:r>
              <a:rPr lang="en-US" sz="942" dirty="0">
                <a:solidFill>
                  <a:srgbClr val="CCCCCC"/>
                </a:solidFill>
              </a:rPr>
              <a:t> trong giáo trình để củng cố lý thuyết.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5000625" y="3298515"/>
            <a:ext cx="19614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69" dirty="0">
                <a:solidFill>
                  <a:srgbClr val="FF4500"/>
                </a:solidFill>
              </a:rPr>
              <a:t>03</a:t>
            </a:r>
            <a:endParaRPr lang="en-US" sz="1269" dirty="0"/>
          </a:p>
        </p:txBody>
      </p:sp>
      <p:sp>
        <p:nvSpPr>
          <p:cNvPr id="22" name="Text 19"/>
          <p:cNvSpPr/>
          <p:nvPr/>
        </p:nvSpPr>
        <p:spPr>
          <a:xfrm>
            <a:off x="5303927" y="3298515"/>
            <a:ext cx="326857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Làm bài tập phần 1.5 (</a:t>
            </a:r>
            <a:r>
              <a:rPr lang="en-US" sz="885" b="1" dirty="0">
                <a:solidFill>
                  <a:srgbClr val="FF4500"/>
                </a:solidFill>
              </a:rPr>
              <a:t>trang 6</a:t>
            </a:r>
            <a:r>
              <a:rPr lang="en-US" sz="942" dirty="0">
                <a:solidFill>
                  <a:srgbClr val="CCCCCC"/>
                </a:solidFill>
              </a:rPr>
              <a:t>) trong tài liệu PDF đính kèm.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5000625" y="3852825"/>
            <a:ext cx="19614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69" dirty="0">
                <a:solidFill>
                  <a:srgbClr val="FF4500"/>
                </a:solidFill>
              </a:rPr>
              <a:t>04</a:t>
            </a:r>
            <a:endParaRPr lang="en-US" sz="1269" dirty="0"/>
          </a:p>
        </p:txBody>
      </p:sp>
      <p:sp>
        <p:nvSpPr>
          <p:cNvPr id="24" name="Text 21"/>
          <p:cNvSpPr/>
          <p:nvPr/>
        </p:nvSpPr>
        <p:spPr>
          <a:xfrm>
            <a:off x="5303927" y="3852825"/>
            <a:ext cx="326857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Chuẩn bị nội dung thảo luận nhóm cho buổi học tiếp theo.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5000625" y="4692886"/>
            <a:ext cx="3571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2" dirty="0">
                <a:solidFill>
                  <a:srgbClr val="444444"/>
                </a:solidFill>
              </a:rPr>
              <a:t>Hạn nộp: Trước buổi học thứ 2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1488</Words>
  <Application>Microsoft Office PowerPoint</Application>
  <PresentationFormat>On-screen Show (16:9)</PresentationFormat>
  <Paragraphs>205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Minh Lê</cp:lastModifiedBy>
  <cp:revision>1</cp:revision>
  <dcterms:created xsi:type="dcterms:W3CDTF">2026-01-13T05:15:28Z</dcterms:created>
  <dcterms:modified xsi:type="dcterms:W3CDTF">2026-01-13T05:22:31Z</dcterms:modified>
</cp:coreProperties>
</file>