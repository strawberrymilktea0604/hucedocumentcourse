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92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2354E-E8CB-4E64-AE6E-BE79EBCB6692}" type="datetimeFigureOut">
              <a:rPr lang="en-US" smtClean="0"/>
              <a:pPr/>
              <a:t>12/26/2011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88B35-F68D-4904-905E-2238C474883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 userDrawn="1"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154289"/>
            <a:ext cx="914400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12/26/2011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12/26/2011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12/26/2011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09965-9CA9-4FF6-A0FD-7CE4168D0195}" type="datetimeFigureOut">
              <a:rPr lang="en-US" smtClean="0"/>
              <a:pPr/>
              <a:t>12/26/2011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 userDrawn="1"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 userDrawn="1"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7696200" cy="1162050"/>
          </a:xfrm>
        </p:spPr>
        <p:txBody>
          <a:bodyPr>
            <a:normAutofit fontScale="90000"/>
          </a:bodyPr>
          <a:lstStyle/>
          <a:p>
            <a:r>
              <a:rPr lang="en-US" sz="4800" b="1" smtClean="0">
                <a:solidFill>
                  <a:schemeClr val="bg1"/>
                </a:solidFill>
              </a:rPr>
              <a:t>WEB AUTHORING: </a:t>
            </a:r>
            <a:br>
              <a:rPr lang="en-US" sz="4800" b="1" smtClean="0">
                <a:solidFill>
                  <a:schemeClr val="bg1"/>
                </a:solidFill>
              </a:rPr>
            </a:br>
            <a:r>
              <a:rPr lang="en-US" sz="4800" b="1" smtClean="0">
                <a:solidFill>
                  <a:schemeClr val="bg1"/>
                </a:solidFill>
              </a:rPr>
              <a:t>DW, PHP, MYSQL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16" name="Subtitle 15"/>
          <p:cNvSpPr>
            <a:spLocks noGrp="1"/>
          </p:cNvSpPr>
          <p:nvPr>
            <p:ph type="subTitle" idx="1"/>
          </p:nvPr>
        </p:nvSpPr>
        <p:spPr>
          <a:xfrm>
            <a:off x="1600200" y="4038600"/>
            <a:ext cx="5638800" cy="609600"/>
          </a:xfrm>
        </p:spPr>
        <p:txBody>
          <a:bodyPr>
            <a:normAutofit fontScale="77500" lnSpcReduction="20000"/>
          </a:bodyPr>
          <a:lstStyle/>
          <a:p>
            <a:r>
              <a:rPr lang="en-US" b="1" smtClean="0">
                <a:solidFill>
                  <a:schemeClr val="accent6">
                    <a:lumMod val="75000"/>
                  </a:schemeClr>
                </a:solidFill>
              </a:rPr>
              <a:t>SESSION </a:t>
            </a:r>
            <a:r>
              <a:rPr lang="en-US" b="1" smtClean="0">
                <a:solidFill>
                  <a:schemeClr val="accent6">
                    <a:lumMod val="75000"/>
                  </a:schemeClr>
                </a:solidFill>
              </a:rPr>
              <a:t>05 – CASCADING STYLE SHEETS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OBJECTIVES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Dynamic HTML</a:t>
            </a:r>
          </a:p>
          <a:p>
            <a:r>
              <a:rPr lang="en-US" smtClean="0"/>
              <a:t>Introduction to CSS</a:t>
            </a:r>
          </a:p>
          <a:p>
            <a:r>
              <a:rPr lang="en-US" smtClean="0"/>
              <a:t>CSS Syntax</a:t>
            </a:r>
          </a:p>
          <a:p>
            <a:r>
              <a:rPr lang="en-US" smtClean="0"/>
              <a:t>Applying CSS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Dynamic HTML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DHTML is a TERM describing the art of making dynamic and interactive web pages.</a:t>
            </a:r>
          </a:p>
          <a:p>
            <a:r>
              <a:rPr lang="en-US" smtClean="0"/>
              <a:t>“Dynamic HTML” is typically used to describe the combination of HTML, style sheets and scripts that allows documents to be animated</a:t>
            </a:r>
          </a:p>
          <a:p>
            <a:r>
              <a:rPr lang="en-US" smtClean="0"/>
              <a:t>DHTML combines HTML, JavaScript, the HTML DOM, and CSS.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Features of Dynamic HTML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Dynamic Styles</a:t>
            </a:r>
          </a:p>
          <a:p>
            <a:r>
              <a:rPr lang="en-US" smtClean="0"/>
              <a:t>Dynamic Content</a:t>
            </a:r>
          </a:p>
          <a:p>
            <a:r>
              <a:rPr lang="en-US" smtClean="0"/>
              <a:t>Positioning</a:t>
            </a:r>
          </a:p>
          <a:p>
            <a:r>
              <a:rPr lang="en-US" smtClean="0"/>
              <a:t>Data binding </a:t>
            </a:r>
          </a:p>
          <a:p>
            <a:r>
              <a:rPr lang="en-US" smtClean="0"/>
              <a:t>Downloadable Fonts</a:t>
            </a:r>
          </a:p>
          <a:p>
            <a:r>
              <a:rPr lang="en-US" smtClean="0"/>
              <a:t>Scripting</a:t>
            </a:r>
          </a:p>
          <a:p>
            <a:r>
              <a:rPr lang="en-US" smtClean="0"/>
              <a:t>Object Structure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 to CSS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 style sheet is the place where we manage and control styles. </a:t>
            </a:r>
          </a:p>
          <a:p>
            <a:r>
              <a:rPr lang="en-US" smtClean="0"/>
              <a:t>The style sheet describes the appearance and presentation of an HTML document as it will be presented on screen, or even in print. </a:t>
            </a:r>
          </a:p>
          <a:p>
            <a:r>
              <a:rPr lang="en-US" smtClean="0"/>
              <a:t>We can also precisely specify the location and appearance of elements on a page and create special effects.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 to CSS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 style sheet consists of a list of rules.</a:t>
            </a:r>
          </a:p>
          <a:p>
            <a:r>
              <a:rPr lang="en-US" smtClean="0"/>
              <a:t>Each rule or rule-set consists of one or more selectors and a declaration block. </a:t>
            </a:r>
          </a:p>
          <a:p>
            <a:r>
              <a:rPr lang="en-US" smtClean="0"/>
              <a:t>A declaration-block consists of a list of declarations in braces. </a:t>
            </a:r>
          </a:p>
          <a:p>
            <a:r>
              <a:rPr lang="en-US" smtClean="0"/>
              <a:t>Each declaration itself consists of a property, a colon (:), a value, then a semi-colon (;).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Style Sheets</a:t>
            </a:r>
            <a:endParaRPr lang="en-US" dirty="0"/>
          </a:p>
        </p:txBody>
      </p:sp>
      <p:sp>
        <p:nvSpPr>
          <p:cNvPr id="259" name="Content Placeholder 25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2" name="Group 582"/>
          <p:cNvGrpSpPr>
            <a:grpSpLocks/>
          </p:cNvGrpSpPr>
          <p:nvPr/>
        </p:nvGrpSpPr>
        <p:grpSpPr bwMode="auto">
          <a:xfrm>
            <a:off x="228600" y="1828800"/>
            <a:ext cx="7959725" cy="2133600"/>
            <a:chOff x="410" y="1968"/>
            <a:chExt cx="5014" cy="2016"/>
          </a:xfrm>
        </p:grpSpPr>
        <p:grpSp>
          <p:nvGrpSpPr>
            <p:cNvPr id="3" name="Group 475"/>
            <p:cNvGrpSpPr>
              <a:grpSpLocks/>
            </p:cNvGrpSpPr>
            <p:nvPr/>
          </p:nvGrpSpPr>
          <p:grpSpPr bwMode="auto">
            <a:xfrm>
              <a:off x="4032" y="1971"/>
              <a:ext cx="1392" cy="2018"/>
              <a:chOff x="4032" y="2221"/>
              <a:chExt cx="1392" cy="1523"/>
            </a:xfrm>
          </p:grpSpPr>
          <p:sp>
            <p:nvSpPr>
              <p:cNvPr id="231" name="Freeform 86"/>
              <p:cNvSpPr>
                <a:spLocks/>
              </p:cNvSpPr>
              <p:nvPr/>
            </p:nvSpPr>
            <p:spPr bwMode="auto">
              <a:xfrm>
                <a:off x="4094" y="2239"/>
                <a:ext cx="1300" cy="1460"/>
              </a:xfrm>
              <a:custGeom>
                <a:avLst/>
                <a:gdLst>
                  <a:gd name="T0" fmla="*/ 0 w 2820"/>
                  <a:gd name="T1" fmla="*/ 21 h 3212"/>
                  <a:gd name="T2" fmla="*/ 0 w 2820"/>
                  <a:gd name="T3" fmla="*/ 11 h 3212"/>
                  <a:gd name="T4" fmla="*/ 3 w 2820"/>
                  <a:gd name="T5" fmla="*/ 9 h 3212"/>
                  <a:gd name="T6" fmla="*/ 8 w 2820"/>
                  <a:gd name="T7" fmla="*/ 8 h 3212"/>
                  <a:gd name="T8" fmla="*/ 93 w 2820"/>
                  <a:gd name="T9" fmla="*/ 0 h 3212"/>
                  <a:gd name="T10" fmla="*/ 101 w 2820"/>
                  <a:gd name="T11" fmla="*/ 3 h 3212"/>
                  <a:gd name="T12" fmla="*/ 107 w 2820"/>
                  <a:gd name="T13" fmla="*/ 7 h 3212"/>
                  <a:gd name="T14" fmla="*/ 118 w 2820"/>
                  <a:gd name="T15" fmla="*/ 26 h 3212"/>
                  <a:gd name="T16" fmla="*/ 118 w 2820"/>
                  <a:gd name="T17" fmla="*/ 32 h 3212"/>
                  <a:gd name="T18" fmla="*/ 127 w 2820"/>
                  <a:gd name="T19" fmla="*/ 48 h 3212"/>
                  <a:gd name="T20" fmla="*/ 122 w 2820"/>
                  <a:gd name="T21" fmla="*/ 72 h 3212"/>
                  <a:gd name="T22" fmla="*/ 106 w 2820"/>
                  <a:gd name="T23" fmla="*/ 76 h 3212"/>
                  <a:gd name="T24" fmla="*/ 104 w 2820"/>
                  <a:gd name="T25" fmla="*/ 85 h 3212"/>
                  <a:gd name="T26" fmla="*/ 94 w 2820"/>
                  <a:gd name="T27" fmla="*/ 89 h 3212"/>
                  <a:gd name="T28" fmla="*/ 108 w 2820"/>
                  <a:gd name="T29" fmla="*/ 97 h 3212"/>
                  <a:gd name="T30" fmla="*/ 107 w 2820"/>
                  <a:gd name="T31" fmla="*/ 110 h 3212"/>
                  <a:gd name="T32" fmla="*/ 83 w 2820"/>
                  <a:gd name="T33" fmla="*/ 137 h 3212"/>
                  <a:gd name="T34" fmla="*/ 10 w 2820"/>
                  <a:gd name="T35" fmla="*/ 123 h 3212"/>
                  <a:gd name="T36" fmla="*/ 5 w 2820"/>
                  <a:gd name="T37" fmla="*/ 98 h 3212"/>
                  <a:gd name="T38" fmla="*/ 23 w 2820"/>
                  <a:gd name="T39" fmla="*/ 92 h 3212"/>
                  <a:gd name="T40" fmla="*/ 23 w 2820"/>
                  <a:gd name="T41" fmla="*/ 89 h 3212"/>
                  <a:gd name="T42" fmla="*/ 30 w 2820"/>
                  <a:gd name="T43" fmla="*/ 88 h 3212"/>
                  <a:gd name="T44" fmla="*/ 30 w 2820"/>
                  <a:gd name="T45" fmla="*/ 83 h 3212"/>
                  <a:gd name="T46" fmla="*/ 11 w 2820"/>
                  <a:gd name="T47" fmla="*/ 79 h 3212"/>
                  <a:gd name="T48" fmla="*/ 6 w 2820"/>
                  <a:gd name="T49" fmla="*/ 71 h 3212"/>
                  <a:gd name="T50" fmla="*/ 0 w 2820"/>
                  <a:gd name="T51" fmla="*/ 21 h 3212"/>
                  <a:gd name="T52" fmla="*/ 0 w 2820"/>
                  <a:gd name="T53" fmla="*/ 21 h 321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2820"/>
                  <a:gd name="T82" fmla="*/ 0 h 3212"/>
                  <a:gd name="T83" fmla="*/ 2820 w 2820"/>
                  <a:gd name="T84" fmla="*/ 3212 h 3212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2820" h="3212">
                    <a:moveTo>
                      <a:pt x="9" y="495"/>
                    </a:moveTo>
                    <a:lnTo>
                      <a:pt x="0" y="265"/>
                    </a:lnTo>
                    <a:lnTo>
                      <a:pt x="71" y="212"/>
                    </a:lnTo>
                    <a:lnTo>
                      <a:pt x="186" y="179"/>
                    </a:lnTo>
                    <a:lnTo>
                      <a:pt x="2064" y="0"/>
                    </a:lnTo>
                    <a:lnTo>
                      <a:pt x="2236" y="65"/>
                    </a:lnTo>
                    <a:lnTo>
                      <a:pt x="2382" y="154"/>
                    </a:lnTo>
                    <a:lnTo>
                      <a:pt x="2606" y="606"/>
                    </a:lnTo>
                    <a:lnTo>
                      <a:pt x="2615" y="754"/>
                    </a:lnTo>
                    <a:lnTo>
                      <a:pt x="2820" y="1117"/>
                    </a:lnTo>
                    <a:lnTo>
                      <a:pt x="2704" y="1679"/>
                    </a:lnTo>
                    <a:lnTo>
                      <a:pt x="2345" y="1792"/>
                    </a:lnTo>
                    <a:lnTo>
                      <a:pt x="2290" y="1998"/>
                    </a:lnTo>
                    <a:lnTo>
                      <a:pt x="2072" y="2089"/>
                    </a:lnTo>
                    <a:lnTo>
                      <a:pt x="2397" y="2264"/>
                    </a:lnTo>
                    <a:lnTo>
                      <a:pt x="2380" y="2585"/>
                    </a:lnTo>
                    <a:lnTo>
                      <a:pt x="1847" y="3212"/>
                    </a:lnTo>
                    <a:lnTo>
                      <a:pt x="216" y="2883"/>
                    </a:lnTo>
                    <a:lnTo>
                      <a:pt x="103" y="2289"/>
                    </a:lnTo>
                    <a:lnTo>
                      <a:pt x="507" y="2153"/>
                    </a:lnTo>
                    <a:lnTo>
                      <a:pt x="510" y="2072"/>
                    </a:lnTo>
                    <a:lnTo>
                      <a:pt x="661" y="2066"/>
                    </a:lnTo>
                    <a:lnTo>
                      <a:pt x="667" y="1934"/>
                    </a:lnTo>
                    <a:lnTo>
                      <a:pt x="250" y="1836"/>
                    </a:lnTo>
                    <a:lnTo>
                      <a:pt x="143" y="1667"/>
                    </a:lnTo>
                    <a:lnTo>
                      <a:pt x="9" y="49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" name="Freeform 87"/>
              <p:cNvSpPr>
                <a:spLocks/>
              </p:cNvSpPr>
              <p:nvPr/>
            </p:nvSpPr>
            <p:spPr bwMode="auto">
              <a:xfrm>
                <a:off x="4121" y="2260"/>
                <a:ext cx="1273" cy="1439"/>
              </a:xfrm>
              <a:custGeom>
                <a:avLst/>
                <a:gdLst>
                  <a:gd name="T0" fmla="*/ 22 w 2762"/>
                  <a:gd name="T1" fmla="*/ 91 h 3166"/>
                  <a:gd name="T2" fmla="*/ 21 w 2762"/>
                  <a:gd name="T3" fmla="*/ 88 h 3166"/>
                  <a:gd name="T4" fmla="*/ 30 w 2762"/>
                  <a:gd name="T5" fmla="*/ 91 h 3166"/>
                  <a:gd name="T6" fmla="*/ 46 w 2762"/>
                  <a:gd name="T7" fmla="*/ 95 h 3166"/>
                  <a:gd name="T8" fmla="*/ 53 w 2762"/>
                  <a:gd name="T9" fmla="*/ 94 h 3166"/>
                  <a:gd name="T10" fmla="*/ 36 w 2762"/>
                  <a:gd name="T11" fmla="*/ 89 h 3166"/>
                  <a:gd name="T12" fmla="*/ 27 w 2762"/>
                  <a:gd name="T13" fmla="*/ 86 h 3166"/>
                  <a:gd name="T14" fmla="*/ 30 w 2762"/>
                  <a:gd name="T15" fmla="*/ 81 h 3166"/>
                  <a:gd name="T16" fmla="*/ 8 w 2762"/>
                  <a:gd name="T17" fmla="*/ 75 h 3166"/>
                  <a:gd name="T18" fmla="*/ 1 w 2762"/>
                  <a:gd name="T19" fmla="*/ 65 h 3166"/>
                  <a:gd name="T20" fmla="*/ 0 w 2762"/>
                  <a:gd name="T21" fmla="*/ 12 h 3166"/>
                  <a:gd name="T22" fmla="*/ 5 w 2762"/>
                  <a:gd name="T23" fmla="*/ 9 h 3166"/>
                  <a:gd name="T24" fmla="*/ 79 w 2762"/>
                  <a:gd name="T25" fmla="*/ 2 h 3166"/>
                  <a:gd name="T26" fmla="*/ 88 w 2762"/>
                  <a:gd name="T27" fmla="*/ 2 h 3166"/>
                  <a:gd name="T28" fmla="*/ 95 w 2762"/>
                  <a:gd name="T29" fmla="*/ 0 h 3166"/>
                  <a:gd name="T30" fmla="*/ 101 w 2762"/>
                  <a:gd name="T31" fmla="*/ 3 h 3166"/>
                  <a:gd name="T32" fmla="*/ 109 w 2762"/>
                  <a:gd name="T33" fmla="*/ 14 h 3166"/>
                  <a:gd name="T34" fmla="*/ 115 w 2762"/>
                  <a:gd name="T35" fmla="*/ 25 h 3166"/>
                  <a:gd name="T36" fmla="*/ 114 w 2762"/>
                  <a:gd name="T37" fmla="*/ 30 h 3166"/>
                  <a:gd name="T38" fmla="*/ 125 w 2762"/>
                  <a:gd name="T39" fmla="*/ 45 h 3166"/>
                  <a:gd name="T40" fmla="*/ 119 w 2762"/>
                  <a:gd name="T41" fmla="*/ 70 h 3166"/>
                  <a:gd name="T42" fmla="*/ 101 w 2762"/>
                  <a:gd name="T43" fmla="*/ 75 h 3166"/>
                  <a:gd name="T44" fmla="*/ 96 w 2762"/>
                  <a:gd name="T45" fmla="*/ 85 h 3166"/>
                  <a:gd name="T46" fmla="*/ 88 w 2762"/>
                  <a:gd name="T47" fmla="*/ 89 h 3166"/>
                  <a:gd name="T48" fmla="*/ 97 w 2762"/>
                  <a:gd name="T49" fmla="*/ 105 h 3166"/>
                  <a:gd name="T50" fmla="*/ 81 w 2762"/>
                  <a:gd name="T51" fmla="*/ 135 h 3166"/>
                  <a:gd name="T52" fmla="*/ 7 w 2762"/>
                  <a:gd name="T53" fmla="*/ 121 h 3166"/>
                  <a:gd name="T54" fmla="*/ 8 w 2762"/>
                  <a:gd name="T55" fmla="*/ 104 h 3166"/>
                  <a:gd name="T56" fmla="*/ 80 w 2762"/>
                  <a:gd name="T57" fmla="*/ 111 h 3166"/>
                  <a:gd name="T58" fmla="*/ 84 w 2762"/>
                  <a:gd name="T59" fmla="*/ 105 h 3166"/>
                  <a:gd name="T60" fmla="*/ 56 w 2762"/>
                  <a:gd name="T61" fmla="*/ 101 h 3166"/>
                  <a:gd name="T62" fmla="*/ 31 w 2762"/>
                  <a:gd name="T63" fmla="*/ 95 h 3166"/>
                  <a:gd name="T64" fmla="*/ 22 w 2762"/>
                  <a:gd name="T65" fmla="*/ 91 h 3166"/>
                  <a:gd name="T66" fmla="*/ 22 w 2762"/>
                  <a:gd name="T67" fmla="*/ 91 h 316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2762"/>
                  <a:gd name="T103" fmla="*/ 0 h 3166"/>
                  <a:gd name="T104" fmla="*/ 2762 w 2762"/>
                  <a:gd name="T105" fmla="*/ 3166 h 316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2762" h="3166">
                    <a:moveTo>
                      <a:pt x="475" y="2132"/>
                    </a:moveTo>
                    <a:lnTo>
                      <a:pt x="461" y="2066"/>
                    </a:lnTo>
                    <a:lnTo>
                      <a:pt x="665" y="2135"/>
                    </a:lnTo>
                    <a:lnTo>
                      <a:pt x="1029" y="2228"/>
                    </a:lnTo>
                    <a:lnTo>
                      <a:pt x="1186" y="2196"/>
                    </a:lnTo>
                    <a:lnTo>
                      <a:pt x="804" y="2080"/>
                    </a:lnTo>
                    <a:lnTo>
                      <a:pt x="603" y="2020"/>
                    </a:lnTo>
                    <a:lnTo>
                      <a:pt x="671" y="1901"/>
                    </a:lnTo>
                    <a:lnTo>
                      <a:pt x="178" y="1753"/>
                    </a:lnTo>
                    <a:lnTo>
                      <a:pt x="34" y="1509"/>
                    </a:lnTo>
                    <a:lnTo>
                      <a:pt x="0" y="280"/>
                    </a:lnTo>
                    <a:lnTo>
                      <a:pt x="107" y="221"/>
                    </a:lnTo>
                    <a:lnTo>
                      <a:pt x="1747" y="56"/>
                    </a:lnTo>
                    <a:lnTo>
                      <a:pt x="1954" y="52"/>
                    </a:lnTo>
                    <a:lnTo>
                      <a:pt x="2113" y="0"/>
                    </a:lnTo>
                    <a:lnTo>
                      <a:pt x="2245" y="64"/>
                    </a:lnTo>
                    <a:lnTo>
                      <a:pt x="2412" y="327"/>
                    </a:lnTo>
                    <a:lnTo>
                      <a:pt x="2548" y="592"/>
                    </a:lnTo>
                    <a:lnTo>
                      <a:pt x="2521" y="696"/>
                    </a:lnTo>
                    <a:lnTo>
                      <a:pt x="2762" y="1071"/>
                    </a:lnTo>
                    <a:lnTo>
                      <a:pt x="2646" y="1633"/>
                    </a:lnTo>
                    <a:lnTo>
                      <a:pt x="2252" y="1762"/>
                    </a:lnTo>
                    <a:lnTo>
                      <a:pt x="2131" y="1990"/>
                    </a:lnTo>
                    <a:lnTo>
                      <a:pt x="1949" y="2071"/>
                    </a:lnTo>
                    <a:lnTo>
                      <a:pt x="2144" y="2452"/>
                    </a:lnTo>
                    <a:lnTo>
                      <a:pt x="1789" y="3166"/>
                    </a:lnTo>
                    <a:lnTo>
                      <a:pt x="158" y="2837"/>
                    </a:lnTo>
                    <a:lnTo>
                      <a:pt x="175" y="2428"/>
                    </a:lnTo>
                    <a:lnTo>
                      <a:pt x="1774" y="2599"/>
                    </a:lnTo>
                    <a:lnTo>
                      <a:pt x="1855" y="2446"/>
                    </a:lnTo>
                    <a:lnTo>
                      <a:pt x="1246" y="2365"/>
                    </a:lnTo>
                    <a:lnTo>
                      <a:pt x="691" y="2243"/>
                    </a:lnTo>
                    <a:lnTo>
                      <a:pt x="475" y="2132"/>
                    </a:lnTo>
                    <a:close/>
                  </a:path>
                </a:pathLst>
              </a:custGeom>
              <a:solidFill>
                <a:srgbClr val="FFE5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" name="Freeform 88"/>
              <p:cNvSpPr>
                <a:spLocks/>
              </p:cNvSpPr>
              <p:nvPr/>
            </p:nvSpPr>
            <p:spPr bwMode="auto">
              <a:xfrm>
                <a:off x="5154" y="3495"/>
                <a:ext cx="229" cy="204"/>
              </a:xfrm>
              <a:custGeom>
                <a:avLst/>
                <a:gdLst>
                  <a:gd name="T0" fmla="*/ 14 w 496"/>
                  <a:gd name="T1" fmla="*/ 0 h 452"/>
                  <a:gd name="T2" fmla="*/ 3 w 496"/>
                  <a:gd name="T3" fmla="*/ 1 h 452"/>
                  <a:gd name="T4" fmla="*/ 3 w 496"/>
                  <a:gd name="T5" fmla="*/ 9 h 452"/>
                  <a:gd name="T6" fmla="*/ 0 w 496"/>
                  <a:gd name="T7" fmla="*/ 12 h 452"/>
                  <a:gd name="T8" fmla="*/ 6 w 496"/>
                  <a:gd name="T9" fmla="*/ 19 h 452"/>
                  <a:gd name="T10" fmla="*/ 19 w 496"/>
                  <a:gd name="T11" fmla="*/ 18 h 452"/>
                  <a:gd name="T12" fmla="*/ 23 w 496"/>
                  <a:gd name="T13" fmla="*/ 12 h 452"/>
                  <a:gd name="T14" fmla="*/ 18 w 496"/>
                  <a:gd name="T15" fmla="*/ 2 h 452"/>
                  <a:gd name="T16" fmla="*/ 14 w 496"/>
                  <a:gd name="T17" fmla="*/ 0 h 452"/>
                  <a:gd name="T18" fmla="*/ 14 w 496"/>
                  <a:gd name="T19" fmla="*/ 0 h 45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96"/>
                  <a:gd name="T31" fmla="*/ 0 h 452"/>
                  <a:gd name="T32" fmla="*/ 496 w 496"/>
                  <a:gd name="T33" fmla="*/ 452 h 45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96" h="452">
                    <a:moveTo>
                      <a:pt x="302" y="0"/>
                    </a:moveTo>
                    <a:lnTo>
                      <a:pt x="66" y="27"/>
                    </a:lnTo>
                    <a:lnTo>
                      <a:pt x="58" y="212"/>
                    </a:lnTo>
                    <a:lnTo>
                      <a:pt x="0" y="293"/>
                    </a:lnTo>
                    <a:lnTo>
                      <a:pt x="128" y="452"/>
                    </a:lnTo>
                    <a:lnTo>
                      <a:pt x="413" y="424"/>
                    </a:lnTo>
                    <a:lnTo>
                      <a:pt x="496" y="287"/>
                    </a:lnTo>
                    <a:lnTo>
                      <a:pt x="393" y="39"/>
                    </a:lnTo>
                    <a:lnTo>
                      <a:pt x="30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" name="Freeform 89"/>
              <p:cNvSpPr>
                <a:spLocks/>
              </p:cNvSpPr>
              <p:nvPr/>
            </p:nvSpPr>
            <p:spPr bwMode="auto">
              <a:xfrm>
                <a:off x="5148" y="3479"/>
                <a:ext cx="229" cy="236"/>
              </a:xfrm>
              <a:custGeom>
                <a:avLst/>
                <a:gdLst>
                  <a:gd name="T0" fmla="*/ 1 w 497"/>
                  <a:gd name="T1" fmla="*/ 22 h 517"/>
                  <a:gd name="T2" fmla="*/ 0 w 497"/>
                  <a:gd name="T3" fmla="*/ 16 h 517"/>
                  <a:gd name="T4" fmla="*/ 4 w 497"/>
                  <a:gd name="T5" fmla="*/ 14 h 517"/>
                  <a:gd name="T6" fmla="*/ 9 w 497"/>
                  <a:gd name="T7" fmla="*/ 13 h 517"/>
                  <a:gd name="T8" fmla="*/ 14 w 497"/>
                  <a:gd name="T9" fmla="*/ 17 h 517"/>
                  <a:gd name="T10" fmla="*/ 18 w 497"/>
                  <a:gd name="T11" fmla="*/ 15 h 517"/>
                  <a:gd name="T12" fmla="*/ 15 w 497"/>
                  <a:gd name="T13" fmla="*/ 11 h 517"/>
                  <a:gd name="T14" fmla="*/ 5 w 497"/>
                  <a:gd name="T15" fmla="*/ 11 h 517"/>
                  <a:gd name="T16" fmla="*/ 4 w 497"/>
                  <a:gd name="T17" fmla="*/ 6 h 517"/>
                  <a:gd name="T18" fmla="*/ 14 w 497"/>
                  <a:gd name="T19" fmla="*/ 0 h 517"/>
                  <a:gd name="T20" fmla="*/ 21 w 497"/>
                  <a:gd name="T21" fmla="*/ 7 h 517"/>
                  <a:gd name="T22" fmla="*/ 23 w 497"/>
                  <a:gd name="T23" fmla="*/ 16 h 517"/>
                  <a:gd name="T24" fmla="*/ 15 w 497"/>
                  <a:gd name="T25" fmla="*/ 22 h 517"/>
                  <a:gd name="T26" fmla="*/ 1 w 497"/>
                  <a:gd name="T27" fmla="*/ 22 h 517"/>
                  <a:gd name="T28" fmla="*/ 1 w 497"/>
                  <a:gd name="T29" fmla="*/ 22 h 51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497"/>
                  <a:gd name="T46" fmla="*/ 0 h 517"/>
                  <a:gd name="T47" fmla="*/ 497 w 497"/>
                  <a:gd name="T48" fmla="*/ 517 h 51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497" h="517">
                    <a:moveTo>
                      <a:pt x="27" y="517"/>
                    </a:moveTo>
                    <a:lnTo>
                      <a:pt x="0" y="369"/>
                    </a:lnTo>
                    <a:lnTo>
                      <a:pt x="81" y="310"/>
                    </a:lnTo>
                    <a:lnTo>
                      <a:pt x="207" y="304"/>
                    </a:lnTo>
                    <a:lnTo>
                      <a:pt x="307" y="402"/>
                    </a:lnTo>
                    <a:lnTo>
                      <a:pt x="394" y="343"/>
                    </a:lnTo>
                    <a:lnTo>
                      <a:pt x="327" y="251"/>
                    </a:lnTo>
                    <a:lnTo>
                      <a:pt x="105" y="261"/>
                    </a:lnTo>
                    <a:lnTo>
                      <a:pt x="94" y="141"/>
                    </a:lnTo>
                    <a:lnTo>
                      <a:pt x="310" y="0"/>
                    </a:lnTo>
                    <a:lnTo>
                      <a:pt x="455" y="153"/>
                    </a:lnTo>
                    <a:lnTo>
                      <a:pt x="497" y="359"/>
                    </a:lnTo>
                    <a:lnTo>
                      <a:pt x="333" y="517"/>
                    </a:lnTo>
                    <a:lnTo>
                      <a:pt x="27" y="517"/>
                    </a:lnTo>
                    <a:close/>
                  </a:path>
                </a:pathLst>
              </a:custGeom>
              <a:solidFill>
                <a:srgbClr val="FFE5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" name="Freeform 90"/>
              <p:cNvSpPr>
                <a:spLocks/>
              </p:cNvSpPr>
              <p:nvPr/>
            </p:nvSpPr>
            <p:spPr bwMode="auto">
              <a:xfrm>
                <a:off x="5171" y="3479"/>
                <a:ext cx="230" cy="248"/>
              </a:xfrm>
              <a:custGeom>
                <a:avLst/>
                <a:gdLst>
                  <a:gd name="T0" fmla="*/ 0 w 498"/>
                  <a:gd name="T1" fmla="*/ 22 h 544"/>
                  <a:gd name="T2" fmla="*/ 0 w 498"/>
                  <a:gd name="T3" fmla="*/ 20 h 544"/>
                  <a:gd name="T4" fmla="*/ 5 w 498"/>
                  <a:gd name="T5" fmla="*/ 17 h 544"/>
                  <a:gd name="T6" fmla="*/ 14 w 498"/>
                  <a:gd name="T7" fmla="*/ 18 h 544"/>
                  <a:gd name="T8" fmla="*/ 18 w 498"/>
                  <a:gd name="T9" fmla="*/ 16 h 544"/>
                  <a:gd name="T10" fmla="*/ 17 w 498"/>
                  <a:gd name="T11" fmla="*/ 7 h 544"/>
                  <a:gd name="T12" fmla="*/ 10 w 498"/>
                  <a:gd name="T13" fmla="*/ 5 h 544"/>
                  <a:gd name="T14" fmla="*/ 1 w 498"/>
                  <a:gd name="T15" fmla="*/ 10 h 544"/>
                  <a:gd name="T16" fmla="*/ 1 w 498"/>
                  <a:gd name="T17" fmla="*/ 2 h 544"/>
                  <a:gd name="T18" fmla="*/ 6 w 498"/>
                  <a:gd name="T19" fmla="*/ 0 h 544"/>
                  <a:gd name="T20" fmla="*/ 12 w 498"/>
                  <a:gd name="T21" fmla="*/ 0 h 544"/>
                  <a:gd name="T22" fmla="*/ 18 w 498"/>
                  <a:gd name="T23" fmla="*/ 3 h 544"/>
                  <a:gd name="T24" fmla="*/ 21 w 498"/>
                  <a:gd name="T25" fmla="*/ 7 h 544"/>
                  <a:gd name="T26" fmla="*/ 23 w 498"/>
                  <a:gd name="T27" fmla="*/ 14 h 544"/>
                  <a:gd name="T28" fmla="*/ 22 w 498"/>
                  <a:gd name="T29" fmla="*/ 20 h 544"/>
                  <a:gd name="T30" fmla="*/ 18 w 498"/>
                  <a:gd name="T31" fmla="*/ 23 h 544"/>
                  <a:gd name="T32" fmla="*/ 7 w 498"/>
                  <a:gd name="T33" fmla="*/ 24 h 544"/>
                  <a:gd name="T34" fmla="*/ 0 w 498"/>
                  <a:gd name="T35" fmla="*/ 22 h 544"/>
                  <a:gd name="T36" fmla="*/ 0 w 498"/>
                  <a:gd name="T37" fmla="*/ 22 h 54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98"/>
                  <a:gd name="T58" fmla="*/ 0 h 544"/>
                  <a:gd name="T59" fmla="*/ 498 w 498"/>
                  <a:gd name="T60" fmla="*/ 544 h 54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98" h="544">
                    <a:moveTo>
                      <a:pt x="11" y="522"/>
                    </a:moveTo>
                    <a:lnTo>
                      <a:pt x="0" y="462"/>
                    </a:lnTo>
                    <a:lnTo>
                      <a:pt x="109" y="402"/>
                    </a:lnTo>
                    <a:lnTo>
                      <a:pt x="314" y="414"/>
                    </a:lnTo>
                    <a:lnTo>
                      <a:pt x="390" y="359"/>
                    </a:lnTo>
                    <a:lnTo>
                      <a:pt x="371" y="163"/>
                    </a:lnTo>
                    <a:lnTo>
                      <a:pt x="219" y="103"/>
                    </a:lnTo>
                    <a:lnTo>
                      <a:pt x="21" y="218"/>
                    </a:lnTo>
                    <a:lnTo>
                      <a:pt x="29" y="60"/>
                    </a:lnTo>
                    <a:lnTo>
                      <a:pt x="122" y="5"/>
                    </a:lnTo>
                    <a:lnTo>
                      <a:pt x="260" y="0"/>
                    </a:lnTo>
                    <a:lnTo>
                      <a:pt x="385" y="72"/>
                    </a:lnTo>
                    <a:lnTo>
                      <a:pt x="462" y="169"/>
                    </a:lnTo>
                    <a:lnTo>
                      <a:pt x="498" y="332"/>
                    </a:lnTo>
                    <a:lnTo>
                      <a:pt x="472" y="462"/>
                    </a:lnTo>
                    <a:lnTo>
                      <a:pt x="385" y="534"/>
                    </a:lnTo>
                    <a:lnTo>
                      <a:pt x="157" y="544"/>
                    </a:lnTo>
                    <a:lnTo>
                      <a:pt x="11" y="522"/>
                    </a:lnTo>
                    <a:close/>
                  </a:path>
                </a:pathLst>
              </a:custGeom>
              <a:solidFill>
                <a:srgbClr val="D1BAB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" name="Freeform 91"/>
              <p:cNvSpPr>
                <a:spLocks/>
              </p:cNvSpPr>
              <p:nvPr/>
            </p:nvSpPr>
            <p:spPr bwMode="auto">
              <a:xfrm>
                <a:off x="4186" y="2398"/>
                <a:ext cx="1207" cy="1301"/>
              </a:xfrm>
              <a:custGeom>
                <a:avLst/>
                <a:gdLst>
                  <a:gd name="T0" fmla="*/ 99 w 2615"/>
                  <a:gd name="T1" fmla="*/ 0 h 2862"/>
                  <a:gd name="T2" fmla="*/ 105 w 2615"/>
                  <a:gd name="T3" fmla="*/ 5 h 2862"/>
                  <a:gd name="T4" fmla="*/ 108 w 2615"/>
                  <a:gd name="T5" fmla="*/ 11 h 2862"/>
                  <a:gd name="T6" fmla="*/ 108 w 2615"/>
                  <a:gd name="T7" fmla="*/ 24 h 2862"/>
                  <a:gd name="T8" fmla="*/ 119 w 2615"/>
                  <a:gd name="T9" fmla="*/ 37 h 2862"/>
                  <a:gd name="T10" fmla="*/ 115 w 2615"/>
                  <a:gd name="T11" fmla="*/ 59 h 2862"/>
                  <a:gd name="T12" fmla="*/ 99 w 2615"/>
                  <a:gd name="T13" fmla="*/ 64 h 2862"/>
                  <a:gd name="T14" fmla="*/ 97 w 2615"/>
                  <a:gd name="T15" fmla="*/ 70 h 2862"/>
                  <a:gd name="T16" fmla="*/ 89 w 2615"/>
                  <a:gd name="T17" fmla="*/ 75 h 2862"/>
                  <a:gd name="T18" fmla="*/ 100 w 2615"/>
                  <a:gd name="T19" fmla="*/ 82 h 2862"/>
                  <a:gd name="T20" fmla="*/ 99 w 2615"/>
                  <a:gd name="T21" fmla="*/ 98 h 2862"/>
                  <a:gd name="T22" fmla="*/ 75 w 2615"/>
                  <a:gd name="T23" fmla="*/ 122 h 2862"/>
                  <a:gd name="T24" fmla="*/ 76 w 2615"/>
                  <a:gd name="T25" fmla="*/ 99 h 2862"/>
                  <a:gd name="T26" fmla="*/ 80 w 2615"/>
                  <a:gd name="T27" fmla="*/ 94 h 2862"/>
                  <a:gd name="T28" fmla="*/ 66 w 2615"/>
                  <a:gd name="T29" fmla="*/ 93 h 2862"/>
                  <a:gd name="T30" fmla="*/ 50 w 2615"/>
                  <a:gd name="T31" fmla="*/ 90 h 2862"/>
                  <a:gd name="T32" fmla="*/ 42 w 2615"/>
                  <a:gd name="T33" fmla="*/ 86 h 2862"/>
                  <a:gd name="T34" fmla="*/ 63 w 2615"/>
                  <a:gd name="T35" fmla="*/ 88 h 2862"/>
                  <a:gd name="T36" fmla="*/ 67 w 2615"/>
                  <a:gd name="T37" fmla="*/ 88 h 2862"/>
                  <a:gd name="T38" fmla="*/ 66 w 2615"/>
                  <a:gd name="T39" fmla="*/ 85 h 2862"/>
                  <a:gd name="T40" fmla="*/ 55 w 2615"/>
                  <a:gd name="T41" fmla="*/ 84 h 2862"/>
                  <a:gd name="T42" fmla="*/ 37 w 2615"/>
                  <a:gd name="T43" fmla="*/ 79 h 2862"/>
                  <a:gd name="T44" fmla="*/ 41 w 2615"/>
                  <a:gd name="T45" fmla="*/ 75 h 2862"/>
                  <a:gd name="T46" fmla="*/ 37 w 2615"/>
                  <a:gd name="T47" fmla="*/ 73 h 2862"/>
                  <a:gd name="T48" fmla="*/ 24 w 2615"/>
                  <a:gd name="T49" fmla="*/ 71 h 2862"/>
                  <a:gd name="T50" fmla="*/ 24 w 2615"/>
                  <a:gd name="T51" fmla="*/ 68 h 2862"/>
                  <a:gd name="T52" fmla="*/ 2 w 2615"/>
                  <a:gd name="T53" fmla="*/ 64 h 2862"/>
                  <a:gd name="T54" fmla="*/ 0 w 2615"/>
                  <a:gd name="T55" fmla="*/ 61 h 2862"/>
                  <a:gd name="T56" fmla="*/ 30 w 2615"/>
                  <a:gd name="T57" fmla="*/ 66 h 2862"/>
                  <a:gd name="T58" fmla="*/ 75 w 2615"/>
                  <a:gd name="T59" fmla="*/ 73 h 2862"/>
                  <a:gd name="T60" fmla="*/ 82 w 2615"/>
                  <a:gd name="T61" fmla="*/ 70 h 2862"/>
                  <a:gd name="T62" fmla="*/ 93 w 2615"/>
                  <a:gd name="T63" fmla="*/ 2 h 2862"/>
                  <a:gd name="T64" fmla="*/ 99 w 2615"/>
                  <a:gd name="T65" fmla="*/ 0 h 2862"/>
                  <a:gd name="T66" fmla="*/ 99 w 2615"/>
                  <a:gd name="T67" fmla="*/ 0 h 2862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2615"/>
                  <a:gd name="T103" fmla="*/ 0 h 2862"/>
                  <a:gd name="T104" fmla="*/ 2615 w 2615"/>
                  <a:gd name="T105" fmla="*/ 2862 h 2862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2615" h="2862">
                    <a:moveTo>
                      <a:pt x="2173" y="0"/>
                    </a:moveTo>
                    <a:lnTo>
                      <a:pt x="2318" y="130"/>
                    </a:lnTo>
                    <a:lnTo>
                      <a:pt x="2373" y="269"/>
                    </a:lnTo>
                    <a:lnTo>
                      <a:pt x="2376" y="549"/>
                    </a:lnTo>
                    <a:lnTo>
                      <a:pt x="2615" y="866"/>
                    </a:lnTo>
                    <a:lnTo>
                      <a:pt x="2535" y="1372"/>
                    </a:lnTo>
                    <a:lnTo>
                      <a:pt x="2187" y="1501"/>
                    </a:lnTo>
                    <a:lnTo>
                      <a:pt x="2137" y="1648"/>
                    </a:lnTo>
                    <a:lnTo>
                      <a:pt x="1954" y="1767"/>
                    </a:lnTo>
                    <a:lnTo>
                      <a:pt x="2197" y="1914"/>
                    </a:lnTo>
                    <a:lnTo>
                      <a:pt x="2173" y="2306"/>
                    </a:lnTo>
                    <a:lnTo>
                      <a:pt x="1647" y="2862"/>
                    </a:lnTo>
                    <a:lnTo>
                      <a:pt x="1678" y="2323"/>
                    </a:lnTo>
                    <a:lnTo>
                      <a:pt x="1777" y="2191"/>
                    </a:lnTo>
                    <a:lnTo>
                      <a:pt x="1453" y="2170"/>
                    </a:lnTo>
                    <a:lnTo>
                      <a:pt x="1104" y="2120"/>
                    </a:lnTo>
                    <a:lnTo>
                      <a:pt x="911" y="2016"/>
                    </a:lnTo>
                    <a:lnTo>
                      <a:pt x="1388" y="2061"/>
                    </a:lnTo>
                    <a:lnTo>
                      <a:pt x="1487" y="2055"/>
                    </a:lnTo>
                    <a:lnTo>
                      <a:pt x="1463" y="1985"/>
                    </a:lnTo>
                    <a:lnTo>
                      <a:pt x="1220" y="1967"/>
                    </a:lnTo>
                    <a:lnTo>
                      <a:pt x="821" y="1837"/>
                    </a:lnTo>
                    <a:lnTo>
                      <a:pt x="907" y="1760"/>
                    </a:lnTo>
                    <a:lnTo>
                      <a:pt x="813" y="1717"/>
                    </a:lnTo>
                    <a:lnTo>
                      <a:pt x="537" y="1662"/>
                    </a:lnTo>
                    <a:lnTo>
                      <a:pt x="529" y="1597"/>
                    </a:lnTo>
                    <a:lnTo>
                      <a:pt x="50" y="1486"/>
                    </a:lnTo>
                    <a:lnTo>
                      <a:pt x="0" y="1421"/>
                    </a:lnTo>
                    <a:lnTo>
                      <a:pt x="674" y="1542"/>
                    </a:lnTo>
                    <a:lnTo>
                      <a:pt x="1661" y="1713"/>
                    </a:lnTo>
                    <a:lnTo>
                      <a:pt x="1809" y="1653"/>
                    </a:lnTo>
                    <a:lnTo>
                      <a:pt x="2051" y="53"/>
                    </a:lnTo>
                    <a:lnTo>
                      <a:pt x="2173" y="0"/>
                    </a:lnTo>
                    <a:close/>
                  </a:path>
                </a:pathLst>
              </a:custGeom>
              <a:solidFill>
                <a:srgbClr val="B5A3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" name="Freeform 92"/>
              <p:cNvSpPr>
                <a:spLocks/>
              </p:cNvSpPr>
              <p:nvPr/>
            </p:nvSpPr>
            <p:spPr bwMode="auto">
              <a:xfrm>
                <a:off x="4234" y="2383"/>
                <a:ext cx="786" cy="699"/>
              </a:xfrm>
              <a:custGeom>
                <a:avLst/>
                <a:gdLst>
                  <a:gd name="T0" fmla="*/ 1 w 1705"/>
                  <a:gd name="T1" fmla="*/ 55 h 1535"/>
                  <a:gd name="T2" fmla="*/ 0 w 1705"/>
                  <a:gd name="T3" fmla="*/ 46 h 1535"/>
                  <a:gd name="T4" fmla="*/ 0 w 1705"/>
                  <a:gd name="T5" fmla="*/ 6 h 1535"/>
                  <a:gd name="T6" fmla="*/ 3 w 1705"/>
                  <a:gd name="T7" fmla="*/ 4 h 1535"/>
                  <a:gd name="T8" fmla="*/ 21 w 1705"/>
                  <a:gd name="T9" fmla="*/ 2 h 1535"/>
                  <a:gd name="T10" fmla="*/ 46 w 1705"/>
                  <a:gd name="T11" fmla="*/ 0 h 1535"/>
                  <a:gd name="T12" fmla="*/ 77 w 1705"/>
                  <a:gd name="T13" fmla="*/ 3 h 1535"/>
                  <a:gd name="T14" fmla="*/ 77 w 1705"/>
                  <a:gd name="T15" fmla="*/ 52 h 1535"/>
                  <a:gd name="T16" fmla="*/ 73 w 1705"/>
                  <a:gd name="T17" fmla="*/ 63 h 1535"/>
                  <a:gd name="T18" fmla="*/ 65 w 1705"/>
                  <a:gd name="T19" fmla="*/ 66 h 1535"/>
                  <a:gd name="T20" fmla="*/ 39 w 1705"/>
                  <a:gd name="T21" fmla="*/ 65 h 1535"/>
                  <a:gd name="T22" fmla="*/ 4 w 1705"/>
                  <a:gd name="T23" fmla="*/ 61 h 1535"/>
                  <a:gd name="T24" fmla="*/ 1 w 1705"/>
                  <a:gd name="T25" fmla="*/ 55 h 1535"/>
                  <a:gd name="T26" fmla="*/ 1 w 1705"/>
                  <a:gd name="T27" fmla="*/ 55 h 153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705"/>
                  <a:gd name="T43" fmla="*/ 0 h 1535"/>
                  <a:gd name="T44" fmla="*/ 1705 w 1705"/>
                  <a:gd name="T45" fmla="*/ 1535 h 153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705" h="1535">
                    <a:moveTo>
                      <a:pt x="24" y="1285"/>
                    </a:moveTo>
                    <a:lnTo>
                      <a:pt x="0" y="1087"/>
                    </a:lnTo>
                    <a:lnTo>
                      <a:pt x="3" y="150"/>
                    </a:lnTo>
                    <a:lnTo>
                      <a:pt x="77" y="93"/>
                    </a:lnTo>
                    <a:lnTo>
                      <a:pt x="470" y="39"/>
                    </a:lnTo>
                    <a:lnTo>
                      <a:pt x="1009" y="0"/>
                    </a:lnTo>
                    <a:lnTo>
                      <a:pt x="1705" y="67"/>
                    </a:lnTo>
                    <a:lnTo>
                      <a:pt x="1691" y="1220"/>
                    </a:lnTo>
                    <a:lnTo>
                      <a:pt x="1615" y="1475"/>
                    </a:lnTo>
                    <a:lnTo>
                      <a:pt x="1452" y="1535"/>
                    </a:lnTo>
                    <a:lnTo>
                      <a:pt x="866" y="1504"/>
                    </a:lnTo>
                    <a:lnTo>
                      <a:pt x="84" y="1417"/>
                    </a:lnTo>
                    <a:lnTo>
                      <a:pt x="24" y="1285"/>
                    </a:lnTo>
                    <a:close/>
                  </a:path>
                </a:pathLst>
              </a:custGeom>
              <a:solidFill>
                <a:srgbClr val="FFF5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" name="Freeform 93"/>
              <p:cNvSpPr>
                <a:spLocks/>
              </p:cNvSpPr>
              <p:nvPr/>
            </p:nvSpPr>
            <p:spPr bwMode="auto">
              <a:xfrm>
                <a:off x="4145" y="2346"/>
                <a:ext cx="895" cy="669"/>
              </a:xfrm>
              <a:custGeom>
                <a:avLst/>
                <a:gdLst>
                  <a:gd name="T0" fmla="*/ 87 w 1940"/>
                  <a:gd name="T1" fmla="*/ 7 h 1471"/>
                  <a:gd name="T2" fmla="*/ 88 w 1940"/>
                  <a:gd name="T3" fmla="*/ 3 h 1471"/>
                  <a:gd name="T4" fmla="*/ 82 w 1940"/>
                  <a:gd name="T5" fmla="*/ 1 h 1471"/>
                  <a:gd name="T6" fmla="*/ 67 w 1940"/>
                  <a:gd name="T7" fmla="*/ 0 h 1471"/>
                  <a:gd name="T8" fmla="*/ 25 w 1940"/>
                  <a:gd name="T9" fmla="*/ 3 h 1471"/>
                  <a:gd name="T10" fmla="*/ 7 w 1940"/>
                  <a:gd name="T11" fmla="*/ 5 h 1471"/>
                  <a:gd name="T12" fmla="*/ 2 w 1940"/>
                  <a:gd name="T13" fmla="*/ 8 h 1471"/>
                  <a:gd name="T14" fmla="*/ 0 w 1940"/>
                  <a:gd name="T15" fmla="*/ 12 h 1471"/>
                  <a:gd name="T16" fmla="*/ 2 w 1940"/>
                  <a:gd name="T17" fmla="*/ 33 h 1471"/>
                  <a:gd name="T18" fmla="*/ 6 w 1940"/>
                  <a:gd name="T19" fmla="*/ 59 h 1471"/>
                  <a:gd name="T20" fmla="*/ 12 w 1940"/>
                  <a:gd name="T21" fmla="*/ 63 h 1471"/>
                  <a:gd name="T22" fmla="*/ 9 w 1940"/>
                  <a:gd name="T23" fmla="*/ 51 h 1471"/>
                  <a:gd name="T24" fmla="*/ 8 w 1940"/>
                  <a:gd name="T25" fmla="*/ 11 h 1471"/>
                  <a:gd name="T26" fmla="*/ 23 w 1940"/>
                  <a:gd name="T27" fmla="*/ 7 h 1471"/>
                  <a:gd name="T28" fmla="*/ 48 w 1940"/>
                  <a:gd name="T29" fmla="*/ 5 h 1471"/>
                  <a:gd name="T30" fmla="*/ 71 w 1940"/>
                  <a:gd name="T31" fmla="*/ 4 h 1471"/>
                  <a:gd name="T32" fmla="*/ 80 w 1940"/>
                  <a:gd name="T33" fmla="*/ 5 h 1471"/>
                  <a:gd name="T34" fmla="*/ 87 w 1940"/>
                  <a:gd name="T35" fmla="*/ 7 h 1471"/>
                  <a:gd name="T36" fmla="*/ 87 w 1940"/>
                  <a:gd name="T37" fmla="*/ 7 h 147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40"/>
                  <a:gd name="T58" fmla="*/ 0 h 1471"/>
                  <a:gd name="T59" fmla="*/ 1940 w 1940"/>
                  <a:gd name="T60" fmla="*/ 1471 h 147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40" h="1471">
                    <a:moveTo>
                      <a:pt x="1915" y="174"/>
                    </a:moveTo>
                    <a:lnTo>
                      <a:pt x="1940" y="77"/>
                    </a:lnTo>
                    <a:lnTo>
                      <a:pt x="1809" y="25"/>
                    </a:lnTo>
                    <a:lnTo>
                      <a:pt x="1477" y="0"/>
                    </a:lnTo>
                    <a:lnTo>
                      <a:pt x="558" y="69"/>
                    </a:lnTo>
                    <a:lnTo>
                      <a:pt x="161" y="115"/>
                    </a:lnTo>
                    <a:lnTo>
                      <a:pt x="36" y="182"/>
                    </a:lnTo>
                    <a:lnTo>
                      <a:pt x="0" y="290"/>
                    </a:lnTo>
                    <a:lnTo>
                      <a:pt x="39" y="778"/>
                    </a:lnTo>
                    <a:lnTo>
                      <a:pt x="142" y="1377"/>
                    </a:lnTo>
                    <a:lnTo>
                      <a:pt x="276" y="1471"/>
                    </a:lnTo>
                    <a:lnTo>
                      <a:pt x="192" y="1189"/>
                    </a:lnTo>
                    <a:lnTo>
                      <a:pt x="181" y="253"/>
                    </a:lnTo>
                    <a:lnTo>
                      <a:pt x="500" y="155"/>
                    </a:lnTo>
                    <a:lnTo>
                      <a:pt x="1066" y="112"/>
                    </a:lnTo>
                    <a:lnTo>
                      <a:pt x="1570" y="96"/>
                    </a:lnTo>
                    <a:lnTo>
                      <a:pt x="1758" y="133"/>
                    </a:lnTo>
                    <a:lnTo>
                      <a:pt x="1915" y="174"/>
                    </a:lnTo>
                    <a:close/>
                  </a:path>
                </a:pathLst>
              </a:custGeom>
              <a:solidFill>
                <a:srgbClr val="B5A3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" name="Freeform 94"/>
              <p:cNvSpPr>
                <a:spLocks/>
              </p:cNvSpPr>
              <p:nvPr/>
            </p:nvSpPr>
            <p:spPr bwMode="auto">
              <a:xfrm>
                <a:off x="4298" y="2262"/>
                <a:ext cx="1014" cy="1086"/>
              </a:xfrm>
              <a:custGeom>
                <a:avLst/>
                <a:gdLst>
                  <a:gd name="T0" fmla="*/ 78 w 2201"/>
                  <a:gd name="T1" fmla="*/ 2 h 2389"/>
                  <a:gd name="T2" fmla="*/ 73 w 2201"/>
                  <a:gd name="T3" fmla="*/ 72 h 2389"/>
                  <a:gd name="T4" fmla="*/ 83 w 2201"/>
                  <a:gd name="T5" fmla="*/ 9 h 2389"/>
                  <a:gd name="T6" fmla="*/ 85 w 2201"/>
                  <a:gd name="T7" fmla="*/ 6 h 2389"/>
                  <a:gd name="T8" fmla="*/ 91 w 2201"/>
                  <a:gd name="T9" fmla="*/ 14 h 2389"/>
                  <a:gd name="T10" fmla="*/ 96 w 2201"/>
                  <a:gd name="T11" fmla="*/ 25 h 2389"/>
                  <a:gd name="T12" fmla="*/ 83 w 2201"/>
                  <a:gd name="T13" fmla="*/ 80 h 2389"/>
                  <a:gd name="T14" fmla="*/ 72 w 2201"/>
                  <a:gd name="T15" fmla="*/ 87 h 2389"/>
                  <a:gd name="T16" fmla="*/ 65 w 2201"/>
                  <a:gd name="T17" fmla="*/ 88 h 2389"/>
                  <a:gd name="T18" fmla="*/ 38 w 2201"/>
                  <a:gd name="T19" fmla="*/ 85 h 2389"/>
                  <a:gd name="T20" fmla="*/ 42 w 2201"/>
                  <a:gd name="T21" fmla="*/ 89 h 2389"/>
                  <a:gd name="T22" fmla="*/ 39 w 2201"/>
                  <a:gd name="T23" fmla="*/ 92 h 2389"/>
                  <a:gd name="T24" fmla="*/ 26 w 2201"/>
                  <a:gd name="T25" fmla="*/ 91 h 2389"/>
                  <a:gd name="T26" fmla="*/ 36 w 2201"/>
                  <a:gd name="T27" fmla="*/ 95 h 2389"/>
                  <a:gd name="T28" fmla="*/ 48 w 2201"/>
                  <a:gd name="T29" fmla="*/ 96 h 2389"/>
                  <a:gd name="T30" fmla="*/ 56 w 2201"/>
                  <a:gd name="T31" fmla="*/ 95 h 2389"/>
                  <a:gd name="T32" fmla="*/ 63 w 2201"/>
                  <a:gd name="T33" fmla="*/ 95 h 2389"/>
                  <a:gd name="T34" fmla="*/ 68 w 2201"/>
                  <a:gd name="T35" fmla="*/ 98 h 2389"/>
                  <a:gd name="T36" fmla="*/ 59 w 2201"/>
                  <a:gd name="T37" fmla="*/ 100 h 2389"/>
                  <a:gd name="T38" fmla="*/ 38 w 2201"/>
                  <a:gd name="T39" fmla="*/ 99 h 2389"/>
                  <a:gd name="T40" fmla="*/ 17 w 2201"/>
                  <a:gd name="T41" fmla="*/ 95 h 2389"/>
                  <a:gd name="T42" fmla="*/ 6 w 2201"/>
                  <a:gd name="T43" fmla="*/ 91 h 2389"/>
                  <a:gd name="T44" fmla="*/ 5 w 2201"/>
                  <a:gd name="T45" fmla="*/ 87 h 2389"/>
                  <a:gd name="T46" fmla="*/ 12 w 2201"/>
                  <a:gd name="T47" fmla="*/ 86 h 2389"/>
                  <a:gd name="T48" fmla="*/ 15 w 2201"/>
                  <a:gd name="T49" fmla="*/ 86 h 2389"/>
                  <a:gd name="T50" fmla="*/ 17 w 2201"/>
                  <a:gd name="T51" fmla="*/ 81 h 2389"/>
                  <a:gd name="T52" fmla="*/ 10 w 2201"/>
                  <a:gd name="T53" fmla="*/ 80 h 2389"/>
                  <a:gd name="T54" fmla="*/ 8 w 2201"/>
                  <a:gd name="T55" fmla="*/ 84 h 2389"/>
                  <a:gd name="T56" fmla="*/ 3 w 2201"/>
                  <a:gd name="T57" fmla="*/ 84 h 2389"/>
                  <a:gd name="T58" fmla="*/ 1 w 2201"/>
                  <a:gd name="T59" fmla="*/ 86 h 2389"/>
                  <a:gd name="T60" fmla="*/ 0 w 2201"/>
                  <a:gd name="T61" fmla="*/ 90 h 2389"/>
                  <a:gd name="T62" fmla="*/ 5 w 2201"/>
                  <a:gd name="T63" fmla="*/ 94 h 2389"/>
                  <a:gd name="T64" fmla="*/ 18 w 2201"/>
                  <a:gd name="T65" fmla="*/ 98 h 2389"/>
                  <a:gd name="T66" fmla="*/ 45 w 2201"/>
                  <a:gd name="T67" fmla="*/ 101 h 2389"/>
                  <a:gd name="T68" fmla="*/ 64 w 2201"/>
                  <a:gd name="T69" fmla="*/ 102 h 2389"/>
                  <a:gd name="T70" fmla="*/ 75 w 2201"/>
                  <a:gd name="T71" fmla="*/ 100 h 2389"/>
                  <a:gd name="T72" fmla="*/ 82 w 2201"/>
                  <a:gd name="T73" fmla="*/ 97 h 2389"/>
                  <a:gd name="T74" fmla="*/ 81 w 2201"/>
                  <a:gd name="T75" fmla="*/ 94 h 2389"/>
                  <a:gd name="T76" fmla="*/ 78 w 2201"/>
                  <a:gd name="T77" fmla="*/ 92 h 2389"/>
                  <a:gd name="T78" fmla="*/ 78 w 2201"/>
                  <a:gd name="T79" fmla="*/ 90 h 2389"/>
                  <a:gd name="T80" fmla="*/ 87 w 2201"/>
                  <a:gd name="T81" fmla="*/ 85 h 2389"/>
                  <a:gd name="T82" fmla="*/ 98 w 2201"/>
                  <a:gd name="T83" fmla="*/ 30 h 2389"/>
                  <a:gd name="T84" fmla="*/ 99 w 2201"/>
                  <a:gd name="T85" fmla="*/ 25 h 2389"/>
                  <a:gd name="T86" fmla="*/ 86 w 2201"/>
                  <a:gd name="T87" fmla="*/ 0 h 2389"/>
                  <a:gd name="T88" fmla="*/ 78 w 2201"/>
                  <a:gd name="T89" fmla="*/ 2 h 2389"/>
                  <a:gd name="T90" fmla="*/ 78 w 2201"/>
                  <a:gd name="T91" fmla="*/ 2 h 2389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2201"/>
                  <a:gd name="T139" fmla="*/ 0 h 2389"/>
                  <a:gd name="T140" fmla="*/ 2201 w 2201"/>
                  <a:gd name="T141" fmla="*/ 2389 h 2389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2201" h="2389">
                    <a:moveTo>
                      <a:pt x="1733" y="46"/>
                    </a:moveTo>
                    <a:lnTo>
                      <a:pt x="1621" y="1680"/>
                    </a:lnTo>
                    <a:lnTo>
                      <a:pt x="1852" y="220"/>
                    </a:lnTo>
                    <a:lnTo>
                      <a:pt x="1891" y="141"/>
                    </a:lnTo>
                    <a:lnTo>
                      <a:pt x="2028" y="323"/>
                    </a:lnTo>
                    <a:lnTo>
                      <a:pt x="2131" y="569"/>
                    </a:lnTo>
                    <a:lnTo>
                      <a:pt x="1849" y="1856"/>
                    </a:lnTo>
                    <a:lnTo>
                      <a:pt x="1595" y="2035"/>
                    </a:lnTo>
                    <a:lnTo>
                      <a:pt x="1448" y="2067"/>
                    </a:lnTo>
                    <a:lnTo>
                      <a:pt x="845" y="1985"/>
                    </a:lnTo>
                    <a:lnTo>
                      <a:pt x="935" y="2078"/>
                    </a:lnTo>
                    <a:lnTo>
                      <a:pt x="865" y="2147"/>
                    </a:lnTo>
                    <a:lnTo>
                      <a:pt x="579" y="2137"/>
                    </a:lnTo>
                    <a:lnTo>
                      <a:pt x="802" y="2235"/>
                    </a:lnTo>
                    <a:lnTo>
                      <a:pt x="1064" y="2251"/>
                    </a:lnTo>
                    <a:lnTo>
                      <a:pt x="1232" y="2241"/>
                    </a:lnTo>
                    <a:lnTo>
                      <a:pt x="1396" y="2241"/>
                    </a:lnTo>
                    <a:lnTo>
                      <a:pt x="1501" y="2301"/>
                    </a:lnTo>
                    <a:lnTo>
                      <a:pt x="1317" y="2335"/>
                    </a:lnTo>
                    <a:lnTo>
                      <a:pt x="841" y="2322"/>
                    </a:lnTo>
                    <a:lnTo>
                      <a:pt x="380" y="2226"/>
                    </a:lnTo>
                    <a:lnTo>
                      <a:pt x="130" y="2136"/>
                    </a:lnTo>
                    <a:lnTo>
                      <a:pt x="114" y="2038"/>
                    </a:lnTo>
                    <a:lnTo>
                      <a:pt x="259" y="2026"/>
                    </a:lnTo>
                    <a:lnTo>
                      <a:pt x="326" y="2007"/>
                    </a:lnTo>
                    <a:lnTo>
                      <a:pt x="366" y="1903"/>
                    </a:lnTo>
                    <a:lnTo>
                      <a:pt x="225" y="1884"/>
                    </a:lnTo>
                    <a:lnTo>
                      <a:pt x="185" y="1968"/>
                    </a:lnTo>
                    <a:lnTo>
                      <a:pt x="64" y="1974"/>
                    </a:lnTo>
                    <a:lnTo>
                      <a:pt x="22" y="2019"/>
                    </a:lnTo>
                    <a:lnTo>
                      <a:pt x="0" y="2109"/>
                    </a:lnTo>
                    <a:lnTo>
                      <a:pt x="101" y="2207"/>
                    </a:lnTo>
                    <a:lnTo>
                      <a:pt x="387" y="2297"/>
                    </a:lnTo>
                    <a:lnTo>
                      <a:pt x="998" y="2374"/>
                    </a:lnTo>
                    <a:lnTo>
                      <a:pt x="1430" y="2389"/>
                    </a:lnTo>
                    <a:lnTo>
                      <a:pt x="1652" y="2350"/>
                    </a:lnTo>
                    <a:lnTo>
                      <a:pt x="1820" y="2272"/>
                    </a:lnTo>
                    <a:lnTo>
                      <a:pt x="1803" y="2195"/>
                    </a:lnTo>
                    <a:lnTo>
                      <a:pt x="1735" y="2162"/>
                    </a:lnTo>
                    <a:lnTo>
                      <a:pt x="1737" y="2099"/>
                    </a:lnTo>
                    <a:lnTo>
                      <a:pt x="1929" y="1980"/>
                    </a:lnTo>
                    <a:lnTo>
                      <a:pt x="2173" y="704"/>
                    </a:lnTo>
                    <a:lnTo>
                      <a:pt x="2201" y="569"/>
                    </a:lnTo>
                    <a:lnTo>
                      <a:pt x="1905" y="0"/>
                    </a:lnTo>
                    <a:lnTo>
                      <a:pt x="1733" y="4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" name="Freeform 95"/>
              <p:cNvSpPr>
                <a:spLocks/>
              </p:cNvSpPr>
              <p:nvPr/>
            </p:nvSpPr>
            <p:spPr bwMode="auto">
              <a:xfrm>
                <a:off x="4081" y="2221"/>
                <a:ext cx="1099" cy="978"/>
              </a:xfrm>
              <a:custGeom>
                <a:avLst/>
                <a:gdLst>
                  <a:gd name="T0" fmla="*/ 108 w 2382"/>
                  <a:gd name="T1" fmla="*/ 4 h 2150"/>
                  <a:gd name="T2" fmla="*/ 98 w 2382"/>
                  <a:gd name="T3" fmla="*/ 0 h 2150"/>
                  <a:gd name="T4" fmla="*/ 6 w 2382"/>
                  <a:gd name="T5" fmla="*/ 8 h 2150"/>
                  <a:gd name="T6" fmla="*/ 1 w 2382"/>
                  <a:gd name="T7" fmla="*/ 11 h 2150"/>
                  <a:gd name="T8" fmla="*/ 0 w 2382"/>
                  <a:gd name="T9" fmla="*/ 18 h 2150"/>
                  <a:gd name="T10" fmla="*/ 5 w 2382"/>
                  <a:gd name="T11" fmla="*/ 72 h 2150"/>
                  <a:gd name="T12" fmla="*/ 9 w 2382"/>
                  <a:gd name="T13" fmla="*/ 81 h 2150"/>
                  <a:gd name="T14" fmla="*/ 14 w 2382"/>
                  <a:gd name="T15" fmla="*/ 83 h 2150"/>
                  <a:gd name="T16" fmla="*/ 50 w 2382"/>
                  <a:gd name="T17" fmla="*/ 89 h 2150"/>
                  <a:gd name="T18" fmla="*/ 84 w 2382"/>
                  <a:gd name="T19" fmla="*/ 92 h 2150"/>
                  <a:gd name="T20" fmla="*/ 45 w 2382"/>
                  <a:gd name="T21" fmla="*/ 86 h 2150"/>
                  <a:gd name="T22" fmla="*/ 12 w 2382"/>
                  <a:gd name="T23" fmla="*/ 79 h 2150"/>
                  <a:gd name="T24" fmla="*/ 8 w 2382"/>
                  <a:gd name="T25" fmla="*/ 71 h 2150"/>
                  <a:gd name="T26" fmla="*/ 2 w 2382"/>
                  <a:gd name="T27" fmla="*/ 20 h 2150"/>
                  <a:gd name="T28" fmla="*/ 3 w 2382"/>
                  <a:gd name="T29" fmla="*/ 13 h 2150"/>
                  <a:gd name="T30" fmla="*/ 8 w 2382"/>
                  <a:gd name="T31" fmla="*/ 11 h 2150"/>
                  <a:gd name="T32" fmla="*/ 91 w 2382"/>
                  <a:gd name="T33" fmla="*/ 4 h 2150"/>
                  <a:gd name="T34" fmla="*/ 100 w 2382"/>
                  <a:gd name="T35" fmla="*/ 6 h 2150"/>
                  <a:gd name="T36" fmla="*/ 108 w 2382"/>
                  <a:gd name="T37" fmla="*/ 5 h 2150"/>
                  <a:gd name="T38" fmla="*/ 108 w 2382"/>
                  <a:gd name="T39" fmla="*/ 4 h 2150"/>
                  <a:gd name="T40" fmla="*/ 108 w 2382"/>
                  <a:gd name="T41" fmla="*/ 4 h 215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382"/>
                  <a:gd name="T64" fmla="*/ 0 h 2150"/>
                  <a:gd name="T65" fmla="*/ 2382 w 2382"/>
                  <a:gd name="T66" fmla="*/ 2150 h 2150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382" h="2150">
                    <a:moveTo>
                      <a:pt x="2375" y="90"/>
                    </a:moveTo>
                    <a:lnTo>
                      <a:pt x="2166" y="0"/>
                    </a:lnTo>
                    <a:lnTo>
                      <a:pt x="148" y="194"/>
                    </a:lnTo>
                    <a:lnTo>
                      <a:pt x="25" y="264"/>
                    </a:lnTo>
                    <a:lnTo>
                      <a:pt x="0" y="419"/>
                    </a:lnTo>
                    <a:lnTo>
                      <a:pt x="103" y="1690"/>
                    </a:lnTo>
                    <a:lnTo>
                      <a:pt x="196" y="1898"/>
                    </a:lnTo>
                    <a:lnTo>
                      <a:pt x="321" y="1943"/>
                    </a:lnTo>
                    <a:lnTo>
                      <a:pt x="1099" y="2072"/>
                    </a:lnTo>
                    <a:lnTo>
                      <a:pt x="1849" y="2150"/>
                    </a:lnTo>
                    <a:lnTo>
                      <a:pt x="995" y="2001"/>
                    </a:lnTo>
                    <a:lnTo>
                      <a:pt x="264" y="1839"/>
                    </a:lnTo>
                    <a:lnTo>
                      <a:pt x="174" y="1669"/>
                    </a:lnTo>
                    <a:lnTo>
                      <a:pt x="52" y="484"/>
                    </a:lnTo>
                    <a:lnTo>
                      <a:pt x="57" y="304"/>
                    </a:lnTo>
                    <a:lnTo>
                      <a:pt x="170" y="252"/>
                    </a:lnTo>
                    <a:lnTo>
                      <a:pt x="2018" y="90"/>
                    </a:lnTo>
                    <a:lnTo>
                      <a:pt x="2203" y="136"/>
                    </a:lnTo>
                    <a:lnTo>
                      <a:pt x="2382" y="130"/>
                    </a:lnTo>
                    <a:lnTo>
                      <a:pt x="2375" y="9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" name="Freeform 96"/>
              <p:cNvSpPr>
                <a:spLocks/>
              </p:cNvSpPr>
              <p:nvPr/>
            </p:nvSpPr>
            <p:spPr bwMode="auto">
              <a:xfrm>
                <a:off x="5183" y="2581"/>
                <a:ext cx="235" cy="533"/>
              </a:xfrm>
              <a:custGeom>
                <a:avLst/>
                <a:gdLst>
                  <a:gd name="T0" fmla="*/ 12 w 509"/>
                  <a:gd name="T1" fmla="*/ 0 h 1168"/>
                  <a:gd name="T2" fmla="*/ 21 w 509"/>
                  <a:gd name="T3" fmla="*/ 12 h 1168"/>
                  <a:gd name="T4" fmla="*/ 23 w 509"/>
                  <a:gd name="T5" fmla="*/ 15 h 1168"/>
                  <a:gd name="T6" fmla="*/ 17 w 509"/>
                  <a:gd name="T7" fmla="*/ 42 h 1168"/>
                  <a:gd name="T8" fmla="*/ 14 w 509"/>
                  <a:gd name="T9" fmla="*/ 43 h 1168"/>
                  <a:gd name="T10" fmla="*/ 0 w 509"/>
                  <a:gd name="T11" fmla="*/ 51 h 1168"/>
                  <a:gd name="T12" fmla="*/ 1 w 509"/>
                  <a:gd name="T13" fmla="*/ 44 h 1168"/>
                  <a:gd name="T14" fmla="*/ 5 w 509"/>
                  <a:gd name="T15" fmla="*/ 43 h 1168"/>
                  <a:gd name="T16" fmla="*/ 9 w 509"/>
                  <a:gd name="T17" fmla="*/ 22 h 1168"/>
                  <a:gd name="T18" fmla="*/ 11 w 509"/>
                  <a:gd name="T19" fmla="*/ 24 h 1168"/>
                  <a:gd name="T20" fmla="*/ 8 w 509"/>
                  <a:gd name="T21" fmla="*/ 42 h 1168"/>
                  <a:gd name="T22" fmla="*/ 11 w 509"/>
                  <a:gd name="T23" fmla="*/ 41 h 1168"/>
                  <a:gd name="T24" fmla="*/ 13 w 509"/>
                  <a:gd name="T25" fmla="*/ 24 h 1168"/>
                  <a:gd name="T26" fmla="*/ 15 w 509"/>
                  <a:gd name="T27" fmla="*/ 24 h 1168"/>
                  <a:gd name="T28" fmla="*/ 13 w 509"/>
                  <a:gd name="T29" fmla="*/ 40 h 1168"/>
                  <a:gd name="T30" fmla="*/ 16 w 509"/>
                  <a:gd name="T31" fmla="*/ 40 h 1168"/>
                  <a:gd name="T32" fmla="*/ 21 w 509"/>
                  <a:gd name="T33" fmla="*/ 16 h 1168"/>
                  <a:gd name="T34" fmla="*/ 10 w 509"/>
                  <a:gd name="T35" fmla="*/ 4 h 1168"/>
                  <a:gd name="T36" fmla="*/ 12 w 509"/>
                  <a:gd name="T37" fmla="*/ 0 h 1168"/>
                  <a:gd name="T38" fmla="*/ 12 w 509"/>
                  <a:gd name="T39" fmla="*/ 0 h 116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509"/>
                  <a:gd name="T61" fmla="*/ 0 h 1168"/>
                  <a:gd name="T62" fmla="*/ 509 w 509"/>
                  <a:gd name="T63" fmla="*/ 1168 h 116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509" h="1168">
                    <a:moveTo>
                      <a:pt x="253" y="0"/>
                    </a:moveTo>
                    <a:lnTo>
                      <a:pt x="459" y="280"/>
                    </a:lnTo>
                    <a:lnTo>
                      <a:pt x="509" y="340"/>
                    </a:lnTo>
                    <a:lnTo>
                      <a:pt x="373" y="968"/>
                    </a:lnTo>
                    <a:lnTo>
                      <a:pt x="302" y="999"/>
                    </a:lnTo>
                    <a:lnTo>
                      <a:pt x="0" y="1168"/>
                    </a:lnTo>
                    <a:lnTo>
                      <a:pt x="35" y="1014"/>
                    </a:lnTo>
                    <a:lnTo>
                      <a:pt x="114" y="983"/>
                    </a:lnTo>
                    <a:lnTo>
                      <a:pt x="207" y="503"/>
                    </a:lnTo>
                    <a:lnTo>
                      <a:pt x="237" y="542"/>
                    </a:lnTo>
                    <a:lnTo>
                      <a:pt x="173" y="965"/>
                    </a:lnTo>
                    <a:lnTo>
                      <a:pt x="239" y="950"/>
                    </a:lnTo>
                    <a:lnTo>
                      <a:pt x="294" y="542"/>
                    </a:lnTo>
                    <a:lnTo>
                      <a:pt x="325" y="562"/>
                    </a:lnTo>
                    <a:lnTo>
                      <a:pt x="290" y="927"/>
                    </a:lnTo>
                    <a:lnTo>
                      <a:pt x="342" y="925"/>
                    </a:lnTo>
                    <a:lnTo>
                      <a:pt x="458" y="363"/>
                    </a:lnTo>
                    <a:lnTo>
                      <a:pt x="213" y="89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" name="Freeform 97"/>
              <p:cNvSpPr>
                <a:spLocks/>
              </p:cNvSpPr>
              <p:nvPr/>
            </p:nvSpPr>
            <p:spPr bwMode="auto">
              <a:xfrm>
                <a:off x="4114" y="3199"/>
                <a:ext cx="1107" cy="545"/>
              </a:xfrm>
              <a:custGeom>
                <a:avLst/>
                <a:gdLst>
                  <a:gd name="T0" fmla="*/ 22 w 2400"/>
                  <a:gd name="T1" fmla="*/ 0 h 1197"/>
                  <a:gd name="T2" fmla="*/ 0 w 2400"/>
                  <a:gd name="T3" fmla="*/ 6 h 1197"/>
                  <a:gd name="T4" fmla="*/ 5 w 2400"/>
                  <a:gd name="T5" fmla="*/ 36 h 1197"/>
                  <a:gd name="T6" fmla="*/ 82 w 2400"/>
                  <a:gd name="T7" fmla="*/ 51 h 1197"/>
                  <a:gd name="T8" fmla="*/ 108 w 2400"/>
                  <a:gd name="T9" fmla="*/ 22 h 1197"/>
                  <a:gd name="T10" fmla="*/ 109 w 2400"/>
                  <a:gd name="T11" fmla="*/ 5 h 1197"/>
                  <a:gd name="T12" fmla="*/ 95 w 2400"/>
                  <a:gd name="T13" fmla="*/ 0 h 1197"/>
                  <a:gd name="T14" fmla="*/ 93 w 2400"/>
                  <a:gd name="T15" fmla="*/ 2 h 1197"/>
                  <a:gd name="T16" fmla="*/ 104 w 2400"/>
                  <a:gd name="T17" fmla="*/ 6 h 1197"/>
                  <a:gd name="T18" fmla="*/ 86 w 2400"/>
                  <a:gd name="T19" fmla="*/ 23 h 1197"/>
                  <a:gd name="T20" fmla="*/ 106 w 2400"/>
                  <a:gd name="T21" fmla="*/ 10 h 1197"/>
                  <a:gd name="T22" fmla="*/ 102 w 2400"/>
                  <a:gd name="T23" fmla="*/ 24 h 1197"/>
                  <a:gd name="T24" fmla="*/ 83 w 2400"/>
                  <a:gd name="T25" fmla="*/ 45 h 1197"/>
                  <a:gd name="T26" fmla="*/ 83 w 2400"/>
                  <a:gd name="T27" fmla="*/ 30 h 1197"/>
                  <a:gd name="T28" fmla="*/ 80 w 2400"/>
                  <a:gd name="T29" fmla="*/ 46 h 1197"/>
                  <a:gd name="T30" fmla="*/ 8 w 2400"/>
                  <a:gd name="T31" fmla="*/ 32 h 1197"/>
                  <a:gd name="T32" fmla="*/ 6 w 2400"/>
                  <a:gd name="T33" fmla="*/ 13 h 1197"/>
                  <a:gd name="T34" fmla="*/ 65 w 2400"/>
                  <a:gd name="T35" fmla="*/ 20 h 1197"/>
                  <a:gd name="T36" fmla="*/ 8 w 2400"/>
                  <a:gd name="T37" fmla="*/ 7 h 1197"/>
                  <a:gd name="T38" fmla="*/ 22 w 2400"/>
                  <a:gd name="T39" fmla="*/ 3 h 1197"/>
                  <a:gd name="T40" fmla="*/ 22 w 2400"/>
                  <a:gd name="T41" fmla="*/ 0 h 1197"/>
                  <a:gd name="T42" fmla="*/ 22 w 2400"/>
                  <a:gd name="T43" fmla="*/ 0 h 119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400"/>
                  <a:gd name="T67" fmla="*/ 0 h 1197"/>
                  <a:gd name="T68" fmla="*/ 2400 w 2400"/>
                  <a:gd name="T69" fmla="*/ 1197 h 119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400" h="1197">
                    <a:moveTo>
                      <a:pt x="475" y="0"/>
                    </a:moveTo>
                    <a:lnTo>
                      <a:pt x="0" y="143"/>
                    </a:lnTo>
                    <a:lnTo>
                      <a:pt x="107" y="824"/>
                    </a:lnTo>
                    <a:lnTo>
                      <a:pt x="1811" y="1197"/>
                    </a:lnTo>
                    <a:lnTo>
                      <a:pt x="2387" y="512"/>
                    </a:lnTo>
                    <a:lnTo>
                      <a:pt x="2400" y="115"/>
                    </a:lnTo>
                    <a:lnTo>
                      <a:pt x="2110" y="5"/>
                    </a:lnTo>
                    <a:lnTo>
                      <a:pt x="2054" y="41"/>
                    </a:lnTo>
                    <a:lnTo>
                      <a:pt x="2301" y="152"/>
                    </a:lnTo>
                    <a:lnTo>
                      <a:pt x="1903" y="533"/>
                    </a:lnTo>
                    <a:lnTo>
                      <a:pt x="2343" y="244"/>
                    </a:lnTo>
                    <a:lnTo>
                      <a:pt x="2255" y="564"/>
                    </a:lnTo>
                    <a:lnTo>
                      <a:pt x="1849" y="1040"/>
                    </a:lnTo>
                    <a:lnTo>
                      <a:pt x="1834" y="688"/>
                    </a:lnTo>
                    <a:lnTo>
                      <a:pt x="1757" y="1066"/>
                    </a:lnTo>
                    <a:lnTo>
                      <a:pt x="170" y="738"/>
                    </a:lnTo>
                    <a:lnTo>
                      <a:pt x="130" y="294"/>
                    </a:lnTo>
                    <a:lnTo>
                      <a:pt x="1448" y="478"/>
                    </a:lnTo>
                    <a:lnTo>
                      <a:pt x="181" y="170"/>
                    </a:lnTo>
                    <a:lnTo>
                      <a:pt x="489" y="66"/>
                    </a:lnTo>
                    <a:lnTo>
                      <a:pt x="47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" name="Freeform 98"/>
              <p:cNvSpPr>
                <a:spLocks/>
              </p:cNvSpPr>
              <p:nvPr/>
            </p:nvSpPr>
            <p:spPr bwMode="auto">
              <a:xfrm>
                <a:off x="5209" y="3268"/>
                <a:ext cx="175" cy="224"/>
              </a:xfrm>
              <a:custGeom>
                <a:avLst/>
                <a:gdLst>
                  <a:gd name="T0" fmla="*/ 0 w 381"/>
                  <a:gd name="T1" fmla="*/ 0 h 493"/>
                  <a:gd name="T2" fmla="*/ 7 w 381"/>
                  <a:gd name="T3" fmla="*/ 0 h 493"/>
                  <a:gd name="T4" fmla="*/ 14 w 381"/>
                  <a:gd name="T5" fmla="*/ 3 h 493"/>
                  <a:gd name="T6" fmla="*/ 17 w 381"/>
                  <a:gd name="T7" fmla="*/ 9 h 493"/>
                  <a:gd name="T8" fmla="*/ 16 w 381"/>
                  <a:gd name="T9" fmla="*/ 13 h 493"/>
                  <a:gd name="T10" fmla="*/ 9 w 381"/>
                  <a:gd name="T11" fmla="*/ 17 h 493"/>
                  <a:gd name="T12" fmla="*/ 8 w 381"/>
                  <a:gd name="T13" fmla="*/ 21 h 493"/>
                  <a:gd name="T14" fmla="*/ 6 w 381"/>
                  <a:gd name="T15" fmla="*/ 20 h 493"/>
                  <a:gd name="T16" fmla="*/ 6 w 381"/>
                  <a:gd name="T17" fmla="*/ 15 h 493"/>
                  <a:gd name="T18" fmla="*/ 13 w 381"/>
                  <a:gd name="T19" fmla="*/ 11 h 493"/>
                  <a:gd name="T20" fmla="*/ 12 w 381"/>
                  <a:gd name="T21" fmla="*/ 5 h 493"/>
                  <a:gd name="T22" fmla="*/ 7 w 381"/>
                  <a:gd name="T23" fmla="*/ 3 h 493"/>
                  <a:gd name="T24" fmla="*/ 0 w 381"/>
                  <a:gd name="T25" fmla="*/ 3 h 493"/>
                  <a:gd name="T26" fmla="*/ 0 w 381"/>
                  <a:gd name="T27" fmla="*/ 0 h 493"/>
                  <a:gd name="T28" fmla="*/ 0 w 381"/>
                  <a:gd name="T29" fmla="*/ 0 h 49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381"/>
                  <a:gd name="T46" fmla="*/ 0 h 493"/>
                  <a:gd name="T47" fmla="*/ 381 w 381"/>
                  <a:gd name="T48" fmla="*/ 493 h 49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381" h="493">
                    <a:moveTo>
                      <a:pt x="14" y="0"/>
                    </a:moveTo>
                    <a:lnTo>
                      <a:pt x="158" y="5"/>
                    </a:lnTo>
                    <a:lnTo>
                      <a:pt x="312" y="78"/>
                    </a:lnTo>
                    <a:lnTo>
                      <a:pt x="381" y="201"/>
                    </a:lnTo>
                    <a:lnTo>
                      <a:pt x="346" y="305"/>
                    </a:lnTo>
                    <a:lnTo>
                      <a:pt x="195" y="408"/>
                    </a:lnTo>
                    <a:lnTo>
                      <a:pt x="186" y="493"/>
                    </a:lnTo>
                    <a:lnTo>
                      <a:pt x="135" y="475"/>
                    </a:lnTo>
                    <a:lnTo>
                      <a:pt x="130" y="359"/>
                    </a:lnTo>
                    <a:lnTo>
                      <a:pt x="289" y="273"/>
                    </a:lnTo>
                    <a:lnTo>
                      <a:pt x="272" y="127"/>
                    </a:lnTo>
                    <a:lnTo>
                      <a:pt x="150" y="72"/>
                    </a:lnTo>
                    <a:lnTo>
                      <a:pt x="0" y="66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" name="Freeform 99"/>
              <p:cNvSpPr>
                <a:spLocks/>
              </p:cNvSpPr>
              <p:nvPr/>
            </p:nvSpPr>
            <p:spPr bwMode="auto">
              <a:xfrm>
                <a:off x="5138" y="3467"/>
                <a:ext cx="286" cy="272"/>
              </a:xfrm>
              <a:custGeom>
                <a:avLst/>
                <a:gdLst>
                  <a:gd name="T0" fmla="*/ 0 w 620"/>
                  <a:gd name="T1" fmla="*/ 18 h 597"/>
                  <a:gd name="T2" fmla="*/ 3 w 620"/>
                  <a:gd name="T3" fmla="*/ 10 h 597"/>
                  <a:gd name="T4" fmla="*/ 2 w 620"/>
                  <a:gd name="T5" fmla="*/ 5 h 597"/>
                  <a:gd name="T6" fmla="*/ 4 w 620"/>
                  <a:gd name="T7" fmla="*/ 2 h 597"/>
                  <a:gd name="T8" fmla="*/ 8 w 620"/>
                  <a:gd name="T9" fmla="*/ 0 h 597"/>
                  <a:gd name="T10" fmla="*/ 15 w 620"/>
                  <a:gd name="T11" fmla="*/ 0 h 597"/>
                  <a:gd name="T12" fmla="*/ 21 w 620"/>
                  <a:gd name="T13" fmla="*/ 2 h 597"/>
                  <a:gd name="T14" fmla="*/ 25 w 620"/>
                  <a:gd name="T15" fmla="*/ 6 h 597"/>
                  <a:gd name="T16" fmla="*/ 28 w 620"/>
                  <a:gd name="T17" fmla="*/ 16 h 597"/>
                  <a:gd name="T18" fmla="*/ 25 w 620"/>
                  <a:gd name="T19" fmla="*/ 23 h 597"/>
                  <a:gd name="T20" fmla="*/ 17 w 620"/>
                  <a:gd name="T21" fmla="*/ 26 h 597"/>
                  <a:gd name="T22" fmla="*/ 5 w 620"/>
                  <a:gd name="T23" fmla="*/ 26 h 597"/>
                  <a:gd name="T24" fmla="*/ 2 w 620"/>
                  <a:gd name="T25" fmla="*/ 22 h 597"/>
                  <a:gd name="T26" fmla="*/ 9 w 620"/>
                  <a:gd name="T27" fmla="*/ 23 h 597"/>
                  <a:gd name="T28" fmla="*/ 19 w 620"/>
                  <a:gd name="T29" fmla="*/ 23 h 597"/>
                  <a:gd name="T30" fmla="*/ 24 w 620"/>
                  <a:gd name="T31" fmla="*/ 21 h 597"/>
                  <a:gd name="T32" fmla="*/ 24 w 620"/>
                  <a:gd name="T33" fmla="*/ 15 h 597"/>
                  <a:gd name="T34" fmla="*/ 20 w 620"/>
                  <a:gd name="T35" fmla="*/ 5 h 597"/>
                  <a:gd name="T36" fmla="*/ 15 w 620"/>
                  <a:gd name="T37" fmla="*/ 2 h 597"/>
                  <a:gd name="T38" fmla="*/ 9 w 620"/>
                  <a:gd name="T39" fmla="*/ 3 h 597"/>
                  <a:gd name="T40" fmla="*/ 6 w 620"/>
                  <a:gd name="T41" fmla="*/ 5 h 597"/>
                  <a:gd name="T42" fmla="*/ 5 w 620"/>
                  <a:gd name="T43" fmla="*/ 7 h 597"/>
                  <a:gd name="T44" fmla="*/ 7 w 620"/>
                  <a:gd name="T45" fmla="*/ 12 h 597"/>
                  <a:gd name="T46" fmla="*/ 4 w 620"/>
                  <a:gd name="T47" fmla="*/ 15 h 597"/>
                  <a:gd name="T48" fmla="*/ 0 w 620"/>
                  <a:gd name="T49" fmla="*/ 18 h 597"/>
                  <a:gd name="T50" fmla="*/ 0 w 620"/>
                  <a:gd name="T51" fmla="*/ 18 h 597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620"/>
                  <a:gd name="T79" fmla="*/ 0 h 597"/>
                  <a:gd name="T80" fmla="*/ 620 w 620"/>
                  <a:gd name="T81" fmla="*/ 597 h 597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620" h="597">
                    <a:moveTo>
                      <a:pt x="0" y="414"/>
                    </a:moveTo>
                    <a:lnTo>
                      <a:pt x="54" y="244"/>
                    </a:lnTo>
                    <a:lnTo>
                      <a:pt x="43" y="115"/>
                    </a:lnTo>
                    <a:lnTo>
                      <a:pt x="88" y="49"/>
                    </a:lnTo>
                    <a:lnTo>
                      <a:pt x="167" y="12"/>
                    </a:lnTo>
                    <a:lnTo>
                      <a:pt x="329" y="0"/>
                    </a:lnTo>
                    <a:lnTo>
                      <a:pt x="469" y="43"/>
                    </a:lnTo>
                    <a:lnTo>
                      <a:pt x="563" y="152"/>
                    </a:lnTo>
                    <a:lnTo>
                      <a:pt x="620" y="383"/>
                    </a:lnTo>
                    <a:lnTo>
                      <a:pt x="558" y="542"/>
                    </a:lnTo>
                    <a:lnTo>
                      <a:pt x="360" y="597"/>
                    </a:lnTo>
                    <a:lnTo>
                      <a:pt x="107" y="585"/>
                    </a:lnTo>
                    <a:lnTo>
                      <a:pt x="37" y="506"/>
                    </a:lnTo>
                    <a:lnTo>
                      <a:pt x="208" y="536"/>
                    </a:lnTo>
                    <a:lnTo>
                      <a:pt x="418" y="536"/>
                    </a:lnTo>
                    <a:lnTo>
                      <a:pt x="528" y="475"/>
                    </a:lnTo>
                    <a:lnTo>
                      <a:pt x="538" y="342"/>
                    </a:lnTo>
                    <a:lnTo>
                      <a:pt x="454" y="121"/>
                    </a:lnTo>
                    <a:lnTo>
                      <a:pt x="340" y="55"/>
                    </a:lnTo>
                    <a:lnTo>
                      <a:pt x="198" y="66"/>
                    </a:lnTo>
                    <a:lnTo>
                      <a:pt x="121" y="109"/>
                    </a:lnTo>
                    <a:lnTo>
                      <a:pt x="107" y="170"/>
                    </a:lnTo>
                    <a:lnTo>
                      <a:pt x="150" y="268"/>
                    </a:lnTo>
                    <a:lnTo>
                      <a:pt x="84" y="360"/>
                    </a:lnTo>
                    <a:lnTo>
                      <a:pt x="0" y="4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" name="Freeform 100"/>
              <p:cNvSpPr>
                <a:spLocks/>
              </p:cNvSpPr>
              <p:nvPr/>
            </p:nvSpPr>
            <p:spPr bwMode="auto">
              <a:xfrm>
                <a:off x="5173" y="3578"/>
                <a:ext cx="192" cy="103"/>
              </a:xfrm>
              <a:custGeom>
                <a:avLst/>
                <a:gdLst>
                  <a:gd name="T0" fmla="*/ 0 w 417"/>
                  <a:gd name="T1" fmla="*/ 4 h 225"/>
                  <a:gd name="T2" fmla="*/ 3 w 417"/>
                  <a:gd name="T3" fmla="*/ 1 h 225"/>
                  <a:gd name="T4" fmla="*/ 11 w 417"/>
                  <a:gd name="T5" fmla="*/ 0 h 225"/>
                  <a:gd name="T6" fmla="*/ 17 w 417"/>
                  <a:gd name="T7" fmla="*/ 1 h 225"/>
                  <a:gd name="T8" fmla="*/ 19 w 417"/>
                  <a:gd name="T9" fmla="*/ 3 h 225"/>
                  <a:gd name="T10" fmla="*/ 12 w 417"/>
                  <a:gd name="T11" fmla="*/ 2 h 225"/>
                  <a:gd name="T12" fmla="*/ 13 w 417"/>
                  <a:gd name="T13" fmla="*/ 5 h 225"/>
                  <a:gd name="T14" fmla="*/ 11 w 417"/>
                  <a:gd name="T15" fmla="*/ 10 h 225"/>
                  <a:gd name="T16" fmla="*/ 9 w 417"/>
                  <a:gd name="T17" fmla="*/ 10 h 225"/>
                  <a:gd name="T18" fmla="*/ 11 w 417"/>
                  <a:gd name="T19" fmla="*/ 6 h 225"/>
                  <a:gd name="T20" fmla="*/ 9 w 417"/>
                  <a:gd name="T21" fmla="*/ 2 h 225"/>
                  <a:gd name="T22" fmla="*/ 0 w 417"/>
                  <a:gd name="T23" fmla="*/ 4 h 225"/>
                  <a:gd name="T24" fmla="*/ 0 w 417"/>
                  <a:gd name="T25" fmla="*/ 4 h 22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417"/>
                  <a:gd name="T40" fmla="*/ 0 h 225"/>
                  <a:gd name="T41" fmla="*/ 417 w 417"/>
                  <a:gd name="T42" fmla="*/ 225 h 22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417" h="225">
                    <a:moveTo>
                      <a:pt x="0" y="85"/>
                    </a:moveTo>
                    <a:lnTo>
                      <a:pt x="73" y="24"/>
                    </a:lnTo>
                    <a:lnTo>
                      <a:pt x="233" y="0"/>
                    </a:lnTo>
                    <a:lnTo>
                      <a:pt x="367" y="18"/>
                    </a:lnTo>
                    <a:lnTo>
                      <a:pt x="417" y="61"/>
                    </a:lnTo>
                    <a:lnTo>
                      <a:pt x="270" y="49"/>
                    </a:lnTo>
                    <a:lnTo>
                      <a:pt x="283" y="116"/>
                    </a:lnTo>
                    <a:lnTo>
                      <a:pt x="247" y="225"/>
                    </a:lnTo>
                    <a:lnTo>
                      <a:pt x="209" y="225"/>
                    </a:lnTo>
                    <a:lnTo>
                      <a:pt x="236" y="133"/>
                    </a:lnTo>
                    <a:lnTo>
                      <a:pt x="193" y="49"/>
                    </a:lnTo>
                    <a:lnTo>
                      <a:pt x="0" y="8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" name="Freeform 101"/>
              <p:cNvSpPr>
                <a:spLocks/>
              </p:cNvSpPr>
              <p:nvPr/>
            </p:nvSpPr>
            <p:spPr bwMode="auto">
              <a:xfrm>
                <a:off x="4537" y="3454"/>
                <a:ext cx="325" cy="87"/>
              </a:xfrm>
              <a:custGeom>
                <a:avLst/>
                <a:gdLst>
                  <a:gd name="T0" fmla="*/ 0 w 705"/>
                  <a:gd name="T1" fmla="*/ 7 h 191"/>
                  <a:gd name="T2" fmla="*/ 9 w 705"/>
                  <a:gd name="T3" fmla="*/ 8 h 191"/>
                  <a:gd name="T4" fmla="*/ 10 w 705"/>
                  <a:gd name="T5" fmla="*/ 5 h 191"/>
                  <a:gd name="T6" fmla="*/ 32 w 705"/>
                  <a:gd name="T7" fmla="*/ 7 h 191"/>
                  <a:gd name="T8" fmla="*/ 32 w 705"/>
                  <a:gd name="T9" fmla="*/ 3 h 191"/>
                  <a:gd name="T10" fmla="*/ 2 w 705"/>
                  <a:gd name="T11" fmla="*/ 0 h 191"/>
                  <a:gd name="T12" fmla="*/ 0 w 705"/>
                  <a:gd name="T13" fmla="*/ 7 h 191"/>
                  <a:gd name="T14" fmla="*/ 0 w 705"/>
                  <a:gd name="T15" fmla="*/ 7 h 19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05"/>
                  <a:gd name="T25" fmla="*/ 0 h 191"/>
                  <a:gd name="T26" fmla="*/ 705 w 705"/>
                  <a:gd name="T27" fmla="*/ 191 h 19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05" h="191">
                    <a:moveTo>
                      <a:pt x="0" y="173"/>
                    </a:moveTo>
                    <a:lnTo>
                      <a:pt x="205" y="191"/>
                    </a:lnTo>
                    <a:lnTo>
                      <a:pt x="216" y="104"/>
                    </a:lnTo>
                    <a:lnTo>
                      <a:pt x="705" y="165"/>
                    </a:lnTo>
                    <a:lnTo>
                      <a:pt x="705" y="77"/>
                    </a:lnTo>
                    <a:lnTo>
                      <a:pt x="53" y="0"/>
                    </a:lnTo>
                    <a:lnTo>
                      <a:pt x="0" y="173"/>
                    </a:lnTo>
                    <a:close/>
                  </a:path>
                </a:pathLst>
              </a:custGeom>
              <a:solidFill>
                <a:srgbClr val="A38C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" name="Freeform 102"/>
              <p:cNvSpPr>
                <a:spLocks/>
              </p:cNvSpPr>
              <p:nvPr/>
            </p:nvSpPr>
            <p:spPr bwMode="auto">
              <a:xfrm>
                <a:off x="4537" y="3432"/>
                <a:ext cx="345" cy="172"/>
              </a:xfrm>
              <a:custGeom>
                <a:avLst/>
                <a:gdLst>
                  <a:gd name="T0" fmla="*/ 0 w 748"/>
                  <a:gd name="T1" fmla="*/ 0 h 379"/>
                  <a:gd name="T2" fmla="*/ 0 w 748"/>
                  <a:gd name="T3" fmla="*/ 10 h 379"/>
                  <a:gd name="T4" fmla="*/ 4 w 748"/>
                  <a:gd name="T5" fmla="*/ 10 h 379"/>
                  <a:gd name="T6" fmla="*/ 5 w 748"/>
                  <a:gd name="T7" fmla="*/ 3 h 379"/>
                  <a:gd name="T8" fmla="*/ 30 w 748"/>
                  <a:gd name="T9" fmla="*/ 7 h 379"/>
                  <a:gd name="T10" fmla="*/ 33 w 748"/>
                  <a:gd name="T11" fmla="*/ 16 h 379"/>
                  <a:gd name="T12" fmla="*/ 34 w 748"/>
                  <a:gd name="T13" fmla="*/ 5 h 379"/>
                  <a:gd name="T14" fmla="*/ 0 w 748"/>
                  <a:gd name="T15" fmla="*/ 0 h 379"/>
                  <a:gd name="T16" fmla="*/ 0 w 748"/>
                  <a:gd name="T17" fmla="*/ 0 h 37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48"/>
                  <a:gd name="T28" fmla="*/ 0 h 379"/>
                  <a:gd name="T29" fmla="*/ 748 w 748"/>
                  <a:gd name="T30" fmla="*/ 379 h 37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48" h="379">
                    <a:moveTo>
                      <a:pt x="13" y="0"/>
                    </a:moveTo>
                    <a:lnTo>
                      <a:pt x="0" y="222"/>
                    </a:lnTo>
                    <a:lnTo>
                      <a:pt x="94" y="222"/>
                    </a:lnTo>
                    <a:lnTo>
                      <a:pt x="102" y="79"/>
                    </a:lnTo>
                    <a:lnTo>
                      <a:pt x="671" y="171"/>
                    </a:lnTo>
                    <a:lnTo>
                      <a:pt x="720" y="379"/>
                    </a:lnTo>
                    <a:lnTo>
                      <a:pt x="748" y="105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" name="Freeform 103"/>
              <p:cNvSpPr>
                <a:spLocks/>
              </p:cNvSpPr>
              <p:nvPr/>
            </p:nvSpPr>
            <p:spPr bwMode="auto">
              <a:xfrm>
                <a:off x="4204" y="2377"/>
                <a:ext cx="834" cy="721"/>
              </a:xfrm>
              <a:custGeom>
                <a:avLst/>
                <a:gdLst>
                  <a:gd name="T0" fmla="*/ 81 w 1812"/>
                  <a:gd name="T1" fmla="*/ 31 h 1585"/>
                  <a:gd name="T2" fmla="*/ 81 w 1812"/>
                  <a:gd name="T3" fmla="*/ 15 h 1585"/>
                  <a:gd name="T4" fmla="*/ 81 w 1812"/>
                  <a:gd name="T5" fmla="*/ 2 h 1585"/>
                  <a:gd name="T6" fmla="*/ 71 w 1812"/>
                  <a:gd name="T7" fmla="*/ 0 h 1585"/>
                  <a:gd name="T8" fmla="*/ 33 w 1812"/>
                  <a:gd name="T9" fmla="*/ 0 h 1585"/>
                  <a:gd name="T10" fmla="*/ 8 w 1812"/>
                  <a:gd name="T11" fmla="*/ 4 h 1585"/>
                  <a:gd name="T12" fmla="*/ 0 w 1812"/>
                  <a:gd name="T13" fmla="*/ 6 h 1585"/>
                  <a:gd name="T14" fmla="*/ 0 w 1812"/>
                  <a:gd name="T15" fmla="*/ 21 h 1585"/>
                  <a:gd name="T16" fmla="*/ 0 w 1812"/>
                  <a:gd name="T17" fmla="*/ 44 h 1585"/>
                  <a:gd name="T18" fmla="*/ 3 w 1812"/>
                  <a:gd name="T19" fmla="*/ 58 h 1585"/>
                  <a:gd name="T20" fmla="*/ 7 w 1812"/>
                  <a:gd name="T21" fmla="*/ 61 h 1585"/>
                  <a:gd name="T22" fmla="*/ 27 w 1812"/>
                  <a:gd name="T23" fmla="*/ 66 h 1585"/>
                  <a:gd name="T24" fmla="*/ 47 w 1812"/>
                  <a:gd name="T25" fmla="*/ 68 h 1585"/>
                  <a:gd name="T26" fmla="*/ 67 w 1812"/>
                  <a:gd name="T27" fmla="*/ 66 h 1585"/>
                  <a:gd name="T28" fmla="*/ 52 w 1812"/>
                  <a:gd name="T29" fmla="*/ 66 h 1585"/>
                  <a:gd name="T30" fmla="*/ 18 w 1812"/>
                  <a:gd name="T31" fmla="*/ 61 h 1585"/>
                  <a:gd name="T32" fmla="*/ 8 w 1812"/>
                  <a:gd name="T33" fmla="*/ 58 h 1585"/>
                  <a:gd name="T34" fmla="*/ 6 w 1812"/>
                  <a:gd name="T35" fmla="*/ 52 h 1585"/>
                  <a:gd name="T36" fmla="*/ 5 w 1812"/>
                  <a:gd name="T37" fmla="*/ 37 h 1585"/>
                  <a:gd name="T38" fmla="*/ 4 w 1812"/>
                  <a:gd name="T39" fmla="*/ 22 h 1585"/>
                  <a:gd name="T40" fmla="*/ 6 w 1812"/>
                  <a:gd name="T41" fmla="*/ 10 h 1585"/>
                  <a:gd name="T42" fmla="*/ 16 w 1812"/>
                  <a:gd name="T43" fmla="*/ 6 h 1585"/>
                  <a:gd name="T44" fmla="*/ 41 w 1812"/>
                  <a:gd name="T45" fmla="*/ 3 h 1585"/>
                  <a:gd name="T46" fmla="*/ 64 w 1812"/>
                  <a:gd name="T47" fmla="*/ 3 h 1585"/>
                  <a:gd name="T48" fmla="*/ 77 w 1812"/>
                  <a:gd name="T49" fmla="*/ 5 h 1585"/>
                  <a:gd name="T50" fmla="*/ 79 w 1812"/>
                  <a:gd name="T51" fmla="*/ 9 h 1585"/>
                  <a:gd name="T52" fmla="*/ 79 w 1812"/>
                  <a:gd name="T53" fmla="*/ 26 h 1585"/>
                  <a:gd name="T54" fmla="*/ 79 w 1812"/>
                  <a:gd name="T55" fmla="*/ 53 h 1585"/>
                  <a:gd name="T56" fmla="*/ 81 w 1812"/>
                  <a:gd name="T57" fmla="*/ 31 h 1585"/>
                  <a:gd name="T58" fmla="*/ 81 w 1812"/>
                  <a:gd name="T59" fmla="*/ 31 h 1585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812"/>
                  <a:gd name="T91" fmla="*/ 0 h 1585"/>
                  <a:gd name="T92" fmla="*/ 1812 w 1812"/>
                  <a:gd name="T93" fmla="*/ 1585 h 1585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812" h="1585">
                    <a:moveTo>
                      <a:pt x="1803" y="728"/>
                    </a:moveTo>
                    <a:lnTo>
                      <a:pt x="1812" y="352"/>
                    </a:lnTo>
                    <a:lnTo>
                      <a:pt x="1807" y="50"/>
                    </a:lnTo>
                    <a:lnTo>
                      <a:pt x="1576" y="0"/>
                    </a:lnTo>
                    <a:lnTo>
                      <a:pt x="733" y="4"/>
                    </a:lnTo>
                    <a:lnTo>
                      <a:pt x="182" y="86"/>
                    </a:lnTo>
                    <a:lnTo>
                      <a:pt x="16" y="143"/>
                    </a:lnTo>
                    <a:lnTo>
                      <a:pt x="0" y="500"/>
                    </a:lnTo>
                    <a:lnTo>
                      <a:pt x="13" y="1014"/>
                    </a:lnTo>
                    <a:lnTo>
                      <a:pt x="73" y="1356"/>
                    </a:lnTo>
                    <a:lnTo>
                      <a:pt x="151" y="1430"/>
                    </a:lnTo>
                    <a:lnTo>
                      <a:pt x="594" y="1534"/>
                    </a:lnTo>
                    <a:lnTo>
                      <a:pt x="1053" y="1585"/>
                    </a:lnTo>
                    <a:lnTo>
                      <a:pt x="1493" y="1550"/>
                    </a:lnTo>
                    <a:lnTo>
                      <a:pt x="1161" y="1528"/>
                    </a:lnTo>
                    <a:lnTo>
                      <a:pt x="409" y="1434"/>
                    </a:lnTo>
                    <a:lnTo>
                      <a:pt x="178" y="1366"/>
                    </a:lnTo>
                    <a:lnTo>
                      <a:pt x="133" y="1209"/>
                    </a:lnTo>
                    <a:lnTo>
                      <a:pt x="99" y="875"/>
                    </a:lnTo>
                    <a:lnTo>
                      <a:pt x="96" y="505"/>
                    </a:lnTo>
                    <a:lnTo>
                      <a:pt x="139" y="222"/>
                    </a:lnTo>
                    <a:lnTo>
                      <a:pt x="344" y="152"/>
                    </a:lnTo>
                    <a:lnTo>
                      <a:pt x="902" y="75"/>
                    </a:lnTo>
                    <a:lnTo>
                      <a:pt x="1436" y="69"/>
                    </a:lnTo>
                    <a:lnTo>
                      <a:pt x="1730" y="106"/>
                    </a:lnTo>
                    <a:lnTo>
                      <a:pt x="1766" y="201"/>
                    </a:lnTo>
                    <a:lnTo>
                      <a:pt x="1752" y="602"/>
                    </a:lnTo>
                    <a:lnTo>
                      <a:pt x="1758" y="1233"/>
                    </a:lnTo>
                    <a:lnTo>
                      <a:pt x="1803" y="7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" name="Freeform 80"/>
              <p:cNvSpPr>
                <a:spLocks/>
              </p:cNvSpPr>
              <p:nvPr/>
            </p:nvSpPr>
            <p:spPr bwMode="auto">
              <a:xfrm>
                <a:off x="4032" y="2268"/>
                <a:ext cx="68" cy="836"/>
              </a:xfrm>
              <a:custGeom>
                <a:avLst/>
                <a:gdLst>
                  <a:gd name="T0" fmla="*/ 24 w 91"/>
                  <a:gd name="T1" fmla="*/ 2 h 2357"/>
                  <a:gd name="T2" fmla="*/ 22 w 91"/>
                  <a:gd name="T3" fmla="*/ 6 h 2357"/>
                  <a:gd name="T4" fmla="*/ 24 w 91"/>
                  <a:gd name="T5" fmla="*/ 9 h 2357"/>
                  <a:gd name="T6" fmla="*/ 27 w 91"/>
                  <a:gd name="T7" fmla="*/ 11 h 2357"/>
                  <a:gd name="T8" fmla="*/ 24 w 91"/>
                  <a:gd name="T9" fmla="*/ 14 h 2357"/>
                  <a:gd name="T10" fmla="*/ 22 w 91"/>
                  <a:gd name="T11" fmla="*/ 16 h 2357"/>
                  <a:gd name="T12" fmla="*/ 22 w 91"/>
                  <a:gd name="T13" fmla="*/ 19 h 2357"/>
                  <a:gd name="T14" fmla="*/ 23 w 91"/>
                  <a:gd name="T15" fmla="*/ 22 h 2357"/>
                  <a:gd name="T16" fmla="*/ 24 w 91"/>
                  <a:gd name="T17" fmla="*/ 25 h 2357"/>
                  <a:gd name="T18" fmla="*/ 25 w 91"/>
                  <a:gd name="T19" fmla="*/ 27 h 2357"/>
                  <a:gd name="T20" fmla="*/ 28 w 91"/>
                  <a:gd name="T21" fmla="*/ 29 h 2357"/>
                  <a:gd name="T22" fmla="*/ 28 w 91"/>
                  <a:gd name="T23" fmla="*/ 31 h 2357"/>
                  <a:gd name="T24" fmla="*/ 28 w 91"/>
                  <a:gd name="T25" fmla="*/ 33 h 2357"/>
                  <a:gd name="T26" fmla="*/ 28 w 91"/>
                  <a:gd name="T27" fmla="*/ 35 h 2357"/>
                  <a:gd name="T28" fmla="*/ 24 w 91"/>
                  <a:gd name="T29" fmla="*/ 37 h 2357"/>
                  <a:gd name="T30" fmla="*/ 19 w 91"/>
                  <a:gd name="T31" fmla="*/ 37 h 2357"/>
                  <a:gd name="T32" fmla="*/ 16 w 91"/>
                  <a:gd name="T33" fmla="*/ 35 h 2357"/>
                  <a:gd name="T34" fmla="*/ 16 w 91"/>
                  <a:gd name="T35" fmla="*/ 31 h 2357"/>
                  <a:gd name="T36" fmla="*/ 13 w 91"/>
                  <a:gd name="T37" fmla="*/ 27 h 2357"/>
                  <a:gd name="T38" fmla="*/ 10 w 91"/>
                  <a:gd name="T39" fmla="*/ 22 h 2357"/>
                  <a:gd name="T40" fmla="*/ 9 w 91"/>
                  <a:gd name="T41" fmla="*/ 19 h 2357"/>
                  <a:gd name="T42" fmla="*/ 7 w 91"/>
                  <a:gd name="T43" fmla="*/ 15 h 2357"/>
                  <a:gd name="T44" fmla="*/ 9 w 91"/>
                  <a:gd name="T45" fmla="*/ 12 h 2357"/>
                  <a:gd name="T46" fmla="*/ 10 w 91"/>
                  <a:gd name="T47" fmla="*/ 9 h 2357"/>
                  <a:gd name="T48" fmla="*/ 7 w 91"/>
                  <a:gd name="T49" fmla="*/ 7 h 2357"/>
                  <a:gd name="T50" fmla="*/ 1 w 91"/>
                  <a:gd name="T51" fmla="*/ 5 h 2357"/>
                  <a:gd name="T52" fmla="*/ 1 w 91"/>
                  <a:gd name="T53" fmla="*/ 3 h 2357"/>
                  <a:gd name="T54" fmla="*/ 4 w 91"/>
                  <a:gd name="T55" fmla="*/ 2 h 2357"/>
                  <a:gd name="T56" fmla="*/ 7 w 91"/>
                  <a:gd name="T57" fmla="*/ 4 h 2357"/>
                  <a:gd name="T58" fmla="*/ 9 w 91"/>
                  <a:gd name="T59" fmla="*/ 5 h 2357"/>
                  <a:gd name="T60" fmla="*/ 14 w 91"/>
                  <a:gd name="T61" fmla="*/ 5 h 2357"/>
                  <a:gd name="T62" fmla="*/ 16 w 91"/>
                  <a:gd name="T63" fmla="*/ 2 h 2357"/>
                  <a:gd name="T64" fmla="*/ 18 w 91"/>
                  <a:gd name="T65" fmla="*/ 0 h 2357"/>
                  <a:gd name="T66" fmla="*/ 23 w 91"/>
                  <a:gd name="T67" fmla="*/ 0 h 235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91"/>
                  <a:gd name="T103" fmla="*/ 0 h 2357"/>
                  <a:gd name="T104" fmla="*/ 91 w 91"/>
                  <a:gd name="T105" fmla="*/ 2357 h 2357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91" h="2357">
                    <a:moveTo>
                      <a:pt x="79" y="68"/>
                    </a:moveTo>
                    <a:lnTo>
                      <a:pt x="77" y="146"/>
                    </a:lnTo>
                    <a:lnTo>
                      <a:pt x="73" y="251"/>
                    </a:lnTo>
                    <a:lnTo>
                      <a:pt x="70" y="357"/>
                    </a:lnTo>
                    <a:lnTo>
                      <a:pt x="72" y="450"/>
                    </a:lnTo>
                    <a:lnTo>
                      <a:pt x="78" y="536"/>
                    </a:lnTo>
                    <a:lnTo>
                      <a:pt x="84" y="627"/>
                    </a:lnTo>
                    <a:lnTo>
                      <a:pt x="86" y="720"/>
                    </a:lnTo>
                    <a:lnTo>
                      <a:pt x="84" y="805"/>
                    </a:lnTo>
                    <a:lnTo>
                      <a:pt x="77" y="879"/>
                    </a:lnTo>
                    <a:lnTo>
                      <a:pt x="72" y="945"/>
                    </a:lnTo>
                    <a:lnTo>
                      <a:pt x="69" y="1013"/>
                    </a:lnTo>
                    <a:lnTo>
                      <a:pt x="69" y="1091"/>
                    </a:lnTo>
                    <a:lnTo>
                      <a:pt x="71" y="1191"/>
                    </a:lnTo>
                    <a:lnTo>
                      <a:pt x="72" y="1312"/>
                    </a:lnTo>
                    <a:lnTo>
                      <a:pt x="74" y="1428"/>
                    </a:lnTo>
                    <a:lnTo>
                      <a:pt x="76" y="1513"/>
                    </a:lnTo>
                    <a:lnTo>
                      <a:pt x="77" y="1575"/>
                    </a:lnTo>
                    <a:lnTo>
                      <a:pt x="78" y="1634"/>
                    </a:lnTo>
                    <a:lnTo>
                      <a:pt x="79" y="1688"/>
                    </a:lnTo>
                    <a:lnTo>
                      <a:pt x="84" y="1742"/>
                    </a:lnTo>
                    <a:lnTo>
                      <a:pt x="88" y="1802"/>
                    </a:lnTo>
                    <a:lnTo>
                      <a:pt x="90" y="1874"/>
                    </a:lnTo>
                    <a:lnTo>
                      <a:pt x="91" y="1948"/>
                    </a:lnTo>
                    <a:lnTo>
                      <a:pt x="91" y="2014"/>
                    </a:lnTo>
                    <a:lnTo>
                      <a:pt x="91" y="2078"/>
                    </a:lnTo>
                    <a:lnTo>
                      <a:pt x="90" y="2150"/>
                    </a:lnTo>
                    <a:lnTo>
                      <a:pt x="88" y="2225"/>
                    </a:lnTo>
                    <a:lnTo>
                      <a:pt x="84" y="2297"/>
                    </a:lnTo>
                    <a:lnTo>
                      <a:pt x="77" y="2346"/>
                    </a:lnTo>
                    <a:lnTo>
                      <a:pt x="69" y="2357"/>
                    </a:lnTo>
                    <a:lnTo>
                      <a:pt x="60" y="2338"/>
                    </a:lnTo>
                    <a:lnTo>
                      <a:pt x="53" y="2289"/>
                    </a:lnTo>
                    <a:lnTo>
                      <a:pt x="51" y="2206"/>
                    </a:lnTo>
                    <a:lnTo>
                      <a:pt x="53" y="2090"/>
                    </a:lnTo>
                    <a:lnTo>
                      <a:pt x="54" y="1960"/>
                    </a:lnTo>
                    <a:lnTo>
                      <a:pt x="50" y="1833"/>
                    </a:lnTo>
                    <a:lnTo>
                      <a:pt x="42" y="1694"/>
                    </a:lnTo>
                    <a:lnTo>
                      <a:pt x="37" y="1539"/>
                    </a:lnTo>
                    <a:lnTo>
                      <a:pt x="34" y="1395"/>
                    </a:lnTo>
                    <a:lnTo>
                      <a:pt x="30" y="1290"/>
                    </a:lnTo>
                    <a:lnTo>
                      <a:pt x="28" y="1195"/>
                    </a:lnTo>
                    <a:lnTo>
                      <a:pt x="27" y="1073"/>
                    </a:lnTo>
                    <a:lnTo>
                      <a:pt x="26" y="955"/>
                    </a:lnTo>
                    <a:lnTo>
                      <a:pt x="26" y="867"/>
                    </a:lnTo>
                    <a:lnTo>
                      <a:pt x="28" y="788"/>
                    </a:lnTo>
                    <a:lnTo>
                      <a:pt x="33" y="689"/>
                    </a:lnTo>
                    <a:lnTo>
                      <a:pt x="35" y="592"/>
                    </a:lnTo>
                    <a:lnTo>
                      <a:pt x="30" y="520"/>
                    </a:lnTo>
                    <a:lnTo>
                      <a:pt x="21" y="454"/>
                    </a:lnTo>
                    <a:lnTo>
                      <a:pt x="12" y="375"/>
                    </a:lnTo>
                    <a:lnTo>
                      <a:pt x="5" y="295"/>
                    </a:lnTo>
                    <a:lnTo>
                      <a:pt x="0" y="235"/>
                    </a:lnTo>
                    <a:lnTo>
                      <a:pt x="1" y="196"/>
                    </a:lnTo>
                    <a:lnTo>
                      <a:pt x="6" y="173"/>
                    </a:lnTo>
                    <a:lnTo>
                      <a:pt x="13" y="169"/>
                    </a:lnTo>
                    <a:lnTo>
                      <a:pt x="19" y="187"/>
                    </a:lnTo>
                    <a:lnTo>
                      <a:pt x="22" y="220"/>
                    </a:lnTo>
                    <a:lnTo>
                      <a:pt x="24" y="260"/>
                    </a:lnTo>
                    <a:lnTo>
                      <a:pt x="29" y="313"/>
                    </a:lnTo>
                    <a:lnTo>
                      <a:pt x="38" y="381"/>
                    </a:lnTo>
                    <a:lnTo>
                      <a:pt x="45" y="305"/>
                    </a:lnTo>
                    <a:lnTo>
                      <a:pt x="50" y="206"/>
                    </a:lnTo>
                    <a:lnTo>
                      <a:pt x="52" y="113"/>
                    </a:lnTo>
                    <a:lnTo>
                      <a:pt x="53" y="49"/>
                    </a:lnTo>
                    <a:lnTo>
                      <a:pt x="57" y="14"/>
                    </a:lnTo>
                    <a:lnTo>
                      <a:pt x="67" y="0"/>
                    </a:lnTo>
                    <a:lnTo>
                      <a:pt x="75" y="16"/>
                    </a:lnTo>
                    <a:lnTo>
                      <a:pt x="79" y="6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" name="Rectangle 109"/>
            <p:cNvSpPr>
              <a:spLocks noChangeArrowheads="1"/>
            </p:cNvSpPr>
            <p:nvPr/>
          </p:nvSpPr>
          <p:spPr bwMode="auto">
            <a:xfrm>
              <a:off x="576" y="2304"/>
              <a:ext cx="855" cy="856"/>
            </a:xfrm>
            <a:prstGeom prst="rect">
              <a:avLst/>
            </a:prstGeom>
            <a:solidFill>
              <a:srgbClr val="003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8"/>
            <p:cNvSpPr>
              <a:spLocks/>
            </p:cNvSpPr>
            <p:nvPr/>
          </p:nvSpPr>
          <p:spPr bwMode="auto">
            <a:xfrm>
              <a:off x="1186" y="3209"/>
              <a:ext cx="15" cy="37"/>
            </a:xfrm>
            <a:custGeom>
              <a:avLst/>
              <a:gdLst>
                <a:gd name="T0" fmla="*/ 0 w 30"/>
                <a:gd name="T1" fmla="*/ 5 h 73"/>
                <a:gd name="T2" fmla="*/ 1 w 30"/>
                <a:gd name="T3" fmla="*/ 4 h 73"/>
                <a:gd name="T4" fmla="*/ 1 w 30"/>
                <a:gd name="T5" fmla="*/ 3 h 73"/>
                <a:gd name="T6" fmla="*/ 1 w 30"/>
                <a:gd name="T7" fmla="*/ 1 h 73"/>
                <a:gd name="T8" fmla="*/ 2 w 30"/>
                <a:gd name="T9" fmla="*/ 0 h 73"/>
                <a:gd name="T10" fmla="*/ 2 w 30"/>
                <a:gd name="T11" fmla="*/ 1 h 73"/>
                <a:gd name="T12" fmla="*/ 2 w 30"/>
                <a:gd name="T13" fmla="*/ 2 h 73"/>
                <a:gd name="T14" fmla="*/ 2 w 30"/>
                <a:gd name="T15" fmla="*/ 3 h 73"/>
                <a:gd name="T16" fmla="*/ 2 w 30"/>
                <a:gd name="T17" fmla="*/ 4 h 73"/>
                <a:gd name="T18" fmla="*/ 2 w 30"/>
                <a:gd name="T19" fmla="*/ 4 h 73"/>
                <a:gd name="T20" fmla="*/ 2 w 30"/>
                <a:gd name="T21" fmla="*/ 4 h 73"/>
                <a:gd name="T22" fmla="*/ 2 w 30"/>
                <a:gd name="T23" fmla="*/ 5 h 73"/>
                <a:gd name="T24" fmla="*/ 2 w 30"/>
                <a:gd name="T25" fmla="*/ 5 h 73"/>
                <a:gd name="T26" fmla="*/ 2 w 30"/>
                <a:gd name="T27" fmla="*/ 5 h 73"/>
                <a:gd name="T28" fmla="*/ 1 w 30"/>
                <a:gd name="T29" fmla="*/ 5 h 73"/>
                <a:gd name="T30" fmla="*/ 1 w 30"/>
                <a:gd name="T31" fmla="*/ 5 h 73"/>
                <a:gd name="T32" fmla="*/ 0 w 30"/>
                <a:gd name="T33" fmla="*/ 5 h 7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0"/>
                <a:gd name="T52" fmla="*/ 0 h 73"/>
                <a:gd name="T53" fmla="*/ 30 w 30"/>
                <a:gd name="T54" fmla="*/ 73 h 7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0" h="73">
                  <a:moveTo>
                    <a:pt x="0" y="73"/>
                  </a:moveTo>
                  <a:lnTo>
                    <a:pt x="1" y="61"/>
                  </a:lnTo>
                  <a:lnTo>
                    <a:pt x="6" y="35"/>
                  </a:lnTo>
                  <a:lnTo>
                    <a:pt x="10" y="11"/>
                  </a:lnTo>
                  <a:lnTo>
                    <a:pt x="17" y="0"/>
                  </a:lnTo>
                  <a:lnTo>
                    <a:pt x="20" y="16"/>
                  </a:lnTo>
                  <a:lnTo>
                    <a:pt x="22" y="26"/>
                  </a:lnTo>
                  <a:lnTo>
                    <a:pt x="23" y="39"/>
                  </a:lnTo>
                  <a:lnTo>
                    <a:pt x="24" y="57"/>
                  </a:lnTo>
                  <a:lnTo>
                    <a:pt x="28" y="61"/>
                  </a:lnTo>
                  <a:lnTo>
                    <a:pt x="29" y="63"/>
                  </a:lnTo>
                  <a:lnTo>
                    <a:pt x="30" y="66"/>
                  </a:lnTo>
                  <a:lnTo>
                    <a:pt x="29" y="71"/>
                  </a:lnTo>
                  <a:lnTo>
                    <a:pt x="22" y="71"/>
                  </a:lnTo>
                  <a:lnTo>
                    <a:pt x="15" y="72"/>
                  </a:lnTo>
                  <a:lnTo>
                    <a:pt x="8" y="72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5FFE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78"/>
            <p:cNvSpPr>
              <a:spLocks/>
            </p:cNvSpPr>
            <p:nvPr/>
          </p:nvSpPr>
          <p:spPr bwMode="auto">
            <a:xfrm>
              <a:off x="410" y="2686"/>
              <a:ext cx="23" cy="19"/>
            </a:xfrm>
            <a:custGeom>
              <a:avLst/>
              <a:gdLst>
                <a:gd name="T0" fmla="*/ 1 w 46"/>
                <a:gd name="T1" fmla="*/ 3 h 37"/>
                <a:gd name="T2" fmla="*/ 1 w 46"/>
                <a:gd name="T3" fmla="*/ 2 h 37"/>
                <a:gd name="T4" fmla="*/ 1 w 46"/>
                <a:gd name="T5" fmla="*/ 2 h 37"/>
                <a:gd name="T6" fmla="*/ 1 w 46"/>
                <a:gd name="T7" fmla="*/ 1 h 37"/>
                <a:gd name="T8" fmla="*/ 0 w 46"/>
                <a:gd name="T9" fmla="*/ 0 h 37"/>
                <a:gd name="T10" fmla="*/ 1 w 46"/>
                <a:gd name="T11" fmla="*/ 0 h 37"/>
                <a:gd name="T12" fmla="*/ 1 w 46"/>
                <a:gd name="T13" fmla="*/ 1 h 37"/>
                <a:gd name="T14" fmla="*/ 1 w 46"/>
                <a:gd name="T15" fmla="*/ 1 h 37"/>
                <a:gd name="T16" fmla="*/ 1 w 46"/>
                <a:gd name="T17" fmla="*/ 1 h 37"/>
                <a:gd name="T18" fmla="*/ 1 w 46"/>
                <a:gd name="T19" fmla="*/ 1 h 37"/>
                <a:gd name="T20" fmla="*/ 3 w 46"/>
                <a:gd name="T21" fmla="*/ 1 h 37"/>
                <a:gd name="T22" fmla="*/ 3 w 46"/>
                <a:gd name="T23" fmla="*/ 1 h 37"/>
                <a:gd name="T24" fmla="*/ 3 w 46"/>
                <a:gd name="T25" fmla="*/ 2 h 37"/>
                <a:gd name="T26" fmla="*/ 3 w 46"/>
                <a:gd name="T27" fmla="*/ 2 h 37"/>
                <a:gd name="T28" fmla="*/ 3 w 46"/>
                <a:gd name="T29" fmla="*/ 2 h 37"/>
                <a:gd name="T30" fmla="*/ 3 w 46"/>
                <a:gd name="T31" fmla="*/ 2 h 37"/>
                <a:gd name="T32" fmla="*/ 1 w 46"/>
                <a:gd name="T33" fmla="*/ 2 h 37"/>
                <a:gd name="T34" fmla="*/ 1 w 46"/>
                <a:gd name="T35" fmla="*/ 2 h 37"/>
                <a:gd name="T36" fmla="*/ 1 w 46"/>
                <a:gd name="T37" fmla="*/ 2 h 37"/>
                <a:gd name="T38" fmla="*/ 1 w 46"/>
                <a:gd name="T39" fmla="*/ 3 h 37"/>
                <a:gd name="T40" fmla="*/ 1 w 46"/>
                <a:gd name="T41" fmla="*/ 3 h 3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6"/>
                <a:gd name="T64" fmla="*/ 0 h 37"/>
                <a:gd name="T65" fmla="*/ 46 w 46"/>
                <a:gd name="T66" fmla="*/ 37 h 3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6" h="37">
                  <a:moveTo>
                    <a:pt x="11" y="37"/>
                  </a:moveTo>
                  <a:lnTo>
                    <a:pt x="9" y="26"/>
                  </a:lnTo>
                  <a:lnTo>
                    <a:pt x="7" y="18"/>
                  </a:lnTo>
                  <a:lnTo>
                    <a:pt x="4" y="9"/>
                  </a:lnTo>
                  <a:lnTo>
                    <a:pt x="0" y="0"/>
                  </a:lnTo>
                  <a:lnTo>
                    <a:pt x="6" y="0"/>
                  </a:lnTo>
                  <a:lnTo>
                    <a:pt x="11" y="1"/>
                  </a:lnTo>
                  <a:lnTo>
                    <a:pt x="18" y="3"/>
                  </a:lnTo>
                  <a:lnTo>
                    <a:pt x="24" y="4"/>
                  </a:lnTo>
                  <a:lnTo>
                    <a:pt x="31" y="8"/>
                  </a:lnTo>
                  <a:lnTo>
                    <a:pt x="37" y="10"/>
                  </a:lnTo>
                  <a:lnTo>
                    <a:pt x="41" y="14"/>
                  </a:lnTo>
                  <a:lnTo>
                    <a:pt x="46" y="17"/>
                  </a:lnTo>
                  <a:lnTo>
                    <a:pt x="43" y="19"/>
                  </a:lnTo>
                  <a:lnTo>
                    <a:pt x="38" y="23"/>
                  </a:lnTo>
                  <a:lnTo>
                    <a:pt x="33" y="25"/>
                  </a:lnTo>
                  <a:lnTo>
                    <a:pt x="29" y="27"/>
                  </a:lnTo>
                  <a:lnTo>
                    <a:pt x="25" y="30"/>
                  </a:lnTo>
                  <a:lnTo>
                    <a:pt x="21" y="32"/>
                  </a:lnTo>
                  <a:lnTo>
                    <a:pt x="16" y="34"/>
                  </a:lnTo>
                  <a:lnTo>
                    <a:pt x="11" y="37"/>
                  </a:lnTo>
                  <a:close/>
                </a:path>
              </a:pathLst>
            </a:custGeom>
            <a:solidFill>
              <a:srgbClr val="E5FFE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79"/>
            <p:cNvSpPr>
              <a:spLocks/>
            </p:cNvSpPr>
            <p:nvPr/>
          </p:nvSpPr>
          <p:spPr bwMode="auto">
            <a:xfrm>
              <a:off x="419" y="2693"/>
              <a:ext cx="4" cy="4"/>
            </a:xfrm>
            <a:custGeom>
              <a:avLst/>
              <a:gdLst>
                <a:gd name="T0" fmla="*/ 0 w 8"/>
                <a:gd name="T1" fmla="*/ 0 h 10"/>
                <a:gd name="T2" fmla="*/ 0 w 8"/>
                <a:gd name="T3" fmla="*/ 0 h 10"/>
                <a:gd name="T4" fmla="*/ 1 w 8"/>
                <a:gd name="T5" fmla="*/ 0 h 10"/>
                <a:gd name="T6" fmla="*/ 1 w 8"/>
                <a:gd name="T7" fmla="*/ 0 h 10"/>
                <a:gd name="T8" fmla="*/ 1 w 8"/>
                <a:gd name="T9" fmla="*/ 0 h 10"/>
                <a:gd name="T10" fmla="*/ 1 w 8"/>
                <a:gd name="T11" fmla="*/ 0 h 10"/>
                <a:gd name="T12" fmla="*/ 1 w 8"/>
                <a:gd name="T13" fmla="*/ 0 h 10"/>
                <a:gd name="T14" fmla="*/ 1 w 8"/>
                <a:gd name="T15" fmla="*/ 0 h 10"/>
                <a:gd name="T16" fmla="*/ 1 w 8"/>
                <a:gd name="T17" fmla="*/ 0 h 10"/>
                <a:gd name="T18" fmla="*/ 1 w 8"/>
                <a:gd name="T19" fmla="*/ 0 h 10"/>
                <a:gd name="T20" fmla="*/ 1 w 8"/>
                <a:gd name="T21" fmla="*/ 0 h 10"/>
                <a:gd name="T22" fmla="*/ 1 w 8"/>
                <a:gd name="T23" fmla="*/ 0 h 10"/>
                <a:gd name="T24" fmla="*/ 0 w 8"/>
                <a:gd name="T25" fmla="*/ 0 h 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8"/>
                <a:gd name="T40" fmla="*/ 0 h 10"/>
                <a:gd name="T41" fmla="*/ 8 w 8"/>
                <a:gd name="T42" fmla="*/ 10 h 1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8" h="10">
                  <a:moveTo>
                    <a:pt x="0" y="10"/>
                  </a:moveTo>
                  <a:lnTo>
                    <a:pt x="0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2"/>
                  </a:lnTo>
                  <a:lnTo>
                    <a:pt x="6" y="10"/>
                  </a:lnTo>
                  <a:lnTo>
                    <a:pt x="8" y="10"/>
                  </a:lnTo>
                  <a:lnTo>
                    <a:pt x="8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Box 108"/>
            <p:cNvSpPr txBox="1">
              <a:spLocks noChangeArrowheads="1"/>
            </p:cNvSpPr>
            <p:nvPr/>
          </p:nvSpPr>
          <p:spPr bwMode="auto">
            <a:xfrm>
              <a:off x="528" y="3129"/>
              <a:ext cx="912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solidFill>
                    <a:schemeClr val="bg1"/>
                  </a:solidFill>
                  <a:latin typeface="Times New Roman" pitchFamily="18" charset="0"/>
                </a:rPr>
                <a:t>Data</a:t>
              </a:r>
            </a:p>
          </p:txBody>
        </p:sp>
        <p:sp>
          <p:nvSpPr>
            <p:cNvPr id="18" name="Text Box 200"/>
            <p:cNvSpPr txBox="1">
              <a:spLocks noChangeArrowheads="1"/>
            </p:cNvSpPr>
            <p:nvPr/>
          </p:nvSpPr>
          <p:spPr bwMode="auto">
            <a:xfrm>
              <a:off x="2208" y="3072"/>
              <a:ext cx="1282" cy="8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800" dirty="0">
                  <a:solidFill>
                    <a:schemeClr val="bg1"/>
                  </a:solidFill>
                  <a:latin typeface="Times New Roman" pitchFamily="18" charset="0"/>
                </a:rPr>
                <a:t>Presentation Layer </a:t>
              </a:r>
            </a:p>
          </p:txBody>
        </p:sp>
        <p:pic>
          <p:nvPicPr>
            <p:cNvPr id="19" name="Picture 202" descr="dd00163_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176" y="2160"/>
              <a:ext cx="912" cy="9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" name="Freeform 367"/>
            <p:cNvSpPr>
              <a:spLocks/>
            </p:cNvSpPr>
            <p:nvPr/>
          </p:nvSpPr>
          <p:spPr bwMode="auto">
            <a:xfrm>
              <a:off x="2779" y="2642"/>
              <a:ext cx="200" cy="42"/>
            </a:xfrm>
            <a:custGeom>
              <a:avLst/>
              <a:gdLst>
                <a:gd name="T0" fmla="*/ 0 w 399"/>
                <a:gd name="T1" fmla="*/ 5 h 84"/>
                <a:gd name="T2" fmla="*/ 0 w 399"/>
                <a:gd name="T3" fmla="*/ 1 h 84"/>
                <a:gd name="T4" fmla="*/ 25 w 399"/>
                <a:gd name="T5" fmla="*/ 0 h 84"/>
                <a:gd name="T6" fmla="*/ 25 w 399"/>
                <a:gd name="T7" fmla="*/ 5 h 84"/>
                <a:gd name="T8" fmla="*/ 0 w 399"/>
                <a:gd name="T9" fmla="*/ 5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9"/>
                <a:gd name="T16" fmla="*/ 0 h 84"/>
                <a:gd name="T17" fmla="*/ 399 w 399"/>
                <a:gd name="T18" fmla="*/ 84 h 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9" h="84">
                  <a:moveTo>
                    <a:pt x="0" y="82"/>
                  </a:moveTo>
                  <a:lnTo>
                    <a:pt x="0" y="3"/>
                  </a:lnTo>
                  <a:lnTo>
                    <a:pt x="397" y="0"/>
                  </a:lnTo>
                  <a:lnTo>
                    <a:pt x="399" y="84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68"/>
            <p:cNvSpPr>
              <a:spLocks/>
            </p:cNvSpPr>
            <p:nvPr/>
          </p:nvSpPr>
          <p:spPr bwMode="auto">
            <a:xfrm>
              <a:off x="2843" y="2495"/>
              <a:ext cx="75" cy="51"/>
            </a:xfrm>
            <a:custGeom>
              <a:avLst/>
              <a:gdLst>
                <a:gd name="T0" fmla="*/ 1 w 150"/>
                <a:gd name="T1" fmla="*/ 6 h 102"/>
                <a:gd name="T2" fmla="*/ 0 w 150"/>
                <a:gd name="T3" fmla="*/ 5 h 102"/>
                <a:gd name="T4" fmla="*/ 1 w 150"/>
                <a:gd name="T5" fmla="*/ 1 h 102"/>
                <a:gd name="T6" fmla="*/ 9 w 150"/>
                <a:gd name="T7" fmla="*/ 0 h 102"/>
                <a:gd name="T8" fmla="*/ 9 w 150"/>
                <a:gd name="T9" fmla="*/ 5 h 102"/>
                <a:gd name="T10" fmla="*/ 7 w 150"/>
                <a:gd name="T11" fmla="*/ 6 h 102"/>
                <a:gd name="T12" fmla="*/ 1 w 150"/>
                <a:gd name="T13" fmla="*/ 6 h 1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0"/>
                <a:gd name="T22" fmla="*/ 0 h 102"/>
                <a:gd name="T23" fmla="*/ 150 w 150"/>
                <a:gd name="T24" fmla="*/ 102 h 10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0" h="102">
                  <a:moveTo>
                    <a:pt x="28" y="93"/>
                  </a:moveTo>
                  <a:lnTo>
                    <a:pt x="0" y="68"/>
                  </a:lnTo>
                  <a:lnTo>
                    <a:pt x="7" y="1"/>
                  </a:lnTo>
                  <a:lnTo>
                    <a:pt x="150" y="0"/>
                  </a:lnTo>
                  <a:lnTo>
                    <a:pt x="150" y="70"/>
                  </a:lnTo>
                  <a:lnTo>
                    <a:pt x="125" y="102"/>
                  </a:lnTo>
                  <a:lnTo>
                    <a:pt x="28" y="9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" name="Group 474"/>
            <p:cNvGrpSpPr>
              <a:grpSpLocks/>
            </p:cNvGrpSpPr>
            <p:nvPr/>
          </p:nvGrpSpPr>
          <p:grpSpPr bwMode="auto">
            <a:xfrm>
              <a:off x="4219" y="2302"/>
              <a:ext cx="718" cy="671"/>
              <a:chOff x="2420" y="1584"/>
              <a:chExt cx="872" cy="912"/>
            </a:xfrm>
          </p:grpSpPr>
          <p:sp>
            <p:nvSpPr>
              <p:cNvPr id="129" name="Freeform 355"/>
              <p:cNvSpPr>
                <a:spLocks/>
              </p:cNvSpPr>
              <p:nvPr/>
            </p:nvSpPr>
            <p:spPr bwMode="auto">
              <a:xfrm>
                <a:off x="2420" y="1771"/>
                <a:ext cx="51" cy="34"/>
              </a:xfrm>
              <a:custGeom>
                <a:avLst/>
                <a:gdLst>
                  <a:gd name="T0" fmla="*/ 0 w 101"/>
                  <a:gd name="T1" fmla="*/ 1 h 67"/>
                  <a:gd name="T2" fmla="*/ 1 w 101"/>
                  <a:gd name="T3" fmla="*/ 0 h 67"/>
                  <a:gd name="T4" fmla="*/ 1 w 101"/>
                  <a:gd name="T5" fmla="*/ 0 h 67"/>
                  <a:gd name="T6" fmla="*/ 1 w 101"/>
                  <a:gd name="T7" fmla="*/ 0 h 67"/>
                  <a:gd name="T8" fmla="*/ 1 w 101"/>
                  <a:gd name="T9" fmla="*/ 0 h 67"/>
                  <a:gd name="T10" fmla="*/ 2 w 101"/>
                  <a:gd name="T11" fmla="*/ 1 h 67"/>
                  <a:gd name="T12" fmla="*/ 3 w 101"/>
                  <a:gd name="T13" fmla="*/ 1 h 67"/>
                  <a:gd name="T14" fmla="*/ 4 w 101"/>
                  <a:gd name="T15" fmla="*/ 2 h 67"/>
                  <a:gd name="T16" fmla="*/ 5 w 101"/>
                  <a:gd name="T17" fmla="*/ 2 h 67"/>
                  <a:gd name="T18" fmla="*/ 5 w 101"/>
                  <a:gd name="T19" fmla="*/ 3 h 67"/>
                  <a:gd name="T20" fmla="*/ 6 w 101"/>
                  <a:gd name="T21" fmla="*/ 3 h 67"/>
                  <a:gd name="T22" fmla="*/ 7 w 101"/>
                  <a:gd name="T23" fmla="*/ 3 h 67"/>
                  <a:gd name="T24" fmla="*/ 7 w 101"/>
                  <a:gd name="T25" fmla="*/ 3 h 67"/>
                  <a:gd name="T26" fmla="*/ 7 w 101"/>
                  <a:gd name="T27" fmla="*/ 4 h 67"/>
                  <a:gd name="T28" fmla="*/ 6 w 101"/>
                  <a:gd name="T29" fmla="*/ 4 h 67"/>
                  <a:gd name="T30" fmla="*/ 6 w 101"/>
                  <a:gd name="T31" fmla="*/ 4 h 67"/>
                  <a:gd name="T32" fmla="*/ 6 w 101"/>
                  <a:gd name="T33" fmla="*/ 5 h 67"/>
                  <a:gd name="T34" fmla="*/ 6 w 101"/>
                  <a:gd name="T35" fmla="*/ 4 h 67"/>
                  <a:gd name="T36" fmla="*/ 5 w 101"/>
                  <a:gd name="T37" fmla="*/ 4 h 67"/>
                  <a:gd name="T38" fmla="*/ 4 w 101"/>
                  <a:gd name="T39" fmla="*/ 3 h 67"/>
                  <a:gd name="T40" fmla="*/ 3 w 101"/>
                  <a:gd name="T41" fmla="*/ 3 h 67"/>
                  <a:gd name="T42" fmla="*/ 2 w 101"/>
                  <a:gd name="T43" fmla="*/ 2 h 67"/>
                  <a:gd name="T44" fmla="*/ 1 w 101"/>
                  <a:gd name="T45" fmla="*/ 1 h 67"/>
                  <a:gd name="T46" fmla="*/ 1 w 101"/>
                  <a:gd name="T47" fmla="*/ 1 h 67"/>
                  <a:gd name="T48" fmla="*/ 0 w 101"/>
                  <a:gd name="T49" fmla="*/ 1 h 6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01"/>
                  <a:gd name="T76" fmla="*/ 0 h 67"/>
                  <a:gd name="T77" fmla="*/ 101 w 101"/>
                  <a:gd name="T78" fmla="*/ 67 h 67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01" h="67">
                    <a:moveTo>
                      <a:pt x="0" y="1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lnTo>
                      <a:pt x="12" y="0"/>
                    </a:lnTo>
                    <a:lnTo>
                      <a:pt x="27" y="8"/>
                    </a:lnTo>
                    <a:lnTo>
                      <a:pt x="42" y="16"/>
                    </a:lnTo>
                    <a:lnTo>
                      <a:pt x="56" y="24"/>
                    </a:lnTo>
                    <a:lnTo>
                      <a:pt x="69" y="31"/>
                    </a:lnTo>
                    <a:lnTo>
                      <a:pt x="80" y="37"/>
                    </a:lnTo>
                    <a:lnTo>
                      <a:pt x="91" y="41"/>
                    </a:lnTo>
                    <a:lnTo>
                      <a:pt x="97" y="46"/>
                    </a:lnTo>
                    <a:lnTo>
                      <a:pt x="101" y="48"/>
                    </a:lnTo>
                    <a:lnTo>
                      <a:pt x="99" y="56"/>
                    </a:lnTo>
                    <a:lnTo>
                      <a:pt x="96" y="61"/>
                    </a:lnTo>
                    <a:lnTo>
                      <a:pt x="94" y="63"/>
                    </a:lnTo>
                    <a:lnTo>
                      <a:pt x="92" y="67"/>
                    </a:lnTo>
                    <a:lnTo>
                      <a:pt x="84" y="60"/>
                    </a:lnTo>
                    <a:lnTo>
                      <a:pt x="71" y="52"/>
                    </a:lnTo>
                    <a:lnTo>
                      <a:pt x="56" y="42"/>
                    </a:lnTo>
                    <a:lnTo>
                      <a:pt x="40" y="33"/>
                    </a:lnTo>
                    <a:lnTo>
                      <a:pt x="25" y="24"/>
                    </a:lnTo>
                    <a:lnTo>
                      <a:pt x="12" y="15"/>
                    </a:lnTo>
                    <a:lnTo>
                      <a:pt x="3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993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Freeform 369"/>
              <p:cNvSpPr>
                <a:spLocks/>
              </p:cNvSpPr>
              <p:nvPr/>
            </p:nvSpPr>
            <p:spPr bwMode="auto">
              <a:xfrm>
                <a:off x="2483" y="1584"/>
                <a:ext cx="809" cy="912"/>
              </a:xfrm>
              <a:custGeom>
                <a:avLst/>
                <a:gdLst>
                  <a:gd name="T0" fmla="*/ 66 w 1619"/>
                  <a:gd name="T1" fmla="*/ 121 h 1770"/>
                  <a:gd name="T2" fmla="*/ 62 w 1619"/>
                  <a:gd name="T3" fmla="*/ 122 h 1770"/>
                  <a:gd name="T4" fmla="*/ 58 w 1619"/>
                  <a:gd name="T5" fmla="*/ 122 h 1770"/>
                  <a:gd name="T6" fmla="*/ 54 w 1619"/>
                  <a:gd name="T7" fmla="*/ 124 h 1770"/>
                  <a:gd name="T8" fmla="*/ 44 w 1619"/>
                  <a:gd name="T9" fmla="*/ 123 h 1770"/>
                  <a:gd name="T10" fmla="*/ 37 w 1619"/>
                  <a:gd name="T11" fmla="*/ 120 h 1770"/>
                  <a:gd name="T12" fmla="*/ 32 w 1619"/>
                  <a:gd name="T13" fmla="*/ 118 h 1770"/>
                  <a:gd name="T14" fmla="*/ 20 w 1619"/>
                  <a:gd name="T15" fmla="*/ 109 h 1770"/>
                  <a:gd name="T16" fmla="*/ 10 w 1619"/>
                  <a:gd name="T17" fmla="*/ 98 h 1770"/>
                  <a:gd name="T18" fmla="*/ 3 w 1619"/>
                  <a:gd name="T19" fmla="*/ 82 h 1770"/>
                  <a:gd name="T20" fmla="*/ 0 w 1619"/>
                  <a:gd name="T21" fmla="*/ 59 h 1770"/>
                  <a:gd name="T22" fmla="*/ 6 w 1619"/>
                  <a:gd name="T23" fmla="*/ 32 h 1770"/>
                  <a:gd name="T24" fmla="*/ 28 w 1619"/>
                  <a:gd name="T25" fmla="*/ 7 h 1770"/>
                  <a:gd name="T26" fmla="*/ 42 w 1619"/>
                  <a:gd name="T27" fmla="*/ 1 h 1770"/>
                  <a:gd name="T28" fmla="*/ 43 w 1619"/>
                  <a:gd name="T29" fmla="*/ 2 h 1770"/>
                  <a:gd name="T30" fmla="*/ 45 w 1619"/>
                  <a:gd name="T31" fmla="*/ 5 h 1770"/>
                  <a:gd name="T32" fmla="*/ 45 w 1619"/>
                  <a:gd name="T33" fmla="*/ 7 h 1770"/>
                  <a:gd name="T34" fmla="*/ 44 w 1619"/>
                  <a:gd name="T35" fmla="*/ 8 h 1770"/>
                  <a:gd name="T36" fmla="*/ 48 w 1619"/>
                  <a:gd name="T37" fmla="*/ 8 h 1770"/>
                  <a:gd name="T38" fmla="*/ 54 w 1619"/>
                  <a:gd name="T39" fmla="*/ 8 h 1770"/>
                  <a:gd name="T40" fmla="*/ 69 w 1619"/>
                  <a:gd name="T41" fmla="*/ 11 h 1770"/>
                  <a:gd name="T42" fmla="*/ 83 w 1619"/>
                  <a:gd name="T43" fmla="*/ 19 h 1770"/>
                  <a:gd name="T44" fmla="*/ 93 w 1619"/>
                  <a:gd name="T45" fmla="*/ 30 h 1770"/>
                  <a:gd name="T46" fmla="*/ 98 w 1619"/>
                  <a:gd name="T47" fmla="*/ 45 h 1770"/>
                  <a:gd name="T48" fmla="*/ 101 w 1619"/>
                  <a:gd name="T49" fmla="*/ 62 h 1770"/>
                  <a:gd name="T50" fmla="*/ 97 w 1619"/>
                  <a:gd name="T51" fmla="*/ 82 h 1770"/>
                  <a:gd name="T52" fmla="*/ 87 w 1619"/>
                  <a:gd name="T53" fmla="*/ 98 h 1770"/>
                  <a:gd name="T54" fmla="*/ 74 w 1619"/>
                  <a:gd name="T55" fmla="*/ 108 h 1770"/>
                  <a:gd name="T56" fmla="*/ 69 w 1619"/>
                  <a:gd name="T57" fmla="*/ 110 h 1770"/>
                  <a:gd name="T58" fmla="*/ 65 w 1619"/>
                  <a:gd name="T59" fmla="*/ 114 h 1770"/>
                  <a:gd name="T60" fmla="*/ 61 w 1619"/>
                  <a:gd name="T61" fmla="*/ 112 h 1770"/>
                  <a:gd name="T62" fmla="*/ 54 w 1619"/>
                  <a:gd name="T63" fmla="*/ 113 h 1770"/>
                  <a:gd name="T64" fmla="*/ 41 w 1619"/>
                  <a:gd name="T65" fmla="*/ 111 h 1770"/>
                  <a:gd name="T66" fmla="*/ 30 w 1619"/>
                  <a:gd name="T67" fmla="*/ 106 h 1770"/>
                  <a:gd name="T68" fmla="*/ 21 w 1619"/>
                  <a:gd name="T69" fmla="*/ 97 h 1770"/>
                  <a:gd name="T70" fmla="*/ 13 w 1619"/>
                  <a:gd name="T71" fmla="*/ 83 h 1770"/>
                  <a:gd name="T72" fmla="*/ 9 w 1619"/>
                  <a:gd name="T73" fmla="*/ 66 h 1770"/>
                  <a:gd name="T74" fmla="*/ 10 w 1619"/>
                  <a:gd name="T75" fmla="*/ 48 h 1770"/>
                  <a:gd name="T76" fmla="*/ 16 w 1619"/>
                  <a:gd name="T77" fmla="*/ 33 h 1770"/>
                  <a:gd name="T78" fmla="*/ 25 w 1619"/>
                  <a:gd name="T79" fmla="*/ 21 h 1770"/>
                  <a:gd name="T80" fmla="*/ 36 w 1619"/>
                  <a:gd name="T81" fmla="*/ 12 h 1770"/>
                  <a:gd name="T82" fmla="*/ 42 w 1619"/>
                  <a:gd name="T83" fmla="*/ 8 h 1770"/>
                  <a:gd name="T84" fmla="*/ 29 w 1619"/>
                  <a:gd name="T85" fmla="*/ 14 h 1770"/>
                  <a:gd name="T86" fmla="*/ 11 w 1619"/>
                  <a:gd name="T87" fmla="*/ 37 h 1770"/>
                  <a:gd name="T88" fmla="*/ 6 w 1619"/>
                  <a:gd name="T89" fmla="*/ 62 h 1770"/>
                  <a:gd name="T90" fmla="*/ 9 w 1619"/>
                  <a:gd name="T91" fmla="*/ 80 h 1770"/>
                  <a:gd name="T92" fmla="*/ 12 w 1619"/>
                  <a:gd name="T93" fmla="*/ 89 h 1770"/>
                  <a:gd name="T94" fmla="*/ 17 w 1619"/>
                  <a:gd name="T95" fmla="*/ 97 h 1770"/>
                  <a:gd name="T96" fmla="*/ 24 w 1619"/>
                  <a:gd name="T97" fmla="*/ 105 h 1770"/>
                  <a:gd name="T98" fmla="*/ 32 w 1619"/>
                  <a:gd name="T99" fmla="*/ 111 h 1770"/>
                  <a:gd name="T100" fmla="*/ 42 w 1619"/>
                  <a:gd name="T101" fmla="*/ 115 h 1770"/>
                  <a:gd name="T102" fmla="*/ 55 w 1619"/>
                  <a:gd name="T103" fmla="*/ 116 h 1770"/>
                  <a:gd name="T104" fmla="*/ 61 w 1619"/>
                  <a:gd name="T105" fmla="*/ 115 h 177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619"/>
                  <a:gd name="T160" fmla="*/ 0 h 1770"/>
                  <a:gd name="T161" fmla="*/ 1619 w 1619"/>
                  <a:gd name="T162" fmla="*/ 1770 h 1770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619" h="1770">
                    <a:moveTo>
                      <a:pt x="1085" y="1625"/>
                    </a:moveTo>
                    <a:lnTo>
                      <a:pt x="1102" y="1704"/>
                    </a:lnTo>
                    <a:lnTo>
                      <a:pt x="1089" y="1709"/>
                    </a:lnTo>
                    <a:lnTo>
                      <a:pt x="1075" y="1713"/>
                    </a:lnTo>
                    <a:lnTo>
                      <a:pt x="1062" y="1717"/>
                    </a:lnTo>
                    <a:lnTo>
                      <a:pt x="1049" y="1720"/>
                    </a:lnTo>
                    <a:lnTo>
                      <a:pt x="1036" y="1722"/>
                    </a:lnTo>
                    <a:lnTo>
                      <a:pt x="1022" y="1724"/>
                    </a:lnTo>
                    <a:lnTo>
                      <a:pt x="1009" y="1726"/>
                    </a:lnTo>
                    <a:lnTo>
                      <a:pt x="996" y="1726"/>
                    </a:lnTo>
                    <a:lnTo>
                      <a:pt x="983" y="1727"/>
                    </a:lnTo>
                    <a:lnTo>
                      <a:pt x="969" y="1728"/>
                    </a:lnTo>
                    <a:lnTo>
                      <a:pt x="955" y="1728"/>
                    </a:lnTo>
                    <a:lnTo>
                      <a:pt x="941" y="1729"/>
                    </a:lnTo>
                    <a:lnTo>
                      <a:pt x="929" y="1730"/>
                    </a:lnTo>
                    <a:lnTo>
                      <a:pt x="915" y="1731"/>
                    </a:lnTo>
                    <a:lnTo>
                      <a:pt x="901" y="1732"/>
                    </a:lnTo>
                    <a:lnTo>
                      <a:pt x="887" y="1735"/>
                    </a:lnTo>
                    <a:lnTo>
                      <a:pt x="880" y="1743"/>
                    </a:lnTo>
                    <a:lnTo>
                      <a:pt x="877" y="1752"/>
                    </a:lnTo>
                    <a:lnTo>
                      <a:pt x="873" y="1762"/>
                    </a:lnTo>
                    <a:lnTo>
                      <a:pt x="869" y="1770"/>
                    </a:lnTo>
                    <a:lnTo>
                      <a:pt x="727" y="1769"/>
                    </a:lnTo>
                    <a:lnTo>
                      <a:pt x="721" y="1754"/>
                    </a:lnTo>
                    <a:lnTo>
                      <a:pt x="715" y="1743"/>
                    </a:lnTo>
                    <a:lnTo>
                      <a:pt x="706" y="1734"/>
                    </a:lnTo>
                    <a:lnTo>
                      <a:pt x="697" y="1727"/>
                    </a:lnTo>
                    <a:lnTo>
                      <a:pt x="660" y="1720"/>
                    </a:lnTo>
                    <a:lnTo>
                      <a:pt x="627" y="1712"/>
                    </a:lnTo>
                    <a:lnTo>
                      <a:pt x="598" y="1704"/>
                    </a:lnTo>
                    <a:lnTo>
                      <a:pt x="573" y="1696"/>
                    </a:lnTo>
                    <a:lnTo>
                      <a:pt x="553" y="1689"/>
                    </a:lnTo>
                    <a:lnTo>
                      <a:pt x="538" y="1683"/>
                    </a:lnTo>
                    <a:lnTo>
                      <a:pt x="529" y="1678"/>
                    </a:lnTo>
                    <a:lnTo>
                      <a:pt x="526" y="1677"/>
                    </a:lnTo>
                    <a:lnTo>
                      <a:pt x="481" y="1654"/>
                    </a:lnTo>
                    <a:lnTo>
                      <a:pt x="438" y="1631"/>
                    </a:lnTo>
                    <a:lnTo>
                      <a:pt x="398" y="1606"/>
                    </a:lnTo>
                    <a:lnTo>
                      <a:pt x="360" y="1580"/>
                    </a:lnTo>
                    <a:lnTo>
                      <a:pt x="323" y="1553"/>
                    </a:lnTo>
                    <a:lnTo>
                      <a:pt x="290" y="1524"/>
                    </a:lnTo>
                    <a:lnTo>
                      <a:pt x="257" y="1494"/>
                    </a:lnTo>
                    <a:lnTo>
                      <a:pt x="226" y="1462"/>
                    </a:lnTo>
                    <a:lnTo>
                      <a:pt x="197" y="1428"/>
                    </a:lnTo>
                    <a:lnTo>
                      <a:pt x="171" y="1391"/>
                    </a:lnTo>
                    <a:lnTo>
                      <a:pt x="146" y="1352"/>
                    </a:lnTo>
                    <a:lnTo>
                      <a:pt x="121" y="1311"/>
                    </a:lnTo>
                    <a:lnTo>
                      <a:pt x="98" y="1267"/>
                    </a:lnTo>
                    <a:lnTo>
                      <a:pt x="76" y="1221"/>
                    </a:lnTo>
                    <a:lnTo>
                      <a:pt x="57" y="1170"/>
                    </a:lnTo>
                    <a:lnTo>
                      <a:pt x="37" y="1117"/>
                    </a:lnTo>
                    <a:lnTo>
                      <a:pt x="20" y="1055"/>
                    </a:lnTo>
                    <a:lnTo>
                      <a:pt x="7" y="988"/>
                    </a:lnTo>
                    <a:lnTo>
                      <a:pt x="0" y="917"/>
                    </a:lnTo>
                    <a:lnTo>
                      <a:pt x="0" y="842"/>
                    </a:lnTo>
                    <a:lnTo>
                      <a:pt x="7" y="765"/>
                    </a:lnTo>
                    <a:lnTo>
                      <a:pt x="21" y="686"/>
                    </a:lnTo>
                    <a:lnTo>
                      <a:pt x="43" y="607"/>
                    </a:lnTo>
                    <a:lnTo>
                      <a:pt x="73" y="528"/>
                    </a:lnTo>
                    <a:lnTo>
                      <a:pt x="111" y="450"/>
                    </a:lnTo>
                    <a:lnTo>
                      <a:pt x="159" y="374"/>
                    </a:lnTo>
                    <a:lnTo>
                      <a:pt x="216" y="300"/>
                    </a:lnTo>
                    <a:lnTo>
                      <a:pt x="284" y="231"/>
                    </a:lnTo>
                    <a:lnTo>
                      <a:pt x="361" y="165"/>
                    </a:lnTo>
                    <a:lnTo>
                      <a:pt x="450" y="106"/>
                    </a:lnTo>
                    <a:lnTo>
                      <a:pt x="550" y="51"/>
                    </a:lnTo>
                    <a:lnTo>
                      <a:pt x="662" y="5"/>
                    </a:lnTo>
                    <a:lnTo>
                      <a:pt x="668" y="1"/>
                    </a:lnTo>
                    <a:lnTo>
                      <a:pt x="674" y="0"/>
                    </a:lnTo>
                    <a:lnTo>
                      <a:pt x="680" y="2"/>
                    </a:lnTo>
                    <a:lnTo>
                      <a:pt x="686" y="6"/>
                    </a:lnTo>
                    <a:lnTo>
                      <a:pt x="690" y="12"/>
                    </a:lnTo>
                    <a:lnTo>
                      <a:pt x="694" y="19"/>
                    </a:lnTo>
                    <a:lnTo>
                      <a:pt x="696" y="26"/>
                    </a:lnTo>
                    <a:lnTo>
                      <a:pt x="697" y="32"/>
                    </a:lnTo>
                    <a:lnTo>
                      <a:pt x="698" y="47"/>
                    </a:lnTo>
                    <a:lnTo>
                      <a:pt x="701" y="56"/>
                    </a:lnTo>
                    <a:lnTo>
                      <a:pt x="705" y="63"/>
                    </a:lnTo>
                    <a:lnTo>
                      <a:pt x="713" y="74"/>
                    </a:lnTo>
                    <a:lnTo>
                      <a:pt x="723" y="72"/>
                    </a:lnTo>
                    <a:lnTo>
                      <a:pt x="729" y="73"/>
                    </a:lnTo>
                    <a:lnTo>
                      <a:pt x="735" y="77"/>
                    </a:lnTo>
                    <a:lnTo>
                      <a:pt x="740" y="84"/>
                    </a:lnTo>
                    <a:lnTo>
                      <a:pt x="736" y="88"/>
                    </a:lnTo>
                    <a:lnTo>
                      <a:pt x="732" y="93"/>
                    </a:lnTo>
                    <a:lnTo>
                      <a:pt x="727" y="96"/>
                    </a:lnTo>
                    <a:lnTo>
                      <a:pt x="721" y="101"/>
                    </a:lnTo>
                    <a:lnTo>
                      <a:pt x="718" y="107"/>
                    </a:lnTo>
                    <a:lnTo>
                      <a:pt x="717" y="111"/>
                    </a:lnTo>
                    <a:lnTo>
                      <a:pt x="718" y="117"/>
                    </a:lnTo>
                    <a:lnTo>
                      <a:pt x="724" y="123"/>
                    </a:lnTo>
                    <a:lnTo>
                      <a:pt x="735" y="125"/>
                    </a:lnTo>
                    <a:lnTo>
                      <a:pt x="747" y="125"/>
                    </a:lnTo>
                    <a:lnTo>
                      <a:pt x="758" y="124"/>
                    </a:lnTo>
                    <a:lnTo>
                      <a:pt x="770" y="122"/>
                    </a:lnTo>
                    <a:lnTo>
                      <a:pt x="781" y="119"/>
                    </a:lnTo>
                    <a:lnTo>
                      <a:pt x="793" y="117"/>
                    </a:lnTo>
                    <a:lnTo>
                      <a:pt x="804" y="115"/>
                    </a:lnTo>
                    <a:lnTo>
                      <a:pt x="815" y="115"/>
                    </a:lnTo>
                    <a:lnTo>
                      <a:pt x="864" y="111"/>
                    </a:lnTo>
                    <a:lnTo>
                      <a:pt x="914" y="112"/>
                    </a:lnTo>
                    <a:lnTo>
                      <a:pt x="963" y="116"/>
                    </a:lnTo>
                    <a:lnTo>
                      <a:pt x="1013" y="124"/>
                    </a:lnTo>
                    <a:lnTo>
                      <a:pt x="1062" y="135"/>
                    </a:lnTo>
                    <a:lnTo>
                      <a:pt x="1111" y="149"/>
                    </a:lnTo>
                    <a:lnTo>
                      <a:pt x="1158" y="167"/>
                    </a:lnTo>
                    <a:lnTo>
                      <a:pt x="1204" y="187"/>
                    </a:lnTo>
                    <a:lnTo>
                      <a:pt x="1249" y="210"/>
                    </a:lnTo>
                    <a:lnTo>
                      <a:pt x="1292" y="236"/>
                    </a:lnTo>
                    <a:lnTo>
                      <a:pt x="1332" y="263"/>
                    </a:lnTo>
                    <a:lnTo>
                      <a:pt x="1370" y="293"/>
                    </a:lnTo>
                    <a:lnTo>
                      <a:pt x="1406" y="326"/>
                    </a:lnTo>
                    <a:lnTo>
                      <a:pt x="1438" y="360"/>
                    </a:lnTo>
                    <a:lnTo>
                      <a:pt x="1468" y="396"/>
                    </a:lnTo>
                    <a:lnTo>
                      <a:pt x="1493" y="434"/>
                    </a:lnTo>
                    <a:lnTo>
                      <a:pt x="1517" y="471"/>
                    </a:lnTo>
                    <a:lnTo>
                      <a:pt x="1537" y="510"/>
                    </a:lnTo>
                    <a:lnTo>
                      <a:pt x="1555" y="550"/>
                    </a:lnTo>
                    <a:lnTo>
                      <a:pt x="1570" y="591"/>
                    </a:lnTo>
                    <a:lnTo>
                      <a:pt x="1583" y="633"/>
                    </a:lnTo>
                    <a:lnTo>
                      <a:pt x="1593" y="676"/>
                    </a:lnTo>
                    <a:lnTo>
                      <a:pt x="1604" y="720"/>
                    </a:lnTo>
                    <a:lnTo>
                      <a:pt x="1612" y="762"/>
                    </a:lnTo>
                    <a:lnTo>
                      <a:pt x="1618" y="825"/>
                    </a:lnTo>
                    <a:lnTo>
                      <a:pt x="1619" y="886"/>
                    </a:lnTo>
                    <a:lnTo>
                      <a:pt x="1615" y="944"/>
                    </a:lnTo>
                    <a:lnTo>
                      <a:pt x="1607" y="1002"/>
                    </a:lnTo>
                    <a:lnTo>
                      <a:pt x="1593" y="1057"/>
                    </a:lnTo>
                    <a:lnTo>
                      <a:pt x="1576" y="1111"/>
                    </a:lnTo>
                    <a:lnTo>
                      <a:pt x="1555" y="1163"/>
                    </a:lnTo>
                    <a:lnTo>
                      <a:pt x="1530" y="1213"/>
                    </a:lnTo>
                    <a:lnTo>
                      <a:pt x="1501" y="1260"/>
                    </a:lnTo>
                    <a:lnTo>
                      <a:pt x="1469" y="1306"/>
                    </a:lnTo>
                    <a:lnTo>
                      <a:pt x="1433" y="1349"/>
                    </a:lnTo>
                    <a:lnTo>
                      <a:pt x="1394" y="1389"/>
                    </a:lnTo>
                    <a:lnTo>
                      <a:pt x="1353" y="1427"/>
                    </a:lnTo>
                    <a:lnTo>
                      <a:pt x="1308" y="1463"/>
                    </a:lnTo>
                    <a:lnTo>
                      <a:pt x="1262" y="1495"/>
                    </a:lnTo>
                    <a:lnTo>
                      <a:pt x="1212" y="1525"/>
                    </a:lnTo>
                    <a:lnTo>
                      <a:pt x="1193" y="1531"/>
                    </a:lnTo>
                    <a:lnTo>
                      <a:pt x="1175" y="1537"/>
                    </a:lnTo>
                    <a:lnTo>
                      <a:pt x="1159" y="1543"/>
                    </a:lnTo>
                    <a:lnTo>
                      <a:pt x="1143" y="1550"/>
                    </a:lnTo>
                    <a:lnTo>
                      <a:pt x="1126" y="1557"/>
                    </a:lnTo>
                    <a:lnTo>
                      <a:pt x="1110" y="1564"/>
                    </a:lnTo>
                    <a:lnTo>
                      <a:pt x="1092" y="1570"/>
                    </a:lnTo>
                    <a:lnTo>
                      <a:pt x="1073" y="1575"/>
                    </a:lnTo>
                    <a:lnTo>
                      <a:pt x="1064" y="1584"/>
                    </a:lnTo>
                    <a:lnTo>
                      <a:pt x="1060" y="1598"/>
                    </a:lnTo>
                    <a:lnTo>
                      <a:pt x="1055" y="1610"/>
                    </a:lnTo>
                    <a:lnTo>
                      <a:pt x="1042" y="1616"/>
                    </a:lnTo>
                    <a:lnTo>
                      <a:pt x="1029" y="1602"/>
                    </a:lnTo>
                    <a:lnTo>
                      <a:pt x="1015" y="1594"/>
                    </a:lnTo>
                    <a:lnTo>
                      <a:pt x="1000" y="1592"/>
                    </a:lnTo>
                    <a:lnTo>
                      <a:pt x="984" y="1592"/>
                    </a:lnTo>
                    <a:lnTo>
                      <a:pt x="967" y="1595"/>
                    </a:lnTo>
                    <a:lnTo>
                      <a:pt x="949" y="1600"/>
                    </a:lnTo>
                    <a:lnTo>
                      <a:pt x="931" y="1603"/>
                    </a:lnTo>
                    <a:lnTo>
                      <a:pt x="914" y="1606"/>
                    </a:lnTo>
                    <a:lnTo>
                      <a:pt x="872" y="1606"/>
                    </a:lnTo>
                    <a:lnTo>
                      <a:pt x="831" y="1605"/>
                    </a:lnTo>
                    <a:lnTo>
                      <a:pt x="789" y="1600"/>
                    </a:lnTo>
                    <a:lnTo>
                      <a:pt x="749" y="1594"/>
                    </a:lnTo>
                    <a:lnTo>
                      <a:pt x="710" y="1586"/>
                    </a:lnTo>
                    <a:lnTo>
                      <a:pt x="671" y="1576"/>
                    </a:lnTo>
                    <a:lnTo>
                      <a:pt x="633" y="1564"/>
                    </a:lnTo>
                    <a:lnTo>
                      <a:pt x="596" y="1550"/>
                    </a:lnTo>
                    <a:lnTo>
                      <a:pt x="560" y="1534"/>
                    </a:lnTo>
                    <a:lnTo>
                      <a:pt x="524" y="1516"/>
                    </a:lnTo>
                    <a:lnTo>
                      <a:pt x="491" y="1496"/>
                    </a:lnTo>
                    <a:lnTo>
                      <a:pt x="459" y="1474"/>
                    </a:lnTo>
                    <a:lnTo>
                      <a:pt x="429" y="1451"/>
                    </a:lnTo>
                    <a:lnTo>
                      <a:pt x="399" y="1426"/>
                    </a:lnTo>
                    <a:lnTo>
                      <a:pt x="371" y="1399"/>
                    </a:lnTo>
                    <a:lnTo>
                      <a:pt x="346" y="1371"/>
                    </a:lnTo>
                    <a:lnTo>
                      <a:pt x="317" y="1336"/>
                    </a:lnTo>
                    <a:lnTo>
                      <a:pt x="290" y="1299"/>
                    </a:lnTo>
                    <a:lnTo>
                      <a:pt x="264" y="1259"/>
                    </a:lnTo>
                    <a:lnTo>
                      <a:pt x="241" y="1217"/>
                    </a:lnTo>
                    <a:lnTo>
                      <a:pt x="219" y="1174"/>
                    </a:lnTo>
                    <a:lnTo>
                      <a:pt x="201" y="1129"/>
                    </a:lnTo>
                    <a:lnTo>
                      <a:pt x="185" y="1081"/>
                    </a:lnTo>
                    <a:lnTo>
                      <a:pt x="171" y="1034"/>
                    </a:lnTo>
                    <a:lnTo>
                      <a:pt x="161" y="985"/>
                    </a:lnTo>
                    <a:lnTo>
                      <a:pt x="154" y="935"/>
                    </a:lnTo>
                    <a:lnTo>
                      <a:pt x="149" y="886"/>
                    </a:lnTo>
                    <a:lnTo>
                      <a:pt x="149" y="835"/>
                    </a:lnTo>
                    <a:lnTo>
                      <a:pt x="152" y="784"/>
                    </a:lnTo>
                    <a:lnTo>
                      <a:pt x="159" y="735"/>
                    </a:lnTo>
                    <a:lnTo>
                      <a:pt x="171" y="685"/>
                    </a:lnTo>
                    <a:lnTo>
                      <a:pt x="186" y="636"/>
                    </a:lnTo>
                    <a:lnTo>
                      <a:pt x="201" y="593"/>
                    </a:lnTo>
                    <a:lnTo>
                      <a:pt x="218" y="550"/>
                    </a:lnTo>
                    <a:lnTo>
                      <a:pt x="239" y="510"/>
                    </a:lnTo>
                    <a:lnTo>
                      <a:pt x="261" y="470"/>
                    </a:lnTo>
                    <a:lnTo>
                      <a:pt x="285" y="432"/>
                    </a:lnTo>
                    <a:lnTo>
                      <a:pt x="311" y="395"/>
                    </a:lnTo>
                    <a:lnTo>
                      <a:pt x="339" y="360"/>
                    </a:lnTo>
                    <a:lnTo>
                      <a:pt x="370" y="327"/>
                    </a:lnTo>
                    <a:lnTo>
                      <a:pt x="402" y="296"/>
                    </a:lnTo>
                    <a:lnTo>
                      <a:pt x="436" y="267"/>
                    </a:lnTo>
                    <a:lnTo>
                      <a:pt x="473" y="240"/>
                    </a:lnTo>
                    <a:lnTo>
                      <a:pt x="510" y="215"/>
                    </a:lnTo>
                    <a:lnTo>
                      <a:pt x="549" y="193"/>
                    </a:lnTo>
                    <a:lnTo>
                      <a:pt x="590" y="174"/>
                    </a:lnTo>
                    <a:lnTo>
                      <a:pt x="633" y="156"/>
                    </a:lnTo>
                    <a:lnTo>
                      <a:pt x="677" y="142"/>
                    </a:lnTo>
                    <a:lnTo>
                      <a:pt x="681" y="133"/>
                    </a:lnTo>
                    <a:lnTo>
                      <a:pt x="683" y="122"/>
                    </a:lnTo>
                    <a:lnTo>
                      <a:pt x="682" y="112"/>
                    </a:lnTo>
                    <a:lnTo>
                      <a:pt x="682" y="106"/>
                    </a:lnTo>
                    <a:lnTo>
                      <a:pt x="688" y="102"/>
                    </a:lnTo>
                    <a:lnTo>
                      <a:pt x="679" y="95"/>
                    </a:lnTo>
                    <a:lnTo>
                      <a:pt x="572" y="142"/>
                    </a:lnTo>
                    <a:lnTo>
                      <a:pt x="477" y="197"/>
                    </a:lnTo>
                    <a:lnTo>
                      <a:pt x="397" y="255"/>
                    </a:lnTo>
                    <a:lnTo>
                      <a:pt x="326" y="319"/>
                    </a:lnTo>
                    <a:lnTo>
                      <a:pt x="268" y="386"/>
                    </a:lnTo>
                    <a:lnTo>
                      <a:pt x="220" y="456"/>
                    </a:lnTo>
                    <a:lnTo>
                      <a:pt x="181" y="527"/>
                    </a:lnTo>
                    <a:lnTo>
                      <a:pt x="152" y="600"/>
                    </a:lnTo>
                    <a:lnTo>
                      <a:pt x="131" y="672"/>
                    </a:lnTo>
                    <a:lnTo>
                      <a:pt x="116" y="744"/>
                    </a:lnTo>
                    <a:lnTo>
                      <a:pt x="109" y="814"/>
                    </a:lnTo>
                    <a:lnTo>
                      <a:pt x="106" y="882"/>
                    </a:lnTo>
                    <a:lnTo>
                      <a:pt x="110" y="947"/>
                    </a:lnTo>
                    <a:lnTo>
                      <a:pt x="118" y="1007"/>
                    </a:lnTo>
                    <a:lnTo>
                      <a:pt x="129" y="1061"/>
                    </a:lnTo>
                    <a:lnTo>
                      <a:pt x="143" y="1109"/>
                    </a:lnTo>
                    <a:lnTo>
                      <a:pt x="151" y="1132"/>
                    </a:lnTo>
                    <a:lnTo>
                      <a:pt x="161" y="1155"/>
                    </a:lnTo>
                    <a:lnTo>
                      <a:pt x="170" y="1179"/>
                    </a:lnTo>
                    <a:lnTo>
                      <a:pt x="180" y="1204"/>
                    </a:lnTo>
                    <a:lnTo>
                      <a:pt x="192" y="1228"/>
                    </a:lnTo>
                    <a:lnTo>
                      <a:pt x="204" y="1253"/>
                    </a:lnTo>
                    <a:lnTo>
                      <a:pt x="217" y="1277"/>
                    </a:lnTo>
                    <a:lnTo>
                      <a:pt x="232" y="1302"/>
                    </a:lnTo>
                    <a:lnTo>
                      <a:pt x="247" y="1326"/>
                    </a:lnTo>
                    <a:lnTo>
                      <a:pt x="263" y="1350"/>
                    </a:lnTo>
                    <a:lnTo>
                      <a:pt x="280" y="1374"/>
                    </a:lnTo>
                    <a:lnTo>
                      <a:pt x="299" y="1397"/>
                    </a:lnTo>
                    <a:lnTo>
                      <a:pt x="318" y="1420"/>
                    </a:lnTo>
                    <a:lnTo>
                      <a:pt x="339" y="1442"/>
                    </a:lnTo>
                    <a:lnTo>
                      <a:pt x="361" y="1464"/>
                    </a:lnTo>
                    <a:lnTo>
                      <a:pt x="384" y="1485"/>
                    </a:lnTo>
                    <a:lnTo>
                      <a:pt x="408" y="1504"/>
                    </a:lnTo>
                    <a:lnTo>
                      <a:pt x="433" y="1524"/>
                    </a:lnTo>
                    <a:lnTo>
                      <a:pt x="460" y="1541"/>
                    </a:lnTo>
                    <a:lnTo>
                      <a:pt x="489" y="1558"/>
                    </a:lnTo>
                    <a:lnTo>
                      <a:pt x="518" y="1575"/>
                    </a:lnTo>
                    <a:lnTo>
                      <a:pt x="549" y="1588"/>
                    </a:lnTo>
                    <a:lnTo>
                      <a:pt x="580" y="1602"/>
                    </a:lnTo>
                    <a:lnTo>
                      <a:pt x="613" y="1614"/>
                    </a:lnTo>
                    <a:lnTo>
                      <a:pt x="648" y="1624"/>
                    </a:lnTo>
                    <a:lnTo>
                      <a:pt x="683" y="1632"/>
                    </a:lnTo>
                    <a:lnTo>
                      <a:pt x="721" y="1639"/>
                    </a:lnTo>
                    <a:lnTo>
                      <a:pt x="761" y="1645"/>
                    </a:lnTo>
                    <a:lnTo>
                      <a:pt x="801" y="1647"/>
                    </a:lnTo>
                    <a:lnTo>
                      <a:pt x="842" y="1648"/>
                    </a:lnTo>
                    <a:lnTo>
                      <a:pt x="886" y="1648"/>
                    </a:lnTo>
                    <a:lnTo>
                      <a:pt x="931" y="1645"/>
                    </a:lnTo>
                    <a:lnTo>
                      <a:pt x="936" y="1645"/>
                    </a:lnTo>
                    <a:lnTo>
                      <a:pt x="948" y="1644"/>
                    </a:lnTo>
                    <a:lnTo>
                      <a:pt x="968" y="1641"/>
                    </a:lnTo>
                    <a:lnTo>
                      <a:pt x="991" y="1639"/>
                    </a:lnTo>
                    <a:lnTo>
                      <a:pt x="1016" y="1637"/>
                    </a:lnTo>
                    <a:lnTo>
                      <a:pt x="1043" y="1633"/>
                    </a:lnTo>
                    <a:lnTo>
                      <a:pt x="1066" y="1630"/>
                    </a:lnTo>
                    <a:lnTo>
                      <a:pt x="1085" y="16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Freeform 370"/>
              <p:cNvSpPr>
                <a:spLocks/>
              </p:cNvSpPr>
              <p:nvPr/>
            </p:nvSpPr>
            <p:spPr bwMode="auto">
              <a:xfrm>
                <a:off x="2911" y="1685"/>
                <a:ext cx="44" cy="22"/>
              </a:xfrm>
              <a:custGeom>
                <a:avLst/>
                <a:gdLst>
                  <a:gd name="T0" fmla="*/ 6 w 88"/>
                  <a:gd name="T1" fmla="*/ 2 h 45"/>
                  <a:gd name="T2" fmla="*/ 5 w 88"/>
                  <a:gd name="T3" fmla="*/ 2 h 45"/>
                  <a:gd name="T4" fmla="*/ 5 w 88"/>
                  <a:gd name="T5" fmla="*/ 2 h 45"/>
                  <a:gd name="T6" fmla="*/ 3 w 88"/>
                  <a:gd name="T7" fmla="*/ 1 h 45"/>
                  <a:gd name="T8" fmla="*/ 3 w 88"/>
                  <a:gd name="T9" fmla="*/ 1 h 45"/>
                  <a:gd name="T10" fmla="*/ 3 w 88"/>
                  <a:gd name="T11" fmla="*/ 1 h 45"/>
                  <a:gd name="T12" fmla="*/ 1 w 88"/>
                  <a:gd name="T13" fmla="*/ 0 h 45"/>
                  <a:gd name="T14" fmla="*/ 1 w 88"/>
                  <a:gd name="T15" fmla="*/ 0 h 45"/>
                  <a:gd name="T16" fmla="*/ 0 w 88"/>
                  <a:gd name="T17" fmla="*/ 0 h 45"/>
                  <a:gd name="T18" fmla="*/ 1 w 88"/>
                  <a:gd name="T19" fmla="*/ 0 h 45"/>
                  <a:gd name="T20" fmla="*/ 1 w 88"/>
                  <a:gd name="T21" fmla="*/ 0 h 45"/>
                  <a:gd name="T22" fmla="*/ 1 w 88"/>
                  <a:gd name="T23" fmla="*/ 0 h 45"/>
                  <a:gd name="T24" fmla="*/ 3 w 88"/>
                  <a:gd name="T25" fmla="*/ 0 h 45"/>
                  <a:gd name="T26" fmla="*/ 3 w 88"/>
                  <a:gd name="T27" fmla="*/ 0 h 45"/>
                  <a:gd name="T28" fmla="*/ 3 w 88"/>
                  <a:gd name="T29" fmla="*/ 0 h 45"/>
                  <a:gd name="T30" fmla="*/ 5 w 88"/>
                  <a:gd name="T31" fmla="*/ 0 h 45"/>
                  <a:gd name="T32" fmla="*/ 5 w 88"/>
                  <a:gd name="T33" fmla="*/ 0 h 45"/>
                  <a:gd name="T34" fmla="*/ 6 w 88"/>
                  <a:gd name="T35" fmla="*/ 2 h 4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8"/>
                  <a:gd name="T55" fmla="*/ 0 h 45"/>
                  <a:gd name="T56" fmla="*/ 88 w 88"/>
                  <a:gd name="T57" fmla="*/ 45 h 4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8" h="45">
                    <a:moveTo>
                      <a:pt x="88" y="45"/>
                    </a:moveTo>
                    <a:lnTo>
                      <a:pt x="76" y="41"/>
                    </a:lnTo>
                    <a:lnTo>
                      <a:pt x="66" y="36"/>
                    </a:lnTo>
                    <a:lnTo>
                      <a:pt x="54" y="30"/>
                    </a:lnTo>
                    <a:lnTo>
                      <a:pt x="44" y="23"/>
                    </a:lnTo>
                    <a:lnTo>
                      <a:pt x="34" y="16"/>
                    </a:lnTo>
                    <a:lnTo>
                      <a:pt x="22" y="10"/>
                    </a:lnTo>
                    <a:lnTo>
                      <a:pt x="12" y="5"/>
                    </a:lnTo>
                    <a:lnTo>
                      <a:pt x="0" y="1"/>
                    </a:lnTo>
                    <a:lnTo>
                      <a:pt x="7" y="1"/>
                    </a:lnTo>
                    <a:lnTo>
                      <a:pt x="16" y="0"/>
                    </a:lnTo>
                    <a:lnTo>
                      <a:pt x="27" y="0"/>
                    </a:lnTo>
                    <a:lnTo>
                      <a:pt x="38" y="0"/>
                    </a:lnTo>
                    <a:lnTo>
                      <a:pt x="50" y="0"/>
                    </a:lnTo>
                    <a:lnTo>
                      <a:pt x="60" y="1"/>
                    </a:lnTo>
                    <a:lnTo>
                      <a:pt x="71" y="2"/>
                    </a:lnTo>
                    <a:lnTo>
                      <a:pt x="80" y="5"/>
                    </a:lnTo>
                    <a:lnTo>
                      <a:pt x="88" y="4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Freeform 371"/>
              <p:cNvSpPr>
                <a:spLocks/>
              </p:cNvSpPr>
              <p:nvPr/>
            </p:nvSpPr>
            <p:spPr bwMode="auto">
              <a:xfrm>
                <a:off x="2881" y="1687"/>
                <a:ext cx="45" cy="22"/>
              </a:xfrm>
              <a:custGeom>
                <a:avLst/>
                <a:gdLst>
                  <a:gd name="T0" fmla="*/ 6 w 89"/>
                  <a:gd name="T1" fmla="*/ 3 h 44"/>
                  <a:gd name="T2" fmla="*/ 6 w 89"/>
                  <a:gd name="T3" fmla="*/ 3 h 44"/>
                  <a:gd name="T4" fmla="*/ 5 w 89"/>
                  <a:gd name="T5" fmla="*/ 3 h 44"/>
                  <a:gd name="T6" fmla="*/ 4 w 89"/>
                  <a:gd name="T7" fmla="*/ 3 h 44"/>
                  <a:gd name="T8" fmla="*/ 4 w 89"/>
                  <a:gd name="T9" fmla="*/ 3 h 44"/>
                  <a:gd name="T10" fmla="*/ 3 w 89"/>
                  <a:gd name="T11" fmla="*/ 1 h 44"/>
                  <a:gd name="T12" fmla="*/ 3 w 89"/>
                  <a:gd name="T13" fmla="*/ 1 h 44"/>
                  <a:gd name="T14" fmla="*/ 2 w 89"/>
                  <a:gd name="T15" fmla="*/ 1 h 44"/>
                  <a:gd name="T16" fmla="*/ 1 w 89"/>
                  <a:gd name="T17" fmla="*/ 1 h 44"/>
                  <a:gd name="T18" fmla="*/ 0 w 89"/>
                  <a:gd name="T19" fmla="*/ 1 h 44"/>
                  <a:gd name="T20" fmla="*/ 1 w 89"/>
                  <a:gd name="T21" fmla="*/ 0 h 44"/>
                  <a:gd name="T22" fmla="*/ 1 w 89"/>
                  <a:gd name="T23" fmla="*/ 1 h 44"/>
                  <a:gd name="T24" fmla="*/ 2 w 89"/>
                  <a:gd name="T25" fmla="*/ 1 h 44"/>
                  <a:gd name="T26" fmla="*/ 2 w 89"/>
                  <a:gd name="T27" fmla="*/ 1 h 44"/>
                  <a:gd name="T28" fmla="*/ 3 w 89"/>
                  <a:gd name="T29" fmla="*/ 1 h 44"/>
                  <a:gd name="T30" fmla="*/ 3 w 89"/>
                  <a:gd name="T31" fmla="*/ 1 h 44"/>
                  <a:gd name="T32" fmla="*/ 4 w 89"/>
                  <a:gd name="T33" fmla="*/ 1 h 44"/>
                  <a:gd name="T34" fmla="*/ 4 w 89"/>
                  <a:gd name="T35" fmla="*/ 1 h 44"/>
                  <a:gd name="T36" fmla="*/ 5 w 89"/>
                  <a:gd name="T37" fmla="*/ 1 h 44"/>
                  <a:gd name="T38" fmla="*/ 5 w 89"/>
                  <a:gd name="T39" fmla="*/ 1 h 44"/>
                  <a:gd name="T40" fmla="*/ 6 w 89"/>
                  <a:gd name="T41" fmla="*/ 1 h 44"/>
                  <a:gd name="T42" fmla="*/ 6 w 89"/>
                  <a:gd name="T43" fmla="*/ 3 h 4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89"/>
                  <a:gd name="T67" fmla="*/ 0 h 44"/>
                  <a:gd name="T68" fmla="*/ 89 w 89"/>
                  <a:gd name="T69" fmla="*/ 44 h 44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89" h="44">
                    <a:moveTo>
                      <a:pt x="89" y="34"/>
                    </a:moveTo>
                    <a:lnTo>
                      <a:pt x="89" y="42"/>
                    </a:lnTo>
                    <a:lnTo>
                      <a:pt x="75" y="44"/>
                    </a:lnTo>
                    <a:lnTo>
                      <a:pt x="64" y="41"/>
                    </a:lnTo>
                    <a:lnTo>
                      <a:pt x="52" y="37"/>
                    </a:lnTo>
                    <a:lnTo>
                      <a:pt x="42" y="30"/>
                    </a:lnTo>
                    <a:lnTo>
                      <a:pt x="33" y="23"/>
                    </a:lnTo>
                    <a:lnTo>
                      <a:pt x="22" y="15"/>
                    </a:lnTo>
                    <a:lnTo>
                      <a:pt x="12" y="7"/>
                    </a:lnTo>
                    <a:lnTo>
                      <a:pt x="0" y="1"/>
                    </a:lnTo>
                    <a:lnTo>
                      <a:pt x="7" y="0"/>
                    </a:lnTo>
                    <a:lnTo>
                      <a:pt x="14" y="1"/>
                    </a:lnTo>
                    <a:lnTo>
                      <a:pt x="21" y="2"/>
                    </a:lnTo>
                    <a:lnTo>
                      <a:pt x="29" y="3"/>
                    </a:lnTo>
                    <a:lnTo>
                      <a:pt x="36" y="7"/>
                    </a:lnTo>
                    <a:lnTo>
                      <a:pt x="44" y="10"/>
                    </a:lnTo>
                    <a:lnTo>
                      <a:pt x="52" y="14"/>
                    </a:lnTo>
                    <a:lnTo>
                      <a:pt x="60" y="17"/>
                    </a:lnTo>
                    <a:lnTo>
                      <a:pt x="66" y="25"/>
                    </a:lnTo>
                    <a:lnTo>
                      <a:pt x="74" y="27"/>
                    </a:lnTo>
                    <a:lnTo>
                      <a:pt x="82" y="29"/>
                    </a:lnTo>
                    <a:lnTo>
                      <a:pt x="89" y="3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" name="Freeform 372"/>
              <p:cNvSpPr>
                <a:spLocks/>
              </p:cNvSpPr>
              <p:nvPr/>
            </p:nvSpPr>
            <p:spPr bwMode="auto">
              <a:xfrm>
                <a:off x="2855" y="1689"/>
                <a:ext cx="42" cy="26"/>
              </a:xfrm>
              <a:custGeom>
                <a:avLst/>
                <a:gdLst>
                  <a:gd name="T0" fmla="*/ 5 w 84"/>
                  <a:gd name="T1" fmla="*/ 3 h 52"/>
                  <a:gd name="T2" fmla="*/ 5 w 84"/>
                  <a:gd name="T3" fmla="*/ 3 h 52"/>
                  <a:gd name="T4" fmla="*/ 3 w 84"/>
                  <a:gd name="T5" fmla="*/ 3 h 52"/>
                  <a:gd name="T6" fmla="*/ 3 w 84"/>
                  <a:gd name="T7" fmla="*/ 3 h 52"/>
                  <a:gd name="T8" fmla="*/ 3 w 84"/>
                  <a:gd name="T9" fmla="*/ 3 h 52"/>
                  <a:gd name="T10" fmla="*/ 3 w 84"/>
                  <a:gd name="T11" fmla="*/ 3 h 52"/>
                  <a:gd name="T12" fmla="*/ 1 w 84"/>
                  <a:gd name="T13" fmla="*/ 3 h 52"/>
                  <a:gd name="T14" fmla="*/ 1 w 84"/>
                  <a:gd name="T15" fmla="*/ 3 h 52"/>
                  <a:gd name="T16" fmla="*/ 1 w 84"/>
                  <a:gd name="T17" fmla="*/ 2 h 52"/>
                  <a:gd name="T18" fmla="*/ 1 w 84"/>
                  <a:gd name="T19" fmla="*/ 2 h 52"/>
                  <a:gd name="T20" fmla="*/ 1 w 84"/>
                  <a:gd name="T21" fmla="*/ 1 h 52"/>
                  <a:gd name="T22" fmla="*/ 0 w 84"/>
                  <a:gd name="T23" fmla="*/ 1 h 52"/>
                  <a:gd name="T24" fmla="*/ 1 w 84"/>
                  <a:gd name="T25" fmla="*/ 0 h 52"/>
                  <a:gd name="T26" fmla="*/ 1 w 84"/>
                  <a:gd name="T27" fmla="*/ 1 h 52"/>
                  <a:gd name="T28" fmla="*/ 1 w 84"/>
                  <a:gd name="T29" fmla="*/ 1 h 52"/>
                  <a:gd name="T30" fmla="*/ 3 w 84"/>
                  <a:gd name="T31" fmla="*/ 1 h 52"/>
                  <a:gd name="T32" fmla="*/ 3 w 84"/>
                  <a:gd name="T33" fmla="*/ 2 h 52"/>
                  <a:gd name="T34" fmla="*/ 3 w 84"/>
                  <a:gd name="T35" fmla="*/ 2 h 52"/>
                  <a:gd name="T36" fmla="*/ 4 w 84"/>
                  <a:gd name="T37" fmla="*/ 2 h 52"/>
                  <a:gd name="T38" fmla="*/ 5 w 84"/>
                  <a:gd name="T39" fmla="*/ 3 h 52"/>
                  <a:gd name="T40" fmla="*/ 5 w 84"/>
                  <a:gd name="T41" fmla="*/ 3 h 52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84"/>
                  <a:gd name="T64" fmla="*/ 0 h 52"/>
                  <a:gd name="T65" fmla="*/ 84 w 84"/>
                  <a:gd name="T66" fmla="*/ 52 h 52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84" h="52">
                    <a:moveTo>
                      <a:pt x="84" y="42"/>
                    </a:moveTo>
                    <a:lnTo>
                      <a:pt x="72" y="46"/>
                    </a:lnTo>
                    <a:lnTo>
                      <a:pt x="62" y="50"/>
                    </a:lnTo>
                    <a:lnTo>
                      <a:pt x="51" y="52"/>
                    </a:lnTo>
                    <a:lnTo>
                      <a:pt x="42" y="52"/>
                    </a:lnTo>
                    <a:lnTo>
                      <a:pt x="33" y="50"/>
                    </a:lnTo>
                    <a:lnTo>
                      <a:pt x="25" y="45"/>
                    </a:lnTo>
                    <a:lnTo>
                      <a:pt x="17" y="37"/>
                    </a:lnTo>
                    <a:lnTo>
                      <a:pt x="10" y="26"/>
                    </a:lnTo>
                    <a:lnTo>
                      <a:pt x="9" y="18"/>
                    </a:lnTo>
                    <a:lnTo>
                      <a:pt x="3" y="12"/>
                    </a:lnTo>
                    <a:lnTo>
                      <a:pt x="0" y="7"/>
                    </a:lnTo>
                    <a:lnTo>
                      <a:pt x="5" y="0"/>
                    </a:lnTo>
                    <a:lnTo>
                      <a:pt x="18" y="1"/>
                    </a:lnTo>
                    <a:lnTo>
                      <a:pt x="28" y="5"/>
                    </a:lnTo>
                    <a:lnTo>
                      <a:pt x="38" y="11"/>
                    </a:lnTo>
                    <a:lnTo>
                      <a:pt x="47" y="18"/>
                    </a:lnTo>
                    <a:lnTo>
                      <a:pt x="55" y="24"/>
                    </a:lnTo>
                    <a:lnTo>
                      <a:pt x="64" y="31"/>
                    </a:lnTo>
                    <a:lnTo>
                      <a:pt x="73" y="37"/>
                    </a:lnTo>
                    <a:lnTo>
                      <a:pt x="84" y="4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Freeform 373"/>
              <p:cNvSpPr>
                <a:spLocks/>
              </p:cNvSpPr>
              <p:nvPr/>
            </p:nvSpPr>
            <p:spPr bwMode="auto">
              <a:xfrm>
                <a:off x="2967" y="1695"/>
                <a:ext cx="22" cy="13"/>
              </a:xfrm>
              <a:custGeom>
                <a:avLst/>
                <a:gdLst>
                  <a:gd name="T0" fmla="*/ 3 w 44"/>
                  <a:gd name="T1" fmla="*/ 1 h 25"/>
                  <a:gd name="T2" fmla="*/ 3 w 44"/>
                  <a:gd name="T3" fmla="*/ 1 h 25"/>
                  <a:gd name="T4" fmla="*/ 3 w 44"/>
                  <a:gd name="T5" fmla="*/ 1 h 25"/>
                  <a:gd name="T6" fmla="*/ 1 w 44"/>
                  <a:gd name="T7" fmla="*/ 1 h 25"/>
                  <a:gd name="T8" fmla="*/ 1 w 44"/>
                  <a:gd name="T9" fmla="*/ 2 h 25"/>
                  <a:gd name="T10" fmla="*/ 1 w 44"/>
                  <a:gd name="T11" fmla="*/ 2 h 25"/>
                  <a:gd name="T12" fmla="*/ 1 w 44"/>
                  <a:gd name="T13" fmla="*/ 2 h 25"/>
                  <a:gd name="T14" fmla="*/ 1 w 44"/>
                  <a:gd name="T15" fmla="*/ 2 h 25"/>
                  <a:gd name="T16" fmla="*/ 0 w 44"/>
                  <a:gd name="T17" fmla="*/ 2 h 25"/>
                  <a:gd name="T18" fmla="*/ 1 w 44"/>
                  <a:gd name="T19" fmla="*/ 2 h 25"/>
                  <a:gd name="T20" fmla="*/ 1 w 44"/>
                  <a:gd name="T21" fmla="*/ 1 h 25"/>
                  <a:gd name="T22" fmla="*/ 1 w 44"/>
                  <a:gd name="T23" fmla="*/ 1 h 25"/>
                  <a:gd name="T24" fmla="*/ 1 w 44"/>
                  <a:gd name="T25" fmla="*/ 1 h 25"/>
                  <a:gd name="T26" fmla="*/ 1 w 44"/>
                  <a:gd name="T27" fmla="*/ 0 h 25"/>
                  <a:gd name="T28" fmla="*/ 1 w 44"/>
                  <a:gd name="T29" fmla="*/ 0 h 25"/>
                  <a:gd name="T30" fmla="*/ 3 w 44"/>
                  <a:gd name="T31" fmla="*/ 1 h 25"/>
                  <a:gd name="T32" fmla="*/ 3 w 44"/>
                  <a:gd name="T33" fmla="*/ 1 h 2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44"/>
                  <a:gd name="T52" fmla="*/ 0 h 25"/>
                  <a:gd name="T53" fmla="*/ 44 w 44"/>
                  <a:gd name="T54" fmla="*/ 25 h 25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44" h="25">
                    <a:moveTo>
                      <a:pt x="44" y="6"/>
                    </a:moveTo>
                    <a:lnTo>
                      <a:pt x="38" y="8"/>
                    </a:lnTo>
                    <a:lnTo>
                      <a:pt x="33" y="11"/>
                    </a:lnTo>
                    <a:lnTo>
                      <a:pt x="29" y="15"/>
                    </a:lnTo>
                    <a:lnTo>
                      <a:pt x="25" y="19"/>
                    </a:lnTo>
                    <a:lnTo>
                      <a:pt x="21" y="23"/>
                    </a:lnTo>
                    <a:lnTo>
                      <a:pt x="15" y="25"/>
                    </a:lnTo>
                    <a:lnTo>
                      <a:pt x="9" y="25"/>
                    </a:lnTo>
                    <a:lnTo>
                      <a:pt x="0" y="23"/>
                    </a:lnTo>
                    <a:lnTo>
                      <a:pt x="2" y="17"/>
                    </a:lnTo>
                    <a:lnTo>
                      <a:pt x="6" y="12"/>
                    </a:lnTo>
                    <a:lnTo>
                      <a:pt x="10" y="7"/>
                    </a:lnTo>
                    <a:lnTo>
                      <a:pt x="16" y="3"/>
                    </a:lnTo>
                    <a:lnTo>
                      <a:pt x="22" y="0"/>
                    </a:lnTo>
                    <a:lnTo>
                      <a:pt x="29" y="0"/>
                    </a:lnTo>
                    <a:lnTo>
                      <a:pt x="37" y="1"/>
                    </a:lnTo>
                    <a:lnTo>
                      <a:pt x="44" y="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Freeform 374"/>
              <p:cNvSpPr>
                <a:spLocks/>
              </p:cNvSpPr>
              <p:nvPr/>
            </p:nvSpPr>
            <p:spPr bwMode="auto">
              <a:xfrm>
                <a:off x="2829" y="1697"/>
                <a:ext cx="10" cy="29"/>
              </a:xfrm>
              <a:custGeom>
                <a:avLst/>
                <a:gdLst>
                  <a:gd name="T0" fmla="*/ 2 w 19"/>
                  <a:gd name="T1" fmla="*/ 3 h 59"/>
                  <a:gd name="T2" fmla="*/ 0 w 19"/>
                  <a:gd name="T3" fmla="*/ 3 h 59"/>
                  <a:gd name="T4" fmla="*/ 0 w 19"/>
                  <a:gd name="T5" fmla="*/ 2 h 59"/>
                  <a:gd name="T6" fmla="*/ 1 w 19"/>
                  <a:gd name="T7" fmla="*/ 1 h 59"/>
                  <a:gd name="T8" fmla="*/ 1 w 19"/>
                  <a:gd name="T9" fmla="*/ 0 h 59"/>
                  <a:gd name="T10" fmla="*/ 1 w 19"/>
                  <a:gd name="T11" fmla="*/ 0 h 59"/>
                  <a:gd name="T12" fmla="*/ 1 w 19"/>
                  <a:gd name="T13" fmla="*/ 0 h 59"/>
                  <a:gd name="T14" fmla="*/ 2 w 19"/>
                  <a:gd name="T15" fmla="*/ 1 h 59"/>
                  <a:gd name="T16" fmla="*/ 2 w 19"/>
                  <a:gd name="T17" fmla="*/ 2 h 59"/>
                  <a:gd name="T18" fmla="*/ 2 w 19"/>
                  <a:gd name="T19" fmla="*/ 3 h 5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9"/>
                  <a:gd name="T31" fmla="*/ 0 h 59"/>
                  <a:gd name="T32" fmla="*/ 19 w 19"/>
                  <a:gd name="T33" fmla="*/ 59 h 5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9" h="59">
                    <a:moveTo>
                      <a:pt x="18" y="53"/>
                    </a:moveTo>
                    <a:lnTo>
                      <a:pt x="0" y="59"/>
                    </a:lnTo>
                    <a:lnTo>
                      <a:pt x="0" y="43"/>
                    </a:lnTo>
                    <a:lnTo>
                      <a:pt x="1" y="28"/>
                    </a:lnTo>
                    <a:lnTo>
                      <a:pt x="2" y="14"/>
                    </a:lnTo>
                    <a:lnTo>
                      <a:pt x="8" y="0"/>
                    </a:lnTo>
                    <a:lnTo>
                      <a:pt x="14" y="12"/>
                    </a:lnTo>
                    <a:lnTo>
                      <a:pt x="18" y="26"/>
                    </a:lnTo>
                    <a:lnTo>
                      <a:pt x="19" y="39"/>
                    </a:lnTo>
                    <a:lnTo>
                      <a:pt x="18" y="5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Freeform 375"/>
              <p:cNvSpPr>
                <a:spLocks/>
              </p:cNvSpPr>
              <p:nvPr/>
            </p:nvSpPr>
            <p:spPr bwMode="auto">
              <a:xfrm>
                <a:off x="2848" y="1702"/>
                <a:ext cx="13" cy="19"/>
              </a:xfrm>
              <a:custGeom>
                <a:avLst/>
                <a:gdLst>
                  <a:gd name="T0" fmla="*/ 1 w 25"/>
                  <a:gd name="T1" fmla="*/ 3 h 37"/>
                  <a:gd name="T2" fmla="*/ 0 w 25"/>
                  <a:gd name="T3" fmla="*/ 0 h 37"/>
                  <a:gd name="T4" fmla="*/ 2 w 25"/>
                  <a:gd name="T5" fmla="*/ 2 h 37"/>
                  <a:gd name="T6" fmla="*/ 1 w 25"/>
                  <a:gd name="T7" fmla="*/ 3 h 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"/>
                  <a:gd name="T13" fmla="*/ 0 h 37"/>
                  <a:gd name="T14" fmla="*/ 25 w 25"/>
                  <a:gd name="T15" fmla="*/ 37 h 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" h="37">
                    <a:moveTo>
                      <a:pt x="4" y="37"/>
                    </a:moveTo>
                    <a:lnTo>
                      <a:pt x="0" y="0"/>
                    </a:lnTo>
                    <a:lnTo>
                      <a:pt x="25" y="26"/>
                    </a:lnTo>
                    <a:lnTo>
                      <a:pt x="4" y="3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Freeform 376"/>
              <p:cNvSpPr>
                <a:spLocks/>
              </p:cNvSpPr>
              <p:nvPr/>
            </p:nvSpPr>
            <p:spPr bwMode="auto">
              <a:xfrm>
                <a:off x="2779" y="1705"/>
                <a:ext cx="28" cy="31"/>
              </a:xfrm>
              <a:custGeom>
                <a:avLst/>
                <a:gdLst>
                  <a:gd name="T0" fmla="*/ 3 w 57"/>
                  <a:gd name="T1" fmla="*/ 0 h 63"/>
                  <a:gd name="T2" fmla="*/ 3 w 57"/>
                  <a:gd name="T3" fmla="*/ 0 h 63"/>
                  <a:gd name="T4" fmla="*/ 3 w 57"/>
                  <a:gd name="T5" fmla="*/ 1 h 63"/>
                  <a:gd name="T6" fmla="*/ 2 w 57"/>
                  <a:gd name="T7" fmla="*/ 2 h 63"/>
                  <a:gd name="T8" fmla="*/ 2 w 57"/>
                  <a:gd name="T9" fmla="*/ 2 h 63"/>
                  <a:gd name="T10" fmla="*/ 2 w 57"/>
                  <a:gd name="T11" fmla="*/ 3 h 63"/>
                  <a:gd name="T12" fmla="*/ 1 w 57"/>
                  <a:gd name="T13" fmla="*/ 3 h 63"/>
                  <a:gd name="T14" fmla="*/ 0 w 57"/>
                  <a:gd name="T15" fmla="*/ 3 h 63"/>
                  <a:gd name="T16" fmla="*/ 0 w 57"/>
                  <a:gd name="T17" fmla="*/ 3 h 63"/>
                  <a:gd name="T18" fmla="*/ 0 w 57"/>
                  <a:gd name="T19" fmla="*/ 3 h 63"/>
                  <a:gd name="T20" fmla="*/ 0 w 57"/>
                  <a:gd name="T21" fmla="*/ 3 h 63"/>
                  <a:gd name="T22" fmla="*/ 0 w 57"/>
                  <a:gd name="T23" fmla="*/ 2 h 63"/>
                  <a:gd name="T24" fmla="*/ 0 w 57"/>
                  <a:gd name="T25" fmla="*/ 2 h 63"/>
                  <a:gd name="T26" fmla="*/ 0 w 57"/>
                  <a:gd name="T27" fmla="*/ 2 h 63"/>
                  <a:gd name="T28" fmla="*/ 1 w 57"/>
                  <a:gd name="T29" fmla="*/ 1 h 63"/>
                  <a:gd name="T30" fmla="*/ 1 w 57"/>
                  <a:gd name="T31" fmla="*/ 1 h 63"/>
                  <a:gd name="T32" fmla="*/ 1 w 57"/>
                  <a:gd name="T33" fmla="*/ 1 h 63"/>
                  <a:gd name="T34" fmla="*/ 2 w 57"/>
                  <a:gd name="T35" fmla="*/ 0 h 63"/>
                  <a:gd name="T36" fmla="*/ 2 w 57"/>
                  <a:gd name="T37" fmla="*/ 0 h 63"/>
                  <a:gd name="T38" fmla="*/ 3 w 57"/>
                  <a:gd name="T39" fmla="*/ 0 h 63"/>
                  <a:gd name="T40" fmla="*/ 3 w 57"/>
                  <a:gd name="T41" fmla="*/ 0 h 63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57"/>
                  <a:gd name="T64" fmla="*/ 0 h 63"/>
                  <a:gd name="T65" fmla="*/ 57 w 57"/>
                  <a:gd name="T66" fmla="*/ 63 h 63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57" h="63">
                    <a:moveTo>
                      <a:pt x="57" y="0"/>
                    </a:moveTo>
                    <a:lnTo>
                      <a:pt x="52" y="10"/>
                    </a:lnTo>
                    <a:lnTo>
                      <a:pt x="48" y="21"/>
                    </a:lnTo>
                    <a:lnTo>
                      <a:pt x="43" y="33"/>
                    </a:lnTo>
                    <a:lnTo>
                      <a:pt x="37" y="43"/>
                    </a:lnTo>
                    <a:lnTo>
                      <a:pt x="32" y="53"/>
                    </a:lnTo>
                    <a:lnTo>
                      <a:pt x="23" y="60"/>
                    </a:lnTo>
                    <a:lnTo>
                      <a:pt x="15" y="63"/>
                    </a:lnTo>
                    <a:lnTo>
                      <a:pt x="6" y="61"/>
                    </a:lnTo>
                    <a:lnTo>
                      <a:pt x="0" y="57"/>
                    </a:lnTo>
                    <a:lnTo>
                      <a:pt x="0" y="50"/>
                    </a:lnTo>
                    <a:lnTo>
                      <a:pt x="3" y="42"/>
                    </a:lnTo>
                    <a:lnTo>
                      <a:pt x="7" y="37"/>
                    </a:lnTo>
                    <a:lnTo>
                      <a:pt x="13" y="33"/>
                    </a:lnTo>
                    <a:lnTo>
                      <a:pt x="19" y="28"/>
                    </a:lnTo>
                    <a:lnTo>
                      <a:pt x="25" y="22"/>
                    </a:lnTo>
                    <a:lnTo>
                      <a:pt x="29" y="16"/>
                    </a:lnTo>
                    <a:lnTo>
                      <a:pt x="35" y="11"/>
                    </a:lnTo>
                    <a:lnTo>
                      <a:pt x="41" y="6"/>
                    </a:lnTo>
                    <a:lnTo>
                      <a:pt x="48" y="3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" name="Freeform 377"/>
              <p:cNvSpPr>
                <a:spLocks/>
              </p:cNvSpPr>
              <p:nvPr/>
            </p:nvSpPr>
            <p:spPr bwMode="auto">
              <a:xfrm>
                <a:off x="2967" y="1713"/>
                <a:ext cx="6" cy="1"/>
              </a:xfrm>
              <a:custGeom>
                <a:avLst/>
                <a:gdLst>
                  <a:gd name="T0" fmla="*/ 0 w 13"/>
                  <a:gd name="T1" fmla="*/ 0 h 1"/>
                  <a:gd name="T2" fmla="*/ 0 w 13"/>
                  <a:gd name="T3" fmla="*/ 1 h 1"/>
                  <a:gd name="T4" fmla="*/ 0 w 1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3"/>
                  <a:gd name="T10" fmla="*/ 0 h 1"/>
                  <a:gd name="T11" fmla="*/ 13 w 1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" h="1">
                    <a:moveTo>
                      <a:pt x="0" y="0"/>
                    </a:moveTo>
                    <a:lnTo>
                      <a:pt x="13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" name="Freeform 378"/>
              <p:cNvSpPr>
                <a:spLocks/>
              </p:cNvSpPr>
              <p:nvPr/>
            </p:nvSpPr>
            <p:spPr bwMode="auto">
              <a:xfrm>
                <a:off x="2806" y="1710"/>
                <a:ext cx="14" cy="22"/>
              </a:xfrm>
              <a:custGeom>
                <a:avLst/>
                <a:gdLst>
                  <a:gd name="T0" fmla="*/ 2 w 28"/>
                  <a:gd name="T1" fmla="*/ 3 h 44"/>
                  <a:gd name="T2" fmla="*/ 1 w 28"/>
                  <a:gd name="T3" fmla="*/ 3 h 44"/>
                  <a:gd name="T4" fmla="*/ 0 w 28"/>
                  <a:gd name="T5" fmla="*/ 3 h 44"/>
                  <a:gd name="T6" fmla="*/ 1 w 28"/>
                  <a:gd name="T7" fmla="*/ 2 h 44"/>
                  <a:gd name="T8" fmla="*/ 1 w 28"/>
                  <a:gd name="T9" fmla="*/ 1 h 44"/>
                  <a:gd name="T10" fmla="*/ 1 w 28"/>
                  <a:gd name="T11" fmla="*/ 1 h 44"/>
                  <a:gd name="T12" fmla="*/ 1 w 28"/>
                  <a:gd name="T13" fmla="*/ 1 h 44"/>
                  <a:gd name="T14" fmla="*/ 2 w 28"/>
                  <a:gd name="T15" fmla="*/ 1 h 44"/>
                  <a:gd name="T16" fmla="*/ 2 w 28"/>
                  <a:gd name="T17" fmla="*/ 1 h 44"/>
                  <a:gd name="T18" fmla="*/ 2 w 28"/>
                  <a:gd name="T19" fmla="*/ 0 h 44"/>
                  <a:gd name="T20" fmla="*/ 2 w 28"/>
                  <a:gd name="T21" fmla="*/ 1 h 44"/>
                  <a:gd name="T22" fmla="*/ 2 w 28"/>
                  <a:gd name="T23" fmla="*/ 1 h 44"/>
                  <a:gd name="T24" fmla="*/ 2 w 28"/>
                  <a:gd name="T25" fmla="*/ 1 h 44"/>
                  <a:gd name="T26" fmla="*/ 2 w 28"/>
                  <a:gd name="T27" fmla="*/ 3 h 4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8"/>
                  <a:gd name="T43" fmla="*/ 0 h 44"/>
                  <a:gd name="T44" fmla="*/ 28 w 28"/>
                  <a:gd name="T45" fmla="*/ 44 h 4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8" h="44">
                    <a:moveTo>
                      <a:pt x="23" y="40"/>
                    </a:moveTo>
                    <a:lnTo>
                      <a:pt x="2" y="44"/>
                    </a:lnTo>
                    <a:lnTo>
                      <a:pt x="0" y="38"/>
                    </a:lnTo>
                    <a:lnTo>
                      <a:pt x="1" y="32"/>
                    </a:lnTo>
                    <a:lnTo>
                      <a:pt x="4" y="28"/>
                    </a:lnTo>
                    <a:lnTo>
                      <a:pt x="9" y="23"/>
                    </a:lnTo>
                    <a:lnTo>
                      <a:pt x="15" y="18"/>
                    </a:lnTo>
                    <a:lnTo>
                      <a:pt x="20" y="14"/>
                    </a:lnTo>
                    <a:lnTo>
                      <a:pt x="24" y="7"/>
                    </a:lnTo>
                    <a:lnTo>
                      <a:pt x="26" y="0"/>
                    </a:lnTo>
                    <a:lnTo>
                      <a:pt x="27" y="6"/>
                    </a:lnTo>
                    <a:lnTo>
                      <a:pt x="28" y="16"/>
                    </a:lnTo>
                    <a:lnTo>
                      <a:pt x="27" y="29"/>
                    </a:lnTo>
                    <a:lnTo>
                      <a:pt x="23" y="4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" name="Freeform 379"/>
              <p:cNvSpPr>
                <a:spLocks/>
              </p:cNvSpPr>
              <p:nvPr/>
            </p:nvSpPr>
            <p:spPr bwMode="auto">
              <a:xfrm>
                <a:off x="2924" y="1716"/>
                <a:ext cx="17" cy="11"/>
              </a:xfrm>
              <a:custGeom>
                <a:avLst/>
                <a:gdLst>
                  <a:gd name="T0" fmla="*/ 3 w 32"/>
                  <a:gd name="T1" fmla="*/ 1 h 21"/>
                  <a:gd name="T2" fmla="*/ 2 w 32"/>
                  <a:gd name="T3" fmla="*/ 2 h 21"/>
                  <a:gd name="T4" fmla="*/ 0 w 32"/>
                  <a:gd name="T5" fmla="*/ 1 h 21"/>
                  <a:gd name="T6" fmla="*/ 1 w 32"/>
                  <a:gd name="T7" fmla="*/ 1 h 21"/>
                  <a:gd name="T8" fmla="*/ 2 w 32"/>
                  <a:gd name="T9" fmla="*/ 0 h 21"/>
                  <a:gd name="T10" fmla="*/ 2 w 32"/>
                  <a:gd name="T11" fmla="*/ 0 h 21"/>
                  <a:gd name="T12" fmla="*/ 3 w 32"/>
                  <a:gd name="T13" fmla="*/ 1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2"/>
                  <a:gd name="T22" fmla="*/ 0 h 21"/>
                  <a:gd name="T23" fmla="*/ 32 w 32"/>
                  <a:gd name="T24" fmla="*/ 21 h 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2" h="21">
                    <a:moveTo>
                      <a:pt x="32" y="5"/>
                    </a:moveTo>
                    <a:lnTo>
                      <a:pt x="24" y="21"/>
                    </a:lnTo>
                    <a:lnTo>
                      <a:pt x="0" y="4"/>
                    </a:lnTo>
                    <a:lnTo>
                      <a:pt x="8" y="2"/>
                    </a:lnTo>
                    <a:lnTo>
                      <a:pt x="17" y="0"/>
                    </a:lnTo>
                    <a:lnTo>
                      <a:pt x="26" y="0"/>
                    </a:lnTo>
                    <a:lnTo>
                      <a:pt x="32" y="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Freeform 380"/>
              <p:cNvSpPr>
                <a:spLocks/>
              </p:cNvSpPr>
              <p:nvPr/>
            </p:nvSpPr>
            <p:spPr bwMode="auto">
              <a:xfrm>
                <a:off x="2884" y="1720"/>
                <a:ext cx="66" cy="42"/>
              </a:xfrm>
              <a:custGeom>
                <a:avLst/>
                <a:gdLst>
                  <a:gd name="T0" fmla="*/ 8 w 134"/>
                  <a:gd name="T1" fmla="*/ 5 h 84"/>
                  <a:gd name="T2" fmla="*/ 7 w 134"/>
                  <a:gd name="T3" fmla="*/ 5 h 84"/>
                  <a:gd name="T4" fmla="*/ 7 w 134"/>
                  <a:gd name="T5" fmla="*/ 5 h 84"/>
                  <a:gd name="T6" fmla="*/ 6 w 134"/>
                  <a:gd name="T7" fmla="*/ 5 h 84"/>
                  <a:gd name="T8" fmla="*/ 5 w 134"/>
                  <a:gd name="T9" fmla="*/ 5 h 84"/>
                  <a:gd name="T10" fmla="*/ 4 w 134"/>
                  <a:gd name="T11" fmla="*/ 5 h 84"/>
                  <a:gd name="T12" fmla="*/ 3 w 134"/>
                  <a:gd name="T13" fmla="*/ 5 h 84"/>
                  <a:gd name="T14" fmla="*/ 3 w 134"/>
                  <a:gd name="T15" fmla="*/ 5 h 84"/>
                  <a:gd name="T16" fmla="*/ 2 w 134"/>
                  <a:gd name="T17" fmla="*/ 5 h 84"/>
                  <a:gd name="T18" fmla="*/ 2 w 134"/>
                  <a:gd name="T19" fmla="*/ 5 h 84"/>
                  <a:gd name="T20" fmla="*/ 1 w 134"/>
                  <a:gd name="T21" fmla="*/ 4 h 84"/>
                  <a:gd name="T22" fmla="*/ 1 w 134"/>
                  <a:gd name="T23" fmla="*/ 3 h 84"/>
                  <a:gd name="T24" fmla="*/ 1 w 134"/>
                  <a:gd name="T25" fmla="*/ 3 h 84"/>
                  <a:gd name="T26" fmla="*/ 0 w 134"/>
                  <a:gd name="T27" fmla="*/ 3 h 84"/>
                  <a:gd name="T28" fmla="*/ 0 w 134"/>
                  <a:gd name="T29" fmla="*/ 3 h 84"/>
                  <a:gd name="T30" fmla="*/ 0 w 134"/>
                  <a:gd name="T31" fmla="*/ 1 h 84"/>
                  <a:gd name="T32" fmla="*/ 0 w 134"/>
                  <a:gd name="T33" fmla="*/ 1 h 84"/>
                  <a:gd name="T34" fmla="*/ 0 w 134"/>
                  <a:gd name="T35" fmla="*/ 1 h 84"/>
                  <a:gd name="T36" fmla="*/ 0 w 134"/>
                  <a:gd name="T37" fmla="*/ 1 h 84"/>
                  <a:gd name="T38" fmla="*/ 1 w 134"/>
                  <a:gd name="T39" fmla="*/ 1 h 84"/>
                  <a:gd name="T40" fmla="*/ 1 w 134"/>
                  <a:gd name="T41" fmla="*/ 1 h 84"/>
                  <a:gd name="T42" fmla="*/ 1 w 134"/>
                  <a:gd name="T43" fmla="*/ 1 h 84"/>
                  <a:gd name="T44" fmla="*/ 2 w 134"/>
                  <a:gd name="T45" fmla="*/ 1 h 84"/>
                  <a:gd name="T46" fmla="*/ 2 w 134"/>
                  <a:gd name="T47" fmla="*/ 1 h 84"/>
                  <a:gd name="T48" fmla="*/ 2 w 134"/>
                  <a:gd name="T49" fmla="*/ 0 h 84"/>
                  <a:gd name="T50" fmla="*/ 3 w 134"/>
                  <a:gd name="T51" fmla="*/ 1 h 84"/>
                  <a:gd name="T52" fmla="*/ 4 w 134"/>
                  <a:gd name="T53" fmla="*/ 1 h 84"/>
                  <a:gd name="T54" fmla="*/ 5 w 134"/>
                  <a:gd name="T55" fmla="*/ 1 h 84"/>
                  <a:gd name="T56" fmla="*/ 5 w 134"/>
                  <a:gd name="T57" fmla="*/ 1 h 84"/>
                  <a:gd name="T58" fmla="*/ 6 w 134"/>
                  <a:gd name="T59" fmla="*/ 3 h 84"/>
                  <a:gd name="T60" fmla="*/ 7 w 134"/>
                  <a:gd name="T61" fmla="*/ 3 h 84"/>
                  <a:gd name="T62" fmla="*/ 7 w 134"/>
                  <a:gd name="T63" fmla="*/ 3 h 84"/>
                  <a:gd name="T64" fmla="*/ 8 w 134"/>
                  <a:gd name="T65" fmla="*/ 5 h 8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34"/>
                  <a:gd name="T100" fmla="*/ 0 h 84"/>
                  <a:gd name="T101" fmla="*/ 134 w 134"/>
                  <a:gd name="T102" fmla="*/ 84 h 8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34" h="84">
                    <a:moveTo>
                      <a:pt x="134" y="66"/>
                    </a:moveTo>
                    <a:lnTo>
                      <a:pt x="124" y="69"/>
                    </a:lnTo>
                    <a:lnTo>
                      <a:pt x="114" y="73"/>
                    </a:lnTo>
                    <a:lnTo>
                      <a:pt x="101" y="74"/>
                    </a:lnTo>
                    <a:lnTo>
                      <a:pt x="89" y="75"/>
                    </a:lnTo>
                    <a:lnTo>
                      <a:pt x="75" y="76"/>
                    </a:lnTo>
                    <a:lnTo>
                      <a:pt x="62" y="79"/>
                    </a:lnTo>
                    <a:lnTo>
                      <a:pt x="51" y="81"/>
                    </a:lnTo>
                    <a:lnTo>
                      <a:pt x="40" y="84"/>
                    </a:lnTo>
                    <a:lnTo>
                      <a:pt x="37" y="73"/>
                    </a:lnTo>
                    <a:lnTo>
                      <a:pt x="31" y="64"/>
                    </a:lnTo>
                    <a:lnTo>
                      <a:pt x="24" y="56"/>
                    </a:lnTo>
                    <a:lnTo>
                      <a:pt x="17" y="49"/>
                    </a:lnTo>
                    <a:lnTo>
                      <a:pt x="10" y="42"/>
                    </a:lnTo>
                    <a:lnTo>
                      <a:pt x="5" y="34"/>
                    </a:lnTo>
                    <a:lnTo>
                      <a:pt x="0" y="24"/>
                    </a:lnTo>
                    <a:lnTo>
                      <a:pt x="0" y="13"/>
                    </a:lnTo>
                    <a:lnTo>
                      <a:pt x="5" y="8"/>
                    </a:lnTo>
                    <a:lnTo>
                      <a:pt x="9" y="5"/>
                    </a:lnTo>
                    <a:lnTo>
                      <a:pt x="16" y="4"/>
                    </a:lnTo>
                    <a:lnTo>
                      <a:pt x="22" y="4"/>
                    </a:lnTo>
                    <a:lnTo>
                      <a:pt x="29" y="4"/>
                    </a:lnTo>
                    <a:lnTo>
                      <a:pt x="36" y="4"/>
                    </a:lnTo>
                    <a:lnTo>
                      <a:pt x="42" y="3"/>
                    </a:lnTo>
                    <a:lnTo>
                      <a:pt x="47" y="0"/>
                    </a:lnTo>
                    <a:lnTo>
                      <a:pt x="60" y="7"/>
                    </a:lnTo>
                    <a:lnTo>
                      <a:pt x="70" y="14"/>
                    </a:lnTo>
                    <a:lnTo>
                      <a:pt x="82" y="21"/>
                    </a:lnTo>
                    <a:lnTo>
                      <a:pt x="92" y="29"/>
                    </a:lnTo>
                    <a:lnTo>
                      <a:pt x="103" y="37"/>
                    </a:lnTo>
                    <a:lnTo>
                      <a:pt x="113" y="46"/>
                    </a:lnTo>
                    <a:lnTo>
                      <a:pt x="123" y="56"/>
                    </a:lnTo>
                    <a:lnTo>
                      <a:pt x="134" y="6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Freeform 381"/>
              <p:cNvSpPr>
                <a:spLocks/>
              </p:cNvSpPr>
              <p:nvPr/>
            </p:nvSpPr>
            <p:spPr bwMode="auto">
              <a:xfrm>
                <a:off x="2752" y="1716"/>
                <a:ext cx="25" cy="22"/>
              </a:xfrm>
              <a:custGeom>
                <a:avLst/>
                <a:gdLst>
                  <a:gd name="T0" fmla="*/ 3 w 50"/>
                  <a:gd name="T1" fmla="*/ 0 h 44"/>
                  <a:gd name="T2" fmla="*/ 3 w 50"/>
                  <a:gd name="T3" fmla="*/ 1 h 44"/>
                  <a:gd name="T4" fmla="*/ 3 w 50"/>
                  <a:gd name="T5" fmla="*/ 1 h 44"/>
                  <a:gd name="T6" fmla="*/ 3 w 50"/>
                  <a:gd name="T7" fmla="*/ 1 h 44"/>
                  <a:gd name="T8" fmla="*/ 2 w 50"/>
                  <a:gd name="T9" fmla="*/ 1 h 44"/>
                  <a:gd name="T10" fmla="*/ 2 w 50"/>
                  <a:gd name="T11" fmla="*/ 1 h 44"/>
                  <a:gd name="T12" fmla="*/ 1 w 50"/>
                  <a:gd name="T13" fmla="*/ 3 h 44"/>
                  <a:gd name="T14" fmla="*/ 1 w 50"/>
                  <a:gd name="T15" fmla="*/ 3 h 44"/>
                  <a:gd name="T16" fmla="*/ 0 w 50"/>
                  <a:gd name="T17" fmla="*/ 3 h 44"/>
                  <a:gd name="T18" fmla="*/ 0 w 50"/>
                  <a:gd name="T19" fmla="*/ 3 h 44"/>
                  <a:gd name="T20" fmla="*/ 1 w 50"/>
                  <a:gd name="T21" fmla="*/ 1 h 44"/>
                  <a:gd name="T22" fmla="*/ 1 w 50"/>
                  <a:gd name="T23" fmla="*/ 1 h 44"/>
                  <a:gd name="T24" fmla="*/ 2 w 50"/>
                  <a:gd name="T25" fmla="*/ 1 h 44"/>
                  <a:gd name="T26" fmla="*/ 2 w 50"/>
                  <a:gd name="T27" fmla="*/ 1 h 44"/>
                  <a:gd name="T28" fmla="*/ 3 w 50"/>
                  <a:gd name="T29" fmla="*/ 1 h 44"/>
                  <a:gd name="T30" fmla="*/ 3 w 50"/>
                  <a:gd name="T31" fmla="*/ 1 h 44"/>
                  <a:gd name="T32" fmla="*/ 3 w 50"/>
                  <a:gd name="T33" fmla="*/ 0 h 4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0"/>
                  <a:gd name="T52" fmla="*/ 0 h 44"/>
                  <a:gd name="T53" fmla="*/ 50 w 50"/>
                  <a:gd name="T54" fmla="*/ 44 h 4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0" h="44">
                    <a:moveTo>
                      <a:pt x="50" y="0"/>
                    </a:moveTo>
                    <a:lnTo>
                      <a:pt x="45" y="7"/>
                    </a:lnTo>
                    <a:lnTo>
                      <a:pt x="40" y="13"/>
                    </a:lnTo>
                    <a:lnTo>
                      <a:pt x="34" y="20"/>
                    </a:lnTo>
                    <a:lnTo>
                      <a:pt x="28" y="26"/>
                    </a:lnTo>
                    <a:lnTo>
                      <a:pt x="22" y="30"/>
                    </a:lnTo>
                    <a:lnTo>
                      <a:pt x="15" y="36"/>
                    </a:lnTo>
                    <a:lnTo>
                      <a:pt x="9" y="41"/>
                    </a:lnTo>
                    <a:lnTo>
                      <a:pt x="0" y="44"/>
                    </a:lnTo>
                    <a:lnTo>
                      <a:pt x="0" y="33"/>
                    </a:lnTo>
                    <a:lnTo>
                      <a:pt x="4" y="25"/>
                    </a:lnTo>
                    <a:lnTo>
                      <a:pt x="11" y="19"/>
                    </a:lnTo>
                    <a:lnTo>
                      <a:pt x="18" y="14"/>
                    </a:lnTo>
                    <a:lnTo>
                      <a:pt x="26" y="11"/>
                    </a:lnTo>
                    <a:lnTo>
                      <a:pt x="35" y="7"/>
                    </a:lnTo>
                    <a:lnTo>
                      <a:pt x="43" y="5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Freeform 382"/>
              <p:cNvSpPr>
                <a:spLocks/>
              </p:cNvSpPr>
              <p:nvPr/>
            </p:nvSpPr>
            <p:spPr bwMode="auto">
              <a:xfrm>
                <a:off x="2855" y="1726"/>
                <a:ext cx="37" cy="43"/>
              </a:xfrm>
              <a:custGeom>
                <a:avLst/>
                <a:gdLst>
                  <a:gd name="T0" fmla="*/ 5 w 74"/>
                  <a:gd name="T1" fmla="*/ 5 h 85"/>
                  <a:gd name="T2" fmla="*/ 5 w 74"/>
                  <a:gd name="T3" fmla="*/ 5 h 85"/>
                  <a:gd name="T4" fmla="*/ 3 w 74"/>
                  <a:gd name="T5" fmla="*/ 5 h 85"/>
                  <a:gd name="T6" fmla="*/ 3 w 74"/>
                  <a:gd name="T7" fmla="*/ 5 h 85"/>
                  <a:gd name="T8" fmla="*/ 3 w 74"/>
                  <a:gd name="T9" fmla="*/ 6 h 85"/>
                  <a:gd name="T10" fmla="*/ 2 w 74"/>
                  <a:gd name="T11" fmla="*/ 6 h 85"/>
                  <a:gd name="T12" fmla="*/ 2 w 74"/>
                  <a:gd name="T13" fmla="*/ 6 h 85"/>
                  <a:gd name="T14" fmla="*/ 1 w 74"/>
                  <a:gd name="T15" fmla="*/ 6 h 85"/>
                  <a:gd name="T16" fmla="*/ 1 w 74"/>
                  <a:gd name="T17" fmla="*/ 6 h 85"/>
                  <a:gd name="T18" fmla="*/ 1 w 74"/>
                  <a:gd name="T19" fmla="*/ 5 h 85"/>
                  <a:gd name="T20" fmla="*/ 1 w 74"/>
                  <a:gd name="T21" fmla="*/ 3 h 85"/>
                  <a:gd name="T22" fmla="*/ 1 w 74"/>
                  <a:gd name="T23" fmla="*/ 2 h 85"/>
                  <a:gd name="T24" fmla="*/ 0 w 74"/>
                  <a:gd name="T25" fmla="*/ 1 h 85"/>
                  <a:gd name="T26" fmla="*/ 1 w 74"/>
                  <a:gd name="T27" fmla="*/ 0 h 85"/>
                  <a:gd name="T28" fmla="*/ 5 w 74"/>
                  <a:gd name="T29" fmla="*/ 5 h 8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4"/>
                  <a:gd name="T46" fmla="*/ 0 h 85"/>
                  <a:gd name="T47" fmla="*/ 74 w 74"/>
                  <a:gd name="T48" fmla="*/ 85 h 85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4" h="85">
                    <a:moveTo>
                      <a:pt x="74" y="75"/>
                    </a:moveTo>
                    <a:lnTo>
                      <a:pt x="67" y="76"/>
                    </a:lnTo>
                    <a:lnTo>
                      <a:pt x="62" y="78"/>
                    </a:lnTo>
                    <a:lnTo>
                      <a:pt x="55" y="79"/>
                    </a:lnTo>
                    <a:lnTo>
                      <a:pt x="48" y="82"/>
                    </a:lnTo>
                    <a:lnTo>
                      <a:pt x="41" y="83"/>
                    </a:lnTo>
                    <a:lnTo>
                      <a:pt x="34" y="84"/>
                    </a:lnTo>
                    <a:lnTo>
                      <a:pt x="27" y="85"/>
                    </a:lnTo>
                    <a:lnTo>
                      <a:pt x="20" y="85"/>
                    </a:lnTo>
                    <a:lnTo>
                      <a:pt x="17" y="66"/>
                    </a:lnTo>
                    <a:lnTo>
                      <a:pt x="12" y="46"/>
                    </a:lnTo>
                    <a:lnTo>
                      <a:pt x="5" y="26"/>
                    </a:lnTo>
                    <a:lnTo>
                      <a:pt x="0" y="8"/>
                    </a:lnTo>
                    <a:lnTo>
                      <a:pt x="27" y="0"/>
                    </a:lnTo>
                    <a:lnTo>
                      <a:pt x="74" y="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Freeform 383"/>
              <p:cNvSpPr>
                <a:spLocks/>
              </p:cNvSpPr>
              <p:nvPr/>
            </p:nvSpPr>
            <p:spPr bwMode="auto">
              <a:xfrm>
                <a:off x="2824" y="1733"/>
                <a:ext cx="21" cy="28"/>
              </a:xfrm>
              <a:custGeom>
                <a:avLst/>
                <a:gdLst>
                  <a:gd name="T0" fmla="*/ 3 w 42"/>
                  <a:gd name="T1" fmla="*/ 1 h 54"/>
                  <a:gd name="T2" fmla="*/ 3 w 42"/>
                  <a:gd name="T3" fmla="*/ 2 h 54"/>
                  <a:gd name="T4" fmla="*/ 3 w 42"/>
                  <a:gd name="T5" fmla="*/ 3 h 54"/>
                  <a:gd name="T6" fmla="*/ 1 w 42"/>
                  <a:gd name="T7" fmla="*/ 4 h 54"/>
                  <a:gd name="T8" fmla="*/ 1 w 42"/>
                  <a:gd name="T9" fmla="*/ 4 h 54"/>
                  <a:gd name="T10" fmla="*/ 1 w 42"/>
                  <a:gd name="T11" fmla="*/ 4 h 54"/>
                  <a:gd name="T12" fmla="*/ 1 w 42"/>
                  <a:gd name="T13" fmla="*/ 4 h 54"/>
                  <a:gd name="T14" fmla="*/ 0 w 42"/>
                  <a:gd name="T15" fmla="*/ 3 h 54"/>
                  <a:gd name="T16" fmla="*/ 1 w 42"/>
                  <a:gd name="T17" fmla="*/ 3 h 54"/>
                  <a:gd name="T18" fmla="*/ 1 w 42"/>
                  <a:gd name="T19" fmla="*/ 3 h 54"/>
                  <a:gd name="T20" fmla="*/ 1 w 42"/>
                  <a:gd name="T21" fmla="*/ 2 h 54"/>
                  <a:gd name="T22" fmla="*/ 1 w 42"/>
                  <a:gd name="T23" fmla="*/ 2 h 54"/>
                  <a:gd name="T24" fmla="*/ 1 w 42"/>
                  <a:gd name="T25" fmla="*/ 2 h 54"/>
                  <a:gd name="T26" fmla="*/ 1 w 42"/>
                  <a:gd name="T27" fmla="*/ 0 h 54"/>
                  <a:gd name="T28" fmla="*/ 3 w 42"/>
                  <a:gd name="T29" fmla="*/ 1 h 54"/>
                  <a:gd name="T30" fmla="*/ 3 w 42"/>
                  <a:gd name="T31" fmla="*/ 1 h 54"/>
                  <a:gd name="T32" fmla="*/ 3 w 42"/>
                  <a:gd name="T33" fmla="*/ 1 h 54"/>
                  <a:gd name="T34" fmla="*/ 3 w 42"/>
                  <a:gd name="T35" fmla="*/ 1 h 5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42"/>
                  <a:gd name="T55" fmla="*/ 0 h 54"/>
                  <a:gd name="T56" fmla="*/ 42 w 42"/>
                  <a:gd name="T57" fmla="*/ 54 h 5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42" h="54">
                    <a:moveTo>
                      <a:pt x="42" y="16"/>
                    </a:moveTo>
                    <a:lnTo>
                      <a:pt x="36" y="25"/>
                    </a:lnTo>
                    <a:lnTo>
                      <a:pt x="34" y="37"/>
                    </a:lnTo>
                    <a:lnTo>
                      <a:pt x="28" y="48"/>
                    </a:lnTo>
                    <a:lnTo>
                      <a:pt x="14" y="54"/>
                    </a:lnTo>
                    <a:lnTo>
                      <a:pt x="10" y="52"/>
                    </a:lnTo>
                    <a:lnTo>
                      <a:pt x="4" y="49"/>
                    </a:lnTo>
                    <a:lnTo>
                      <a:pt x="0" y="46"/>
                    </a:lnTo>
                    <a:lnTo>
                      <a:pt x="2" y="39"/>
                    </a:lnTo>
                    <a:lnTo>
                      <a:pt x="7" y="32"/>
                    </a:lnTo>
                    <a:lnTo>
                      <a:pt x="12" y="25"/>
                    </a:lnTo>
                    <a:lnTo>
                      <a:pt x="18" y="22"/>
                    </a:lnTo>
                    <a:lnTo>
                      <a:pt x="28" y="24"/>
                    </a:lnTo>
                    <a:lnTo>
                      <a:pt x="30" y="0"/>
                    </a:lnTo>
                    <a:lnTo>
                      <a:pt x="37" y="1"/>
                    </a:lnTo>
                    <a:lnTo>
                      <a:pt x="41" y="6"/>
                    </a:lnTo>
                    <a:lnTo>
                      <a:pt x="42" y="11"/>
                    </a:lnTo>
                    <a:lnTo>
                      <a:pt x="42" y="1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" name="Freeform 384"/>
              <p:cNvSpPr>
                <a:spLocks/>
              </p:cNvSpPr>
              <p:nvPr/>
            </p:nvSpPr>
            <p:spPr bwMode="auto">
              <a:xfrm>
                <a:off x="2984" y="1744"/>
                <a:ext cx="10" cy="9"/>
              </a:xfrm>
              <a:custGeom>
                <a:avLst/>
                <a:gdLst>
                  <a:gd name="T0" fmla="*/ 1 w 21"/>
                  <a:gd name="T1" fmla="*/ 2 h 17"/>
                  <a:gd name="T2" fmla="*/ 0 w 21"/>
                  <a:gd name="T3" fmla="*/ 1 h 17"/>
                  <a:gd name="T4" fmla="*/ 0 w 21"/>
                  <a:gd name="T5" fmla="*/ 0 h 17"/>
                  <a:gd name="T6" fmla="*/ 0 w 21"/>
                  <a:gd name="T7" fmla="*/ 1 h 17"/>
                  <a:gd name="T8" fmla="*/ 1 w 21"/>
                  <a:gd name="T9" fmla="*/ 1 h 17"/>
                  <a:gd name="T10" fmla="*/ 1 w 21"/>
                  <a:gd name="T11" fmla="*/ 1 h 17"/>
                  <a:gd name="T12" fmla="*/ 1 w 21"/>
                  <a:gd name="T13" fmla="*/ 2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"/>
                  <a:gd name="T22" fmla="*/ 0 h 17"/>
                  <a:gd name="T23" fmla="*/ 21 w 21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" h="17">
                    <a:moveTo>
                      <a:pt x="21" y="17"/>
                    </a:moveTo>
                    <a:lnTo>
                      <a:pt x="0" y="13"/>
                    </a:lnTo>
                    <a:lnTo>
                      <a:pt x="10" y="0"/>
                    </a:lnTo>
                    <a:lnTo>
                      <a:pt x="12" y="4"/>
                    </a:lnTo>
                    <a:lnTo>
                      <a:pt x="17" y="7"/>
                    </a:lnTo>
                    <a:lnTo>
                      <a:pt x="20" y="11"/>
                    </a:lnTo>
                    <a:lnTo>
                      <a:pt x="21" y="1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" name="Freeform 385"/>
              <p:cNvSpPr>
                <a:spLocks/>
              </p:cNvSpPr>
              <p:nvPr/>
            </p:nvSpPr>
            <p:spPr bwMode="auto">
              <a:xfrm>
                <a:off x="2782" y="1747"/>
                <a:ext cx="31" cy="30"/>
              </a:xfrm>
              <a:custGeom>
                <a:avLst/>
                <a:gdLst>
                  <a:gd name="T0" fmla="*/ 3 w 61"/>
                  <a:gd name="T1" fmla="*/ 0 h 58"/>
                  <a:gd name="T2" fmla="*/ 3 w 61"/>
                  <a:gd name="T3" fmla="*/ 1 h 58"/>
                  <a:gd name="T4" fmla="*/ 3 w 61"/>
                  <a:gd name="T5" fmla="*/ 1 h 58"/>
                  <a:gd name="T6" fmla="*/ 3 w 61"/>
                  <a:gd name="T7" fmla="*/ 1 h 58"/>
                  <a:gd name="T8" fmla="*/ 3 w 61"/>
                  <a:gd name="T9" fmla="*/ 2 h 58"/>
                  <a:gd name="T10" fmla="*/ 3 w 61"/>
                  <a:gd name="T11" fmla="*/ 2 h 58"/>
                  <a:gd name="T12" fmla="*/ 3 w 61"/>
                  <a:gd name="T13" fmla="*/ 2 h 58"/>
                  <a:gd name="T14" fmla="*/ 4 w 61"/>
                  <a:gd name="T15" fmla="*/ 2 h 58"/>
                  <a:gd name="T16" fmla="*/ 4 w 61"/>
                  <a:gd name="T17" fmla="*/ 2 h 58"/>
                  <a:gd name="T18" fmla="*/ 4 w 61"/>
                  <a:gd name="T19" fmla="*/ 3 h 58"/>
                  <a:gd name="T20" fmla="*/ 4 w 61"/>
                  <a:gd name="T21" fmla="*/ 3 h 58"/>
                  <a:gd name="T22" fmla="*/ 4 w 61"/>
                  <a:gd name="T23" fmla="*/ 4 h 58"/>
                  <a:gd name="T24" fmla="*/ 3 w 61"/>
                  <a:gd name="T25" fmla="*/ 4 h 58"/>
                  <a:gd name="T26" fmla="*/ 0 w 61"/>
                  <a:gd name="T27" fmla="*/ 4 h 58"/>
                  <a:gd name="T28" fmla="*/ 1 w 61"/>
                  <a:gd name="T29" fmla="*/ 3 h 58"/>
                  <a:gd name="T30" fmla="*/ 1 w 61"/>
                  <a:gd name="T31" fmla="*/ 3 h 58"/>
                  <a:gd name="T32" fmla="*/ 1 w 61"/>
                  <a:gd name="T33" fmla="*/ 2 h 58"/>
                  <a:gd name="T34" fmla="*/ 1 w 61"/>
                  <a:gd name="T35" fmla="*/ 2 h 58"/>
                  <a:gd name="T36" fmla="*/ 2 w 61"/>
                  <a:gd name="T37" fmla="*/ 1 h 58"/>
                  <a:gd name="T38" fmla="*/ 2 w 61"/>
                  <a:gd name="T39" fmla="*/ 1 h 58"/>
                  <a:gd name="T40" fmla="*/ 2 w 61"/>
                  <a:gd name="T41" fmla="*/ 1 h 58"/>
                  <a:gd name="T42" fmla="*/ 3 w 61"/>
                  <a:gd name="T43" fmla="*/ 0 h 5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1"/>
                  <a:gd name="T67" fmla="*/ 0 h 58"/>
                  <a:gd name="T68" fmla="*/ 61 w 61"/>
                  <a:gd name="T69" fmla="*/ 58 h 58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1" h="58">
                    <a:moveTo>
                      <a:pt x="38" y="0"/>
                    </a:moveTo>
                    <a:lnTo>
                      <a:pt x="34" y="3"/>
                    </a:lnTo>
                    <a:lnTo>
                      <a:pt x="33" y="9"/>
                    </a:lnTo>
                    <a:lnTo>
                      <a:pt x="33" y="15"/>
                    </a:lnTo>
                    <a:lnTo>
                      <a:pt x="33" y="21"/>
                    </a:lnTo>
                    <a:lnTo>
                      <a:pt x="38" y="27"/>
                    </a:lnTo>
                    <a:lnTo>
                      <a:pt x="45" y="27"/>
                    </a:lnTo>
                    <a:lnTo>
                      <a:pt x="51" y="25"/>
                    </a:lnTo>
                    <a:lnTo>
                      <a:pt x="60" y="26"/>
                    </a:lnTo>
                    <a:lnTo>
                      <a:pt x="61" y="38"/>
                    </a:lnTo>
                    <a:lnTo>
                      <a:pt x="57" y="46"/>
                    </a:lnTo>
                    <a:lnTo>
                      <a:pt x="50" y="53"/>
                    </a:lnTo>
                    <a:lnTo>
                      <a:pt x="43" y="58"/>
                    </a:lnTo>
                    <a:lnTo>
                      <a:pt x="0" y="50"/>
                    </a:lnTo>
                    <a:lnTo>
                      <a:pt x="4" y="45"/>
                    </a:lnTo>
                    <a:lnTo>
                      <a:pt x="7" y="36"/>
                    </a:lnTo>
                    <a:lnTo>
                      <a:pt x="11" y="28"/>
                    </a:lnTo>
                    <a:lnTo>
                      <a:pt x="15" y="19"/>
                    </a:lnTo>
                    <a:lnTo>
                      <a:pt x="20" y="11"/>
                    </a:lnTo>
                    <a:lnTo>
                      <a:pt x="26" y="4"/>
                    </a:lnTo>
                    <a:lnTo>
                      <a:pt x="31" y="1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" name="Freeform 386"/>
              <p:cNvSpPr>
                <a:spLocks/>
              </p:cNvSpPr>
              <p:nvPr/>
            </p:nvSpPr>
            <p:spPr bwMode="auto">
              <a:xfrm>
                <a:off x="2991" y="1761"/>
                <a:ext cx="19" cy="31"/>
              </a:xfrm>
              <a:custGeom>
                <a:avLst/>
                <a:gdLst>
                  <a:gd name="T0" fmla="*/ 2 w 39"/>
                  <a:gd name="T1" fmla="*/ 3 h 61"/>
                  <a:gd name="T2" fmla="*/ 1 w 39"/>
                  <a:gd name="T3" fmla="*/ 3 h 61"/>
                  <a:gd name="T4" fmla="*/ 1 w 39"/>
                  <a:gd name="T5" fmla="*/ 3 h 61"/>
                  <a:gd name="T6" fmla="*/ 1 w 39"/>
                  <a:gd name="T7" fmla="*/ 4 h 61"/>
                  <a:gd name="T8" fmla="*/ 0 w 39"/>
                  <a:gd name="T9" fmla="*/ 4 h 61"/>
                  <a:gd name="T10" fmla="*/ 0 w 39"/>
                  <a:gd name="T11" fmla="*/ 3 h 61"/>
                  <a:gd name="T12" fmla="*/ 0 w 39"/>
                  <a:gd name="T13" fmla="*/ 2 h 61"/>
                  <a:gd name="T14" fmla="*/ 0 w 39"/>
                  <a:gd name="T15" fmla="*/ 1 h 61"/>
                  <a:gd name="T16" fmla="*/ 0 w 39"/>
                  <a:gd name="T17" fmla="*/ 0 h 61"/>
                  <a:gd name="T18" fmla="*/ 1 w 39"/>
                  <a:gd name="T19" fmla="*/ 1 h 61"/>
                  <a:gd name="T20" fmla="*/ 1 w 39"/>
                  <a:gd name="T21" fmla="*/ 1 h 61"/>
                  <a:gd name="T22" fmla="*/ 2 w 39"/>
                  <a:gd name="T23" fmla="*/ 2 h 61"/>
                  <a:gd name="T24" fmla="*/ 2 w 39"/>
                  <a:gd name="T25" fmla="*/ 3 h 6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9"/>
                  <a:gd name="T40" fmla="*/ 0 h 61"/>
                  <a:gd name="T41" fmla="*/ 39 w 39"/>
                  <a:gd name="T42" fmla="*/ 61 h 6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9" h="61">
                    <a:moveTo>
                      <a:pt x="39" y="37"/>
                    </a:moveTo>
                    <a:lnTo>
                      <a:pt x="31" y="41"/>
                    </a:lnTo>
                    <a:lnTo>
                      <a:pt x="23" y="47"/>
                    </a:lnTo>
                    <a:lnTo>
                      <a:pt x="18" y="56"/>
                    </a:lnTo>
                    <a:lnTo>
                      <a:pt x="14" y="61"/>
                    </a:lnTo>
                    <a:lnTo>
                      <a:pt x="7" y="46"/>
                    </a:lnTo>
                    <a:lnTo>
                      <a:pt x="1" y="30"/>
                    </a:lnTo>
                    <a:lnTo>
                      <a:pt x="0" y="14"/>
                    </a:lnTo>
                    <a:lnTo>
                      <a:pt x="6" y="0"/>
                    </a:lnTo>
                    <a:lnTo>
                      <a:pt x="18" y="6"/>
                    </a:lnTo>
                    <a:lnTo>
                      <a:pt x="26" y="15"/>
                    </a:lnTo>
                    <a:lnTo>
                      <a:pt x="33" y="26"/>
                    </a:lnTo>
                    <a:lnTo>
                      <a:pt x="39" y="3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" name="Freeform 387"/>
              <p:cNvSpPr>
                <a:spLocks/>
              </p:cNvSpPr>
              <p:nvPr/>
            </p:nvSpPr>
            <p:spPr bwMode="auto">
              <a:xfrm>
                <a:off x="2910" y="1765"/>
                <a:ext cx="82" cy="43"/>
              </a:xfrm>
              <a:custGeom>
                <a:avLst/>
                <a:gdLst>
                  <a:gd name="T0" fmla="*/ 9 w 165"/>
                  <a:gd name="T1" fmla="*/ 3 h 87"/>
                  <a:gd name="T2" fmla="*/ 10 w 165"/>
                  <a:gd name="T3" fmla="*/ 3 h 87"/>
                  <a:gd name="T4" fmla="*/ 10 w 165"/>
                  <a:gd name="T5" fmla="*/ 4 h 87"/>
                  <a:gd name="T6" fmla="*/ 9 w 165"/>
                  <a:gd name="T7" fmla="*/ 4 h 87"/>
                  <a:gd name="T8" fmla="*/ 9 w 165"/>
                  <a:gd name="T9" fmla="*/ 5 h 87"/>
                  <a:gd name="T10" fmla="*/ 8 w 165"/>
                  <a:gd name="T11" fmla="*/ 5 h 87"/>
                  <a:gd name="T12" fmla="*/ 7 w 165"/>
                  <a:gd name="T13" fmla="*/ 5 h 87"/>
                  <a:gd name="T14" fmla="*/ 6 w 165"/>
                  <a:gd name="T15" fmla="*/ 5 h 87"/>
                  <a:gd name="T16" fmla="*/ 6 w 165"/>
                  <a:gd name="T17" fmla="*/ 5 h 87"/>
                  <a:gd name="T18" fmla="*/ 5 w 165"/>
                  <a:gd name="T19" fmla="*/ 5 h 87"/>
                  <a:gd name="T20" fmla="*/ 4 w 165"/>
                  <a:gd name="T21" fmla="*/ 5 h 87"/>
                  <a:gd name="T22" fmla="*/ 4 w 165"/>
                  <a:gd name="T23" fmla="*/ 4 h 87"/>
                  <a:gd name="T24" fmla="*/ 4 w 165"/>
                  <a:gd name="T25" fmla="*/ 3 h 87"/>
                  <a:gd name="T26" fmla="*/ 3 w 165"/>
                  <a:gd name="T27" fmla="*/ 3 h 87"/>
                  <a:gd name="T28" fmla="*/ 2 w 165"/>
                  <a:gd name="T29" fmla="*/ 3 h 87"/>
                  <a:gd name="T30" fmla="*/ 2 w 165"/>
                  <a:gd name="T31" fmla="*/ 3 h 87"/>
                  <a:gd name="T32" fmla="*/ 1 w 165"/>
                  <a:gd name="T33" fmla="*/ 3 h 87"/>
                  <a:gd name="T34" fmla="*/ 1 w 165"/>
                  <a:gd name="T35" fmla="*/ 3 h 87"/>
                  <a:gd name="T36" fmla="*/ 1 w 165"/>
                  <a:gd name="T37" fmla="*/ 2 h 87"/>
                  <a:gd name="T38" fmla="*/ 0 w 165"/>
                  <a:gd name="T39" fmla="*/ 2 h 87"/>
                  <a:gd name="T40" fmla="*/ 0 w 165"/>
                  <a:gd name="T41" fmla="*/ 1 h 87"/>
                  <a:gd name="T42" fmla="*/ 0 w 165"/>
                  <a:gd name="T43" fmla="*/ 1 h 87"/>
                  <a:gd name="T44" fmla="*/ 0 w 165"/>
                  <a:gd name="T45" fmla="*/ 0 h 87"/>
                  <a:gd name="T46" fmla="*/ 1 w 165"/>
                  <a:gd name="T47" fmla="*/ 0 h 87"/>
                  <a:gd name="T48" fmla="*/ 2 w 165"/>
                  <a:gd name="T49" fmla="*/ 0 h 87"/>
                  <a:gd name="T50" fmla="*/ 3 w 165"/>
                  <a:gd name="T51" fmla="*/ 0 h 87"/>
                  <a:gd name="T52" fmla="*/ 3 w 165"/>
                  <a:gd name="T53" fmla="*/ 0 h 87"/>
                  <a:gd name="T54" fmla="*/ 4 w 165"/>
                  <a:gd name="T55" fmla="*/ 0 h 87"/>
                  <a:gd name="T56" fmla="*/ 5 w 165"/>
                  <a:gd name="T57" fmla="*/ 0 h 87"/>
                  <a:gd name="T58" fmla="*/ 6 w 165"/>
                  <a:gd name="T59" fmla="*/ 0 h 87"/>
                  <a:gd name="T60" fmla="*/ 6 w 165"/>
                  <a:gd name="T61" fmla="*/ 1 h 87"/>
                  <a:gd name="T62" fmla="*/ 6 w 165"/>
                  <a:gd name="T63" fmla="*/ 2 h 87"/>
                  <a:gd name="T64" fmla="*/ 6 w 165"/>
                  <a:gd name="T65" fmla="*/ 3 h 87"/>
                  <a:gd name="T66" fmla="*/ 7 w 165"/>
                  <a:gd name="T67" fmla="*/ 3 h 87"/>
                  <a:gd name="T68" fmla="*/ 7 w 165"/>
                  <a:gd name="T69" fmla="*/ 4 h 87"/>
                  <a:gd name="T70" fmla="*/ 8 w 165"/>
                  <a:gd name="T71" fmla="*/ 4 h 87"/>
                  <a:gd name="T72" fmla="*/ 8 w 165"/>
                  <a:gd name="T73" fmla="*/ 4 h 87"/>
                  <a:gd name="T74" fmla="*/ 9 w 165"/>
                  <a:gd name="T75" fmla="*/ 4 h 87"/>
                  <a:gd name="T76" fmla="*/ 9 w 165"/>
                  <a:gd name="T77" fmla="*/ 3 h 87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65"/>
                  <a:gd name="T118" fmla="*/ 0 h 87"/>
                  <a:gd name="T119" fmla="*/ 165 w 165"/>
                  <a:gd name="T120" fmla="*/ 87 h 87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65" h="87">
                    <a:moveTo>
                      <a:pt x="159" y="60"/>
                    </a:moveTo>
                    <a:lnTo>
                      <a:pt x="165" y="63"/>
                    </a:lnTo>
                    <a:lnTo>
                      <a:pt x="160" y="69"/>
                    </a:lnTo>
                    <a:lnTo>
                      <a:pt x="153" y="75"/>
                    </a:lnTo>
                    <a:lnTo>
                      <a:pt x="144" y="80"/>
                    </a:lnTo>
                    <a:lnTo>
                      <a:pt x="134" y="82"/>
                    </a:lnTo>
                    <a:lnTo>
                      <a:pt x="122" y="84"/>
                    </a:lnTo>
                    <a:lnTo>
                      <a:pt x="111" y="86"/>
                    </a:lnTo>
                    <a:lnTo>
                      <a:pt x="99" y="87"/>
                    </a:lnTo>
                    <a:lnTo>
                      <a:pt x="89" y="87"/>
                    </a:lnTo>
                    <a:lnTo>
                      <a:pt x="75" y="83"/>
                    </a:lnTo>
                    <a:lnTo>
                      <a:pt x="69" y="73"/>
                    </a:lnTo>
                    <a:lnTo>
                      <a:pt x="65" y="60"/>
                    </a:lnTo>
                    <a:lnTo>
                      <a:pt x="56" y="51"/>
                    </a:lnTo>
                    <a:lnTo>
                      <a:pt x="44" y="58"/>
                    </a:lnTo>
                    <a:lnTo>
                      <a:pt x="35" y="59"/>
                    </a:lnTo>
                    <a:lnTo>
                      <a:pt x="27" y="56"/>
                    </a:lnTo>
                    <a:lnTo>
                      <a:pt x="21" y="50"/>
                    </a:lnTo>
                    <a:lnTo>
                      <a:pt x="16" y="42"/>
                    </a:lnTo>
                    <a:lnTo>
                      <a:pt x="12" y="33"/>
                    </a:lnTo>
                    <a:lnTo>
                      <a:pt x="6" y="25"/>
                    </a:lnTo>
                    <a:lnTo>
                      <a:pt x="0" y="19"/>
                    </a:lnTo>
                    <a:lnTo>
                      <a:pt x="1" y="11"/>
                    </a:lnTo>
                    <a:lnTo>
                      <a:pt x="17" y="11"/>
                    </a:lnTo>
                    <a:lnTo>
                      <a:pt x="32" y="7"/>
                    </a:lnTo>
                    <a:lnTo>
                      <a:pt x="48" y="4"/>
                    </a:lnTo>
                    <a:lnTo>
                      <a:pt x="63" y="1"/>
                    </a:lnTo>
                    <a:lnTo>
                      <a:pt x="76" y="0"/>
                    </a:lnTo>
                    <a:lnTo>
                      <a:pt x="89" y="3"/>
                    </a:lnTo>
                    <a:lnTo>
                      <a:pt x="99" y="11"/>
                    </a:lnTo>
                    <a:lnTo>
                      <a:pt x="107" y="25"/>
                    </a:lnTo>
                    <a:lnTo>
                      <a:pt x="105" y="36"/>
                    </a:lnTo>
                    <a:lnTo>
                      <a:pt x="107" y="48"/>
                    </a:lnTo>
                    <a:lnTo>
                      <a:pt x="112" y="57"/>
                    </a:lnTo>
                    <a:lnTo>
                      <a:pt x="120" y="64"/>
                    </a:lnTo>
                    <a:lnTo>
                      <a:pt x="129" y="68"/>
                    </a:lnTo>
                    <a:lnTo>
                      <a:pt x="139" y="69"/>
                    </a:lnTo>
                    <a:lnTo>
                      <a:pt x="150" y="67"/>
                    </a:lnTo>
                    <a:lnTo>
                      <a:pt x="159" y="6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Freeform 388"/>
              <p:cNvSpPr>
                <a:spLocks/>
              </p:cNvSpPr>
              <p:nvPr/>
            </p:nvSpPr>
            <p:spPr bwMode="auto">
              <a:xfrm>
                <a:off x="2764" y="1762"/>
                <a:ext cx="12" cy="5"/>
              </a:xfrm>
              <a:custGeom>
                <a:avLst/>
                <a:gdLst>
                  <a:gd name="T0" fmla="*/ 2 w 23"/>
                  <a:gd name="T1" fmla="*/ 0 h 12"/>
                  <a:gd name="T2" fmla="*/ 1 w 23"/>
                  <a:gd name="T3" fmla="*/ 0 h 12"/>
                  <a:gd name="T4" fmla="*/ 1 w 23"/>
                  <a:gd name="T5" fmla="*/ 0 h 12"/>
                  <a:gd name="T6" fmla="*/ 1 w 23"/>
                  <a:gd name="T7" fmla="*/ 0 h 12"/>
                  <a:gd name="T8" fmla="*/ 0 w 23"/>
                  <a:gd name="T9" fmla="*/ 0 h 12"/>
                  <a:gd name="T10" fmla="*/ 1 w 23"/>
                  <a:gd name="T11" fmla="*/ 0 h 12"/>
                  <a:gd name="T12" fmla="*/ 1 w 23"/>
                  <a:gd name="T13" fmla="*/ 0 h 12"/>
                  <a:gd name="T14" fmla="*/ 1 w 23"/>
                  <a:gd name="T15" fmla="*/ 0 h 12"/>
                  <a:gd name="T16" fmla="*/ 2 w 23"/>
                  <a:gd name="T17" fmla="*/ 0 h 12"/>
                  <a:gd name="T18" fmla="*/ 2 w 23"/>
                  <a:gd name="T19" fmla="*/ 0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3"/>
                  <a:gd name="T31" fmla="*/ 0 h 12"/>
                  <a:gd name="T32" fmla="*/ 23 w 23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3" h="12">
                    <a:moveTo>
                      <a:pt x="22" y="10"/>
                    </a:moveTo>
                    <a:lnTo>
                      <a:pt x="16" y="12"/>
                    </a:lnTo>
                    <a:lnTo>
                      <a:pt x="10" y="11"/>
                    </a:lnTo>
                    <a:lnTo>
                      <a:pt x="4" y="8"/>
                    </a:lnTo>
                    <a:lnTo>
                      <a:pt x="0" y="5"/>
                    </a:lnTo>
                    <a:lnTo>
                      <a:pt x="2" y="4"/>
                    </a:lnTo>
                    <a:lnTo>
                      <a:pt x="8" y="3"/>
                    </a:lnTo>
                    <a:lnTo>
                      <a:pt x="16" y="2"/>
                    </a:lnTo>
                    <a:lnTo>
                      <a:pt x="23" y="0"/>
                    </a:lnTo>
                    <a:lnTo>
                      <a:pt x="22" y="1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" name="Freeform 389"/>
              <p:cNvSpPr>
                <a:spLocks/>
              </p:cNvSpPr>
              <p:nvPr/>
            </p:nvSpPr>
            <p:spPr bwMode="auto">
              <a:xfrm>
                <a:off x="2866" y="1774"/>
                <a:ext cx="51" cy="49"/>
              </a:xfrm>
              <a:custGeom>
                <a:avLst/>
                <a:gdLst>
                  <a:gd name="T0" fmla="*/ 7 w 101"/>
                  <a:gd name="T1" fmla="*/ 4 h 97"/>
                  <a:gd name="T2" fmla="*/ 7 w 101"/>
                  <a:gd name="T3" fmla="*/ 5 h 97"/>
                  <a:gd name="T4" fmla="*/ 6 w 101"/>
                  <a:gd name="T5" fmla="*/ 5 h 97"/>
                  <a:gd name="T6" fmla="*/ 6 w 101"/>
                  <a:gd name="T7" fmla="*/ 6 h 97"/>
                  <a:gd name="T8" fmla="*/ 5 w 101"/>
                  <a:gd name="T9" fmla="*/ 6 h 97"/>
                  <a:gd name="T10" fmla="*/ 4 w 101"/>
                  <a:gd name="T11" fmla="*/ 6 h 97"/>
                  <a:gd name="T12" fmla="*/ 3 w 101"/>
                  <a:gd name="T13" fmla="*/ 6 h 97"/>
                  <a:gd name="T14" fmla="*/ 2 w 101"/>
                  <a:gd name="T15" fmla="*/ 6 h 97"/>
                  <a:gd name="T16" fmla="*/ 2 w 101"/>
                  <a:gd name="T17" fmla="*/ 7 h 97"/>
                  <a:gd name="T18" fmla="*/ 1 w 101"/>
                  <a:gd name="T19" fmla="*/ 5 h 97"/>
                  <a:gd name="T20" fmla="*/ 1 w 101"/>
                  <a:gd name="T21" fmla="*/ 4 h 97"/>
                  <a:gd name="T22" fmla="*/ 1 w 101"/>
                  <a:gd name="T23" fmla="*/ 2 h 97"/>
                  <a:gd name="T24" fmla="*/ 0 w 101"/>
                  <a:gd name="T25" fmla="*/ 1 h 97"/>
                  <a:gd name="T26" fmla="*/ 1 w 101"/>
                  <a:gd name="T27" fmla="*/ 1 h 97"/>
                  <a:gd name="T28" fmla="*/ 2 w 101"/>
                  <a:gd name="T29" fmla="*/ 1 h 97"/>
                  <a:gd name="T30" fmla="*/ 2 w 101"/>
                  <a:gd name="T31" fmla="*/ 1 h 97"/>
                  <a:gd name="T32" fmla="*/ 3 w 101"/>
                  <a:gd name="T33" fmla="*/ 1 h 97"/>
                  <a:gd name="T34" fmla="*/ 3 w 101"/>
                  <a:gd name="T35" fmla="*/ 1 h 97"/>
                  <a:gd name="T36" fmla="*/ 4 w 101"/>
                  <a:gd name="T37" fmla="*/ 1 h 97"/>
                  <a:gd name="T38" fmla="*/ 4 w 101"/>
                  <a:gd name="T39" fmla="*/ 0 h 97"/>
                  <a:gd name="T40" fmla="*/ 4 w 101"/>
                  <a:gd name="T41" fmla="*/ 0 h 97"/>
                  <a:gd name="T42" fmla="*/ 7 w 101"/>
                  <a:gd name="T43" fmla="*/ 4 h 9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01"/>
                  <a:gd name="T67" fmla="*/ 0 h 97"/>
                  <a:gd name="T68" fmla="*/ 101 w 101"/>
                  <a:gd name="T69" fmla="*/ 97 h 9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01" h="97">
                    <a:moveTo>
                      <a:pt x="97" y="50"/>
                    </a:moveTo>
                    <a:lnTo>
                      <a:pt x="101" y="67"/>
                    </a:lnTo>
                    <a:lnTo>
                      <a:pt x="96" y="77"/>
                    </a:lnTo>
                    <a:lnTo>
                      <a:pt x="87" y="83"/>
                    </a:lnTo>
                    <a:lnTo>
                      <a:pt x="74" y="86"/>
                    </a:lnTo>
                    <a:lnTo>
                      <a:pt x="61" y="87"/>
                    </a:lnTo>
                    <a:lnTo>
                      <a:pt x="46" y="88"/>
                    </a:lnTo>
                    <a:lnTo>
                      <a:pt x="32" y="91"/>
                    </a:lnTo>
                    <a:lnTo>
                      <a:pt x="20" y="97"/>
                    </a:lnTo>
                    <a:lnTo>
                      <a:pt x="11" y="77"/>
                    </a:lnTo>
                    <a:lnTo>
                      <a:pt x="5" y="55"/>
                    </a:lnTo>
                    <a:lnTo>
                      <a:pt x="2" y="32"/>
                    </a:lnTo>
                    <a:lnTo>
                      <a:pt x="0" y="12"/>
                    </a:lnTo>
                    <a:lnTo>
                      <a:pt x="8" y="10"/>
                    </a:lnTo>
                    <a:lnTo>
                      <a:pt x="18" y="8"/>
                    </a:lnTo>
                    <a:lnTo>
                      <a:pt x="28" y="6"/>
                    </a:lnTo>
                    <a:lnTo>
                      <a:pt x="38" y="4"/>
                    </a:lnTo>
                    <a:lnTo>
                      <a:pt x="47" y="2"/>
                    </a:lnTo>
                    <a:lnTo>
                      <a:pt x="55" y="1"/>
                    </a:lnTo>
                    <a:lnTo>
                      <a:pt x="59" y="0"/>
                    </a:lnTo>
                    <a:lnTo>
                      <a:pt x="62" y="0"/>
                    </a:lnTo>
                    <a:lnTo>
                      <a:pt x="97" y="5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" name="Freeform 390"/>
              <p:cNvSpPr>
                <a:spLocks/>
              </p:cNvSpPr>
              <p:nvPr/>
            </p:nvSpPr>
            <p:spPr bwMode="auto">
              <a:xfrm>
                <a:off x="2708" y="1771"/>
                <a:ext cx="60" cy="57"/>
              </a:xfrm>
              <a:custGeom>
                <a:avLst/>
                <a:gdLst>
                  <a:gd name="T0" fmla="*/ 8 w 119"/>
                  <a:gd name="T1" fmla="*/ 3 h 114"/>
                  <a:gd name="T2" fmla="*/ 7 w 119"/>
                  <a:gd name="T3" fmla="*/ 4 h 114"/>
                  <a:gd name="T4" fmla="*/ 7 w 119"/>
                  <a:gd name="T5" fmla="*/ 5 h 114"/>
                  <a:gd name="T6" fmla="*/ 6 w 119"/>
                  <a:gd name="T7" fmla="*/ 5 h 114"/>
                  <a:gd name="T8" fmla="*/ 5 w 119"/>
                  <a:gd name="T9" fmla="*/ 6 h 114"/>
                  <a:gd name="T10" fmla="*/ 4 w 119"/>
                  <a:gd name="T11" fmla="*/ 6 h 114"/>
                  <a:gd name="T12" fmla="*/ 3 w 119"/>
                  <a:gd name="T13" fmla="*/ 6 h 114"/>
                  <a:gd name="T14" fmla="*/ 2 w 119"/>
                  <a:gd name="T15" fmla="*/ 7 h 114"/>
                  <a:gd name="T16" fmla="*/ 1 w 119"/>
                  <a:gd name="T17" fmla="*/ 7 h 114"/>
                  <a:gd name="T18" fmla="*/ 1 w 119"/>
                  <a:gd name="T19" fmla="*/ 7 h 114"/>
                  <a:gd name="T20" fmla="*/ 0 w 119"/>
                  <a:gd name="T21" fmla="*/ 7 h 114"/>
                  <a:gd name="T22" fmla="*/ 1 w 119"/>
                  <a:gd name="T23" fmla="*/ 6 h 114"/>
                  <a:gd name="T24" fmla="*/ 1 w 119"/>
                  <a:gd name="T25" fmla="*/ 6 h 114"/>
                  <a:gd name="T26" fmla="*/ 1 w 119"/>
                  <a:gd name="T27" fmla="*/ 5 h 114"/>
                  <a:gd name="T28" fmla="*/ 2 w 119"/>
                  <a:gd name="T29" fmla="*/ 5 h 114"/>
                  <a:gd name="T30" fmla="*/ 3 w 119"/>
                  <a:gd name="T31" fmla="*/ 5 h 114"/>
                  <a:gd name="T32" fmla="*/ 4 w 119"/>
                  <a:gd name="T33" fmla="*/ 4 h 114"/>
                  <a:gd name="T34" fmla="*/ 4 w 119"/>
                  <a:gd name="T35" fmla="*/ 4 h 114"/>
                  <a:gd name="T36" fmla="*/ 5 w 119"/>
                  <a:gd name="T37" fmla="*/ 4 h 114"/>
                  <a:gd name="T38" fmla="*/ 6 w 119"/>
                  <a:gd name="T39" fmla="*/ 3 h 114"/>
                  <a:gd name="T40" fmla="*/ 6 w 119"/>
                  <a:gd name="T41" fmla="*/ 3 h 114"/>
                  <a:gd name="T42" fmla="*/ 7 w 119"/>
                  <a:gd name="T43" fmla="*/ 2 h 114"/>
                  <a:gd name="T44" fmla="*/ 6 w 119"/>
                  <a:gd name="T45" fmla="*/ 2 h 114"/>
                  <a:gd name="T46" fmla="*/ 6 w 119"/>
                  <a:gd name="T47" fmla="*/ 2 h 114"/>
                  <a:gd name="T48" fmla="*/ 6 w 119"/>
                  <a:gd name="T49" fmla="*/ 1 h 114"/>
                  <a:gd name="T50" fmla="*/ 4 w 119"/>
                  <a:gd name="T51" fmla="*/ 1 h 114"/>
                  <a:gd name="T52" fmla="*/ 5 w 119"/>
                  <a:gd name="T53" fmla="*/ 1 h 114"/>
                  <a:gd name="T54" fmla="*/ 5 w 119"/>
                  <a:gd name="T55" fmla="*/ 1 h 114"/>
                  <a:gd name="T56" fmla="*/ 6 w 119"/>
                  <a:gd name="T57" fmla="*/ 1 h 114"/>
                  <a:gd name="T58" fmla="*/ 7 w 119"/>
                  <a:gd name="T59" fmla="*/ 0 h 114"/>
                  <a:gd name="T60" fmla="*/ 7 w 119"/>
                  <a:gd name="T61" fmla="*/ 1 h 114"/>
                  <a:gd name="T62" fmla="*/ 8 w 119"/>
                  <a:gd name="T63" fmla="*/ 1 h 114"/>
                  <a:gd name="T64" fmla="*/ 8 w 119"/>
                  <a:gd name="T65" fmla="*/ 2 h 114"/>
                  <a:gd name="T66" fmla="*/ 8 w 119"/>
                  <a:gd name="T67" fmla="*/ 3 h 114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19"/>
                  <a:gd name="T103" fmla="*/ 0 h 114"/>
                  <a:gd name="T104" fmla="*/ 119 w 119"/>
                  <a:gd name="T105" fmla="*/ 114 h 114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19" h="114">
                    <a:moveTo>
                      <a:pt x="116" y="33"/>
                    </a:moveTo>
                    <a:lnTo>
                      <a:pt x="112" y="53"/>
                    </a:lnTo>
                    <a:lnTo>
                      <a:pt x="101" y="67"/>
                    </a:lnTo>
                    <a:lnTo>
                      <a:pt x="87" y="76"/>
                    </a:lnTo>
                    <a:lnTo>
                      <a:pt x="71" y="83"/>
                    </a:lnTo>
                    <a:lnTo>
                      <a:pt x="54" y="89"/>
                    </a:lnTo>
                    <a:lnTo>
                      <a:pt x="37" y="95"/>
                    </a:lnTo>
                    <a:lnTo>
                      <a:pt x="21" y="104"/>
                    </a:lnTo>
                    <a:lnTo>
                      <a:pt x="6" y="114"/>
                    </a:lnTo>
                    <a:lnTo>
                      <a:pt x="1" y="109"/>
                    </a:lnTo>
                    <a:lnTo>
                      <a:pt x="0" y="101"/>
                    </a:lnTo>
                    <a:lnTo>
                      <a:pt x="1" y="93"/>
                    </a:lnTo>
                    <a:lnTo>
                      <a:pt x="1" y="85"/>
                    </a:lnTo>
                    <a:lnTo>
                      <a:pt x="13" y="77"/>
                    </a:lnTo>
                    <a:lnTo>
                      <a:pt x="25" y="70"/>
                    </a:lnTo>
                    <a:lnTo>
                      <a:pt x="38" y="66"/>
                    </a:lnTo>
                    <a:lnTo>
                      <a:pt x="51" y="61"/>
                    </a:lnTo>
                    <a:lnTo>
                      <a:pt x="63" y="57"/>
                    </a:lnTo>
                    <a:lnTo>
                      <a:pt x="75" y="52"/>
                    </a:lnTo>
                    <a:lnTo>
                      <a:pt x="86" y="46"/>
                    </a:lnTo>
                    <a:lnTo>
                      <a:pt x="96" y="37"/>
                    </a:lnTo>
                    <a:lnTo>
                      <a:pt x="97" y="30"/>
                    </a:lnTo>
                    <a:lnTo>
                      <a:pt x="94" y="23"/>
                    </a:lnTo>
                    <a:lnTo>
                      <a:pt x="89" y="17"/>
                    </a:lnTo>
                    <a:lnTo>
                      <a:pt x="83" y="14"/>
                    </a:lnTo>
                    <a:lnTo>
                      <a:pt x="64" y="13"/>
                    </a:lnTo>
                    <a:lnTo>
                      <a:pt x="69" y="6"/>
                    </a:lnTo>
                    <a:lnTo>
                      <a:pt x="78" y="2"/>
                    </a:lnTo>
                    <a:lnTo>
                      <a:pt x="89" y="1"/>
                    </a:lnTo>
                    <a:lnTo>
                      <a:pt x="97" y="0"/>
                    </a:lnTo>
                    <a:lnTo>
                      <a:pt x="108" y="3"/>
                    </a:lnTo>
                    <a:lnTo>
                      <a:pt x="116" y="10"/>
                    </a:lnTo>
                    <a:lnTo>
                      <a:pt x="119" y="21"/>
                    </a:lnTo>
                    <a:lnTo>
                      <a:pt x="116" y="3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" name="Freeform 391"/>
              <p:cNvSpPr>
                <a:spLocks/>
              </p:cNvSpPr>
              <p:nvPr/>
            </p:nvSpPr>
            <p:spPr bwMode="auto">
              <a:xfrm>
                <a:off x="2772" y="1797"/>
                <a:ext cx="37" cy="52"/>
              </a:xfrm>
              <a:custGeom>
                <a:avLst/>
                <a:gdLst>
                  <a:gd name="T0" fmla="*/ 5 w 73"/>
                  <a:gd name="T1" fmla="*/ 0 h 105"/>
                  <a:gd name="T2" fmla="*/ 5 w 73"/>
                  <a:gd name="T3" fmla="*/ 1 h 105"/>
                  <a:gd name="T4" fmla="*/ 5 w 73"/>
                  <a:gd name="T5" fmla="*/ 3 h 105"/>
                  <a:gd name="T6" fmla="*/ 5 w 73"/>
                  <a:gd name="T7" fmla="*/ 4 h 105"/>
                  <a:gd name="T8" fmla="*/ 5 w 73"/>
                  <a:gd name="T9" fmla="*/ 5 h 105"/>
                  <a:gd name="T10" fmla="*/ 4 w 73"/>
                  <a:gd name="T11" fmla="*/ 6 h 105"/>
                  <a:gd name="T12" fmla="*/ 4 w 73"/>
                  <a:gd name="T13" fmla="*/ 6 h 105"/>
                  <a:gd name="T14" fmla="*/ 4 w 73"/>
                  <a:gd name="T15" fmla="*/ 6 h 105"/>
                  <a:gd name="T16" fmla="*/ 3 w 73"/>
                  <a:gd name="T17" fmla="*/ 6 h 105"/>
                  <a:gd name="T18" fmla="*/ 3 w 73"/>
                  <a:gd name="T19" fmla="*/ 6 h 105"/>
                  <a:gd name="T20" fmla="*/ 3 w 73"/>
                  <a:gd name="T21" fmla="*/ 6 h 105"/>
                  <a:gd name="T22" fmla="*/ 2 w 73"/>
                  <a:gd name="T23" fmla="*/ 6 h 105"/>
                  <a:gd name="T24" fmla="*/ 2 w 73"/>
                  <a:gd name="T25" fmla="*/ 6 h 105"/>
                  <a:gd name="T26" fmla="*/ 2 w 73"/>
                  <a:gd name="T27" fmla="*/ 5 h 105"/>
                  <a:gd name="T28" fmla="*/ 1 w 73"/>
                  <a:gd name="T29" fmla="*/ 4 h 105"/>
                  <a:gd name="T30" fmla="*/ 1 w 73"/>
                  <a:gd name="T31" fmla="*/ 4 h 105"/>
                  <a:gd name="T32" fmla="*/ 1 w 73"/>
                  <a:gd name="T33" fmla="*/ 3 h 105"/>
                  <a:gd name="T34" fmla="*/ 1 w 73"/>
                  <a:gd name="T35" fmla="*/ 2 h 105"/>
                  <a:gd name="T36" fmla="*/ 0 w 73"/>
                  <a:gd name="T37" fmla="*/ 2 h 105"/>
                  <a:gd name="T38" fmla="*/ 1 w 73"/>
                  <a:gd name="T39" fmla="*/ 1 h 105"/>
                  <a:gd name="T40" fmla="*/ 1 w 73"/>
                  <a:gd name="T41" fmla="*/ 1 h 105"/>
                  <a:gd name="T42" fmla="*/ 2 w 73"/>
                  <a:gd name="T43" fmla="*/ 1 h 105"/>
                  <a:gd name="T44" fmla="*/ 2 w 73"/>
                  <a:gd name="T45" fmla="*/ 1 h 105"/>
                  <a:gd name="T46" fmla="*/ 3 w 73"/>
                  <a:gd name="T47" fmla="*/ 0 h 105"/>
                  <a:gd name="T48" fmla="*/ 3 w 73"/>
                  <a:gd name="T49" fmla="*/ 0 h 105"/>
                  <a:gd name="T50" fmla="*/ 4 w 73"/>
                  <a:gd name="T51" fmla="*/ 0 h 105"/>
                  <a:gd name="T52" fmla="*/ 4 w 73"/>
                  <a:gd name="T53" fmla="*/ 0 h 105"/>
                  <a:gd name="T54" fmla="*/ 4 w 73"/>
                  <a:gd name="T55" fmla="*/ 0 h 105"/>
                  <a:gd name="T56" fmla="*/ 5 w 73"/>
                  <a:gd name="T57" fmla="*/ 0 h 10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3"/>
                  <a:gd name="T88" fmla="*/ 0 h 105"/>
                  <a:gd name="T89" fmla="*/ 73 w 73"/>
                  <a:gd name="T90" fmla="*/ 105 h 105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3" h="105">
                    <a:moveTo>
                      <a:pt x="72" y="0"/>
                    </a:moveTo>
                    <a:lnTo>
                      <a:pt x="73" y="26"/>
                    </a:lnTo>
                    <a:lnTo>
                      <a:pt x="71" y="52"/>
                    </a:lnTo>
                    <a:lnTo>
                      <a:pt x="68" y="76"/>
                    </a:lnTo>
                    <a:lnTo>
                      <a:pt x="65" y="95"/>
                    </a:lnTo>
                    <a:lnTo>
                      <a:pt x="61" y="96"/>
                    </a:lnTo>
                    <a:lnTo>
                      <a:pt x="55" y="98"/>
                    </a:lnTo>
                    <a:lnTo>
                      <a:pt x="50" y="100"/>
                    </a:lnTo>
                    <a:lnTo>
                      <a:pt x="45" y="101"/>
                    </a:lnTo>
                    <a:lnTo>
                      <a:pt x="39" y="103"/>
                    </a:lnTo>
                    <a:lnTo>
                      <a:pt x="33" y="105"/>
                    </a:lnTo>
                    <a:lnTo>
                      <a:pt x="27" y="105"/>
                    </a:lnTo>
                    <a:lnTo>
                      <a:pt x="20" y="103"/>
                    </a:lnTo>
                    <a:lnTo>
                      <a:pt x="19" y="92"/>
                    </a:lnTo>
                    <a:lnTo>
                      <a:pt x="15" y="79"/>
                    </a:lnTo>
                    <a:lnTo>
                      <a:pt x="9" y="69"/>
                    </a:lnTo>
                    <a:lnTo>
                      <a:pt x="4" y="57"/>
                    </a:lnTo>
                    <a:lnTo>
                      <a:pt x="1" y="47"/>
                    </a:lnTo>
                    <a:lnTo>
                      <a:pt x="0" y="38"/>
                    </a:lnTo>
                    <a:lnTo>
                      <a:pt x="3" y="28"/>
                    </a:lnTo>
                    <a:lnTo>
                      <a:pt x="14" y="20"/>
                    </a:lnTo>
                    <a:lnTo>
                      <a:pt x="23" y="20"/>
                    </a:lnTo>
                    <a:lnTo>
                      <a:pt x="30" y="18"/>
                    </a:lnTo>
                    <a:lnTo>
                      <a:pt x="37" y="15"/>
                    </a:lnTo>
                    <a:lnTo>
                      <a:pt x="44" y="10"/>
                    </a:lnTo>
                    <a:lnTo>
                      <a:pt x="49" y="5"/>
                    </a:lnTo>
                    <a:lnTo>
                      <a:pt x="56" y="2"/>
                    </a:lnTo>
                    <a:lnTo>
                      <a:pt x="63" y="0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" name="Freeform 392"/>
              <p:cNvSpPr>
                <a:spLocks/>
              </p:cNvSpPr>
              <p:nvPr/>
            </p:nvSpPr>
            <p:spPr bwMode="auto">
              <a:xfrm>
                <a:off x="2816" y="1808"/>
                <a:ext cx="9" cy="30"/>
              </a:xfrm>
              <a:custGeom>
                <a:avLst/>
                <a:gdLst>
                  <a:gd name="T0" fmla="*/ 1 w 19"/>
                  <a:gd name="T1" fmla="*/ 4 h 60"/>
                  <a:gd name="T2" fmla="*/ 0 w 19"/>
                  <a:gd name="T3" fmla="*/ 4 h 60"/>
                  <a:gd name="T4" fmla="*/ 0 w 19"/>
                  <a:gd name="T5" fmla="*/ 3 h 60"/>
                  <a:gd name="T6" fmla="*/ 0 w 19"/>
                  <a:gd name="T7" fmla="*/ 2 h 60"/>
                  <a:gd name="T8" fmla="*/ 0 w 19"/>
                  <a:gd name="T9" fmla="*/ 1 h 60"/>
                  <a:gd name="T10" fmla="*/ 0 w 19"/>
                  <a:gd name="T11" fmla="*/ 0 h 60"/>
                  <a:gd name="T12" fmla="*/ 0 w 19"/>
                  <a:gd name="T13" fmla="*/ 1 h 60"/>
                  <a:gd name="T14" fmla="*/ 0 w 19"/>
                  <a:gd name="T15" fmla="*/ 2 h 60"/>
                  <a:gd name="T16" fmla="*/ 0 w 19"/>
                  <a:gd name="T17" fmla="*/ 3 h 60"/>
                  <a:gd name="T18" fmla="*/ 1 w 19"/>
                  <a:gd name="T19" fmla="*/ 4 h 6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9"/>
                  <a:gd name="T31" fmla="*/ 0 h 60"/>
                  <a:gd name="T32" fmla="*/ 19 w 19"/>
                  <a:gd name="T33" fmla="*/ 60 h 6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9" h="60">
                    <a:moveTo>
                      <a:pt x="19" y="60"/>
                    </a:moveTo>
                    <a:lnTo>
                      <a:pt x="3" y="58"/>
                    </a:lnTo>
                    <a:lnTo>
                      <a:pt x="0" y="44"/>
                    </a:lnTo>
                    <a:lnTo>
                      <a:pt x="3" y="31"/>
                    </a:lnTo>
                    <a:lnTo>
                      <a:pt x="5" y="16"/>
                    </a:lnTo>
                    <a:lnTo>
                      <a:pt x="3" y="0"/>
                    </a:lnTo>
                    <a:lnTo>
                      <a:pt x="10" y="14"/>
                    </a:lnTo>
                    <a:lnTo>
                      <a:pt x="10" y="30"/>
                    </a:lnTo>
                    <a:lnTo>
                      <a:pt x="11" y="47"/>
                    </a:lnTo>
                    <a:lnTo>
                      <a:pt x="19" y="6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" name="Freeform 393"/>
              <p:cNvSpPr>
                <a:spLocks/>
              </p:cNvSpPr>
              <p:nvPr/>
            </p:nvSpPr>
            <p:spPr bwMode="auto">
              <a:xfrm>
                <a:off x="2956" y="1815"/>
                <a:ext cx="32" cy="43"/>
              </a:xfrm>
              <a:custGeom>
                <a:avLst/>
                <a:gdLst>
                  <a:gd name="T0" fmla="*/ 4 w 65"/>
                  <a:gd name="T1" fmla="*/ 0 h 85"/>
                  <a:gd name="T2" fmla="*/ 3 w 65"/>
                  <a:gd name="T3" fmla="*/ 1 h 85"/>
                  <a:gd name="T4" fmla="*/ 2 w 65"/>
                  <a:gd name="T5" fmla="*/ 2 h 85"/>
                  <a:gd name="T6" fmla="*/ 2 w 65"/>
                  <a:gd name="T7" fmla="*/ 2 h 85"/>
                  <a:gd name="T8" fmla="*/ 1 w 65"/>
                  <a:gd name="T9" fmla="*/ 3 h 85"/>
                  <a:gd name="T10" fmla="*/ 1 w 65"/>
                  <a:gd name="T11" fmla="*/ 4 h 85"/>
                  <a:gd name="T12" fmla="*/ 0 w 65"/>
                  <a:gd name="T13" fmla="*/ 4 h 85"/>
                  <a:gd name="T14" fmla="*/ 0 w 65"/>
                  <a:gd name="T15" fmla="*/ 5 h 85"/>
                  <a:gd name="T16" fmla="*/ 0 w 65"/>
                  <a:gd name="T17" fmla="*/ 6 h 85"/>
                  <a:gd name="T18" fmla="*/ 0 w 65"/>
                  <a:gd name="T19" fmla="*/ 5 h 85"/>
                  <a:gd name="T20" fmla="*/ 0 w 65"/>
                  <a:gd name="T21" fmla="*/ 5 h 85"/>
                  <a:gd name="T22" fmla="*/ 0 w 65"/>
                  <a:gd name="T23" fmla="*/ 4 h 85"/>
                  <a:gd name="T24" fmla="*/ 0 w 65"/>
                  <a:gd name="T25" fmla="*/ 3 h 85"/>
                  <a:gd name="T26" fmla="*/ 0 w 65"/>
                  <a:gd name="T27" fmla="*/ 3 h 85"/>
                  <a:gd name="T28" fmla="*/ 0 w 65"/>
                  <a:gd name="T29" fmla="*/ 2 h 85"/>
                  <a:gd name="T30" fmla="*/ 1 w 65"/>
                  <a:gd name="T31" fmla="*/ 2 h 85"/>
                  <a:gd name="T32" fmla="*/ 1 w 65"/>
                  <a:gd name="T33" fmla="*/ 1 h 85"/>
                  <a:gd name="T34" fmla="*/ 1 w 65"/>
                  <a:gd name="T35" fmla="*/ 1 h 85"/>
                  <a:gd name="T36" fmla="*/ 1 w 65"/>
                  <a:gd name="T37" fmla="*/ 1 h 85"/>
                  <a:gd name="T38" fmla="*/ 1 w 65"/>
                  <a:gd name="T39" fmla="*/ 1 h 85"/>
                  <a:gd name="T40" fmla="*/ 1 w 65"/>
                  <a:gd name="T41" fmla="*/ 1 h 85"/>
                  <a:gd name="T42" fmla="*/ 1 w 65"/>
                  <a:gd name="T43" fmla="*/ 1 h 85"/>
                  <a:gd name="T44" fmla="*/ 2 w 65"/>
                  <a:gd name="T45" fmla="*/ 0 h 85"/>
                  <a:gd name="T46" fmla="*/ 2 w 65"/>
                  <a:gd name="T47" fmla="*/ 0 h 85"/>
                  <a:gd name="T48" fmla="*/ 2 w 65"/>
                  <a:gd name="T49" fmla="*/ 0 h 85"/>
                  <a:gd name="T50" fmla="*/ 3 w 65"/>
                  <a:gd name="T51" fmla="*/ 0 h 85"/>
                  <a:gd name="T52" fmla="*/ 3 w 65"/>
                  <a:gd name="T53" fmla="*/ 0 h 85"/>
                  <a:gd name="T54" fmla="*/ 3 w 65"/>
                  <a:gd name="T55" fmla="*/ 0 h 85"/>
                  <a:gd name="T56" fmla="*/ 4 w 65"/>
                  <a:gd name="T57" fmla="*/ 0 h 8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65"/>
                  <a:gd name="T88" fmla="*/ 0 h 85"/>
                  <a:gd name="T89" fmla="*/ 65 w 65"/>
                  <a:gd name="T90" fmla="*/ 85 h 85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65" h="85">
                    <a:moveTo>
                      <a:pt x="65" y="0"/>
                    </a:moveTo>
                    <a:lnTo>
                      <a:pt x="55" y="10"/>
                    </a:lnTo>
                    <a:lnTo>
                      <a:pt x="47" y="20"/>
                    </a:lnTo>
                    <a:lnTo>
                      <a:pt x="38" y="30"/>
                    </a:lnTo>
                    <a:lnTo>
                      <a:pt x="30" y="40"/>
                    </a:lnTo>
                    <a:lnTo>
                      <a:pt x="22" y="50"/>
                    </a:lnTo>
                    <a:lnTo>
                      <a:pt x="15" y="62"/>
                    </a:lnTo>
                    <a:lnTo>
                      <a:pt x="9" y="72"/>
                    </a:lnTo>
                    <a:lnTo>
                      <a:pt x="3" y="85"/>
                    </a:lnTo>
                    <a:lnTo>
                      <a:pt x="0" y="77"/>
                    </a:lnTo>
                    <a:lnTo>
                      <a:pt x="0" y="65"/>
                    </a:lnTo>
                    <a:lnTo>
                      <a:pt x="0" y="54"/>
                    </a:lnTo>
                    <a:lnTo>
                      <a:pt x="0" y="42"/>
                    </a:lnTo>
                    <a:lnTo>
                      <a:pt x="8" y="36"/>
                    </a:lnTo>
                    <a:lnTo>
                      <a:pt x="13" y="30"/>
                    </a:lnTo>
                    <a:lnTo>
                      <a:pt x="16" y="23"/>
                    </a:lnTo>
                    <a:lnTo>
                      <a:pt x="23" y="15"/>
                    </a:lnTo>
                    <a:lnTo>
                      <a:pt x="20" y="13"/>
                    </a:lnTo>
                    <a:lnTo>
                      <a:pt x="21" y="9"/>
                    </a:lnTo>
                    <a:lnTo>
                      <a:pt x="23" y="5"/>
                    </a:lnTo>
                    <a:lnTo>
                      <a:pt x="22" y="3"/>
                    </a:lnTo>
                    <a:lnTo>
                      <a:pt x="28" y="1"/>
                    </a:lnTo>
                    <a:lnTo>
                      <a:pt x="33" y="0"/>
                    </a:lnTo>
                    <a:lnTo>
                      <a:pt x="38" y="0"/>
                    </a:lnTo>
                    <a:lnTo>
                      <a:pt x="44" y="0"/>
                    </a:lnTo>
                    <a:lnTo>
                      <a:pt x="48" y="0"/>
                    </a:lnTo>
                    <a:lnTo>
                      <a:pt x="53" y="0"/>
                    </a:lnTo>
                    <a:lnTo>
                      <a:pt x="59" y="0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Freeform 394"/>
              <p:cNvSpPr>
                <a:spLocks/>
              </p:cNvSpPr>
              <p:nvPr/>
            </p:nvSpPr>
            <p:spPr bwMode="auto">
              <a:xfrm>
                <a:off x="2848" y="1811"/>
                <a:ext cx="17" cy="18"/>
              </a:xfrm>
              <a:custGeom>
                <a:avLst/>
                <a:gdLst>
                  <a:gd name="T0" fmla="*/ 3 w 32"/>
                  <a:gd name="T1" fmla="*/ 1 h 36"/>
                  <a:gd name="T2" fmla="*/ 2 w 32"/>
                  <a:gd name="T3" fmla="*/ 1 h 36"/>
                  <a:gd name="T4" fmla="*/ 2 w 32"/>
                  <a:gd name="T5" fmla="*/ 2 h 36"/>
                  <a:gd name="T6" fmla="*/ 1 w 32"/>
                  <a:gd name="T7" fmla="*/ 2 h 36"/>
                  <a:gd name="T8" fmla="*/ 0 w 32"/>
                  <a:gd name="T9" fmla="*/ 2 h 36"/>
                  <a:gd name="T10" fmla="*/ 1 w 32"/>
                  <a:gd name="T11" fmla="*/ 1 h 36"/>
                  <a:gd name="T12" fmla="*/ 1 w 32"/>
                  <a:gd name="T13" fmla="*/ 1 h 36"/>
                  <a:gd name="T14" fmla="*/ 1 w 32"/>
                  <a:gd name="T15" fmla="*/ 1 h 36"/>
                  <a:gd name="T16" fmla="*/ 2 w 32"/>
                  <a:gd name="T17" fmla="*/ 0 h 36"/>
                  <a:gd name="T18" fmla="*/ 2 w 32"/>
                  <a:gd name="T19" fmla="*/ 1 h 36"/>
                  <a:gd name="T20" fmla="*/ 3 w 32"/>
                  <a:gd name="T21" fmla="*/ 1 h 36"/>
                  <a:gd name="T22" fmla="*/ 3 w 32"/>
                  <a:gd name="T23" fmla="*/ 1 h 36"/>
                  <a:gd name="T24" fmla="*/ 3 w 32"/>
                  <a:gd name="T25" fmla="*/ 1 h 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2"/>
                  <a:gd name="T40" fmla="*/ 0 h 36"/>
                  <a:gd name="T41" fmla="*/ 32 w 32"/>
                  <a:gd name="T42" fmla="*/ 36 h 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2" h="36">
                    <a:moveTo>
                      <a:pt x="32" y="28"/>
                    </a:moveTo>
                    <a:lnTo>
                      <a:pt x="24" y="31"/>
                    </a:lnTo>
                    <a:lnTo>
                      <a:pt x="16" y="35"/>
                    </a:lnTo>
                    <a:lnTo>
                      <a:pt x="8" y="36"/>
                    </a:lnTo>
                    <a:lnTo>
                      <a:pt x="0" y="36"/>
                    </a:lnTo>
                    <a:lnTo>
                      <a:pt x="3" y="26"/>
                    </a:lnTo>
                    <a:lnTo>
                      <a:pt x="7" y="16"/>
                    </a:lnTo>
                    <a:lnTo>
                      <a:pt x="12" y="7"/>
                    </a:lnTo>
                    <a:lnTo>
                      <a:pt x="21" y="0"/>
                    </a:lnTo>
                    <a:lnTo>
                      <a:pt x="26" y="5"/>
                    </a:lnTo>
                    <a:lnTo>
                      <a:pt x="30" y="12"/>
                    </a:lnTo>
                    <a:lnTo>
                      <a:pt x="31" y="20"/>
                    </a:lnTo>
                    <a:lnTo>
                      <a:pt x="32" y="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" name="Freeform 395"/>
              <p:cNvSpPr>
                <a:spLocks/>
              </p:cNvSpPr>
              <p:nvPr/>
            </p:nvSpPr>
            <p:spPr bwMode="auto">
              <a:xfrm>
                <a:off x="2877" y="1826"/>
                <a:ext cx="74" cy="59"/>
              </a:xfrm>
              <a:custGeom>
                <a:avLst/>
                <a:gdLst>
                  <a:gd name="T0" fmla="*/ 3 w 149"/>
                  <a:gd name="T1" fmla="*/ 0 h 119"/>
                  <a:gd name="T2" fmla="*/ 4 w 149"/>
                  <a:gd name="T3" fmla="*/ 1 h 119"/>
                  <a:gd name="T4" fmla="*/ 4 w 149"/>
                  <a:gd name="T5" fmla="*/ 2 h 119"/>
                  <a:gd name="T6" fmla="*/ 5 w 149"/>
                  <a:gd name="T7" fmla="*/ 3 h 119"/>
                  <a:gd name="T8" fmla="*/ 5 w 149"/>
                  <a:gd name="T9" fmla="*/ 3 h 119"/>
                  <a:gd name="T10" fmla="*/ 6 w 149"/>
                  <a:gd name="T11" fmla="*/ 3 h 119"/>
                  <a:gd name="T12" fmla="*/ 6 w 149"/>
                  <a:gd name="T13" fmla="*/ 3 h 119"/>
                  <a:gd name="T14" fmla="*/ 7 w 149"/>
                  <a:gd name="T15" fmla="*/ 3 h 119"/>
                  <a:gd name="T16" fmla="*/ 7 w 149"/>
                  <a:gd name="T17" fmla="*/ 3 h 119"/>
                  <a:gd name="T18" fmla="*/ 7 w 149"/>
                  <a:gd name="T19" fmla="*/ 3 h 119"/>
                  <a:gd name="T20" fmla="*/ 7 w 149"/>
                  <a:gd name="T21" fmla="*/ 3 h 119"/>
                  <a:gd name="T22" fmla="*/ 8 w 149"/>
                  <a:gd name="T23" fmla="*/ 3 h 119"/>
                  <a:gd name="T24" fmla="*/ 8 w 149"/>
                  <a:gd name="T25" fmla="*/ 3 h 119"/>
                  <a:gd name="T26" fmla="*/ 8 w 149"/>
                  <a:gd name="T27" fmla="*/ 4 h 119"/>
                  <a:gd name="T28" fmla="*/ 9 w 149"/>
                  <a:gd name="T29" fmla="*/ 5 h 119"/>
                  <a:gd name="T30" fmla="*/ 9 w 149"/>
                  <a:gd name="T31" fmla="*/ 5 h 119"/>
                  <a:gd name="T32" fmla="*/ 8 w 149"/>
                  <a:gd name="T33" fmla="*/ 6 h 119"/>
                  <a:gd name="T34" fmla="*/ 7 w 149"/>
                  <a:gd name="T35" fmla="*/ 6 h 119"/>
                  <a:gd name="T36" fmla="*/ 7 w 149"/>
                  <a:gd name="T37" fmla="*/ 6 h 119"/>
                  <a:gd name="T38" fmla="*/ 6 w 149"/>
                  <a:gd name="T39" fmla="*/ 6 h 119"/>
                  <a:gd name="T40" fmla="*/ 5 w 149"/>
                  <a:gd name="T41" fmla="*/ 6 h 119"/>
                  <a:gd name="T42" fmla="*/ 4 w 149"/>
                  <a:gd name="T43" fmla="*/ 6 h 119"/>
                  <a:gd name="T44" fmla="*/ 3 w 149"/>
                  <a:gd name="T45" fmla="*/ 7 h 119"/>
                  <a:gd name="T46" fmla="*/ 2 w 149"/>
                  <a:gd name="T47" fmla="*/ 7 h 119"/>
                  <a:gd name="T48" fmla="*/ 1 w 149"/>
                  <a:gd name="T49" fmla="*/ 7 h 119"/>
                  <a:gd name="T50" fmla="*/ 0 w 149"/>
                  <a:gd name="T51" fmla="*/ 0 h 119"/>
                  <a:gd name="T52" fmla="*/ 0 w 149"/>
                  <a:gd name="T53" fmla="*/ 0 h 119"/>
                  <a:gd name="T54" fmla="*/ 1 w 149"/>
                  <a:gd name="T55" fmla="*/ 0 h 119"/>
                  <a:gd name="T56" fmla="*/ 1 w 149"/>
                  <a:gd name="T57" fmla="*/ 0 h 119"/>
                  <a:gd name="T58" fmla="*/ 2 w 149"/>
                  <a:gd name="T59" fmla="*/ 0 h 119"/>
                  <a:gd name="T60" fmla="*/ 2 w 149"/>
                  <a:gd name="T61" fmla="*/ 0 h 119"/>
                  <a:gd name="T62" fmla="*/ 3 w 149"/>
                  <a:gd name="T63" fmla="*/ 0 h 119"/>
                  <a:gd name="T64" fmla="*/ 3 w 149"/>
                  <a:gd name="T65" fmla="*/ 0 h 119"/>
                  <a:gd name="T66" fmla="*/ 4 w 149"/>
                  <a:gd name="T67" fmla="*/ 0 h 119"/>
                  <a:gd name="T68" fmla="*/ 3 w 149"/>
                  <a:gd name="T69" fmla="*/ 0 h 119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149"/>
                  <a:gd name="T106" fmla="*/ 0 h 119"/>
                  <a:gd name="T107" fmla="*/ 149 w 149"/>
                  <a:gd name="T108" fmla="*/ 119 h 119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149" h="119">
                    <a:moveTo>
                      <a:pt x="63" y="11"/>
                    </a:moveTo>
                    <a:lnTo>
                      <a:pt x="66" y="26"/>
                    </a:lnTo>
                    <a:lnTo>
                      <a:pt x="71" y="39"/>
                    </a:lnTo>
                    <a:lnTo>
                      <a:pt x="80" y="52"/>
                    </a:lnTo>
                    <a:lnTo>
                      <a:pt x="95" y="59"/>
                    </a:lnTo>
                    <a:lnTo>
                      <a:pt x="101" y="56"/>
                    </a:lnTo>
                    <a:lnTo>
                      <a:pt x="106" y="52"/>
                    </a:lnTo>
                    <a:lnTo>
                      <a:pt x="112" y="51"/>
                    </a:lnTo>
                    <a:lnTo>
                      <a:pt x="117" y="51"/>
                    </a:lnTo>
                    <a:lnTo>
                      <a:pt x="122" y="52"/>
                    </a:lnTo>
                    <a:lnTo>
                      <a:pt x="127" y="54"/>
                    </a:lnTo>
                    <a:lnTo>
                      <a:pt x="132" y="58"/>
                    </a:lnTo>
                    <a:lnTo>
                      <a:pt x="135" y="63"/>
                    </a:lnTo>
                    <a:lnTo>
                      <a:pt x="141" y="71"/>
                    </a:lnTo>
                    <a:lnTo>
                      <a:pt x="148" y="81"/>
                    </a:lnTo>
                    <a:lnTo>
                      <a:pt x="149" y="91"/>
                    </a:lnTo>
                    <a:lnTo>
                      <a:pt x="141" y="98"/>
                    </a:lnTo>
                    <a:lnTo>
                      <a:pt x="127" y="101"/>
                    </a:lnTo>
                    <a:lnTo>
                      <a:pt x="112" y="102"/>
                    </a:lnTo>
                    <a:lnTo>
                      <a:pt x="97" y="104"/>
                    </a:lnTo>
                    <a:lnTo>
                      <a:pt x="82" y="106"/>
                    </a:lnTo>
                    <a:lnTo>
                      <a:pt x="67" y="110"/>
                    </a:lnTo>
                    <a:lnTo>
                      <a:pt x="52" y="112"/>
                    </a:lnTo>
                    <a:lnTo>
                      <a:pt x="37" y="116"/>
                    </a:lnTo>
                    <a:lnTo>
                      <a:pt x="22" y="119"/>
                    </a:lnTo>
                    <a:lnTo>
                      <a:pt x="0" y="13"/>
                    </a:lnTo>
                    <a:lnTo>
                      <a:pt x="8" y="12"/>
                    </a:lnTo>
                    <a:lnTo>
                      <a:pt x="18" y="10"/>
                    </a:lnTo>
                    <a:lnTo>
                      <a:pt x="27" y="6"/>
                    </a:lnTo>
                    <a:lnTo>
                      <a:pt x="36" y="3"/>
                    </a:lnTo>
                    <a:lnTo>
                      <a:pt x="45" y="0"/>
                    </a:lnTo>
                    <a:lnTo>
                      <a:pt x="53" y="0"/>
                    </a:lnTo>
                    <a:lnTo>
                      <a:pt x="60" y="4"/>
                    </a:lnTo>
                    <a:lnTo>
                      <a:pt x="65" y="11"/>
                    </a:lnTo>
                    <a:lnTo>
                      <a:pt x="63" y="1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" name="Freeform 396"/>
              <p:cNvSpPr>
                <a:spLocks/>
              </p:cNvSpPr>
              <p:nvPr/>
            </p:nvSpPr>
            <p:spPr bwMode="auto">
              <a:xfrm>
                <a:off x="2814" y="1835"/>
                <a:ext cx="67" cy="68"/>
              </a:xfrm>
              <a:custGeom>
                <a:avLst/>
                <a:gdLst>
                  <a:gd name="T0" fmla="*/ 7 w 132"/>
                  <a:gd name="T1" fmla="*/ 0 h 136"/>
                  <a:gd name="T2" fmla="*/ 8 w 132"/>
                  <a:gd name="T3" fmla="*/ 1 h 136"/>
                  <a:gd name="T4" fmla="*/ 8 w 132"/>
                  <a:gd name="T5" fmla="*/ 3 h 136"/>
                  <a:gd name="T6" fmla="*/ 8 w 132"/>
                  <a:gd name="T7" fmla="*/ 4 h 136"/>
                  <a:gd name="T8" fmla="*/ 9 w 132"/>
                  <a:gd name="T9" fmla="*/ 6 h 136"/>
                  <a:gd name="T10" fmla="*/ 8 w 132"/>
                  <a:gd name="T11" fmla="*/ 6 h 136"/>
                  <a:gd name="T12" fmla="*/ 7 w 132"/>
                  <a:gd name="T13" fmla="*/ 6 h 136"/>
                  <a:gd name="T14" fmla="*/ 6 w 132"/>
                  <a:gd name="T15" fmla="*/ 7 h 136"/>
                  <a:gd name="T16" fmla="*/ 5 w 132"/>
                  <a:gd name="T17" fmla="*/ 7 h 136"/>
                  <a:gd name="T18" fmla="*/ 4 w 132"/>
                  <a:gd name="T19" fmla="*/ 7 h 136"/>
                  <a:gd name="T20" fmla="*/ 3 w 132"/>
                  <a:gd name="T21" fmla="*/ 7 h 136"/>
                  <a:gd name="T22" fmla="*/ 2 w 132"/>
                  <a:gd name="T23" fmla="*/ 9 h 136"/>
                  <a:gd name="T24" fmla="*/ 1 w 132"/>
                  <a:gd name="T25" fmla="*/ 9 h 136"/>
                  <a:gd name="T26" fmla="*/ 1 w 132"/>
                  <a:gd name="T27" fmla="*/ 6 h 136"/>
                  <a:gd name="T28" fmla="*/ 0 w 132"/>
                  <a:gd name="T29" fmla="*/ 5 h 136"/>
                  <a:gd name="T30" fmla="*/ 1 w 132"/>
                  <a:gd name="T31" fmla="*/ 4 h 136"/>
                  <a:gd name="T32" fmla="*/ 1 w 132"/>
                  <a:gd name="T33" fmla="*/ 2 h 136"/>
                  <a:gd name="T34" fmla="*/ 1 w 132"/>
                  <a:gd name="T35" fmla="*/ 2 h 136"/>
                  <a:gd name="T36" fmla="*/ 1 w 132"/>
                  <a:gd name="T37" fmla="*/ 2 h 136"/>
                  <a:gd name="T38" fmla="*/ 1 w 132"/>
                  <a:gd name="T39" fmla="*/ 1 h 136"/>
                  <a:gd name="T40" fmla="*/ 1 w 132"/>
                  <a:gd name="T41" fmla="*/ 1 h 136"/>
                  <a:gd name="T42" fmla="*/ 2 w 132"/>
                  <a:gd name="T43" fmla="*/ 1 h 136"/>
                  <a:gd name="T44" fmla="*/ 2 w 132"/>
                  <a:gd name="T45" fmla="*/ 1 h 136"/>
                  <a:gd name="T46" fmla="*/ 3 w 132"/>
                  <a:gd name="T47" fmla="*/ 1 h 136"/>
                  <a:gd name="T48" fmla="*/ 3 w 132"/>
                  <a:gd name="T49" fmla="*/ 1 h 136"/>
                  <a:gd name="T50" fmla="*/ 4 w 132"/>
                  <a:gd name="T51" fmla="*/ 1 h 136"/>
                  <a:gd name="T52" fmla="*/ 4 w 132"/>
                  <a:gd name="T53" fmla="*/ 1 h 136"/>
                  <a:gd name="T54" fmla="*/ 5 w 132"/>
                  <a:gd name="T55" fmla="*/ 1 h 136"/>
                  <a:gd name="T56" fmla="*/ 5 w 132"/>
                  <a:gd name="T57" fmla="*/ 1 h 136"/>
                  <a:gd name="T58" fmla="*/ 6 w 132"/>
                  <a:gd name="T59" fmla="*/ 1 h 136"/>
                  <a:gd name="T60" fmla="*/ 6 w 132"/>
                  <a:gd name="T61" fmla="*/ 1 h 136"/>
                  <a:gd name="T62" fmla="*/ 7 w 132"/>
                  <a:gd name="T63" fmla="*/ 1 h 136"/>
                  <a:gd name="T64" fmla="*/ 7 w 132"/>
                  <a:gd name="T65" fmla="*/ 0 h 1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32"/>
                  <a:gd name="T100" fmla="*/ 0 h 136"/>
                  <a:gd name="T101" fmla="*/ 132 w 132"/>
                  <a:gd name="T102" fmla="*/ 136 h 1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32" h="136">
                    <a:moveTo>
                      <a:pt x="107" y="0"/>
                    </a:moveTo>
                    <a:lnTo>
                      <a:pt x="112" y="30"/>
                    </a:lnTo>
                    <a:lnTo>
                      <a:pt x="116" y="53"/>
                    </a:lnTo>
                    <a:lnTo>
                      <a:pt x="123" y="76"/>
                    </a:lnTo>
                    <a:lnTo>
                      <a:pt x="132" y="102"/>
                    </a:lnTo>
                    <a:lnTo>
                      <a:pt x="117" y="106"/>
                    </a:lnTo>
                    <a:lnTo>
                      <a:pt x="102" y="109"/>
                    </a:lnTo>
                    <a:lnTo>
                      <a:pt x="86" y="114"/>
                    </a:lnTo>
                    <a:lnTo>
                      <a:pt x="69" y="117"/>
                    </a:lnTo>
                    <a:lnTo>
                      <a:pt x="53" y="122"/>
                    </a:lnTo>
                    <a:lnTo>
                      <a:pt x="36" y="127"/>
                    </a:lnTo>
                    <a:lnTo>
                      <a:pt x="19" y="131"/>
                    </a:lnTo>
                    <a:lnTo>
                      <a:pt x="4" y="136"/>
                    </a:lnTo>
                    <a:lnTo>
                      <a:pt x="1" y="108"/>
                    </a:lnTo>
                    <a:lnTo>
                      <a:pt x="0" y="87"/>
                    </a:lnTo>
                    <a:lnTo>
                      <a:pt x="1" y="68"/>
                    </a:lnTo>
                    <a:lnTo>
                      <a:pt x="2" y="47"/>
                    </a:lnTo>
                    <a:lnTo>
                      <a:pt x="1" y="39"/>
                    </a:lnTo>
                    <a:lnTo>
                      <a:pt x="3" y="34"/>
                    </a:lnTo>
                    <a:lnTo>
                      <a:pt x="8" y="30"/>
                    </a:lnTo>
                    <a:lnTo>
                      <a:pt x="15" y="28"/>
                    </a:lnTo>
                    <a:lnTo>
                      <a:pt x="23" y="25"/>
                    </a:lnTo>
                    <a:lnTo>
                      <a:pt x="31" y="22"/>
                    </a:lnTo>
                    <a:lnTo>
                      <a:pt x="38" y="18"/>
                    </a:lnTo>
                    <a:lnTo>
                      <a:pt x="42" y="14"/>
                    </a:lnTo>
                    <a:lnTo>
                      <a:pt x="51" y="11"/>
                    </a:lnTo>
                    <a:lnTo>
                      <a:pt x="59" y="10"/>
                    </a:lnTo>
                    <a:lnTo>
                      <a:pt x="67" y="8"/>
                    </a:lnTo>
                    <a:lnTo>
                      <a:pt x="74" y="7"/>
                    </a:lnTo>
                    <a:lnTo>
                      <a:pt x="82" y="4"/>
                    </a:lnTo>
                    <a:lnTo>
                      <a:pt x="90" y="3"/>
                    </a:lnTo>
                    <a:lnTo>
                      <a:pt x="98" y="1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Freeform 397"/>
              <p:cNvSpPr>
                <a:spLocks/>
              </p:cNvSpPr>
              <p:nvPr/>
            </p:nvSpPr>
            <p:spPr bwMode="auto">
              <a:xfrm>
                <a:off x="2708" y="1831"/>
                <a:ext cx="11" cy="23"/>
              </a:xfrm>
              <a:custGeom>
                <a:avLst/>
                <a:gdLst>
                  <a:gd name="T0" fmla="*/ 1 w 23"/>
                  <a:gd name="T1" fmla="*/ 0 h 46"/>
                  <a:gd name="T2" fmla="*/ 1 w 23"/>
                  <a:gd name="T3" fmla="*/ 1 h 46"/>
                  <a:gd name="T4" fmla="*/ 1 w 23"/>
                  <a:gd name="T5" fmla="*/ 1 h 46"/>
                  <a:gd name="T6" fmla="*/ 1 w 23"/>
                  <a:gd name="T7" fmla="*/ 3 h 46"/>
                  <a:gd name="T8" fmla="*/ 0 w 23"/>
                  <a:gd name="T9" fmla="*/ 3 h 46"/>
                  <a:gd name="T10" fmla="*/ 0 w 23"/>
                  <a:gd name="T11" fmla="*/ 3 h 46"/>
                  <a:gd name="T12" fmla="*/ 0 w 23"/>
                  <a:gd name="T13" fmla="*/ 3 h 46"/>
                  <a:gd name="T14" fmla="*/ 0 w 23"/>
                  <a:gd name="T15" fmla="*/ 1 h 46"/>
                  <a:gd name="T16" fmla="*/ 0 w 23"/>
                  <a:gd name="T17" fmla="*/ 1 h 46"/>
                  <a:gd name="T18" fmla="*/ 0 w 23"/>
                  <a:gd name="T19" fmla="*/ 1 h 46"/>
                  <a:gd name="T20" fmla="*/ 0 w 23"/>
                  <a:gd name="T21" fmla="*/ 1 h 46"/>
                  <a:gd name="T22" fmla="*/ 0 w 23"/>
                  <a:gd name="T23" fmla="*/ 1 h 46"/>
                  <a:gd name="T24" fmla="*/ 1 w 23"/>
                  <a:gd name="T25" fmla="*/ 0 h 4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3"/>
                  <a:gd name="T40" fmla="*/ 0 h 46"/>
                  <a:gd name="T41" fmla="*/ 23 w 23"/>
                  <a:gd name="T42" fmla="*/ 46 h 4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3" h="46">
                    <a:moveTo>
                      <a:pt x="23" y="0"/>
                    </a:moveTo>
                    <a:lnTo>
                      <a:pt x="22" y="9"/>
                    </a:lnTo>
                    <a:lnTo>
                      <a:pt x="22" y="24"/>
                    </a:lnTo>
                    <a:lnTo>
                      <a:pt x="18" y="38"/>
                    </a:lnTo>
                    <a:lnTo>
                      <a:pt x="8" y="46"/>
                    </a:lnTo>
                    <a:lnTo>
                      <a:pt x="2" y="41"/>
                    </a:lnTo>
                    <a:lnTo>
                      <a:pt x="0" y="33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7" y="12"/>
                    </a:lnTo>
                    <a:lnTo>
                      <a:pt x="11" y="7"/>
                    </a:lnTo>
                    <a:lnTo>
                      <a:pt x="15" y="1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Freeform 398"/>
              <p:cNvSpPr>
                <a:spLocks/>
              </p:cNvSpPr>
              <p:nvPr/>
            </p:nvSpPr>
            <p:spPr bwMode="auto">
              <a:xfrm>
                <a:off x="2736" y="1856"/>
                <a:ext cx="71" cy="84"/>
              </a:xfrm>
              <a:custGeom>
                <a:avLst/>
                <a:gdLst>
                  <a:gd name="T0" fmla="*/ 8 w 143"/>
                  <a:gd name="T1" fmla="*/ 6 h 170"/>
                  <a:gd name="T2" fmla="*/ 7 w 143"/>
                  <a:gd name="T3" fmla="*/ 7 h 170"/>
                  <a:gd name="T4" fmla="*/ 6 w 143"/>
                  <a:gd name="T5" fmla="*/ 7 h 170"/>
                  <a:gd name="T6" fmla="*/ 5 w 143"/>
                  <a:gd name="T7" fmla="*/ 8 h 170"/>
                  <a:gd name="T8" fmla="*/ 4 w 143"/>
                  <a:gd name="T9" fmla="*/ 8 h 170"/>
                  <a:gd name="T10" fmla="*/ 3 w 143"/>
                  <a:gd name="T11" fmla="*/ 9 h 170"/>
                  <a:gd name="T12" fmla="*/ 2 w 143"/>
                  <a:gd name="T13" fmla="*/ 9 h 170"/>
                  <a:gd name="T14" fmla="*/ 1 w 143"/>
                  <a:gd name="T15" fmla="*/ 10 h 170"/>
                  <a:gd name="T16" fmla="*/ 0 w 143"/>
                  <a:gd name="T17" fmla="*/ 10 h 170"/>
                  <a:gd name="T18" fmla="*/ 0 w 143"/>
                  <a:gd name="T19" fmla="*/ 9 h 170"/>
                  <a:gd name="T20" fmla="*/ 0 w 143"/>
                  <a:gd name="T21" fmla="*/ 7 h 170"/>
                  <a:gd name="T22" fmla="*/ 0 w 143"/>
                  <a:gd name="T23" fmla="*/ 6 h 170"/>
                  <a:gd name="T24" fmla="*/ 1 w 143"/>
                  <a:gd name="T25" fmla="*/ 5 h 170"/>
                  <a:gd name="T26" fmla="*/ 1 w 143"/>
                  <a:gd name="T27" fmla="*/ 5 h 170"/>
                  <a:gd name="T28" fmla="*/ 2 w 143"/>
                  <a:gd name="T29" fmla="*/ 5 h 170"/>
                  <a:gd name="T30" fmla="*/ 2 w 143"/>
                  <a:gd name="T31" fmla="*/ 5 h 170"/>
                  <a:gd name="T32" fmla="*/ 3 w 143"/>
                  <a:gd name="T33" fmla="*/ 5 h 170"/>
                  <a:gd name="T34" fmla="*/ 3 w 143"/>
                  <a:gd name="T35" fmla="*/ 4 h 170"/>
                  <a:gd name="T36" fmla="*/ 3 w 143"/>
                  <a:gd name="T37" fmla="*/ 4 h 170"/>
                  <a:gd name="T38" fmla="*/ 4 w 143"/>
                  <a:gd name="T39" fmla="*/ 4 h 170"/>
                  <a:gd name="T40" fmla="*/ 4 w 143"/>
                  <a:gd name="T41" fmla="*/ 3 h 170"/>
                  <a:gd name="T42" fmla="*/ 3 w 143"/>
                  <a:gd name="T43" fmla="*/ 2 h 170"/>
                  <a:gd name="T44" fmla="*/ 4 w 143"/>
                  <a:gd name="T45" fmla="*/ 1 h 170"/>
                  <a:gd name="T46" fmla="*/ 4 w 143"/>
                  <a:gd name="T47" fmla="*/ 1 h 170"/>
                  <a:gd name="T48" fmla="*/ 5 w 143"/>
                  <a:gd name="T49" fmla="*/ 1 h 170"/>
                  <a:gd name="T50" fmla="*/ 6 w 143"/>
                  <a:gd name="T51" fmla="*/ 0 h 170"/>
                  <a:gd name="T52" fmla="*/ 6 w 143"/>
                  <a:gd name="T53" fmla="*/ 0 h 170"/>
                  <a:gd name="T54" fmla="*/ 7 w 143"/>
                  <a:gd name="T55" fmla="*/ 0 h 170"/>
                  <a:gd name="T56" fmla="*/ 8 w 143"/>
                  <a:gd name="T57" fmla="*/ 0 h 170"/>
                  <a:gd name="T58" fmla="*/ 8 w 143"/>
                  <a:gd name="T59" fmla="*/ 0 h 170"/>
                  <a:gd name="T60" fmla="*/ 8 w 143"/>
                  <a:gd name="T61" fmla="*/ 0 h 170"/>
                  <a:gd name="T62" fmla="*/ 8 w 143"/>
                  <a:gd name="T63" fmla="*/ 3 h 170"/>
                  <a:gd name="T64" fmla="*/ 8 w 143"/>
                  <a:gd name="T65" fmla="*/ 5 h 170"/>
                  <a:gd name="T66" fmla="*/ 8 w 143"/>
                  <a:gd name="T67" fmla="*/ 6 h 17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43"/>
                  <a:gd name="T103" fmla="*/ 0 h 170"/>
                  <a:gd name="T104" fmla="*/ 143 w 143"/>
                  <a:gd name="T105" fmla="*/ 170 h 17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43" h="170">
                    <a:moveTo>
                      <a:pt x="143" y="110"/>
                    </a:moveTo>
                    <a:lnTo>
                      <a:pt x="126" y="117"/>
                    </a:lnTo>
                    <a:lnTo>
                      <a:pt x="108" y="123"/>
                    </a:lnTo>
                    <a:lnTo>
                      <a:pt x="91" y="132"/>
                    </a:lnTo>
                    <a:lnTo>
                      <a:pt x="74" y="140"/>
                    </a:lnTo>
                    <a:lnTo>
                      <a:pt x="55" y="147"/>
                    </a:lnTo>
                    <a:lnTo>
                      <a:pt x="38" y="155"/>
                    </a:lnTo>
                    <a:lnTo>
                      <a:pt x="21" y="163"/>
                    </a:lnTo>
                    <a:lnTo>
                      <a:pt x="5" y="170"/>
                    </a:lnTo>
                    <a:lnTo>
                      <a:pt x="0" y="149"/>
                    </a:lnTo>
                    <a:lnTo>
                      <a:pt x="5" y="127"/>
                    </a:lnTo>
                    <a:lnTo>
                      <a:pt x="14" y="107"/>
                    </a:lnTo>
                    <a:lnTo>
                      <a:pt x="24" y="89"/>
                    </a:lnTo>
                    <a:lnTo>
                      <a:pt x="30" y="85"/>
                    </a:lnTo>
                    <a:lnTo>
                      <a:pt x="37" y="83"/>
                    </a:lnTo>
                    <a:lnTo>
                      <a:pt x="44" y="82"/>
                    </a:lnTo>
                    <a:lnTo>
                      <a:pt x="52" y="80"/>
                    </a:lnTo>
                    <a:lnTo>
                      <a:pt x="59" y="77"/>
                    </a:lnTo>
                    <a:lnTo>
                      <a:pt x="63" y="75"/>
                    </a:lnTo>
                    <a:lnTo>
                      <a:pt x="67" y="69"/>
                    </a:lnTo>
                    <a:lnTo>
                      <a:pt x="68" y="62"/>
                    </a:lnTo>
                    <a:lnTo>
                      <a:pt x="56" y="34"/>
                    </a:lnTo>
                    <a:lnTo>
                      <a:pt x="66" y="28"/>
                    </a:lnTo>
                    <a:lnTo>
                      <a:pt x="75" y="22"/>
                    </a:lnTo>
                    <a:lnTo>
                      <a:pt x="85" y="17"/>
                    </a:lnTo>
                    <a:lnTo>
                      <a:pt x="96" y="13"/>
                    </a:lnTo>
                    <a:lnTo>
                      <a:pt x="106" y="9"/>
                    </a:lnTo>
                    <a:lnTo>
                      <a:pt x="116" y="6"/>
                    </a:lnTo>
                    <a:lnTo>
                      <a:pt x="128" y="3"/>
                    </a:lnTo>
                    <a:lnTo>
                      <a:pt x="138" y="0"/>
                    </a:lnTo>
                    <a:lnTo>
                      <a:pt x="138" y="15"/>
                    </a:lnTo>
                    <a:lnTo>
                      <a:pt x="141" y="49"/>
                    </a:lnTo>
                    <a:lnTo>
                      <a:pt x="142" y="85"/>
                    </a:lnTo>
                    <a:lnTo>
                      <a:pt x="143" y="11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Freeform 399"/>
              <p:cNvSpPr>
                <a:spLocks/>
              </p:cNvSpPr>
              <p:nvPr/>
            </p:nvSpPr>
            <p:spPr bwMode="auto">
              <a:xfrm>
                <a:off x="3220" y="1874"/>
                <a:ext cx="21" cy="10"/>
              </a:xfrm>
              <a:custGeom>
                <a:avLst/>
                <a:gdLst>
                  <a:gd name="T0" fmla="*/ 1 w 40"/>
                  <a:gd name="T1" fmla="*/ 0 h 21"/>
                  <a:gd name="T2" fmla="*/ 1 w 40"/>
                  <a:gd name="T3" fmla="*/ 0 h 21"/>
                  <a:gd name="T4" fmla="*/ 1 w 40"/>
                  <a:gd name="T5" fmla="*/ 0 h 21"/>
                  <a:gd name="T6" fmla="*/ 2 w 40"/>
                  <a:gd name="T7" fmla="*/ 0 h 21"/>
                  <a:gd name="T8" fmla="*/ 3 w 40"/>
                  <a:gd name="T9" fmla="*/ 0 h 21"/>
                  <a:gd name="T10" fmla="*/ 3 w 40"/>
                  <a:gd name="T11" fmla="*/ 1 h 21"/>
                  <a:gd name="T12" fmla="*/ 3 w 40"/>
                  <a:gd name="T13" fmla="*/ 1 h 21"/>
                  <a:gd name="T14" fmla="*/ 2 w 40"/>
                  <a:gd name="T15" fmla="*/ 1 h 21"/>
                  <a:gd name="T16" fmla="*/ 2 w 40"/>
                  <a:gd name="T17" fmla="*/ 1 h 21"/>
                  <a:gd name="T18" fmla="*/ 1 w 40"/>
                  <a:gd name="T19" fmla="*/ 1 h 21"/>
                  <a:gd name="T20" fmla="*/ 1 w 40"/>
                  <a:gd name="T21" fmla="*/ 1 h 21"/>
                  <a:gd name="T22" fmla="*/ 1 w 40"/>
                  <a:gd name="T23" fmla="*/ 0 h 21"/>
                  <a:gd name="T24" fmla="*/ 1 w 40"/>
                  <a:gd name="T25" fmla="*/ 0 h 21"/>
                  <a:gd name="T26" fmla="*/ 0 w 40"/>
                  <a:gd name="T27" fmla="*/ 0 h 21"/>
                  <a:gd name="T28" fmla="*/ 1 w 40"/>
                  <a:gd name="T29" fmla="*/ 0 h 21"/>
                  <a:gd name="T30" fmla="*/ 1 w 40"/>
                  <a:gd name="T31" fmla="*/ 0 h 2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40"/>
                  <a:gd name="T49" fmla="*/ 0 h 21"/>
                  <a:gd name="T50" fmla="*/ 40 w 40"/>
                  <a:gd name="T51" fmla="*/ 21 h 21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40" h="21">
                    <a:moveTo>
                      <a:pt x="14" y="7"/>
                    </a:moveTo>
                    <a:lnTo>
                      <a:pt x="13" y="5"/>
                    </a:lnTo>
                    <a:lnTo>
                      <a:pt x="16" y="4"/>
                    </a:lnTo>
                    <a:lnTo>
                      <a:pt x="25" y="7"/>
                    </a:lnTo>
                    <a:lnTo>
                      <a:pt x="34" y="12"/>
                    </a:lnTo>
                    <a:lnTo>
                      <a:pt x="40" y="20"/>
                    </a:lnTo>
                    <a:lnTo>
                      <a:pt x="33" y="21"/>
                    </a:lnTo>
                    <a:lnTo>
                      <a:pt x="26" y="21"/>
                    </a:lnTo>
                    <a:lnTo>
                      <a:pt x="19" y="21"/>
                    </a:lnTo>
                    <a:lnTo>
                      <a:pt x="14" y="19"/>
                    </a:lnTo>
                    <a:lnTo>
                      <a:pt x="8" y="16"/>
                    </a:lnTo>
                    <a:lnTo>
                      <a:pt x="3" y="13"/>
                    </a:lnTo>
                    <a:lnTo>
                      <a:pt x="1" y="7"/>
                    </a:lnTo>
                    <a:lnTo>
                      <a:pt x="0" y="0"/>
                    </a:lnTo>
                    <a:lnTo>
                      <a:pt x="10" y="10"/>
                    </a:lnTo>
                    <a:lnTo>
                      <a:pt x="14" y="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Freeform 400"/>
              <p:cNvSpPr>
                <a:spLocks/>
              </p:cNvSpPr>
              <p:nvPr/>
            </p:nvSpPr>
            <p:spPr bwMode="auto">
              <a:xfrm>
                <a:off x="3030" y="1884"/>
                <a:ext cx="27" cy="23"/>
              </a:xfrm>
              <a:custGeom>
                <a:avLst/>
                <a:gdLst>
                  <a:gd name="T0" fmla="*/ 3 w 54"/>
                  <a:gd name="T1" fmla="*/ 3 h 45"/>
                  <a:gd name="T2" fmla="*/ 3 w 54"/>
                  <a:gd name="T3" fmla="*/ 3 h 45"/>
                  <a:gd name="T4" fmla="*/ 3 w 54"/>
                  <a:gd name="T5" fmla="*/ 3 h 45"/>
                  <a:gd name="T6" fmla="*/ 3 w 54"/>
                  <a:gd name="T7" fmla="*/ 3 h 45"/>
                  <a:gd name="T8" fmla="*/ 3 w 54"/>
                  <a:gd name="T9" fmla="*/ 3 h 45"/>
                  <a:gd name="T10" fmla="*/ 2 w 54"/>
                  <a:gd name="T11" fmla="*/ 2 h 45"/>
                  <a:gd name="T12" fmla="*/ 2 w 54"/>
                  <a:gd name="T13" fmla="*/ 2 h 45"/>
                  <a:gd name="T14" fmla="*/ 2 w 54"/>
                  <a:gd name="T15" fmla="*/ 2 h 45"/>
                  <a:gd name="T16" fmla="*/ 1 w 54"/>
                  <a:gd name="T17" fmla="*/ 1 h 45"/>
                  <a:gd name="T18" fmla="*/ 1 w 54"/>
                  <a:gd name="T19" fmla="*/ 1 h 45"/>
                  <a:gd name="T20" fmla="*/ 1 w 54"/>
                  <a:gd name="T21" fmla="*/ 1 h 45"/>
                  <a:gd name="T22" fmla="*/ 1 w 54"/>
                  <a:gd name="T23" fmla="*/ 2 h 45"/>
                  <a:gd name="T24" fmla="*/ 0 w 54"/>
                  <a:gd name="T25" fmla="*/ 2 h 45"/>
                  <a:gd name="T26" fmla="*/ 1 w 54"/>
                  <a:gd name="T27" fmla="*/ 1 h 45"/>
                  <a:gd name="T28" fmla="*/ 1 w 54"/>
                  <a:gd name="T29" fmla="*/ 1 h 45"/>
                  <a:gd name="T30" fmla="*/ 2 w 54"/>
                  <a:gd name="T31" fmla="*/ 0 h 45"/>
                  <a:gd name="T32" fmla="*/ 2 w 54"/>
                  <a:gd name="T33" fmla="*/ 1 h 45"/>
                  <a:gd name="T34" fmla="*/ 2 w 54"/>
                  <a:gd name="T35" fmla="*/ 1 h 45"/>
                  <a:gd name="T36" fmla="*/ 3 w 54"/>
                  <a:gd name="T37" fmla="*/ 2 h 45"/>
                  <a:gd name="T38" fmla="*/ 3 w 54"/>
                  <a:gd name="T39" fmla="*/ 2 h 45"/>
                  <a:gd name="T40" fmla="*/ 3 w 54"/>
                  <a:gd name="T41" fmla="*/ 3 h 4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54"/>
                  <a:gd name="T64" fmla="*/ 0 h 45"/>
                  <a:gd name="T65" fmla="*/ 54 w 54"/>
                  <a:gd name="T66" fmla="*/ 45 h 4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54" h="45">
                    <a:moveTo>
                      <a:pt x="54" y="37"/>
                    </a:moveTo>
                    <a:lnTo>
                      <a:pt x="54" y="45"/>
                    </a:lnTo>
                    <a:lnTo>
                      <a:pt x="48" y="40"/>
                    </a:lnTo>
                    <a:lnTo>
                      <a:pt x="41" y="37"/>
                    </a:lnTo>
                    <a:lnTo>
                      <a:pt x="34" y="33"/>
                    </a:lnTo>
                    <a:lnTo>
                      <a:pt x="27" y="31"/>
                    </a:lnTo>
                    <a:lnTo>
                      <a:pt x="22" y="26"/>
                    </a:lnTo>
                    <a:lnTo>
                      <a:pt x="17" y="22"/>
                    </a:lnTo>
                    <a:lnTo>
                      <a:pt x="15" y="16"/>
                    </a:lnTo>
                    <a:lnTo>
                      <a:pt x="15" y="7"/>
                    </a:lnTo>
                    <a:lnTo>
                      <a:pt x="7" y="7"/>
                    </a:lnTo>
                    <a:lnTo>
                      <a:pt x="7" y="19"/>
                    </a:lnTo>
                    <a:lnTo>
                      <a:pt x="0" y="19"/>
                    </a:lnTo>
                    <a:lnTo>
                      <a:pt x="2" y="10"/>
                    </a:lnTo>
                    <a:lnTo>
                      <a:pt x="8" y="3"/>
                    </a:lnTo>
                    <a:lnTo>
                      <a:pt x="17" y="0"/>
                    </a:lnTo>
                    <a:lnTo>
                      <a:pt x="25" y="1"/>
                    </a:lnTo>
                    <a:lnTo>
                      <a:pt x="32" y="12"/>
                    </a:lnTo>
                    <a:lnTo>
                      <a:pt x="37" y="24"/>
                    </a:lnTo>
                    <a:lnTo>
                      <a:pt x="42" y="32"/>
                    </a:lnTo>
                    <a:lnTo>
                      <a:pt x="54" y="3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" name="Freeform 401"/>
              <p:cNvSpPr>
                <a:spLocks/>
              </p:cNvSpPr>
              <p:nvPr/>
            </p:nvSpPr>
            <p:spPr bwMode="auto">
              <a:xfrm>
                <a:off x="3064" y="1886"/>
                <a:ext cx="71" cy="30"/>
              </a:xfrm>
              <a:custGeom>
                <a:avLst/>
                <a:gdLst>
                  <a:gd name="T0" fmla="*/ 6 w 140"/>
                  <a:gd name="T1" fmla="*/ 2 h 60"/>
                  <a:gd name="T2" fmla="*/ 6 w 140"/>
                  <a:gd name="T3" fmla="*/ 2 h 60"/>
                  <a:gd name="T4" fmla="*/ 6 w 140"/>
                  <a:gd name="T5" fmla="*/ 2 h 60"/>
                  <a:gd name="T6" fmla="*/ 7 w 140"/>
                  <a:gd name="T7" fmla="*/ 2 h 60"/>
                  <a:gd name="T8" fmla="*/ 7 w 140"/>
                  <a:gd name="T9" fmla="*/ 2 h 60"/>
                  <a:gd name="T10" fmla="*/ 8 w 140"/>
                  <a:gd name="T11" fmla="*/ 2 h 60"/>
                  <a:gd name="T12" fmla="*/ 8 w 140"/>
                  <a:gd name="T13" fmla="*/ 2 h 60"/>
                  <a:gd name="T14" fmla="*/ 9 w 140"/>
                  <a:gd name="T15" fmla="*/ 2 h 60"/>
                  <a:gd name="T16" fmla="*/ 9 w 140"/>
                  <a:gd name="T17" fmla="*/ 3 h 60"/>
                  <a:gd name="T18" fmla="*/ 9 w 140"/>
                  <a:gd name="T19" fmla="*/ 4 h 60"/>
                  <a:gd name="T20" fmla="*/ 8 w 140"/>
                  <a:gd name="T21" fmla="*/ 4 h 60"/>
                  <a:gd name="T22" fmla="*/ 7 w 140"/>
                  <a:gd name="T23" fmla="*/ 4 h 60"/>
                  <a:gd name="T24" fmla="*/ 6 w 140"/>
                  <a:gd name="T25" fmla="*/ 4 h 60"/>
                  <a:gd name="T26" fmla="*/ 5 w 140"/>
                  <a:gd name="T27" fmla="*/ 4 h 60"/>
                  <a:gd name="T28" fmla="*/ 4 w 140"/>
                  <a:gd name="T29" fmla="*/ 4 h 60"/>
                  <a:gd name="T30" fmla="*/ 3 w 140"/>
                  <a:gd name="T31" fmla="*/ 4 h 60"/>
                  <a:gd name="T32" fmla="*/ 2 w 140"/>
                  <a:gd name="T33" fmla="*/ 4 h 60"/>
                  <a:gd name="T34" fmla="*/ 2 w 140"/>
                  <a:gd name="T35" fmla="*/ 4 h 60"/>
                  <a:gd name="T36" fmla="*/ 1 w 140"/>
                  <a:gd name="T37" fmla="*/ 3 h 60"/>
                  <a:gd name="T38" fmla="*/ 1 w 140"/>
                  <a:gd name="T39" fmla="*/ 2 h 60"/>
                  <a:gd name="T40" fmla="*/ 0 w 140"/>
                  <a:gd name="T41" fmla="*/ 1 h 60"/>
                  <a:gd name="T42" fmla="*/ 1 w 140"/>
                  <a:gd name="T43" fmla="*/ 1 h 60"/>
                  <a:gd name="T44" fmla="*/ 1 w 140"/>
                  <a:gd name="T45" fmla="*/ 1 h 60"/>
                  <a:gd name="T46" fmla="*/ 2 w 140"/>
                  <a:gd name="T47" fmla="*/ 1 h 60"/>
                  <a:gd name="T48" fmla="*/ 2 w 140"/>
                  <a:gd name="T49" fmla="*/ 1 h 60"/>
                  <a:gd name="T50" fmla="*/ 2 w 140"/>
                  <a:gd name="T51" fmla="*/ 2 h 60"/>
                  <a:gd name="T52" fmla="*/ 3 w 140"/>
                  <a:gd name="T53" fmla="*/ 2 h 60"/>
                  <a:gd name="T54" fmla="*/ 3 w 140"/>
                  <a:gd name="T55" fmla="*/ 2 h 60"/>
                  <a:gd name="T56" fmla="*/ 3 w 140"/>
                  <a:gd name="T57" fmla="*/ 2 h 60"/>
                  <a:gd name="T58" fmla="*/ 4 w 140"/>
                  <a:gd name="T59" fmla="*/ 0 h 60"/>
                  <a:gd name="T60" fmla="*/ 4 w 140"/>
                  <a:gd name="T61" fmla="*/ 1 h 60"/>
                  <a:gd name="T62" fmla="*/ 5 w 140"/>
                  <a:gd name="T63" fmla="*/ 1 h 60"/>
                  <a:gd name="T64" fmla="*/ 5 w 140"/>
                  <a:gd name="T65" fmla="*/ 2 h 60"/>
                  <a:gd name="T66" fmla="*/ 6 w 140"/>
                  <a:gd name="T67" fmla="*/ 2 h 6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40"/>
                  <a:gd name="T103" fmla="*/ 0 h 60"/>
                  <a:gd name="T104" fmla="*/ 140 w 140"/>
                  <a:gd name="T105" fmla="*/ 60 h 6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40" h="60">
                    <a:moveTo>
                      <a:pt x="82" y="21"/>
                    </a:moveTo>
                    <a:lnTo>
                      <a:pt x="88" y="24"/>
                    </a:lnTo>
                    <a:lnTo>
                      <a:pt x="95" y="27"/>
                    </a:lnTo>
                    <a:lnTo>
                      <a:pt x="103" y="27"/>
                    </a:lnTo>
                    <a:lnTo>
                      <a:pt x="110" y="27"/>
                    </a:lnTo>
                    <a:lnTo>
                      <a:pt x="118" y="27"/>
                    </a:lnTo>
                    <a:lnTo>
                      <a:pt x="125" y="28"/>
                    </a:lnTo>
                    <a:lnTo>
                      <a:pt x="133" y="30"/>
                    </a:lnTo>
                    <a:lnTo>
                      <a:pt x="140" y="35"/>
                    </a:lnTo>
                    <a:lnTo>
                      <a:pt x="130" y="50"/>
                    </a:lnTo>
                    <a:lnTo>
                      <a:pt x="117" y="57"/>
                    </a:lnTo>
                    <a:lnTo>
                      <a:pt x="103" y="58"/>
                    </a:lnTo>
                    <a:lnTo>
                      <a:pt x="88" y="56"/>
                    </a:lnTo>
                    <a:lnTo>
                      <a:pt x="72" y="52"/>
                    </a:lnTo>
                    <a:lnTo>
                      <a:pt x="56" y="50"/>
                    </a:lnTo>
                    <a:lnTo>
                      <a:pt x="41" y="52"/>
                    </a:lnTo>
                    <a:lnTo>
                      <a:pt x="27" y="60"/>
                    </a:lnTo>
                    <a:lnTo>
                      <a:pt x="18" y="51"/>
                    </a:lnTo>
                    <a:lnTo>
                      <a:pt x="9" y="39"/>
                    </a:lnTo>
                    <a:lnTo>
                      <a:pt x="2" y="24"/>
                    </a:lnTo>
                    <a:lnTo>
                      <a:pt x="0" y="8"/>
                    </a:lnTo>
                    <a:lnTo>
                      <a:pt x="5" y="7"/>
                    </a:lnTo>
                    <a:lnTo>
                      <a:pt x="11" y="9"/>
                    </a:lnTo>
                    <a:lnTo>
                      <a:pt x="17" y="12"/>
                    </a:lnTo>
                    <a:lnTo>
                      <a:pt x="23" y="16"/>
                    </a:lnTo>
                    <a:lnTo>
                      <a:pt x="30" y="20"/>
                    </a:lnTo>
                    <a:lnTo>
                      <a:pt x="35" y="23"/>
                    </a:lnTo>
                    <a:lnTo>
                      <a:pt x="41" y="26"/>
                    </a:lnTo>
                    <a:lnTo>
                      <a:pt x="46" y="26"/>
                    </a:lnTo>
                    <a:lnTo>
                      <a:pt x="50" y="0"/>
                    </a:lnTo>
                    <a:lnTo>
                      <a:pt x="61" y="4"/>
                    </a:lnTo>
                    <a:lnTo>
                      <a:pt x="67" y="11"/>
                    </a:lnTo>
                    <a:lnTo>
                      <a:pt x="72" y="18"/>
                    </a:lnTo>
                    <a:lnTo>
                      <a:pt x="82" y="2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" name="Freeform 402"/>
              <p:cNvSpPr>
                <a:spLocks/>
              </p:cNvSpPr>
              <p:nvPr/>
            </p:nvSpPr>
            <p:spPr bwMode="auto">
              <a:xfrm>
                <a:off x="2892" y="1882"/>
                <a:ext cx="84" cy="74"/>
              </a:xfrm>
              <a:custGeom>
                <a:avLst/>
                <a:gdLst>
                  <a:gd name="T0" fmla="*/ 8 w 170"/>
                  <a:gd name="T1" fmla="*/ 0 h 149"/>
                  <a:gd name="T2" fmla="*/ 8 w 170"/>
                  <a:gd name="T3" fmla="*/ 2 h 149"/>
                  <a:gd name="T4" fmla="*/ 8 w 170"/>
                  <a:gd name="T5" fmla="*/ 3 h 149"/>
                  <a:gd name="T6" fmla="*/ 9 w 170"/>
                  <a:gd name="T7" fmla="*/ 4 h 149"/>
                  <a:gd name="T8" fmla="*/ 10 w 170"/>
                  <a:gd name="T9" fmla="*/ 5 h 149"/>
                  <a:gd name="T10" fmla="*/ 10 w 170"/>
                  <a:gd name="T11" fmla="*/ 5 h 149"/>
                  <a:gd name="T12" fmla="*/ 10 w 170"/>
                  <a:gd name="T13" fmla="*/ 6 h 149"/>
                  <a:gd name="T14" fmla="*/ 10 w 170"/>
                  <a:gd name="T15" fmla="*/ 7 h 149"/>
                  <a:gd name="T16" fmla="*/ 8 w 170"/>
                  <a:gd name="T17" fmla="*/ 8 h 149"/>
                  <a:gd name="T18" fmla="*/ 7 w 170"/>
                  <a:gd name="T19" fmla="*/ 8 h 149"/>
                  <a:gd name="T20" fmla="*/ 7 w 170"/>
                  <a:gd name="T21" fmla="*/ 8 h 149"/>
                  <a:gd name="T22" fmla="*/ 6 w 170"/>
                  <a:gd name="T23" fmla="*/ 8 h 149"/>
                  <a:gd name="T24" fmla="*/ 5 w 170"/>
                  <a:gd name="T25" fmla="*/ 8 h 149"/>
                  <a:gd name="T26" fmla="*/ 4 w 170"/>
                  <a:gd name="T27" fmla="*/ 8 h 149"/>
                  <a:gd name="T28" fmla="*/ 3 w 170"/>
                  <a:gd name="T29" fmla="*/ 8 h 149"/>
                  <a:gd name="T30" fmla="*/ 2 w 170"/>
                  <a:gd name="T31" fmla="*/ 9 h 149"/>
                  <a:gd name="T32" fmla="*/ 2 w 170"/>
                  <a:gd name="T33" fmla="*/ 9 h 149"/>
                  <a:gd name="T34" fmla="*/ 1 w 170"/>
                  <a:gd name="T35" fmla="*/ 7 h 149"/>
                  <a:gd name="T36" fmla="*/ 1 w 170"/>
                  <a:gd name="T37" fmla="*/ 5 h 149"/>
                  <a:gd name="T38" fmla="*/ 0 w 170"/>
                  <a:gd name="T39" fmla="*/ 3 h 149"/>
                  <a:gd name="T40" fmla="*/ 0 w 170"/>
                  <a:gd name="T41" fmla="*/ 1 h 149"/>
                  <a:gd name="T42" fmla="*/ 0 w 170"/>
                  <a:gd name="T43" fmla="*/ 1 h 149"/>
                  <a:gd name="T44" fmla="*/ 1 w 170"/>
                  <a:gd name="T45" fmla="*/ 1 h 149"/>
                  <a:gd name="T46" fmla="*/ 2 w 170"/>
                  <a:gd name="T47" fmla="*/ 1 h 149"/>
                  <a:gd name="T48" fmla="*/ 3 w 170"/>
                  <a:gd name="T49" fmla="*/ 0 h 149"/>
                  <a:gd name="T50" fmla="*/ 4 w 170"/>
                  <a:gd name="T51" fmla="*/ 0 h 149"/>
                  <a:gd name="T52" fmla="*/ 5 w 170"/>
                  <a:gd name="T53" fmla="*/ 0 h 149"/>
                  <a:gd name="T54" fmla="*/ 7 w 170"/>
                  <a:gd name="T55" fmla="*/ 0 h 149"/>
                  <a:gd name="T56" fmla="*/ 8 w 170"/>
                  <a:gd name="T57" fmla="*/ 0 h 149"/>
                  <a:gd name="T58" fmla="*/ 8 w 170"/>
                  <a:gd name="T59" fmla="*/ 0 h 149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70"/>
                  <a:gd name="T91" fmla="*/ 0 h 149"/>
                  <a:gd name="T92" fmla="*/ 170 w 170"/>
                  <a:gd name="T93" fmla="*/ 149 h 149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70" h="149">
                    <a:moveTo>
                      <a:pt x="137" y="15"/>
                    </a:moveTo>
                    <a:lnTo>
                      <a:pt x="136" y="32"/>
                    </a:lnTo>
                    <a:lnTo>
                      <a:pt x="142" y="50"/>
                    </a:lnTo>
                    <a:lnTo>
                      <a:pt x="151" y="66"/>
                    </a:lnTo>
                    <a:lnTo>
                      <a:pt x="161" y="81"/>
                    </a:lnTo>
                    <a:lnTo>
                      <a:pt x="168" y="95"/>
                    </a:lnTo>
                    <a:lnTo>
                      <a:pt x="170" y="107"/>
                    </a:lnTo>
                    <a:lnTo>
                      <a:pt x="163" y="119"/>
                    </a:lnTo>
                    <a:lnTo>
                      <a:pt x="143" y="128"/>
                    </a:lnTo>
                    <a:lnTo>
                      <a:pt x="128" y="129"/>
                    </a:lnTo>
                    <a:lnTo>
                      <a:pt x="113" y="130"/>
                    </a:lnTo>
                    <a:lnTo>
                      <a:pt x="99" y="132"/>
                    </a:lnTo>
                    <a:lnTo>
                      <a:pt x="85" y="134"/>
                    </a:lnTo>
                    <a:lnTo>
                      <a:pt x="73" y="137"/>
                    </a:lnTo>
                    <a:lnTo>
                      <a:pt x="59" y="141"/>
                    </a:lnTo>
                    <a:lnTo>
                      <a:pt x="46" y="144"/>
                    </a:lnTo>
                    <a:lnTo>
                      <a:pt x="32" y="149"/>
                    </a:lnTo>
                    <a:lnTo>
                      <a:pt x="23" y="120"/>
                    </a:lnTo>
                    <a:lnTo>
                      <a:pt x="16" y="89"/>
                    </a:lnTo>
                    <a:lnTo>
                      <a:pt x="9" y="58"/>
                    </a:lnTo>
                    <a:lnTo>
                      <a:pt x="0" y="30"/>
                    </a:lnTo>
                    <a:lnTo>
                      <a:pt x="14" y="24"/>
                    </a:lnTo>
                    <a:lnTo>
                      <a:pt x="29" y="20"/>
                    </a:lnTo>
                    <a:lnTo>
                      <a:pt x="45" y="16"/>
                    </a:lnTo>
                    <a:lnTo>
                      <a:pt x="62" y="12"/>
                    </a:lnTo>
                    <a:lnTo>
                      <a:pt x="79" y="8"/>
                    </a:lnTo>
                    <a:lnTo>
                      <a:pt x="96" y="6"/>
                    </a:lnTo>
                    <a:lnTo>
                      <a:pt x="113" y="3"/>
                    </a:lnTo>
                    <a:lnTo>
                      <a:pt x="129" y="0"/>
                    </a:lnTo>
                    <a:lnTo>
                      <a:pt x="137" y="1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Freeform 403"/>
              <p:cNvSpPr>
                <a:spLocks/>
              </p:cNvSpPr>
              <p:nvPr/>
            </p:nvSpPr>
            <p:spPr bwMode="auto">
              <a:xfrm>
                <a:off x="3237" y="1897"/>
                <a:ext cx="31" cy="57"/>
              </a:xfrm>
              <a:custGeom>
                <a:avLst/>
                <a:gdLst>
                  <a:gd name="T0" fmla="*/ 4 w 61"/>
                  <a:gd name="T1" fmla="*/ 7 h 114"/>
                  <a:gd name="T2" fmla="*/ 4 w 61"/>
                  <a:gd name="T3" fmla="*/ 7 h 114"/>
                  <a:gd name="T4" fmla="*/ 3 w 61"/>
                  <a:gd name="T5" fmla="*/ 7 h 114"/>
                  <a:gd name="T6" fmla="*/ 3 w 61"/>
                  <a:gd name="T7" fmla="*/ 7 h 114"/>
                  <a:gd name="T8" fmla="*/ 2 w 61"/>
                  <a:gd name="T9" fmla="*/ 7 h 114"/>
                  <a:gd name="T10" fmla="*/ 2 w 61"/>
                  <a:gd name="T11" fmla="*/ 7 h 114"/>
                  <a:gd name="T12" fmla="*/ 1 w 61"/>
                  <a:gd name="T13" fmla="*/ 7 h 114"/>
                  <a:gd name="T14" fmla="*/ 1 w 61"/>
                  <a:gd name="T15" fmla="*/ 7 h 114"/>
                  <a:gd name="T16" fmla="*/ 0 w 61"/>
                  <a:gd name="T17" fmla="*/ 7 h 114"/>
                  <a:gd name="T18" fmla="*/ 1 w 61"/>
                  <a:gd name="T19" fmla="*/ 5 h 114"/>
                  <a:gd name="T20" fmla="*/ 1 w 61"/>
                  <a:gd name="T21" fmla="*/ 4 h 114"/>
                  <a:gd name="T22" fmla="*/ 1 w 61"/>
                  <a:gd name="T23" fmla="*/ 2 h 114"/>
                  <a:gd name="T24" fmla="*/ 1 w 61"/>
                  <a:gd name="T25" fmla="*/ 0 h 114"/>
                  <a:gd name="T26" fmla="*/ 2 w 61"/>
                  <a:gd name="T27" fmla="*/ 1 h 114"/>
                  <a:gd name="T28" fmla="*/ 3 w 61"/>
                  <a:gd name="T29" fmla="*/ 2 h 114"/>
                  <a:gd name="T30" fmla="*/ 3 w 61"/>
                  <a:gd name="T31" fmla="*/ 3 h 114"/>
                  <a:gd name="T32" fmla="*/ 3 w 61"/>
                  <a:gd name="T33" fmla="*/ 4 h 114"/>
                  <a:gd name="T34" fmla="*/ 3 w 61"/>
                  <a:gd name="T35" fmla="*/ 5 h 114"/>
                  <a:gd name="T36" fmla="*/ 4 w 61"/>
                  <a:gd name="T37" fmla="*/ 6 h 114"/>
                  <a:gd name="T38" fmla="*/ 4 w 61"/>
                  <a:gd name="T39" fmla="*/ 7 h 114"/>
                  <a:gd name="T40" fmla="*/ 4 w 61"/>
                  <a:gd name="T41" fmla="*/ 7 h 11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1"/>
                  <a:gd name="T64" fmla="*/ 0 h 114"/>
                  <a:gd name="T65" fmla="*/ 61 w 61"/>
                  <a:gd name="T66" fmla="*/ 114 h 11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1" h="114">
                    <a:moveTo>
                      <a:pt x="61" y="114"/>
                    </a:moveTo>
                    <a:lnTo>
                      <a:pt x="53" y="114"/>
                    </a:lnTo>
                    <a:lnTo>
                      <a:pt x="46" y="113"/>
                    </a:lnTo>
                    <a:lnTo>
                      <a:pt x="38" y="112"/>
                    </a:lnTo>
                    <a:lnTo>
                      <a:pt x="31" y="110"/>
                    </a:lnTo>
                    <a:lnTo>
                      <a:pt x="23" y="106"/>
                    </a:lnTo>
                    <a:lnTo>
                      <a:pt x="15" y="104"/>
                    </a:lnTo>
                    <a:lnTo>
                      <a:pt x="8" y="103"/>
                    </a:lnTo>
                    <a:lnTo>
                      <a:pt x="0" y="102"/>
                    </a:lnTo>
                    <a:lnTo>
                      <a:pt x="3" y="79"/>
                    </a:lnTo>
                    <a:lnTo>
                      <a:pt x="7" y="52"/>
                    </a:lnTo>
                    <a:lnTo>
                      <a:pt x="12" y="26"/>
                    </a:lnTo>
                    <a:lnTo>
                      <a:pt x="16" y="0"/>
                    </a:lnTo>
                    <a:lnTo>
                      <a:pt x="27" y="12"/>
                    </a:lnTo>
                    <a:lnTo>
                      <a:pt x="35" y="26"/>
                    </a:lnTo>
                    <a:lnTo>
                      <a:pt x="41" y="39"/>
                    </a:lnTo>
                    <a:lnTo>
                      <a:pt x="44" y="55"/>
                    </a:lnTo>
                    <a:lnTo>
                      <a:pt x="47" y="70"/>
                    </a:lnTo>
                    <a:lnTo>
                      <a:pt x="51" y="87"/>
                    </a:lnTo>
                    <a:lnTo>
                      <a:pt x="56" y="100"/>
                    </a:lnTo>
                    <a:lnTo>
                      <a:pt x="61" y="11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Freeform 404"/>
              <p:cNvSpPr>
                <a:spLocks/>
              </p:cNvSpPr>
              <p:nvPr/>
            </p:nvSpPr>
            <p:spPr bwMode="auto">
              <a:xfrm>
                <a:off x="2783" y="1891"/>
                <a:ext cx="10" cy="10"/>
              </a:xfrm>
              <a:custGeom>
                <a:avLst/>
                <a:gdLst>
                  <a:gd name="T0" fmla="*/ 1 w 21"/>
                  <a:gd name="T1" fmla="*/ 1 h 19"/>
                  <a:gd name="T2" fmla="*/ 1 w 21"/>
                  <a:gd name="T3" fmla="*/ 1 h 19"/>
                  <a:gd name="T4" fmla="*/ 0 w 21"/>
                  <a:gd name="T5" fmla="*/ 2 h 19"/>
                  <a:gd name="T6" fmla="*/ 0 w 21"/>
                  <a:gd name="T7" fmla="*/ 2 h 19"/>
                  <a:gd name="T8" fmla="*/ 0 w 21"/>
                  <a:gd name="T9" fmla="*/ 1 h 19"/>
                  <a:gd name="T10" fmla="*/ 0 w 21"/>
                  <a:gd name="T11" fmla="*/ 1 h 19"/>
                  <a:gd name="T12" fmla="*/ 0 w 21"/>
                  <a:gd name="T13" fmla="*/ 0 h 19"/>
                  <a:gd name="T14" fmla="*/ 0 w 21"/>
                  <a:gd name="T15" fmla="*/ 0 h 19"/>
                  <a:gd name="T16" fmla="*/ 1 w 21"/>
                  <a:gd name="T17" fmla="*/ 1 h 1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1"/>
                  <a:gd name="T28" fmla="*/ 0 h 19"/>
                  <a:gd name="T29" fmla="*/ 21 w 21"/>
                  <a:gd name="T30" fmla="*/ 19 h 1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1" h="19">
                    <a:moveTo>
                      <a:pt x="21" y="9"/>
                    </a:moveTo>
                    <a:lnTo>
                      <a:pt x="17" y="13"/>
                    </a:lnTo>
                    <a:lnTo>
                      <a:pt x="13" y="18"/>
                    </a:lnTo>
                    <a:lnTo>
                      <a:pt x="7" y="19"/>
                    </a:lnTo>
                    <a:lnTo>
                      <a:pt x="0" y="16"/>
                    </a:lnTo>
                    <a:lnTo>
                      <a:pt x="2" y="7"/>
                    </a:lnTo>
                    <a:lnTo>
                      <a:pt x="7" y="0"/>
                    </a:lnTo>
                    <a:lnTo>
                      <a:pt x="15" y="0"/>
                    </a:lnTo>
                    <a:lnTo>
                      <a:pt x="21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Freeform 405"/>
              <p:cNvSpPr>
                <a:spLocks/>
              </p:cNvSpPr>
              <p:nvPr/>
            </p:nvSpPr>
            <p:spPr bwMode="auto">
              <a:xfrm>
                <a:off x="2819" y="1899"/>
                <a:ext cx="77" cy="81"/>
              </a:xfrm>
              <a:custGeom>
                <a:avLst/>
                <a:gdLst>
                  <a:gd name="T0" fmla="*/ 8 w 153"/>
                  <a:gd name="T1" fmla="*/ 0 h 162"/>
                  <a:gd name="T2" fmla="*/ 9 w 153"/>
                  <a:gd name="T3" fmla="*/ 1 h 162"/>
                  <a:gd name="T4" fmla="*/ 9 w 153"/>
                  <a:gd name="T5" fmla="*/ 3 h 162"/>
                  <a:gd name="T6" fmla="*/ 10 w 153"/>
                  <a:gd name="T7" fmla="*/ 5 h 162"/>
                  <a:gd name="T8" fmla="*/ 10 w 153"/>
                  <a:gd name="T9" fmla="*/ 7 h 162"/>
                  <a:gd name="T10" fmla="*/ 9 w 153"/>
                  <a:gd name="T11" fmla="*/ 7 h 162"/>
                  <a:gd name="T12" fmla="*/ 8 w 153"/>
                  <a:gd name="T13" fmla="*/ 9 h 162"/>
                  <a:gd name="T14" fmla="*/ 7 w 153"/>
                  <a:gd name="T15" fmla="*/ 9 h 162"/>
                  <a:gd name="T16" fmla="*/ 5 w 153"/>
                  <a:gd name="T17" fmla="*/ 9 h 162"/>
                  <a:gd name="T18" fmla="*/ 4 w 153"/>
                  <a:gd name="T19" fmla="*/ 10 h 162"/>
                  <a:gd name="T20" fmla="*/ 3 w 153"/>
                  <a:gd name="T21" fmla="*/ 10 h 162"/>
                  <a:gd name="T22" fmla="*/ 2 w 153"/>
                  <a:gd name="T23" fmla="*/ 10 h 162"/>
                  <a:gd name="T24" fmla="*/ 1 w 153"/>
                  <a:gd name="T25" fmla="*/ 10 h 162"/>
                  <a:gd name="T26" fmla="*/ 0 w 153"/>
                  <a:gd name="T27" fmla="*/ 3 h 162"/>
                  <a:gd name="T28" fmla="*/ 1 w 153"/>
                  <a:gd name="T29" fmla="*/ 1 h 162"/>
                  <a:gd name="T30" fmla="*/ 2 w 153"/>
                  <a:gd name="T31" fmla="*/ 1 h 162"/>
                  <a:gd name="T32" fmla="*/ 3 w 153"/>
                  <a:gd name="T33" fmla="*/ 1 h 162"/>
                  <a:gd name="T34" fmla="*/ 4 w 153"/>
                  <a:gd name="T35" fmla="*/ 1 h 162"/>
                  <a:gd name="T36" fmla="*/ 5 w 153"/>
                  <a:gd name="T37" fmla="*/ 1 h 162"/>
                  <a:gd name="T38" fmla="*/ 6 w 153"/>
                  <a:gd name="T39" fmla="*/ 1 h 162"/>
                  <a:gd name="T40" fmla="*/ 7 w 153"/>
                  <a:gd name="T41" fmla="*/ 1 h 162"/>
                  <a:gd name="T42" fmla="*/ 8 w 153"/>
                  <a:gd name="T43" fmla="*/ 0 h 16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53"/>
                  <a:gd name="T67" fmla="*/ 0 h 162"/>
                  <a:gd name="T68" fmla="*/ 153 w 153"/>
                  <a:gd name="T69" fmla="*/ 162 h 162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53" h="162">
                    <a:moveTo>
                      <a:pt x="127" y="0"/>
                    </a:moveTo>
                    <a:lnTo>
                      <a:pt x="135" y="30"/>
                    </a:lnTo>
                    <a:lnTo>
                      <a:pt x="141" y="60"/>
                    </a:lnTo>
                    <a:lnTo>
                      <a:pt x="146" y="89"/>
                    </a:lnTo>
                    <a:lnTo>
                      <a:pt x="153" y="118"/>
                    </a:lnTo>
                    <a:lnTo>
                      <a:pt x="136" y="124"/>
                    </a:lnTo>
                    <a:lnTo>
                      <a:pt x="118" y="130"/>
                    </a:lnTo>
                    <a:lnTo>
                      <a:pt x="98" y="136"/>
                    </a:lnTo>
                    <a:lnTo>
                      <a:pt x="80" y="141"/>
                    </a:lnTo>
                    <a:lnTo>
                      <a:pt x="61" y="147"/>
                    </a:lnTo>
                    <a:lnTo>
                      <a:pt x="43" y="153"/>
                    </a:lnTo>
                    <a:lnTo>
                      <a:pt x="25" y="157"/>
                    </a:lnTo>
                    <a:lnTo>
                      <a:pt x="9" y="162"/>
                    </a:lnTo>
                    <a:lnTo>
                      <a:pt x="0" y="34"/>
                    </a:lnTo>
                    <a:lnTo>
                      <a:pt x="13" y="28"/>
                    </a:lnTo>
                    <a:lnTo>
                      <a:pt x="28" y="23"/>
                    </a:lnTo>
                    <a:lnTo>
                      <a:pt x="43" y="18"/>
                    </a:lnTo>
                    <a:lnTo>
                      <a:pt x="60" y="13"/>
                    </a:lnTo>
                    <a:lnTo>
                      <a:pt x="76" y="9"/>
                    </a:lnTo>
                    <a:lnTo>
                      <a:pt x="93" y="5"/>
                    </a:lnTo>
                    <a:lnTo>
                      <a:pt x="111" y="2"/>
                    </a:lnTo>
                    <a:lnTo>
                      <a:pt x="12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Freeform 406"/>
              <p:cNvSpPr>
                <a:spLocks/>
              </p:cNvSpPr>
              <p:nvPr/>
            </p:nvSpPr>
            <p:spPr bwMode="auto">
              <a:xfrm>
                <a:off x="2734" y="1921"/>
                <a:ext cx="82" cy="99"/>
              </a:xfrm>
              <a:custGeom>
                <a:avLst/>
                <a:gdLst>
                  <a:gd name="T0" fmla="*/ 11 w 163"/>
                  <a:gd name="T1" fmla="*/ 8 h 200"/>
                  <a:gd name="T2" fmla="*/ 9 w 163"/>
                  <a:gd name="T3" fmla="*/ 8 h 200"/>
                  <a:gd name="T4" fmla="*/ 8 w 163"/>
                  <a:gd name="T5" fmla="*/ 8 h 200"/>
                  <a:gd name="T6" fmla="*/ 7 w 163"/>
                  <a:gd name="T7" fmla="*/ 9 h 200"/>
                  <a:gd name="T8" fmla="*/ 6 w 163"/>
                  <a:gd name="T9" fmla="*/ 10 h 200"/>
                  <a:gd name="T10" fmla="*/ 5 w 163"/>
                  <a:gd name="T11" fmla="*/ 10 h 200"/>
                  <a:gd name="T12" fmla="*/ 3 w 163"/>
                  <a:gd name="T13" fmla="*/ 11 h 200"/>
                  <a:gd name="T14" fmla="*/ 2 w 163"/>
                  <a:gd name="T15" fmla="*/ 11 h 200"/>
                  <a:gd name="T16" fmla="*/ 1 w 163"/>
                  <a:gd name="T17" fmla="*/ 12 h 200"/>
                  <a:gd name="T18" fmla="*/ 1 w 163"/>
                  <a:gd name="T19" fmla="*/ 10 h 200"/>
                  <a:gd name="T20" fmla="*/ 1 w 163"/>
                  <a:gd name="T21" fmla="*/ 8 h 200"/>
                  <a:gd name="T22" fmla="*/ 0 w 163"/>
                  <a:gd name="T23" fmla="*/ 6 h 200"/>
                  <a:gd name="T24" fmla="*/ 1 w 163"/>
                  <a:gd name="T25" fmla="*/ 4 h 200"/>
                  <a:gd name="T26" fmla="*/ 2 w 163"/>
                  <a:gd name="T27" fmla="*/ 3 h 200"/>
                  <a:gd name="T28" fmla="*/ 3 w 163"/>
                  <a:gd name="T29" fmla="*/ 3 h 200"/>
                  <a:gd name="T30" fmla="*/ 4 w 163"/>
                  <a:gd name="T31" fmla="*/ 2 h 200"/>
                  <a:gd name="T32" fmla="*/ 5 w 163"/>
                  <a:gd name="T33" fmla="*/ 2 h 200"/>
                  <a:gd name="T34" fmla="*/ 6 w 163"/>
                  <a:gd name="T35" fmla="*/ 1 h 200"/>
                  <a:gd name="T36" fmla="*/ 7 w 163"/>
                  <a:gd name="T37" fmla="*/ 0 h 200"/>
                  <a:gd name="T38" fmla="*/ 8 w 163"/>
                  <a:gd name="T39" fmla="*/ 0 h 200"/>
                  <a:gd name="T40" fmla="*/ 10 w 163"/>
                  <a:gd name="T41" fmla="*/ 0 h 200"/>
                  <a:gd name="T42" fmla="*/ 10 w 163"/>
                  <a:gd name="T43" fmla="*/ 2 h 200"/>
                  <a:gd name="T44" fmla="*/ 10 w 163"/>
                  <a:gd name="T45" fmla="*/ 4 h 200"/>
                  <a:gd name="T46" fmla="*/ 10 w 163"/>
                  <a:gd name="T47" fmla="*/ 6 h 200"/>
                  <a:gd name="T48" fmla="*/ 11 w 163"/>
                  <a:gd name="T49" fmla="*/ 8 h 20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63"/>
                  <a:gd name="T76" fmla="*/ 0 h 200"/>
                  <a:gd name="T77" fmla="*/ 163 w 163"/>
                  <a:gd name="T78" fmla="*/ 200 h 200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63" h="200">
                    <a:moveTo>
                      <a:pt x="163" y="131"/>
                    </a:moveTo>
                    <a:lnTo>
                      <a:pt x="142" y="138"/>
                    </a:lnTo>
                    <a:lnTo>
                      <a:pt x="123" y="144"/>
                    </a:lnTo>
                    <a:lnTo>
                      <a:pt x="103" y="154"/>
                    </a:lnTo>
                    <a:lnTo>
                      <a:pt x="85" y="162"/>
                    </a:lnTo>
                    <a:lnTo>
                      <a:pt x="65" y="171"/>
                    </a:lnTo>
                    <a:lnTo>
                      <a:pt x="47" y="181"/>
                    </a:lnTo>
                    <a:lnTo>
                      <a:pt x="27" y="191"/>
                    </a:lnTo>
                    <a:lnTo>
                      <a:pt x="9" y="200"/>
                    </a:lnTo>
                    <a:lnTo>
                      <a:pt x="5" y="166"/>
                    </a:lnTo>
                    <a:lnTo>
                      <a:pt x="2" y="135"/>
                    </a:lnTo>
                    <a:lnTo>
                      <a:pt x="0" y="104"/>
                    </a:lnTo>
                    <a:lnTo>
                      <a:pt x="1" y="68"/>
                    </a:lnTo>
                    <a:lnTo>
                      <a:pt x="18" y="59"/>
                    </a:lnTo>
                    <a:lnTo>
                      <a:pt x="35" y="50"/>
                    </a:lnTo>
                    <a:lnTo>
                      <a:pt x="51" y="41"/>
                    </a:lnTo>
                    <a:lnTo>
                      <a:pt x="70" y="33"/>
                    </a:lnTo>
                    <a:lnTo>
                      <a:pt x="87" y="23"/>
                    </a:lnTo>
                    <a:lnTo>
                      <a:pt x="106" y="15"/>
                    </a:lnTo>
                    <a:lnTo>
                      <a:pt x="124" y="8"/>
                    </a:lnTo>
                    <a:lnTo>
                      <a:pt x="145" y="0"/>
                    </a:lnTo>
                    <a:lnTo>
                      <a:pt x="147" y="36"/>
                    </a:lnTo>
                    <a:lnTo>
                      <a:pt x="150" y="70"/>
                    </a:lnTo>
                    <a:lnTo>
                      <a:pt x="155" y="101"/>
                    </a:lnTo>
                    <a:lnTo>
                      <a:pt x="163" y="13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" name="Freeform 407"/>
              <p:cNvSpPr>
                <a:spLocks/>
              </p:cNvSpPr>
              <p:nvPr/>
            </p:nvSpPr>
            <p:spPr bwMode="auto">
              <a:xfrm>
                <a:off x="3216" y="1957"/>
                <a:ext cx="26" cy="67"/>
              </a:xfrm>
              <a:custGeom>
                <a:avLst/>
                <a:gdLst>
                  <a:gd name="T0" fmla="*/ 3 w 50"/>
                  <a:gd name="T1" fmla="*/ 4 h 135"/>
                  <a:gd name="T2" fmla="*/ 4 w 50"/>
                  <a:gd name="T3" fmla="*/ 8 h 135"/>
                  <a:gd name="T4" fmla="*/ 3 w 50"/>
                  <a:gd name="T5" fmla="*/ 8 h 135"/>
                  <a:gd name="T6" fmla="*/ 3 w 50"/>
                  <a:gd name="T7" fmla="*/ 8 h 135"/>
                  <a:gd name="T8" fmla="*/ 2 w 50"/>
                  <a:gd name="T9" fmla="*/ 7 h 135"/>
                  <a:gd name="T10" fmla="*/ 2 w 50"/>
                  <a:gd name="T11" fmla="*/ 7 h 135"/>
                  <a:gd name="T12" fmla="*/ 1 w 50"/>
                  <a:gd name="T13" fmla="*/ 7 h 135"/>
                  <a:gd name="T14" fmla="*/ 1 w 50"/>
                  <a:gd name="T15" fmla="*/ 6 h 135"/>
                  <a:gd name="T16" fmla="*/ 1 w 50"/>
                  <a:gd name="T17" fmla="*/ 6 h 135"/>
                  <a:gd name="T18" fmla="*/ 0 w 50"/>
                  <a:gd name="T19" fmla="*/ 5 h 135"/>
                  <a:gd name="T20" fmla="*/ 0 w 50"/>
                  <a:gd name="T21" fmla="*/ 4 h 135"/>
                  <a:gd name="T22" fmla="*/ 0 w 50"/>
                  <a:gd name="T23" fmla="*/ 2 h 135"/>
                  <a:gd name="T24" fmla="*/ 1 w 50"/>
                  <a:gd name="T25" fmla="*/ 1 h 135"/>
                  <a:gd name="T26" fmla="*/ 1 w 50"/>
                  <a:gd name="T27" fmla="*/ 0 h 135"/>
                  <a:gd name="T28" fmla="*/ 2 w 50"/>
                  <a:gd name="T29" fmla="*/ 0 h 135"/>
                  <a:gd name="T30" fmla="*/ 2 w 50"/>
                  <a:gd name="T31" fmla="*/ 0 h 135"/>
                  <a:gd name="T32" fmla="*/ 3 w 50"/>
                  <a:gd name="T33" fmla="*/ 1 h 135"/>
                  <a:gd name="T34" fmla="*/ 3 w 50"/>
                  <a:gd name="T35" fmla="*/ 1 h 135"/>
                  <a:gd name="T36" fmla="*/ 3 w 50"/>
                  <a:gd name="T37" fmla="*/ 2 h 135"/>
                  <a:gd name="T38" fmla="*/ 3 w 50"/>
                  <a:gd name="T39" fmla="*/ 3 h 135"/>
                  <a:gd name="T40" fmla="*/ 3 w 50"/>
                  <a:gd name="T41" fmla="*/ 3 h 135"/>
                  <a:gd name="T42" fmla="*/ 3 w 50"/>
                  <a:gd name="T43" fmla="*/ 4 h 13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50"/>
                  <a:gd name="T67" fmla="*/ 0 h 135"/>
                  <a:gd name="T68" fmla="*/ 50 w 50"/>
                  <a:gd name="T69" fmla="*/ 135 h 135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50" h="135">
                    <a:moveTo>
                      <a:pt x="40" y="70"/>
                    </a:moveTo>
                    <a:lnTo>
                      <a:pt x="50" y="134"/>
                    </a:lnTo>
                    <a:lnTo>
                      <a:pt x="40" y="135"/>
                    </a:lnTo>
                    <a:lnTo>
                      <a:pt x="32" y="133"/>
                    </a:lnTo>
                    <a:lnTo>
                      <a:pt x="25" y="127"/>
                    </a:lnTo>
                    <a:lnTo>
                      <a:pt x="21" y="120"/>
                    </a:lnTo>
                    <a:lnTo>
                      <a:pt x="15" y="112"/>
                    </a:lnTo>
                    <a:lnTo>
                      <a:pt x="10" y="104"/>
                    </a:lnTo>
                    <a:lnTo>
                      <a:pt x="6" y="96"/>
                    </a:lnTo>
                    <a:lnTo>
                      <a:pt x="0" y="90"/>
                    </a:lnTo>
                    <a:lnTo>
                      <a:pt x="0" y="68"/>
                    </a:lnTo>
                    <a:lnTo>
                      <a:pt x="0" y="43"/>
                    </a:lnTo>
                    <a:lnTo>
                      <a:pt x="2" y="20"/>
                    </a:lnTo>
                    <a:lnTo>
                      <a:pt x="9" y="0"/>
                    </a:lnTo>
                    <a:lnTo>
                      <a:pt x="21" y="2"/>
                    </a:lnTo>
                    <a:lnTo>
                      <a:pt x="27" y="8"/>
                    </a:lnTo>
                    <a:lnTo>
                      <a:pt x="32" y="17"/>
                    </a:lnTo>
                    <a:lnTo>
                      <a:pt x="34" y="26"/>
                    </a:lnTo>
                    <a:lnTo>
                      <a:pt x="36" y="38"/>
                    </a:lnTo>
                    <a:lnTo>
                      <a:pt x="36" y="50"/>
                    </a:lnTo>
                    <a:lnTo>
                      <a:pt x="38" y="60"/>
                    </a:lnTo>
                    <a:lnTo>
                      <a:pt x="40" y="7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" name="Freeform 408"/>
              <p:cNvSpPr>
                <a:spLocks/>
              </p:cNvSpPr>
              <p:nvPr/>
            </p:nvSpPr>
            <p:spPr bwMode="auto">
              <a:xfrm>
                <a:off x="3241" y="1959"/>
                <a:ext cx="36" cy="77"/>
              </a:xfrm>
              <a:custGeom>
                <a:avLst/>
                <a:gdLst>
                  <a:gd name="T0" fmla="*/ 3 w 72"/>
                  <a:gd name="T1" fmla="*/ 1 h 155"/>
                  <a:gd name="T2" fmla="*/ 4 w 72"/>
                  <a:gd name="T3" fmla="*/ 3 h 155"/>
                  <a:gd name="T4" fmla="*/ 5 w 72"/>
                  <a:gd name="T5" fmla="*/ 5 h 155"/>
                  <a:gd name="T6" fmla="*/ 5 w 72"/>
                  <a:gd name="T7" fmla="*/ 7 h 155"/>
                  <a:gd name="T8" fmla="*/ 5 w 72"/>
                  <a:gd name="T9" fmla="*/ 9 h 155"/>
                  <a:gd name="T10" fmla="*/ 1 w 72"/>
                  <a:gd name="T11" fmla="*/ 8 h 155"/>
                  <a:gd name="T12" fmla="*/ 1 w 72"/>
                  <a:gd name="T13" fmla="*/ 6 h 155"/>
                  <a:gd name="T14" fmla="*/ 1 w 72"/>
                  <a:gd name="T15" fmla="*/ 4 h 155"/>
                  <a:gd name="T16" fmla="*/ 1 w 72"/>
                  <a:gd name="T17" fmla="*/ 2 h 155"/>
                  <a:gd name="T18" fmla="*/ 0 w 72"/>
                  <a:gd name="T19" fmla="*/ 0 h 155"/>
                  <a:gd name="T20" fmla="*/ 1 w 72"/>
                  <a:gd name="T21" fmla="*/ 0 h 155"/>
                  <a:gd name="T22" fmla="*/ 1 w 72"/>
                  <a:gd name="T23" fmla="*/ 0 h 155"/>
                  <a:gd name="T24" fmla="*/ 1 w 72"/>
                  <a:gd name="T25" fmla="*/ 0 h 155"/>
                  <a:gd name="T26" fmla="*/ 1 w 72"/>
                  <a:gd name="T27" fmla="*/ 0 h 155"/>
                  <a:gd name="T28" fmla="*/ 2 w 72"/>
                  <a:gd name="T29" fmla="*/ 0 h 155"/>
                  <a:gd name="T30" fmla="*/ 2 w 72"/>
                  <a:gd name="T31" fmla="*/ 0 h 155"/>
                  <a:gd name="T32" fmla="*/ 3 w 72"/>
                  <a:gd name="T33" fmla="*/ 1 h 155"/>
                  <a:gd name="T34" fmla="*/ 3 w 72"/>
                  <a:gd name="T35" fmla="*/ 1 h 15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72"/>
                  <a:gd name="T55" fmla="*/ 0 h 155"/>
                  <a:gd name="T56" fmla="*/ 72 w 72"/>
                  <a:gd name="T57" fmla="*/ 155 h 15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72" h="155">
                    <a:moveTo>
                      <a:pt x="60" y="18"/>
                    </a:moveTo>
                    <a:lnTo>
                      <a:pt x="64" y="56"/>
                    </a:lnTo>
                    <a:lnTo>
                      <a:pt x="68" y="90"/>
                    </a:lnTo>
                    <a:lnTo>
                      <a:pt x="72" y="124"/>
                    </a:lnTo>
                    <a:lnTo>
                      <a:pt x="69" y="155"/>
                    </a:lnTo>
                    <a:lnTo>
                      <a:pt x="21" y="141"/>
                    </a:lnTo>
                    <a:lnTo>
                      <a:pt x="16" y="104"/>
                    </a:lnTo>
                    <a:lnTo>
                      <a:pt x="13" y="70"/>
                    </a:lnTo>
                    <a:lnTo>
                      <a:pt x="8" y="35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15" y="3"/>
                    </a:lnTo>
                    <a:lnTo>
                      <a:pt x="22" y="5"/>
                    </a:lnTo>
                    <a:lnTo>
                      <a:pt x="29" y="9"/>
                    </a:lnTo>
                    <a:lnTo>
                      <a:pt x="36" y="12"/>
                    </a:lnTo>
                    <a:lnTo>
                      <a:pt x="44" y="15"/>
                    </a:lnTo>
                    <a:lnTo>
                      <a:pt x="52" y="18"/>
                    </a:lnTo>
                    <a:lnTo>
                      <a:pt x="60" y="1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Freeform 409"/>
              <p:cNvSpPr>
                <a:spLocks/>
              </p:cNvSpPr>
              <p:nvPr/>
            </p:nvSpPr>
            <p:spPr bwMode="auto">
              <a:xfrm>
                <a:off x="2909" y="1954"/>
                <a:ext cx="72" cy="76"/>
              </a:xfrm>
              <a:custGeom>
                <a:avLst/>
                <a:gdLst>
                  <a:gd name="T0" fmla="*/ 9 w 144"/>
                  <a:gd name="T1" fmla="*/ 1 h 153"/>
                  <a:gd name="T2" fmla="*/ 7 w 144"/>
                  <a:gd name="T3" fmla="*/ 2 h 153"/>
                  <a:gd name="T4" fmla="*/ 7 w 144"/>
                  <a:gd name="T5" fmla="*/ 3 h 153"/>
                  <a:gd name="T6" fmla="*/ 7 w 144"/>
                  <a:gd name="T7" fmla="*/ 4 h 153"/>
                  <a:gd name="T8" fmla="*/ 7 w 144"/>
                  <a:gd name="T9" fmla="*/ 4 h 153"/>
                  <a:gd name="T10" fmla="*/ 9 w 144"/>
                  <a:gd name="T11" fmla="*/ 5 h 153"/>
                  <a:gd name="T12" fmla="*/ 9 w 144"/>
                  <a:gd name="T13" fmla="*/ 6 h 153"/>
                  <a:gd name="T14" fmla="*/ 9 w 144"/>
                  <a:gd name="T15" fmla="*/ 7 h 153"/>
                  <a:gd name="T16" fmla="*/ 9 w 144"/>
                  <a:gd name="T17" fmla="*/ 7 h 153"/>
                  <a:gd name="T18" fmla="*/ 9 w 144"/>
                  <a:gd name="T19" fmla="*/ 8 h 153"/>
                  <a:gd name="T20" fmla="*/ 7 w 144"/>
                  <a:gd name="T21" fmla="*/ 8 h 153"/>
                  <a:gd name="T22" fmla="*/ 6 w 144"/>
                  <a:gd name="T23" fmla="*/ 8 h 153"/>
                  <a:gd name="T24" fmla="*/ 5 w 144"/>
                  <a:gd name="T25" fmla="*/ 8 h 153"/>
                  <a:gd name="T26" fmla="*/ 5 w 144"/>
                  <a:gd name="T27" fmla="*/ 8 h 153"/>
                  <a:gd name="T28" fmla="*/ 3 w 144"/>
                  <a:gd name="T29" fmla="*/ 9 h 153"/>
                  <a:gd name="T30" fmla="*/ 3 w 144"/>
                  <a:gd name="T31" fmla="*/ 9 h 153"/>
                  <a:gd name="T32" fmla="*/ 2 w 144"/>
                  <a:gd name="T33" fmla="*/ 9 h 153"/>
                  <a:gd name="T34" fmla="*/ 2 w 144"/>
                  <a:gd name="T35" fmla="*/ 9 h 153"/>
                  <a:gd name="T36" fmla="*/ 2 w 144"/>
                  <a:gd name="T37" fmla="*/ 8 h 153"/>
                  <a:gd name="T38" fmla="*/ 1 w 144"/>
                  <a:gd name="T39" fmla="*/ 7 h 153"/>
                  <a:gd name="T40" fmla="*/ 1 w 144"/>
                  <a:gd name="T41" fmla="*/ 5 h 153"/>
                  <a:gd name="T42" fmla="*/ 1 w 144"/>
                  <a:gd name="T43" fmla="*/ 4 h 153"/>
                  <a:gd name="T44" fmla="*/ 1 w 144"/>
                  <a:gd name="T45" fmla="*/ 2 h 153"/>
                  <a:gd name="T46" fmla="*/ 1 w 144"/>
                  <a:gd name="T47" fmla="*/ 1 h 153"/>
                  <a:gd name="T48" fmla="*/ 0 w 144"/>
                  <a:gd name="T49" fmla="*/ 1 h 153"/>
                  <a:gd name="T50" fmla="*/ 1 w 144"/>
                  <a:gd name="T51" fmla="*/ 1 h 153"/>
                  <a:gd name="T52" fmla="*/ 1 w 144"/>
                  <a:gd name="T53" fmla="*/ 1 h 153"/>
                  <a:gd name="T54" fmla="*/ 2 w 144"/>
                  <a:gd name="T55" fmla="*/ 0 h 153"/>
                  <a:gd name="T56" fmla="*/ 3 w 144"/>
                  <a:gd name="T57" fmla="*/ 0 h 153"/>
                  <a:gd name="T58" fmla="*/ 5 w 144"/>
                  <a:gd name="T59" fmla="*/ 0 h 153"/>
                  <a:gd name="T60" fmla="*/ 5 w 144"/>
                  <a:gd name="T61" fmla="*/ 0 h 153"/>
                  <a:gd name="T62" fmla="*/ 6 w 144"/>
                  <a:gd name="T63" fmla="*/ 0 h 153"/>
                  <a:gd name="T64" fmla="*/ 7 w 144"/>
                  <a:gd name="T65" fmla="*/ 0 h 153"/>
                  <a:gd name="T66" fmla="*/ 9 w 144"/>
                  <a:gd name="T67" fmla="*/ 1 h 153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44"/>
                  <a:gd name="T103" fmla="*/ 0 h 153"/>
                  <a:gd name="T104" fmla="*/ 144 w 144"/>
                  <a:gd name="T105" fmla="*/ 153 h 153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44" h="153">
                    <a:moveTo>
                      <a:pt x="131" y="24"/>
                    </a:moveTo>
                    <a:lnTo>
                      <a:pt x="125" y="38"/>
                    </a:lnTo>
                    <a:lnTo>
                      <a:pt x="122" y="51"/>
                    </a:lnTo>
                    <a:lnTo>
                      <a:pt x="122" y="65"/>
                    </a:lnTo>
                    <a:lnTo>
                      <a:pt x="125" y="78"/>
                    </a:lnTo>
                    <a:lnTo>
                      <a:pt x="129" y="91"/>
                    </a:lnTo>
                    <a:lnTo>
                      <a:pt x="133" y="104"/>
                    </a:lnTo>
                    <a:lnTo>
                      <a:pt x="139" y="115"/>
                    </a:lnTo>
                    <a:lnTo>
                      <a:pt x="144" y="127"/>
                    </a:lnTo>
                    <a:lnTo>
                      <a:pt x="131" y="128"/>
                    </a:lnTo>
                    <a:lnTo>
                      <a:pt x="118" y="130"/>
                    </a:lnTo>
                    <a:lnTo>
                      <a:pt x="105" y="133"/>
                    </a:lnTo>
                    <a:lnTo>
                      <a:pt x="91" y="136"/>
                    </a:lnTo>
                    <a:lnTo>
                      <a:pt x="77" y="140"/>
                    </a:lnTo>
                    <a:lnTo>
                      <a:pt x="63" y="144"/>
                    </a:lnTo>
                    <a:lnTo>
                      <a:pt x="50" y="149"/>
                    </a:lnTo>
                    <a:lnTo>
                      <a:pt x="39" y="153"/>
                    </a:lnTo>
                    <a:lnTo>
                      <a:pt x="37" y="148"/>
                    </a:lnTo>
                    <a:lnTo>
                      <a:pt x="33" y="134"/>
                    </a:lnTo>
                    <a:lnTo>
                      <a:pt x="26" y="113"/>
                    </a:lnTo>
                    <a:lnTo>
                      <a:pt x="19" y="90"/>
                    </a:lnTo>
                    <a:lnTo>
                      <a:pt x="11" y="66"/>
                    </a:lnTo>
                    <a:lnTo>
                      <a:pt x="6" y="45"/>
                    </a:lnTo>
                    <a:lnTo>
                      <a:pt x="1" y="29"/>
                    </a:lnTo>
                    <a:lnTo>
                      <a:pt x="0" y="22"/>
                    </a:lnTo>
                    <a:lnTo>
                      <a:pt x="15" y="19"/>
                    </a:lnTo>
                    <a:lnTo>
                      <a:pt x="29" y="16"/>
                    </a:lnTo>
                    <a:lnTo>
                      <a:pt x="44" y="13"/>
                    </a:lnTo>
                    <a:lnTo>
                      <a:pt x="58" y="9"/>
                    </a:lnTo>
                    <a:lnTo>
                      <a:pt x="73" y="7"/>
                    </a:lnTo>
                    <a:lnTo>
                      <a:pt x="90" y="5"/>
                    </a:lnTo>
                    <a:lnTo>
                      <a:pt x="105" y="2"/>
                    </a:lnTo>
                    <a:lnTo>
                      <a:pt x="120" y="0"/>
                    </a:lnTo>
                    <a:lnTo>
                      <a:pt x="131" y="2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Freeform 410"/>
              <p:cNvSpPr>
                <a:spLocks/>
              </p:cNvSpPr>
              <p:nvPr/>
            </p:nvSpPr>
            <p:spPr bwMode="auto">
              <a:xfrm>
                <a:off x="2674" y="1959"/>
                <a:ext cx="56" cy="77"/>
              </a:xfrm>
              <a:custGeom>
                <a:avLst/>
                <a:gdLst>
                  <a:gd name="T0" fmla="*/ 7 w 112"/>
                  <a:gd name="T1" fmla="*/ 1 h 153"/>
                  <a:gd name="T2" fmla="*/ 7 w 112"/>
                  <a:gd name="T3" fmla="*/ 1 h 153"/>
                  <a:gd name="T4" fmla="*/ 7 w 112"/>
                  <a:gd name="T5" fmla="*/ 2 h 153"/>
                  <a:gd name="T6" fmla="*/ 7 w 112"/>
                  <a:gd name="T7" fmla="*/ 3 h 153"/>
                  <a:gd name="T8" fmla="*/ 7 w 112"/>
                  <a:gd name="T9" fmla="*/ 3 h 153"/>
                  <a:gd name="T10" fmla="*/ 7 w 112"/>
                  <a:gd name="T11" fmla="*/ 5 h 153"/>
                  <a:gd name="T12" fmla="*/ 7 w 112"/>
                  <a:gd name="T13" fmla="*/ 6 h 153"/>
                  <a:gd name="T14" fmla="*/ 7 w 112"/>
                  <a:gd name="T15" fmla="*/ 7 h 153"/>
                  <a:gd name="T16" fmla="*/ 7 w 112"/>
                  <a:gd name="T17" fmla="*/ 8 h 153"/>
                  <a:gd name="T18" fmla="*/ 7 w 112"/>
                  <a:gd name="T19" fmla="*/ 9 h 153"/>
                  <a:gd name="T20" fmla="*/ 7 w 112"/>
                  <a:gd name="T21" fmla="*/ 9 h 153"/>
                  <a:gd name="T22" fmla="*/ 7 w 112"/>
                  <a:gd name="T23" fmla="*/ 9 h 153"/>
                  <a:gd name="T24" fmla="*/ 7 w 112"/>
                  <a:gd name="T25" fmla="*/ 9 h 153"/>
                  <a:gd name="T26" fmla="*/ 6 w 112"/>
                  <a:gd name="T27" fmla="*/ 9 h 153"/>
                  <a:gd name="T28" fmla="*/ 6 w 112"/>
                  <a:gd name="T29" fmla="*/ 10 h 153"/>
                  <a:gd name="T30" fmla="*/ 6 w 112"/>
                  <a:gd name="T31" fmla="*/ 10 h 153"/>
                  <a:gd name="T32" fmla="*/ 5 w 112"/>
                  <a:gd name="T33" fmla="*/ 10 h 153"/>
                  <a:gd name="T34" fmla="*/ 5 w 112"/>
                  <a:gd name="T35" fmla="*/ 10 h 153"/>
                  <a:gd name="T36" fmla="*/ 4 w 112"/>
                  <a:gd name="T37" fmla="*/ 10 h 153"/>
                  <a:gd name="T38" fmla="*/ 4 w 112"/>
                  <a:gd name="T39" fmla="*/ 9 h 153"/>
                  <a:gd name="T40" fmla="*/ 3 w 112"/>
                  <a:gd name="T41" fmla="*/ 9 h 153"/>
                  <a:gd name="T42" fmla="*/ 3 w 112"/>
                  <a:gd name="T43" fmla="*/ 8 h 153"/>
                  <a:gd name="T44" fmla="*/ 3 w 112"/>
                  <a:gd name="T45" fmla="*/ 8 h 153"/>
                  <a:gd name="T46" fmla="*/ 2 w 112"/>
                  <a:gd name="T47" fmla="*/ 7 h 153"/>
                  <a:gd name="T48" fmla="*/ 2 w 112"/>
                  <a:gd name="T49" fmla="*/ 7 h 153"/>
                  <a:gd name="T50" fmla="*/ 2 w 112"/>
                  <a:gd name="T51" fmla="*/ 6 h 153"/>
                  <a:gd name="T52" fmla="*/ 1 w 112"/>
                  <a:gd name="T53" fmla="*/ 6 h 153"/>
                  <a:gd name="T54" fmla="*/ 1 w 112"/>
                  <a:gd name="T55" fmla="*/ 6 h 153"/>
                  <a:gd name="T56" fmla="*/ 1 w 112"/>
                  <a:gd name="T57" fmla="*/ 6 h 153"/>
                  <a:gd name="T58" fmla="*/ 1 w 112"/>
                  <a:gd name="T59" fmla="*/ 6 h 153"/>
                  <a:gd name="T60" fmla="*/ 1 w 112"/>
                  <a:gd name="T61" fmla="*/ 5 h 153"/>
                  <a:gd name="T62" fmla="*/ 1 w 112"/>
                  <a:gd name="T63" fmla="*/ 5 h 153"/>
                  <a:gd name="T64" fmla="*/ 1 w 112"/>
                  <a:gd name="T65" fmla="*/ 5 h 153"/>
                  <a:gd name="T66" fmla="*/ 1 w 112"/>
                  <a:gd name="T67" fmla="*/ 5 h 153"/>
                  <a:gd name="T68" fmla="*/ 0 w 112"/>
                  <a:gd name="T69" fmla="*/ 4 h 153"/>
                  <a:gd name="T70" fmla="*/ 1 w 112"/>
                  <a:gd name="T71" fmla="*/ 4 h 153"/>
                  <a:gd name="T72" fmla="*/ 1 w 112"/>
                  <a:gd name="T73" fmla="*/ 4 h 153"/>
                  <a:gd name="T74" fmla="*/ 3 w 112"/>
                  <a:gd name="T75" fmla="*/ 3 h 153"/>
                  <a:gd name="T76" fmla="*/ 3 w 112"/>
                  <a:gd name="T77" fmla="*/ 3 h 153"/>
                  <a:gd name="T78" fmla="*/ 4 w 112"/>
                  <a:gd name="T79" fmla="*/ 4 h 153"/>
                  <a:gd name="T80" fmla="*/ 4 w 112"/>
                  <a:gd name="T81" fmla="*/ 5 h 153"/>
                  <a:gd name="T82" fmla="*/ 4 w 112"/>
                  <a:gd name="T83" fmla="*/ 5 h 153"/>
                  <a:gd name="T84" fmla="*/ 5 w 112"/>
                  <a:gd name="T85" fmla="*/ 5 h 153"/>
                  <a:gd name="T86" fmla="*/ 5 w 112"/>
                  <a:gd name="T87" fmla="*/ 4 h 153"/>
                  <a:gd name="T88" fmla="*/ 6 w 112"/>
                  <a:gd name="T89" fmla="*/ 4 h 153"/>
                  <a:gd name="T90" fmla="*/ 6 w 112"/>
                  <a:gd name="T91" fmla="*/ 3 h 153"/>
                  <a:gd name="T92" fmla="*/ 6 w 112"/>
                  <a:gd name="T93" fmla="*/ 3 h 153"/>
                  <a:gd name="T94" fmla="*/ 5 w 112"/>
                  <a:gd name="T95" fmla="*/ 2 h 153"/>
                  <a:gd name="T96" fmla="*/ 6 w 112"/>
                  <a:gd name="T97" fmla="*/ 1 h 153"/>
                  <a:gd name="T98" fmla="*/ 6 w 112"/>
                  <a:gd name="T99" fmla="*/ 0 h 153"/>
                  <a:gd name="T100" fmla="*/ 7 w 112"/>
                  <a:gd name="T101" fmla="*/ 0 h 153"/>
                  <a:gd name="T102" fmla="*/ 7 w 112"/>
                  <a:gd name="T103" fmla="*/ 1 h 153"/>
                  <a:gd name="T104" fmla="*/ 7 w 112"/>
                  <a:gd name="T105" fmla="*/ 1 h 153"/>
                  <a:gd name="T106" fmla="*/ 7 w 112"/>
                  <a:gd name="T107" fmla="*/ 1 h 153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112"/>
                  <a:gd name="T163" fmla="*/ 0 h 153"/>
                  <a:gd name="T164" fmla="*/ 112 w 112"/>
                  <a:gd name="T165" fmla="*/ 153 h 153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112" h="153">
                    <a:moveTo>
                      <a:pt x="105" y="5"/>
                    </a:moveTo>
                    <a:lnTo>
                      <a:pt x="101" y="15"/>
                    </a:lnTo>
                    <a:lnTo>
                      <a:pt x="104" y="25"/>
                    </a:lnTo>
                    <a:lnTo>
                      <a:pt x="106" y="35"/>
                    </a:lnTo>
                    <a:lnTo>
                      <a:pt x="106" y="46"/>
                    </a:lnTo>
                    <a:lnTo>
                      <a:pt x="104" y="65"/>
                    </a:lnTo>
                    <a:lnTo>
                      <a:pt x="104" y="86"/>
                    </a:lnTo>
                    <a:lnTo>
                      <a:pt x="106" y="104"/>
                    </a:lnTo>
                    <a:lnTo>
                      <a:pt x="112" y="122"/>
                    </a:lnTo>
                    <a:lnTo>
                      <a:pt x="109" y="129"/>
                    </a:lnTo>
                    <a:lnTo>
                      <a:pt x="106" y="133"/>
                    </a:lnTo>
                    <a:lnTo>
                      <a:pt x="102" y="138"/>
                    </a:lnTo>
                    <a:lnTo>
                      <a:pt x="98" y="140"/>
                    </a:lnTo>
                    <a:lnTo>
                      <a:pt x="92" y="144"/>
                    </a:lnTo>
                    <a:lnTo>
                      <a:pt x="86" y="146"/>
                    </a:lnTo>
                    <a:lnTo>
                      <a:pt x="81" y="149"/>
                    </a:lnTo>
                    <a:lnTo>
                      <a:pt x="76" y="153"/>
                    </a:lnTo>
                    <a:lnTo>
                      <a:pt x="66" y="152"/>
                    </a:lnTo>
                    <a:lnTo>
                      <a:pt x="59" y="147"/>
                    </a:lnTo>
                    <a:lnTo>
                      <a:pt x="53" y="140"/>
                    </a:lnTo>
                    <a:lnTo>
                      <a:pt x="48" y="131"/>
                    </a:lnTo>
                    <a:lnTo>
                      <a:pt x="44" y="122"/>
                    </a:lnTo>
                    <a:lnTo>
                      <a:pt x="38" y="113"/>
                    </a:lnTo>
                    <a:lnTo>
                      <a:pt x="30" y="106"/>
                    </a:lnTo>
                    <a:lnTo>
                      <a:pt x="18" y="102"/>
                    </a:lnTo>
                    <a:lnTo>
                      <a:pt x="21" y="93"/>
                    </a:lnTo>
                    <a:lnTo>
                      <a:pt x="15" y="89"/>
                    </a:lnTo>
                    <a:lnTo>
                      <a:pt x="8" y="88"/>
                    </a:lnTo>
                    <a:lnTo>
                      <a:pt x="1" y="87"/>
                    </a:lnTo>
                    <a:lnTo>
                      <a:pt x="7" y="83"/>
                    </a:lnTo>
                    <a:lnTo>
                      <a:pt x="9" y="78"/>
                    </a:lnTo>
                    <a:lnTo>
                      <a:pt x="8" y="75"/>
                    </a:lnTo>
                    <a:lnTo>
                      <a:pt x="5" y="70"/>
                    </a:lnTo>
                    <a:lnTo>
                      <a:pt x="2" y="65"/>
                    </a:lnTo>
                    <a:lnTo>
                      <a:pt x="0" y="61"/>
                    </a:lnTo>
                    <a:lnTo>
                      <a:pt x="1" y="55"/>
                    </a:lnTo>
                    <a:lnTo>
                      <a:pt x="7" y="50"/>
                    </a:lnTo>
                    <a:lnTo>
                      <a:pt x="46" y="34"/>
                    </a:lnTo>
                    <a:lnTo>
                      <a:pt x="47" y="43"/>
                    </a:lnTo>
                    <a:lnTo>
                      <a:pt x="51" y="55"/>
                    </a:lnTo>
                    <a:lnTo>
                      <a:pt x="56" y="65"/>
                    </a:lnTo>
                    <a:lnTo>
                      <a:pt x="64" y="73"/>
                    </a:lnTo>
                    <a:lnTo>
                      <a:pt x="71" y="69"/>
                    </a:lnTo>
                    <a:lnTo>
                      <a:pt x="78" y="63"/>
                    </a:lnTo>
                    <a:lnTo>
                      <a:pt x="83" y="56"/>
                    </a:lnTo>
                    <a:lnTo>
                      <a:pt x="87" y="48"/>
                    </a:lnTo>
                    <a:lnTo>
                      <a:pt x="82" y="33"/>
                    </a:lnTo>
                    <a:lnTo>
                      <a:pt x="77" y="19"/>
                    </a:lnTo>
                    <a:lnTo>
                      <a:pt x="81" y="8"/>
                    </a:lnTo>
                    <a:lnTo>
                      <a:pt x="96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3"/>
                    </a:lnTo>
                    <a:lnTo>
                      <a:pt x="105" y="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411"/>
              <p:cNvSpPr>
                <a:spLocks/>
              </p:cNvSpPr>
              <p:nvPr/>
            </p:nvSpPr>
            <p:spPr bwMode="auto">
              <a:xfrm>
                <a:off x="2827" y="1969"/>
                <a:ext cx="86" cy="85"/>
              </a:xfrm>
              <a:custGeom>
                <a:avLst/>
                <a:gdLst>
                  <a:gd name="T0" fmla="*/ 10 w 173"/>
                  <a:gd name="T1" fmla="*/ 7 h 172"/>
                  <a:gd name="T2" fmla="*/ 9 w 173"/>
                  <a:gd name="T3" fmla="*/ 8 h 172"/>
                  <a:gd name="T4" fmla="*/ 8 w 173"/>
                  <a:gd name="T5" fmla="*/ 8 h 172"/>
                  <a:gd name="T6" fmla="*/ 7 w 173"/>
                  <a:gd name="T7" fmla="*/ 8 h 172"/>
                  <a:gd name="T8" fmla="*/ 6 w 173"/>
                  <a:gd name="T9" fmla="*/ 9 h 172"/>
                  <a:gd name="T10" fmla="*/ 5 w 173"/>
                  <a:gd name="T11" fmla="*/ 9 h 172"/>
                  <a:gd name="T12" fmla="*/ 4 w 173"/>
                  <a:gd name="T13" fmla="*/ 9 h 172"/>
                  <a:gd name="T14" fmla="*/ 2 w 173"/>
                  <a:gd name="T15" fmla="*/ 10 h 172"/>
                  <a:gd name="T16" fmla="*/ 1 w 173"/>
                  <a:gd name="T17" fmla="*/ 10 h 172"/>
                  <a:gd name="T18" fmla="*/ 1 w 173"/>
                  <a:gd name="T19" fmla="*/ 9 h 172"/>
                  <a:gd name="T20" fmla="*/ 0 w 173"/>
                  <a:gd name="T21" fmla="*/ 6 h 172"/>
                  <a:gd name="T22" fmla="*/ 0 w 173"/>
                  <a:gd name="T23" fmla="*/ 4 h 172"/>
                  <a:gd name="T24" fmla="*/ 0 w 173"/>
                  <a:gd name="T25" fmla="*/ 2 h 172"/>
                  <a:gd name="T26" fmla="*/ 1 w 173"/>
                  <a:gd name="T27" fmla="*/ 2 h 172"/>
                  <a:gd name="T28" fmla="*/ 2 w 173"/>
                  <a:gd name="T29" fmla="*/ 1 h 172"/>
                  <a:gd name="T30" fmla="*/ 3 w 173"/>
                  <a:gd name="T31" fmla="*/ 1 h 172"/>
                  <a:gd name="T32" fmla="*/ 4 w 173"/>
                  <a:gd name="T33" fmla="*/ 1 h 172"/>
                  <a:gd name="T34" fmla="*/ 5 w 173"/>
                  <a:gd name="T35" fmla="*/ 0 h 172"/>
                  <a:gd name="T36" fmla="*/ 6 w 173"/>
                  <a:gd name="T37" fmla="*/ 0 h 172"/>
                  <a:gd name="T38" fmla="*/ 7 w 173"/>
                  <a:gd name="T39" fmla="*/ 0 h 172"/>
                  <a:gd name="T40" fmla="*/ 8 w 173"/>
                  <a:gd name="T41" fmla="*/ 0 h 172"/>
                  <a:gd name="T42" fmla="*/ 9 w 173"/>
                  <a:gd name="T43" fmla="*/ 1 h 172"/>
                  <a:gd name="T44" fmla="*/ 10 w 173"/>
                  <a:gd name="T45" fmla="*/ 4 h 172"/>
                  <a:gd name="T46" fmla="*/ 10 w 173"/>
                  <a:gd name="T47" fmla="*/ 6 h 172"/>
                  <a:gd name="T48" fmla="*/ 10 w 173"/>
                  <a:gd name="T49" fmla="*/ 7 h 17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73"/>
                  <a:gd name="T76" fmla="*/ 0 h 172"/>
                  <a:gd name="T77" fmla="*/ 173 w 173"/>
                  <a:gd name="T78" fmla="*/ 172 h 17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73" h="172">
                    <a:moveTo>
                      <a:pt x="173" y="122"/>
                    </a:moveTo>
                    <a:lnTo>
                      <a:pt x="157" y="129"/>
                    </a:lnTo>
                    <a:lnTo>
                      <a:pt x="138" y="135"/>
                    </a:lnTo>
                    <a:lnTo>
                      <a:pt x="120" y="139"/>
                    </a:lnTo>
                    <a:lnTo>
                      <a:pt x="102" y="145"/>
                    </a:lnTo>
                    <a:lnTo>
                      <a:pt x="82" y="150"/>
                    </a:lnTo>
                    <a:lnTo>
                      <a:pt x="64" y="157"/>
                    </a:lnTo>
                    <a:lnTo>
                      <a:pt x="46" y="164"/>
                    </a:lnTo>
                    <a:lnTo>
                      <a:pt x="30" y="172"/>
                    </a:lnTo>
                    <a:lnTo>
                      <a:pt x="20" y="146"/>
                    </a:lnTo>
                    <a:lnTo>
                      <a:pt x="11" y="111"/>
                    </a:lnTo>
                    <a:lnTo>
                      <a:pt x="4" y="74"/>
                    </a:lnTo>
                    <a:lnTo>
                      <a:pt x="0" y="43"/>
                    </a:lnTo>
                    <a:lnTo>
                      <a:pt x="17" y="37"/>
                    </a:lnTo>
                    <a:lnTo>
                      <a:pt x="36" y="31"/>
                    </a:lnTo>
                    <a:lnTo>
                      <a:pt x="53" y="25"/>
                    </a:lnTo>
                    <a:lnTo>
                      <a:pt x="70" y="20"/>
                    </a:lnTo>
                    <a:lnTo>
                      <a:pt x="89" y="14"/>
                    </a:lnTo>
                    <a:lnTo>
                      <a:pt x="106" y="9"/>
                    </a:lnTo>
                    <a:lnTo>
                      <a:pt x="123" y="5"/>
                    </a:lnTo>
                    <a:lnTo>
                      <a:pt x="141" y="0"/>
                    </a:lnTo>
                    <a:lnTo>
                      <a:pt x="151" y="25"/>
                    </a:lnTo>
                    <a:lnTo>
                      <a:pt x="163" y="67"/>
                    </a:lnTo>
                    <a:lnTo>
                      <a:pt x="170" y="105"/>
                    </a:lnTo>
                    <a:lnTo>
                      <a:pt x="173" y="12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Freeform 412"/>
              <p:cNvSpPr>
                <a:spLocks/>
              </p:cNvSpPr>
              <p:nvPr/>
            </p:nvSpPr>
            <p:spPr bwMode="auto">
              <a:xfrm>
                <a:off x="2579" y="1967"/>
                <a:ext cx="3" cy="10"/>
              </a:xfrm>
              <a:custGeom>
                <a:avLst/>
                <a:gdLst>
                  <a:gd name="T0" fmla="*/ 0 w 7"/>
                  <a:gd name="T1" fmla="*/ 0 h 18"/>
                  <a:gd name="T2" fmla="*/ 0 w 7"/>
                  <a:gd name="T3" fmla="*/ 1 h 18"/>
                  <a:gd name="T4" fmla="*/ 0 w 7"/>
                  <a:gd name="T5" fmla="*/ 1 h 18"/>
                  <a:gd name="T6" fmla="*/ 0 w 7"/>
                  <a:gd name="T7" fmla="*/ 1 h 18"/>
                  <a:gd name="T8" fmla="*/ 0 w 7"/>
                  <a:gd name="T9" fmla="*/ 2 h 18"/>
                  <a:gd name="T10" fmla="*/ 0 w 7"/>
                  <a:gd name="T11" fmla="*/ 1 h 18"/>
                  <a:gd name="T12" fmla="*/ 0 w 7"/>
                  <a:gd name="T13" fmla="*/ 1 h 18"/>
                  <a:gd name="T14" fmla="*/ 0 w 7"/>
                  <a:gd name="T15" fmla="*/ 1 h 18"/>
                  <a:gd name="T16" fmla="*/ 0 w 7"/>
                  <a:gd name="T17" fmla="*/ 0 h 1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"/>
                  <a:gd name="T28" fmla="*/ 0 h 18"/>
                  <a:gd name="T29" fmla="*/ 7 w 7"/>
                  <a:gd name="T30" fmla="*/ 18 h 1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" h="18">
                    <a:moveTo>
                      <a:pt x="7" y="0"/>
                    </a:moveTo>
                    <a:lnTo>
                      <a:pt x="7" y="4"/>
                    </a:lnTo>
                    <a:lnTo>
                      <a:pt x="7" y="9"/>
                    </a:lnTo>
                    <a:lnTo>
                      <a:pt x="6" y="15"/>
                    </a:lnTo>
                    <a:lnTo>
                      <a:pt x="2" y="18"/>
                    </a:lnTo>
                    <a:lnTo>
                      <a:pt x="0" y="15"/>
                    </a:lnTo>
                    <a:lnTo>
                      <a:pt x="0" y="8"/>
                    </a:lnTo>
                    <a:lnTo>
                      <a:pt x="3" y="2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" name="Freeform 413"/>
              <p:cNvSpPr>
                <a:spLocks/>
              </p:cNvSpPr>
              <p:nvPr/>
            </p:nvSpPr>
            <p:spPr bwMode="auto">
              <a:xfrm>
                <a:off x="2590" y="1974"/>
                <a:ext cx="45" cy="60"/>
              </a:xfrm>
              <a:custGeom>
                <a:avLst/>
                <a:gdLst>
                  <a:gd name="T0" fmla="*/ 6 w 90"/>
                  <a:gd name="T1" fmla="*/ 4 h 119"/>
                  <a:gd name="T2" fmla="*/ 1 w 90"/>
                  <a:gd name="T3" fmla="*/ 8 h 119"/>
                  <a:gd name="T4" fmla="*/ 1 w 90"/>
                  <a:gd name="T5" fmla="*/ 7 h 119"/>
                  <a:gd name="T6" fmla="*/ 0 w 90"/>
                  <a:gd name="T7" fmla="*/ 5 h 119"/>
                  <a:gd name="T8" fmla="*/ 1 w 90"/>
                  <a:gd name="T9" fmla="*/ 3 h 119"/>
                  <a:gd name="T10" fmla="*/ 1 w 90"/>
                  <a:gd name="T11" fmla="*/ 1 h 119"/>
                  <a:gd name="T12" fmla="*/ 1 w 90"/>
                  <a:gd name="T13" fmla="*/ 2 h 119"/>
                  <a:gd name="T14" fmla="*/ 1 w 90"/>
                  <a:gd name="T15" fmla="*/ 2 h 119"/>
                  <a:gd name="T16" fmla="*/ 1 w 90"/>
                  <a:gd name="T17" fmla="*/ 2 h 119"/>
                  <a:gd name="T18" fmla="*/ 1 w 90"/>
                  <a:gd name="T19" fmla="*/ 3 h 119"/>
                  <a:gd name="T20" fmla="*/ 3 w 90"/>
                  <a:gd name="T21" fmla="*/ 3 h 119"/>
                  <a:gd name="T22" fmla="*/ 3 w 90"/>
                  <a:gd name="T23" fmla="*/ 3 h 119"/>
                  <a:gd name="T24" fmla="*/ 3 w 90"/>
                  <a:gd name="T25" fmla="*/ 3 h 119"/>
                  <a:gd name="T26" fmla="*/ 3 w 90"/>
                  <a:gd name="T27" fmla="*/ 3 h 119"/>
                  <a:gd name="T28" fmla="*/ 3 w 90"/>
                  <a:gd name="T29" fmla="*/ 3 h 119"/>
                  <a:gd name="T30" fmla="*/ 3 w 90"/>
                  <a:gd name="T31" fmla="*/ 2 h 119"/>
                  <a:gd name="T32" fmla="*/ 3 w 90"/>
                  <a:gd name="T33" fmla="*/ 1 h 119"/>
                  <a:gd name="T34" fmla="*/ 3 w 90"/>
                  <a:gd name="T35" fmla="*/ 0 h 119"/>
                  <a:gd name="T36" fmla="*/ 3 w 90"/>
                  <a:gd name="T37" fmla="*/ 1 h 119"/>
                  <a:gd name="T38" fmla="*/ 3 w 90"/>
                  <a:gd name="T39" fmla="*/ 1 h 119"/>
                  <a:gd name="T40" fmla="*/ 3 w 90"/>
                  <a:gd name="T41" fmla="*/ 2 h 119"/>
                  <a:gd name="T42" fmla="*/ 5 w 90"/>
                  <a:gd name="T43" fmla="*/ 2 h 119"/>
                  <a:gd name="T44" fmla="*/ 5 w 90"/>
                  <a:gd name="T45" fmla="*/ 3 h 119"/>
                  <a:gd name="T46" fmla="*/ 5 w 90"/>
                  <a:gd name="T47" fmla="*/ 3 h 119"/>
                  <a:gd name="T48" fmla="*/ 6 w 90"/>
                  <a:gd name="T49" fmla="*/ 3 h 119"/>
                  <a:gd name="T50" fmla="*/ 6 w 90"/>
                  <a:gd name="T51" fmla="*/ 4 h 11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90"/>
                  <a:gd name="T79" fmla="*/ 0 h 119"/>
                  <a:gd name="T80" fmla="*/ 90 w 90"/>
                  <a:gd name="T81" fmla="*/ 119 h 11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90" h="119">
                    <a:moveTo>
                      <a:pt x="90" y="56"/>
                    </a:moveTo>
                    <a:lnTo>
                      <a:pt x="3" y="119"/>
                    </a:lnTo>
                    <a:lnTo>
                      <a:pt x="2" y="104"/>
                    </a:lnTo>
                    <a:lnTo>
                      <a:pt x="0" y="72"/>
                    </a:lnTo>
                    <a:lnTo>
                      <a:pt x="2" y="35"/>
                    </a:lnTo>
                    <a:lnTo>
                      <a:pt x="11" y="11"/>
                    </a:lnTo>
                    <a:lnTo>
                      <a:pt x="15" y="18"/>
                    </a:lnTo>
                    <a:lnTo>
                      <a:pt x="19" y="25"/>
                    </a:lnTo>
                    <a:lnTo>
                      <a:pt x="24" y="32"/>
                    </a:lnTo>
                    <a:lnTo>
                      <a:pt x="30" y="38"/>
                    </a:lnTo>
                    <a:lnTo>
                      <a:pt x="34" y="43"/>
                    </a:lnTo>
                    <a:lnTo>
                      <a:pt x="41" y="47"/>
                    </a:lnTo>
                    <a:lnTo>
                      <a:pt x="47" y="48"/>
                    </a:lnTo>
                    <a:lnTo>
                      <a:pt x="54" y="47"/>
                    </a:lnTo>
                    <a:lnTo>
                      <a:pt x="57" y="33"/>
                    </a:lnTo>
                    <a:lnTo>
                      <a:pt x="55" y="21"/>
                    </a:lnTo>
                    <a:lnTo>
                      <a:pt x="48" y="10"/>
                    </a:lnTo>
                    <a:lnTo>
                      <a:pt x="41" y="0"/>
                    </a:lnTo>
                    <a:lnTo>
                      <a:pt x="46" y="8"/>
                    </a:lnTo>
                    <a:lnTo>
                      <a:pt x="53" y="15"/>
                    </a:lnTo>
                    <a:lnTo>
                      <a:pt x="60" y="21"/>
                    </a:lnTo>
                    <a:lnTo>
                      <a:pt x="67" y="27"/>
                    </a:lnTo>
                    <a:lnTo>
                      <a:pt x="74" y="34"/>
                    </a:lnTo>
                    <a:lnTo>
                      <a:pt x="79" y="41"/>
                    </a:lnTo>
                    <a:lnTo>
                      <a:pt x="85" y="48"/>
                    </a:lnTo>
                    <a:lnTo>
                      <a:pt x="90" y="5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" name="Freeform 414"/>
              <p:cNvSpPr>
                <a:spLocks/>
              </p:cNvSpPr>
              <p:nvPr/>
            </p:nvSpPr>
            <p:spPr bwMode="auto">
              <a:xfrm>
                <a:off x="2571" y="1985"/>
                <a:ext cx="15" cy="66"/>
              </a:xfrm>
              <a:custGeom>
                <a:avLst/>
                <a:gdLst>
                  <a:gd name="T0" fmla="*/ 2 w 29"/>
                  <a:gd name="T1" fmla="*/ 0 h 133"/>
                  <a:gd name="T2" fmla="*/ 2 w 29"/>
                  <a:gd name="T3" fmla="*/ 2 h 133"/>
                  <a:gd name="T4" fmla="*/ 2 w 29"/>
                  <a:gd name="T5" fmla="*/ 4 h 133"/>
                  <a:gd name="T6" fmla="*/ 1 w 29"/>
                  <a:gd name="T7" fmla="*/ 6 h 133"/>
                  <a:gd name="T8" fmla="*/ 1 w 29"/>
                  <a:gd name="T9" fmla="*/ 8 h 133"/>
                  <a:gd name="T10" fmla="*/ 1 w 29"/>
                  <a:gd name="T11" fmla="*/ 8 h 133"/>
                  <a:gd name="T12" fmla="*/ 1 w 29"/>
                  <a:gd name="T13" fmla="*/ 8 h 133"/>
                  <a:gd name="T14" fmla="*/ 1 w 29"/>
                  <a:gd name="T15" fmla="*/ 8 h 133"/>
                  <a:gd name="T16" fmla="*/ 1 w 29"/>
                  <a:gd name="T17" fmla="*/ 8 h 133"/>
                  <a:gd name="T18" fmla="*/ 0 w 29"/>
                  <a:gd name="T19" fmla="*/ 7 h 133"/>
                  <a:gd name="T20" fmla="*/ 0 w 29"/>
                  <a:gd name="T21" fmla="*/ 5 h 133"/>
                  <a:gd name="T22" fmla="*/ 1 w 29"/>
                  <a:gd name="T23" fmla="*/ 2 h 133"/>
                  <a:gd name="T24" fmla="*/ 1 w 29"/>
                  <a:gd name="T25" fmla="*/ 0 h 133"/>
                  <a:gd name="T26" fmla="*/ 1 w 29"/>
                  <a:gd name="T27" fmla="*/ 0 h 133"/>
                  <a:gd name="T28" fmla="*/ 2 w 29"/>
                  <a:gd name="T29" fmla="*/ 0 h 133"/>
                  <a:gd name="T30" fmla="*/ 2 w 29"/>
                  <a:gd name="T31" fmla="*/ 0 h 133"/>
                  <a:gd name="T32" fmla="*/ 2 w 29"/>
                  <a:gd name="T33" fmla="*/ 0 h 13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9"/>
                  <a:gd name="T52" fmla="*/ 0 h 133"/>
                  <a:gd name="T53" fmla="*/ 29 w 29"/>
                  <a:gd name="T54" fmla="*/ 133 h 13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9" h="133">
                    <a:moveTo>
                      <a:pt x="29" y="3"/>
                    </a:moveTo>
                    <a:lnTo>
                      <a:pt x="22" y="35"/>
                    </a:lnTo>
                    <a:lnTo>
                      <a:pt x="18" y="66"/>
                    </a:lnTo>
                    <a:lnTo>
                      <a:pt x="16" y="98"/>
                    </a:lnTo>
                    <a:lnTo>
                      <a:pt x="14" y="129"/>
                    </a:lnTo>
                    <a:lnTo>
                      <a:pt x="10" y="131"/>
                    </a:lnTo>
                    <a:lnTo>
                      <a:pt x="8" y="132"/>
                    </a:lnTo>
                    <a:lnTo>
                      <a:pt x="4" y="133"/>
                    </a:lnTo>
                    <a:lnTo>
                      <a:pt x="1" y="132"/>
                    </a:lnTo>
                    <a:lnTo>
                      <a:pt x="0" y="118"/>
                    </a:lnTo>
                    <a:lnTo>
                      <a:pt x="0" y="86"/>
                    </a:lnTo>
                    <a:lnTo>
                      <a:pt x="2" y="45"/>
                    </a:lnTo>
                    <a:lnTo>
                      <a:pt x="11" y="8"/>
                    </a:lnTo>
                    <a:lnTo>
                      <a:pt x="15" y="5"/>
                    </a:lnTo>
                    <a:lnTo>
                      <a:pt x="19" y="1"/>
                    </a:lnTo>
                    <a:lnTo>
                      <a:pt x="24" y="0"/>
                    </a:lnTo>
                    <a:lnTo>
                      <a:pt x="29" y="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" name="Freeform 415"/>
              <p:cNvSpPr>
                <a:spLocks/>
              </p:cNvSpPr>
              <p:nvPr/>
            </p:nvSpPr>
            <p:spPr bwMode="auto">
              <a:xfrm>
                <a:off x="2738" y="1996"/>
                <a:ext cx="90" cy="75"/>
              </a:xfrm>
              <a:custGeom>
                <a:avLst/>
                <a:gdLst>
                  <a:gd name="T0" fmla="*/ 10 w 179"/>
                  <a:gd name="T1" fmla="*/ 0 h 151"/>
                  <a:gd name="T2" fmla="*/ 11 w 179"/>
                  <a:gd name="T3" fmla="*/ 2 h 151"/>
                  <a:gd name="T4" fmla="*/ 11 w 179"/>
                  <a:gd name="T5" fmla="*/ 4 h 151"/>
                  <a:gd name="T6" fmla="*/ 11 w 179"/>
                  <a:gd name="T7" fmla="*/ 6 h 151"/>
                  <a:gd name="T8" fmla="*/ 12 w 179"/>
                  <a:gd name="T9" fmla="*/ 7 h 151"/>
                  <a:gd name="T10" fmla="*/ 11 w 179"/>
                  <a:gd name="T11" fmla="*/ 8 h 151"/>
                  <a:gd name="T12" fmla="*/ 11 w 179"/>
                  <a:gd name="T13" fmla="*/ 8 h 151"/>
                  <a:gd name="T14" fmla="*/ 10 w 179"/>
                  <a:gd name="T15" fmla="*/ 8 h 151"/>
                  <a:gd name="T16" fmla="*/ 10 w 179"/>
                  <a:gd name="T17" fmla="*/ 9 h 151"/>
                  <a:gd name="T18" fmla="*/ 9 w 179"/>
                  <a:gd name="T19" fmla="*/ 9 h 151"/>
                  <a:gd name="T20" fmla="*/ 9 w 179"/>
                  <a:gd name="T21" fmla="*/ 9 h 151"/>
                  <a:gd name="T22" fmla="*/ 8 w 179"/>
                  <a:gd name="T23" fmla="*/ 9 h 151"/>
                  <a:gd name="T24" fmla="*/ 8 w 179"/>
                  <a:gd name="T25" fmla="*/ 9 h 151"/>
                  <a:gd name="T26" fmla="*/ 7 w 179"/>
                  <a:gd name="T27" fmla="*/ 9 h 151"/>
                  <a:gd name="T28" fmla="*/ 6 w 179"/>
                  <a:gd name="T29" fmla="*/ 9 h 151"/>
                  <a:gd name="T30" fmla="*/ 5 w 179"/>
                  <a:gd name="T31" fmla="*/ 8 h 151"/>
                  <a:gd name="T32" fmla="*/ 4 w 179"/>
                  <a:gd name="T33" fmla="*/ 8 h 151"/>
                  <a:gd name="T34" fmla="*/ 4 w 179"/>
                  <a:gd name="T35" fmla="*/ 8 h 151"/>
                  <a:gd name="T36" fmla="*/ 3 w 179"/>
                  <a:gd name="T37" fmla="*/ 7 h 151"/>
                  <a:gd name="T38" fmla="*/ 2 w 179"/>
                  <a:gd name="T39" fmla="*/ 7 h 151"/>
                  <a:gd name="T40" fmla="*/ 1 w 179"/>
                  <a:gd name="T41" fmla="*/ 7 h 151"/>
                  <a:gd name="T42" fmla="*/ 1 w 179"/>
                  <a:gd name="T43" fmla="*/ 6 h 151"/>
                  <a:gd name="T44" fmla="*/ 0 w 179"/>
                  <a:gd name="T45" fmla="*/ 5 h 151"/>
                  <a:gd name="T46" fmla="*/ 0 w 179"/>
                  <a:gd name="T47" fmla="*/ 5 h 151"/>
                  <a:gd name="T48" fmla="*/ 1 w 179"/>
                  <a:gd name="T49" fmla="*/ 4 h 151"/>
                  <a:gd name="T50" fmla="*/ 2 w 179"/>
                  <a:gd name="T51" fmla="*/ 3 h 151"/>
                  <a:gd name="T52" fmla="*/ 3 w 179"/>
                  <a:gd name="T53" fmla="*/ 3 h 151"/>
                  <a:gd name="T54" fmla="*/ 4 w 179"/>
                  <a:gd name="T55" fmla="*/ 2 h 151"/>
                  <a:gd name="T56" fmla="*/ 5 w 179"/>
                  <a:gd name="T57" fmla="*/ 2 h 151"/>
                  <a:gd name="T58" fmla="*/ 6 w 179"/>
                  <a:gd name="T59" fmla="*/ 1 h 151"/>
                  <a:gd name="T60" fmla="*/ 8 w 179"/>
                  <a:gd name="T61" fmla="*/ 1 h 151"/>
                  <a:gd name="T62" fmla="*/ 9 w 179"/>
                  <a:gd name="T63" fmla="*/ 0 h 151"/>
                  <a:gd name="T64" fmla="*/ 10 w 179"/>
                  <a:gd name="T65" fmla="*/ 0 h 15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79"/>
                  <a:gd name="T100" fmla="*/ 0 h 151"/>
                  <a:gd name="T101" fmla="*/ 179 w 179"/>
                  <a:gd name="T102" fmla="*/ 151 h 15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79" h="151">
                    <a:moveTo>
                      <a:pt x="155" y="0"/>
                    </a:moveTo>
                    <a:lnTo>
                      <a:pt x="163" y="32"/>
                    </a:lnTo>
                    <a:lnTo>
                      <a:pt x="169" y="67"/>
                    </a:lnTo>
                    <a:lnTo>
                      <a:pt x="173" y="99"/>
                    </a:lnTo>
                    <a:lnTo>
                      <a:pt x="179" y="127"/>
                    </a:lnTo>
                    <a:lnTo>
                      <a:pt x="173" y="130"/>
                    </a:lnTo>
                    <a:lnTo>
                      <a:pt x="165" y="135"/>
                    </a:lnTo>
                    <a:lnTo>
                      <a:pt x="158" y="140"/>
                    </a:lnTo>
                    <a:lnTo>
                      <a:pt x="150" y="145"/>
                    </a:lnTo>
                    <a:lnTo>
                      <a:pt x="141" y="149"/>
                    </a:lnTo>
                    <a:lnTo>
                      <a:pt x="133" y="151"/>
                    </a:lnTo>
                    <a:lnTo>
                      <a:pt x="124" y="150"/>
                    </a:lnTo>
                    <a:lnTo>
                      <a:pt x="116" y="145"/>
                    </a:lnTo>
                    <a:lnTo>
                      <a:pt x="102" y="148"/>
                    </a:lnTo>
                    <a:lnTo>
                      <a:pt x="90" y="147"/>
                    </a:lnTo>
                    <a:lnTo>
                      <a:pt x="77" y="142"/>
                    </a:lnTo>
                    <a:lnTo>
                      <a:pt x="63" y="135"/>
                    </a:lnTo>
                    <a:lnTo>
                      <a:pt x="50" y="129"/>
                    </a:lnTo>
                    <a:lnTo>
                      <a:pt x="37" y="123"/>
                    </a:lnTo>
                    <a:lnTo>
                      <a:pt x="22" y="121"/>
                    </a:lnTo>
                    <a:lnTo>
                      <a:pt x="7" y="121"/>
                    </a:lnTo>
                    <a:lnTo>
                      <a:pt x="4" y="106"/>
                    </a:lnTo>
                    <a:lnTo>
                      <a:pt x="0" y="92"/>
                    </a:lnTo>
                    <a:lnTo>
                      <a:pt x="0" y="80"/>
                    </a:lnTo>
                    <a:lnTo>
                      <a:pt x="7" y="65"/>
                    </a:lnTo>
                    <a:lnTo>
                      <a:pt x="24" y="57"/>
                    </a:lnTo>
                    <a:lnTo>
                      <a:pt x="41" y="49"/>
                    </a:lnTo>
                    <a:lnTo>
                      <a:pt x="59" y="41"/>
                    </a:lnTo>
                    <a:lnTo>
                      <a:pt x="77" y="32"/>
                    </a:lnTo>
                    <a:lnTo>
                      <a:pt x="95" y="24"/>
                    </a:lnTo>
                    <a:lnTo>
                      <a:pt x="115" y="16"/>
                    </a:lnTo>
                    <a:lnTo>
                      <a:pt x="135" y="8"/>
                    </a:lnTo>
                    <a:lnTo>
                      <a:pt x="1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Freeform 416"/>
              <p:cNvSpPr>
                <a:spLocks/>
              </p:cNvSpPr>
              <p:nvPr/>
            </p:nvSpPr>
            <p:spPr bwMode="auto">
              <a:xfrm>
                <a:off x="2589" y="2013"/>
                <a:ext cx="61" cy="100"/>
              </a:xfrm>
              <a:custGeom>
                <a:avLst/>
                <a:gdLst>
                  <a:gd name="T0" fmla="*/ 7 w 123"/>
                  <a:gd name="T1" fmla="*/ 8 h 199"/>
                  <a:gd name="T2" fmla="*/ 6 w 123"/>
                  <a:gd name="T3" fmla="*/ 9 h 199"/>
                  <a:gd name="T4" fmla="*/ 5 w 123"/>
                  <a:gd name="T5" fmla="*/ 10 h 199"/>
                  <a:gd name="T6" fmla="*/ 4 w 123"/>
                  <a:gd name="T7" fmla="*/ 10 h 199"/>
                  <a:gd name="T8" fmla="*/ 3 w 123"/>
                  <a:gd name="T9" fmla="*/ 11 h 199"/>
                  <a:gd name="T10" fmla="*/ 2 w 123"/>
                  <a:gd name="T11" fmla="*/ 12 h 199"/>
                  <a:gd name="T12" fmla="*/ 2 w 123"/>
                  <a:gd name="T13" fmla="*/ 12 h 199"/>
                  <a:gd name="T14" fmla="*/ 1 w 123"/>
                  <a:gd name="T15" fmla="*/ 13 h 199"/>
                  <a:gd name="T16" fmla="*/ 1 w 123"/>
                  <a:gd name="T17" fmla="*/ 13 h 199"/>
                  <a:gd name="T18" fmla="*/ 1 w 123"/>
                  <a:gd name="T19" fmla="*/ 12 h 199"/>
                  <a:gd name="T20" fmla="*/ 0 w 123"/>
                  <a:gd name="T21" fmla="*/ 9 h 199"/>
                  <a:gd name="T22" fmla="*/ 0 w 123"/>
                  <a:gd name="T23" fmla="*/ 7 h 199"/>
                  <a:gd name="T24" fmla="*/ 0 w 123"/>
                  <a:gd name="T25" fmla="*/ 5 h 199"/>
                  <a:gd name="T26" fmla="*/ 0 w 123"/>
                  <a:gd name="T27" fmla="*/ 5 h 199"/>
                  <a:gd name="T28" fmla="*/ 1 w 123"/>
                  <a:gd name="T29" fmla="*/ 4 h 199"/>
                  <a:gd name="T30" fmla="*/ 2 w 123"/>
                  <a:gd name="T31" fmla="*/ 3 h 199"/>
                  <a:gd name="T32" fmla="*/ 3 w 123"/>
                  <a:gd name="T33" fmla="*/ 3 h 199"/>
                  <a:gd name="T34" fmla="*/ 4 w 123"/>
                  <a:gd name="T35" fmla="*/ 2 h 199"/>
                  <a:gd name="T36" fmla="*/ 5 w 123"/>
                  <a:gd name="T37" fmla="*/ 1 h 199"/>
                  <a:gd name="T38" fmla="*/ 6 w 123"/>
                  <a:gd name="T39" fmla="*/ 1 h 199"/>
                  <a:gd name="T40" fmla="*/ 6 w 123"/>
                  <a:gd name="T41" fmla="*/ 0 h 199"/>
                  <a:gd name="T42" fmla="*/ 6 w 123"/>
                  <a:gd name="T43" fmla="*/ 3 h 199"/>
                  <a:gd name="T44" fmla="*/ 7 w 123"/>
                  <a:gd name="T45" fmla="*/ 5 h 199"/>
                  <a:gd name="T46" fmla="*/ 7 w 123"/>
                  <a:gd name="T47" fmla="*/ 7 h 199"/>
                  <a:gd name="T48" fmla="*/ 7 w 123"/>
                  <a:gd name="T49" fmla="*/ 8 h 199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23"/>
                  <a:gd name="T76" fmla="*/ 0 h 199"/>
                  <a:gd name="T77" fmla="*/ 123 w 123"/>
                  <a:gd name="T78" fmla="*/ 199 h 199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23" h="199">
                    <a:moveTo>
                      <a:pt x="123" y="126"/>
                    </a:moveTo>
                    <a:lnTo>
                      <a:pt x="109" y="136"/>
                    </a:lnTo>
                    <a:lnTo>
                      <a:pt x="93" y="147"/>
                    </a:lnTo>
                    <a:lnTo>
                      <a:pt x="77" y="160"/>
                    </a:lnTo>
                    <a:lnTo>
                      <a:pt x="60" y="172"/>
                    </a:lnTo>
                    <a:lnTo>
                      <a:pt x="47" y="183"/>
                    </a:lnTo>
                    <a:lnTo>
                      <a:pt x="34" y="191"/>
                    </a:lnTo>
                    <a:lnTo>
                      <a:pt x="27" y="197"/>
                    </a:lnTo>
                    <a:lnTo>
                      <a:pt x="24" y="199"/>
                    </a:lnTo>
                    <a:lnTo>
                      <a:pt x="20" y="182"/>
                    </a:lnTo>
                    <a:lnTo>
                      <a:pt x="12" y="144"/>
                    </a:lnTo>
                    <a:lnTo>
                      <a:pt x="4" y="104"/>
                    </a:lnTo>
                    <a:lnTo>
                      <a:pt x="0" y="78"/>
                    </a:lnTo>
                    <a:lnTo>
                      <a:pt x="5" y="70"/>
                    </a:lnTo>
                    <a:lnTo>
                      <a:pt x="17" y="60"/>
                    </a:lnTo>
                    <a:lnTo>
                      <a:pt x="34" y="47"/>
                    </a:lnTo>
                    <a:lnTo>
                      <a:pt x="52" y="33"/>
                    </a:lnTo>
                    <a:lnTo>
                      <a:pt x="72" y="21"/>
                    </a:lnTo>
                    <a:lnTo>
                      <a:pt x="88" y="10"/>
                    </a:lnTo>
                    <a:lnTo>
                      <a:pt x="100" y="2"/>
                    </a:lnTo>
                    <a:lnTo>
                      <a:pt x="104" y="0"/>
                    </a:lnTo>
                    <a:lnTo>
                      <a:pt x="108" y="34"/>
                    </a:lnTo>
                    <a:lnTo>
                      <a:pt x="113" y="75"/>
                    </a:lnTo>
                    <a:lnTo>
                      <a:pt x="120" y="109"/>
                    </a:lnTo>
                    <a:lnTo>
                      <a:pt x="123" y="12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" name="Freeform 417"/>
              <p:cNvSpPr>
                <a:spLocks/>
              </p:cNvSpPr>
              <p:nvPr/>
            </p:nvSpPr>
            <p:spPr bwMode="auto">
              <a:xfrm>
                <a:off x="2931" y="2023"/>
                <a:ext cx="87" cy="77"/>
              </a:xfrm>
              <a:custGeom>
                <a:avLst/>
                <a:gdLst>
                  <a:gd name="T0" fmla="*/ 11 w 172"/>
                  <a:gd name="T1" fmla="*/ 9 h 154"/>
                  <a:gd name="T2" fmla="*/ 10 w 172"/>
                  <a:gd name="T3" fmla="*/ 9 h 154"/>
                  <a:gd name="T4" fmla="*/ 9 w 172"/>
                  <a:gd name="T5" fmla="*/ 9 h 154"/>
                  <a:gd name="T6" fmla="*/ 8 w 172"/>
                  <a:gd name="T7" fmla="*/ 9 h 154"/>
                  <a:gd name="T8" fmla="*/ 7 w 172"/>
                  <a:gd name="T9" fmla="*/ 9 h 154"/>
                  <a:gd name="T10" fmla="*/ 5 w 172"/>
                  <a:gd name="T11" fmla="*/ 9 h 154"/>
                  <a:gd name="T12" fmla="*/ 4 w 172"/>
                  <a:gd name="T13" fmla="*/ 10 h 154"/>
                  <a:gd name="T14" fmla="*/ 3 w 172"/>
                  <a:gd name="T15" fmla="*/ 10 h 154"/>
                  <a:gd name="T16" fmla="*/ 2 w 172"/>
                  <a:gd name="T17" fmla="*/ 10 h 154"/>
                  <a:gd name="T18" fmla="*/ 2 w 172"/>
                  <a:gd name="T19" fmla="*/ 7 h 154"/>
                  <a:gd name="T20" fmla="*/ 1 w 172"/>
                  <a:gd name="T21" fmla="*/ 5 h 154"/>
                  <a:gd name="T22" fmla="*/ 1 w 172"/>
                  <a:gd name="T23" fmla="*/ 5 h 154"/>
                  <a:gd name="T24" fmla="*/ 0 w 172"/>
                  <a:gd name="T25" fmla="*/ 1 h 154"/>
                  <a:gd name="T26" fmla="*/ 8 w 172"/>
                  <a:gd name="T27" fmla="*/ 0 h 154"/>
                  <a:gd name="T28" fmla="*/ 9 w 172"/>
                  <a:gd name="T29" fmla="*/ 1 h 154"/>
                  <a:gd name="T30" fmla="*/ 9 w 172"/>
                  <a:gd name="T31" fmla="*/ 1 h 154"/>
                  <a:gd name="T32" fmla="*/ 10 w 172"/>
                  <a:gd name="T33" fmla="*/ 2 h 154"/>
                  <a:gd name="T34" fmla="*/ 10 w 172"/>
                  <a:gd name="T35" fmla="*/ 3 h 154"/>
                  <a:gd name="T36" fmla="*/ 11 w 172"/>
                  <a:gd name="T37" fmla="*/ 5 h 154"/>
                  <a:gd name="T38" fmla="*/ 11 w 172"/>
                  <a:gd name="T39" fmla="*/ 5 h 154"/>
                  <a:gd name="T40" fmla="*/ 11 w 172"/>
                  <a:gd name="T41" fmla="*/ 7 h 154"/>
                  <a:gd name="T42" fmla="*/ 11 w 172"/>
                  <a:gd name="T43" fmla="*/ 9 h 15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72"/>
                  <a:gd name="T67" fmla="*/ 0 h 154"/>
                  <a:gd name="T68" fmla="*/ 172 w 172"/>
                  <a:gd name="T69" fmla="*/ 154 h 154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72" h="154">
                    <a:moveTo>
                      <a:pt x="172" y="131"/>
                    </a:moveTo>
                    <a:lnTo>
                      <a:pt x="152" y="131"/>
                    </a:lnTo>
                    <a:lnTo>
                      <a:pt x="132" y="133"/>
                    </a:lnTo>
                    <a:lnTo>
                      <a:pt x="114" y="135"/>
                    </a:lnTo>
                    <a:lnTo>
                      <a:pt x="96" y="139"/>
                    </a:lnTo>
                    <a:lnTo>
                      <a:pt x="79" y="144"/>
                    </a:lnTo>
                    <a:lnTo>
                      <a:pt x="62" y="147"/>
                    </a:lnTo>
                    <a:lnTo>
                      <a:pt x="43" y="152"/>
                    </a:lnTo>
                    <a:lnTo>
                      <a:pt x="24" y="154"/>
                    </a:lnTo>
                    <a:lnTo>
                      <a:pt x="18" y="120"/>
                    </a:lnTo>
                    <a:lnTo>
                      <a:pt x="11" y="93"/>
                    </a:lnTo>
                    <a:lnTo>
                      <a:pt x="5" y="65"/>
                    </a:lnTo>
                    <a:lnTo>
                      <a:pt x="0" y="29"/>
                    </a:lnTo>
                    <a:lnTo>
                      <a:pt x="121" y="0"/>
                    </a:lnTo>
                    <a:lnTo>
                      <a:pt x="132" y="13"/>
                    </a:lnTo>
                    <a:lnTo>
                      <a:pt x="141" y="27"/>
                    </a:lnTo>
                    <a:lnTo>
                      <a:pt x="149" y="43"/>
                    </a:lnTo>
                    <a:lnTo>
                      <a:pt x="156" y="59"/>
                    </a:lnTo>
                    <a:lnTo>
                      <a:pt x="162" y="78"/>
                    </a:lnTo>
                    <a:lnTo>
                      <a:pt x="167" y="95"/>
                    </a:lnTo>
                    <a:lnTo>
                      <a:pt x="170" y="114"/>
                    </a:lnTo>
                    <a:lnTo>
                      <a:pt x="172" y="13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Freeform 418"/>
              <p:cNvSpPr>
                <a:spLocks/>
              </p:cNvSpPr>
              <p:nvPr/>
            </p:nvSpPr>
            <p:spPr bwMode="auto">
              <a:xfrm>
                <a:off x="2653" y="2015"/>
                <a:ext cx="42" cy="53"/>
              </a:xfrm>
              <a:custGeom>
                <a:avLst/>
                <a:gdLst>
                  <a:gd name="T0" fmla="*/ 3 w 84"/>
                  <a:gd name="T1" fmla="*/ 3 h 106"/>
                  <a:gd name="T2" fmla="*/ 3 w 84"/>
                  <a:gd name="T3" fmla="*/ 3 h 106"/>
                  <a:gd name="T4" fmla="*/ 3 w 84"/>
                  <a:gd name="T5" fmla="*/ 3 h 106"/>
                  <a:gd name="T6" fmla="*/ 5 w 84"/>
                  <a:gd name="T7" fmla="*/ 3 h 106"/>
                  <a:gd name="T8" fmla="*/ 5 w 84"/>
                  <a:gd name="T9" fmla="*/ 3 h 106"/>
                  <a:gd name="T10" fmla="*/ 5 w 84"/>
                  <a:gd name="T11" fmla="*/ 3 h 106"/>
                  <a:gd name="T12" fmla="*/ 5 w 84"/>
                  <a:gd name="T13" fmla="*/ 3 h 106"/>
                  <a:gd name="T14" fmla="*/ 5 w 84"/>
                  <a:gd name="T15" fmla="*/ 3 h 106"/>
                  <a:gd name="T16" fmla="*/ 5 w 84"/>
                  <a:gd name="T17" fmla="*/ 5 h 106"/>
                  <a:gd name="T18" fmla="*/ 5 w 84"/>
                  <a:gd name="T19" fmla="*/ 5 h 106"/>
                  <a:gd name="T20" fmla="*/ 5 w 84"/>
                  <a:gd name="T21" fmla="*/ 5 h 106"/>
                  <a:gd name="T22" fmla="*/ 3 w 84"/>
                  <a:gd name="T23" fmla="*/ 5 h 106"/>
                  <a:gd name="T24" fmla="*/ 3 w 84"/>
                  <a:gd name="T25" fmla="*/ 6 h 106"/>
                  <a:gd name="T26" fmla="*/ 3 w 84"/>
                  <a:gd name="T27" fmla="*/ 6 h 106"/>
                  <a:gd name="T28" fmla="*/ 3 w 84"/>
                  <a:gd name="T29" fmla="*/ 7 h 106"/>
                  <a:gd name="T30" fmla="*/ 1 w 84"/>
                  <a:gd name="T31" fmla="*/ 7 h 106"/>
                  <a:gd name="T32" fmla="*/ 1 w 84"/>
                  <a:gd name="T33" fmla="*/ 7 h 106"/>
                  <a:gd name="T34" fmla="*/ 1 w 84"/>
                  <a:gd name="T35" fmla="*/ 6 h 106"/>
                  <a:gd name="T36" fmla="*/ 1 w 84"/>
                  <a:gd name="T37" fmla="*/ 5 h 106"/>
                  <a:gd name="T38" fmla="*/ 1 w 84"/>
                  <a:gd name="T39" fmla="*/ 2 h 106"/>
                  <a:gd name="T40" fmla="*/ 0 w 84"/>
                  <a:gd name="T41" fmla="*/ 0 h 106"/>
                  <a:gd name="T42" fmla="*/ 1 w 84"/>
                  <a:gd name="T43" fmla="*/ 1 h 106"/>
                  <a:gd name="T44" fmla="*/ 1 w 84"/>
                  <a:gd name="T45" fmla="*/ 1 h 106"/>
                  <a:gd name="T46" fmla="*/ 1 w 84"/>
                  <a:gd name="T47" fmla="*/ 1 h 106"/>
                  <a:gd name="T48" fmla="*/ 1 w 84"/>
                  <a:gd name="T49" fmla="*/ 2 h 106"/>
                  <a:gd name="T50" fmla="*/ 1 w 84"/>
                  <a:gd name="T51" fmla="*/ 2 h 106"/>
                  <a:gd name="T52" fmla="*/ 3 w 84"/>
                  <a:gd name="T53" fmla="*/ 2 h 106"/>
                  <a:gd name="T54" fmla="*/ 3 w 84"/>
                  <a:gd name="T55" fmla="*/ 3 h 106"/>
                  <a:gd name="T56" fmla="*/ 3 w 84"/>
                  <a:gd name="T57" fmla="*/ 3 h 10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84"/>
                  <a:gd name="T88" fmla="*/ 0 h 106"/>
                  <a:gd name="T89" fmla="*/ 84 w 84"/>
                  <a:gd name="T90" fmla="*/ 106 h 10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84" h="106">
                    <a:moveTo>
                      <a:pt x="49" y="38"/>
                    </a:moveTo>
                    <a:lnTo>
                      <a:pt x="57" y="37"/>
                    </a:lnTo>
                    <a:lnTo>
                      <a:pt x="62" y="38"/>
                    </a:lnTo>
                    <a:lnTo>
                      <a:pt x="68" y="42"/>
                    </a:lnTo>
                    <a:lnTo>
                      <a:pt x="73" y="46"/>
                    </a:lnTo>
                    <a:lnTo>
                      <a:pt x="76" y="51"/>
                    </a:lnTo>
                    <a:lnTo>
                      <a:pt x="79" y="57"/>
                    </a:lnTo>
                    <a:lnTo>
                      <a:pt x="82" y="61"/>
                    </a:lnTo>
                    <a:lnTo>
                      <a:pt x="84" y="66"/>
                    </a:lnTo>
                    <a:lnTo>
                      <a:pt x="76" y="69"/>
                    </a:lnTo>
                    <a:lnTo>
                      <a:pt x="68" y="74"/>
                    </a:lnTo>
                    <a:lnTo>
                      <a:pt x="60" y="80"/>
                    </a:lnTo>
                    <a:lnTo>
                      <a:pt x="53" y="85"/>
                    </a:lnTo>
                    <a:lnTo>
                      <a:pt x="45" y="91"/>
                    </a:lnTo>
                    <a:lnTo>
                      <a:pt x="37" y="97"/>
                    </a:lnTo>
                    <a:lnTo>
                      <a:pt x="29" y="102"/>
                    </a:lnTo>
                    <a:lnTo>
                      <a:pt x="21" y="106"/>
                    </a:lnTo>
                    <a:lnTo>
                      <a:pt x="16" y="96"/>
                    </a:lnTo>
                    <a:lnTo>
                      <a:pt x="9" y="67"/>
                    </a:lnTo>
                    <a:lnTo>
                      <a:pt x="4" y="32"/>
                    </a:lnTo>
                    <a:lnTo>
                      <a:pt x="0" y="0"/>
                    </a:lnTo>
                    <a:lnTo>
                      <a:pt x="7" y="1"/>
                    </a:lnTo>
                    <a:lnTo>
                      <a:pt x="13" y="5"/>
                    </a:lnTo>
                    <a:lnTo>
                      <a:pt x="19" y="11"/>
                    </a:lnTo>
                    <a:lnTo>
                      <a:pt x="23" y="18"/>
                    </a:lnTo>
                    <a:lnTo>
                      <a:pt x="28" y="23"/>
                    </a:lnTo>
                    <a:lnTo>
                      <a:pt x="34" y="30"/>
                    </a:lnTo>
                    <a:lnTo>
                      <a:pt x="41" y="35"/>
                    </a:lnTo>
                    <a:lnTo>
                      <a:pt x="49" y="3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" name="Freeform 419"/>
              <p:cNvSpPr>
                <a:spLocks/>
              </p:cNvSpPr>
              <p:nvPr/>
            </p:nvSpPr>
            <p:spPr bwMode="auto">
              <a:xfrm>
                <a:off x="3252" y="2040"/>
                <a:ext cx="25" cy="71"/>
              </a:xfrm>
              <a:custGeom>
                <a:avLst/>
                <a:gdLst>
                  <a:gd name="T0" fmla="*/ 3 w 52"/>
                  <a:gd name="T1" fmla="*/ 0 h 143"/>
                  <a:gd name="T2" fmla="*/ 3 w 52"/>
                  <a:gd name="T3" fmla="*/ 2 h 143"/>
                  <a:gd name="T4" fmla="*/ 2 w 52"/>
                  <a:gd name="T5" fmla="*/ 4 h 143"/>
                  <a:gd name="T6" fmla="*/ 2 w 52"/>
                  <a:gd name="T7" fmla="*/ 6 h 143"/>
                  <a:gd name="T8" fmla="*/ 2 w 52"/>
                  <a:gd name="T9" fmla="*/ 8 h 143"/>
                  <a:gd name="T10" fmla="*/ 2 w 52"/>
                  <a:gd name="T11" fmla="*/ 8 h 143"/>
                  <a:gd name="T12" fmla="*/ 2 w 52"/>
                  <a:gd name="T13" fmla="*/ 8 h 143"/>
                  <a:gd name="T14" fmla="*/ 1 w 52"/>
                  <a:gd name="T15" fmla="*/ 8 h 143"/>
                  <a:gd name="T16" fmla="*/ 1 w 52"/>
                  <a:gd name="T17" fmla="*/ 8 h 143"/>
                  <a:gd name="T18" fmla="*/ 1 w 52"/>
                  <a:gd name="T19" fmla="*/ 8 h 143"/>
                  <a:gd name="T20" fmla="*/ 0 w 52"/>
                  <a:gd name="T21" fmla="*/ 8 h 143"/>
                  <a:gd name="T22" fmla="*/ 0 w 52"/>
                  <a:gd name="T23" fmla="*/ 8 h 143"/>
                  <a:gd name="T24" fmla="*/ 0 w 52"/>
                  <a:gd name="T25" fmla="*/ 8 h 143"/>
                  <a:gd name="T26" fmla="*/ 0 w 52"/>
                  <a:gd name="T27" fmla="*/ 6 h 143"/>
                  <a:gd name="T28" fmla="*/ 0 w 52"/>
                  <a:gd name="T29" fmla="*/ 4 h 143"/>
                  <a:gd name="T30" fmla="*/ 0 w 52"/>
                  <a:gd name="T31" fmla="*/ 2 h 143"/>
                  <a:gd name="T32" fmla="*/ 0 w 52"/>
                  <a:gd name="T33" fmla="*/ 0 h 143"/>
                  <a:gd name="T34" fmla="*/ 0 w 52"/>
                  <a:gd name="T35" fmla="*/ 0 h 143"/>
                  <a:gd name="T36" fmla="*/ 0 w 52"/>
                  <a:gd name="T37" fmla="*/ 0 h 143"/>
                  <a:gd name="T38" fmla="*/ 1 w 52"/>
                  <a:gd name="T39" fmla="*/ 0 h 143"/>
                  <a:gd name="T40" fmla="*/ 1 w 52"/>
                  <a:gd name="T41" fmla="*/ 0 h 143"/>
                  <a:gd name="T42" fmla="*/ 1 w 52"/>
                  <a:gd name="T43" fmla="*/ 0 h 143"/>
                  <a:gd name="T44" fmla="*/ 2 w 52"/>
                  <a:gd name="T45" fmla="*/ 0 h 143"/>
                  <a:gd name="T46" fmla="*/ 2 w 52"/>
                  <a:gd name="T47" fmla="*/ 0 h 143"/>
                  <a:gd name="T48" fmla="*/ 3 w 52"/>
                  <a:gd name="T49" fmla="*/ 0 h 143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2"/>
                  <a:gd name="T76" fmla="*/ 0 h 143"/>
                  <a:gd name="T77" fmla="*/ 52 w 52"/>
                  <a:gd name="T78" fmla="*/ 143 h 143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2" h="143">
                    <a:moveTo>
                      <a:pt x="52" y="13"/>
                    </a:moveTo>
                    <a:lnTo>
                      <a:pt x="52" y="45"/>
                    </a:lnTo>
                    <a:lnTo>
                      <a:pt x="48" y="73"/>
                    </a:lnTo>
                    <a:lnTo>
                      <a:pt x="44" y="100"/>
                    </a:lnTo>
                    <a:lnTo>
                      <a:pt x="42" y="132"/>
                    </a:lnTo>
                    <a:lnTo>
                      <a:pt x="39" y="138"/>
                    </a:lnTo>
                    <a:lnTo>
                      <a:pt x="36" y="142"/>
                    </a:lnTo>
                    <a:lnTo>
                      <a:pt x="31" y="143"/>
                    </a:lnTo>
                    <a:lnTo>
                      <a:pt x="27" y="143"/>
                    </a:lnTo>
                    <a:lnTo>
                      <a:pt x="21" y="142"/>
                    </a:lnTo>
                    <a:lnTo>
                      <a:pt x="15" y="140"/>
                    </a:lnTo>
                    <a:lnTo>
                      <a:pt x="9" y="139"/>
                    </a:lnTo>
                    <a:lnTo>
                      <a:pt x="5" y="137"/>
                    </a:lnTo>
                    <a:lnTo>
                      <a:pt x="9" y="105"/>
                    </a:lnTo>
                    <a:lnTo>
                      <a:pt x="13" y="68"/>
                    </a:lnTo>
                    <a:lnTo>
                      <a:pt x="12" y="32"/>
                    </a:lnTo>
                    <a:lnTo>
                      <a:pt x="0" y="2"/>
                    </a:lnTo>
                    <a:lnTo>
                      <a:pt x="7" y="0"/>
                    </a:lnTo>
                    <a:lnTo>
                      <a:pt x="14" y="0"/>
                    </a:lnTo>
                    <a:lnTo>
                      <a:pt x="20" y="1"/>
                    </a:lnTo>
                    <a:lnTo>
                      <a:pt x="27" y="2"/>
                    </a:lnTo>
                    <a:lnTo>
                      <a:pt x="32" y="5"/>
                    </a:lnTo>
                    <a:lnTo>
                      <a:pt x="38" y="7"/>
                    </a:lnTo>
                    <a:lnTo>
                      <a:pt x="45" y="10"/>
                    </a:lnTo>
                    <a:lnTo>
                      <a:pt x="52" y="1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" name="Freeform 420"/>
              <p:cNvSpPr>
                <a:spLocks/>
              </p:cNvSpPr>
              <p:nvPr/>
            </p:nvSpPr>
            <p:spPr bwMode="auto">
              <a:xfrm>
                <a:off x="2844" y="2042"/>
                <a:ext cx="86" cy="86"/>
              </a:xfrm>
              <a:custGeom>
                <a:avLst/>
                <a:gdLst>
                  <a:gd name="T0" fmla="*/ 10 w 172"/>
                  <a:gd name="T1" fmla="*/ 1 h 173"/>
                  <a:gd name="T2" fmla="*/ 10 w 172"/>
                  <a:gd name="T3" fmla="*/ 3 h 173"/>
                  <a:gd name="T4" fmla="*/ 11 w 172"/>
                  <a:gd name="T5" fmla="*/ 4 h 173"/>
                  <a:gd name="T6" fmla="*/ 11 w 172"/>
                  <a:gd name="T7" fmla="*/ 6 h 173"/>
                  <a:gd name="T8" fmla="*/ 11 w 172"/>
                  <a:gd name="T9" fmla="*/ 7 h 173"/>
                  <a:gd name="T10" fmla="*/ 10 w 172"/>
                  <a:gd name="T11" fmla="*/ 8 h 173"/>
                  <a:gd name="T12" fmla="*/ 9 w 172"/>
                  <a:gd name="T13" fmla="*/ 8 h 173"/>
                  <a:gd name="T14" fmla="*/ 7 w 172"/>
                  <a:gd name="T15" fmla="*/ 8 h 173"/>
                  <a:gd name="T16" fmla="*/ 6 w 172"/>
                  <a:gd name="T17" fmla="*/ 9 h 173"/>
                  <a:gd name="T18" fmla="*/ 5 w 172"/>
                  <a:gd name="T19" fmla="*/ 9 h 173"/>
                  <a:gd name="T20" fmla="*/ 5 w 172"/>
                  <a:gd name="T21" fmla="*/ 10 h 173"/>
                  <a:gd name="T22" fmla="*/ 3 w 172"/>
                  <a:gd name="T23" fmla="*/ 10 h 173"/>
                  <a:gd name="T24" fmla="*/ 3 w 172"/>
                  <a:gd name="T25" fmla="*/ 10 h 173"/>
                  <a:gd name="T26" fmla="*/ 1 w 172"/>
                  <a:gd name="T27" fmla="*/ 10 h 173"/>
                  <a:gd name="T28" fmla="*/ 1 w 172"/>
                  <a:gd name="T29" fmla="*/ 9 h 173"/>
                  <a:gd name="T30" fmla="*/ 1 w 172"/>
                  <a:gd name="T31" fmla="*/ 7 h 173"/>
                  <a:gd name="T32" fmla="*/ 1 w 172"/>
                  <a:gd name="T33" fmla="*/ 6 h 173"/>
                  <a:gd name="T34" fmla="*/ 1 w 172"/>
                  <a:gd name="T35" fmla="*/ 5 h 173"/>
                  <a:gd name="T36" fmla="*/ 0 w 172"/>
                  <a:gd name="T37" fmla="*/ 4 h 173"/>
                  <a:gd name="T38" fmla="*/ 0 w 172"/>
                  <a:gd name="T39" fmla="*/ 3 h 173"/>
                  <a:gd name="T40" fmla="*/ 1 w 172"/>
                  <a:gd name="T41" fmla="*/ 2 h 173"/>
                  <a:gd name="T42" fmla="*/ 1 w 172"/>
                  <a:gd name="T43" fmla="*/ 2 h 173"/>
                  <a:gd name="T44" fmla="*/ 3 w 172"/>
                  <a:gd name="T45" fmla="*/ 1 h 173"/>
                  <a:gd name="T46" fmla="*/ 3 w 172"/>
                  <a:gd name="T47" fmla="*/ 1 h 173"/>
                  <a:gd name="T48" fmla="*/ 5 w 172"/>
                  <a:gd name="T49" fmla="*/ 1 h 173"/>
                  <a:gd name="T50" fmla="*/ 5 w 172"/>
                  <a:gd name="T51" fmla="*/ 0 h 173"/>
                  <a:gd name="T52" fmla="*/ 7 w 172"/>
                  <a:gd name="T53" fmla="*/ 0 h 173"/>
                  <a:gd name="T54" fmla="*/ 9 w 172"/>
                  <a:gd name="T55" fmla="*/ 0 h 173"/>
                  <a:gd name="T56" fmla="*/ 10 w 172"/>
                  <a:gd name="T57" fmla="*/ 0 h 173"/>
                  <a:gd name="T58" fmla="*/ 10 w 172"/>
                  <a:gd name="T59" fmla="*/ 1 h 173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72"/>
                  <a:gd name="T91" fmla="*/ 0 h 173"/>
                  <a:gd name="T92" fmla="*/ 172 w 172"/>
                  <a:gd name="T93" fmla="*/ 173 h 173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72" h="173">
                    <a:moveTo>
                      <a:pt x="152" y="29"/>
                    </a:moveTo>
                    <a:lnTo>
                      <a:pt x="159" y="52"/>
                    </a:lnTo>
                    <a:lnTo>
                      <a:pt x="163" y="76"/>
                    </a:lnTo>
                    <a:lnTo>
                      <a:pt x="168" y="101"/>
                    </a:lnTo>
                    <a:lnTo>
                      <a:pt x="172" y="127"/>
                    </a:lnTo>
                    <a:lnTo>
                      <a:pt x="155" y="132"/>
                    </a:lnTo>
                    <a:lnTo>
                      <a:pt x="138" y="137"/>
                    </a:lnTo>
                    <a:lnTo>
                      <a:pt x="121" y="142"/>
                    </a:lnTo>
                    <a:lnTo>
                      <a:pt x="103" y="148"/>
                    </a:lnTo>
                    <a:lnTo>
                      <a:pt x="86" y="154"/>
                    </a:lnTo>
                    <a:lnTo>
                      <a:pt x="70" y="161"/>
                    </a:lnTo>
                    <a:lnTo>
                      <a:pt x="53" y="166"/>
                    </a:lnTo>
                    <a:lnTo>
                      <a:pt x="36" y="173"/>
                    </a:lnTo>
                    <a:lnTo>
                      <a:pt x="25" y="161"/>
                    </a:lnTo>
                    <a:lnTo>
                      <a:pt x="19" y="144"/>
                    </a:lnTo>
                    <a:lnTo>
                      <a:pt x="16" y="127"/>
                    </a:lnTo>
                    <a:lnTo>
                      <a:pt x="10" y="110"/>
                    </a:lnTo>
                    <a:lnTo>
                      <a:pt x="5" y="90"/>
                    </a:lnTo>
                    <a:lnTo>
                      <a:pt x="0" y="72"/>
                    </a:lnTo>
                    <a:lnTo>
                      <a:pt x="0" y="56"/>
                    </a:lnTo>
                    <a:lnTo>
                      <a:pt x="12" y="41"/>
                    </a:lnTo>
                    <a:lnTo>
                      <a:pt x="28" y="35"/>
                    </a:lnTo>
                    <a:lnTo>
                      <a:pt x="45" y="29"/>
                    </a:lnTo>
                    <a:lnTo>
                      <a:pt x="62" y="23"/>
                    </a:lnTo>
                    <a:lnTo>
                      <a:pt x="79" y="19"/>
                    </a:lnTo>
                    <a:lnTo>
                      <a:pt x="95" y="13"/>
                    </a:lnTo>
                    <a:lnTo>
                      <a:pt x="112" y="8"/>
                    </a:lnTo>
                    <a:lnTo>
                      <a:pt x="131" y="4"/>
                    </a:lnTo>
                    <a:lnTo>
                      <a:pt x="148" y="0"/>
                    </a:lnTo>
                    <a:lnTo>
                      <a:pt x="152" y="2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" name="Freeform 421"/>
              <p:cNvSpPr>
                <a:spLocks/>
              </p:cNvSpPr>
              <p:nvPr/>
            </p:nvSpPr>
            <p:spPr bwMode="auto">
              <a:xfrm>
                <a:off x="2723" y="2037"/>
                <a:ext cx="10" cy="20"/>
              </a:xfrm>
              <a:custGeom>
                <a:avLst/>
                <a:gdLst>
                  <a:gd name="T0" fmla="*/ 1 w 20"/>
                  <a:gd name="T1" fmla="*/ 3 h 39"/>
                  <a:gd name="T2" fmla="*/ 1 w 20"/>
                  <a:gd name="T3" fmla="*/ 3 h 39"/>
                  <a:gd name="T4" fmla="*/ 1 w 20"/>
                  <a:gd name="T5" fmla="*/ 2 h 39"/>
                  <a:gd name="T6" fmla="*/ 0 w 20"/>
                  <a:gd name="T7" fmla="*/ 2 h 39"/>
                  <a:gd name="T8" fmla="*/ 1 w 20"/>
                  <a:gd name="T9" fmla="*/ 1 h 39"/>
                  <a:gd name="T10" fmla="*/ 1 w 20"/>
                  <a:gd name="T11" fmla="*/ 0 h 39"/>
                  <a:gd name="T12" fmla="*/ 1 w 20"/>
                  <a:gd name="T13" fmla="*/ 1 h 39"/>
                  <a:gd name="T14" fmla="*/ 1 w 20"/>
                  <a:gd name="T15" fmla="*/ 1 h 39"/>
                  <a:gd name="T16" fmla="*/ 1 w 20"/>
                  <a:gd name="T17" fmla="*/ 2 h 39"/>
                  <a:gd name="T18" fmla="*/ 1 w 20"/>
                  <a:gd name="T19" fmla="*/ 3 h 3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0"/>
                  <a:gd name="T31" fmla="*/ 0 h 39"/>
                  <a:gd name="T32" fmla="*/ 20 w 20"/>
                  <a:gd name="T33" fmla="*/ 39 h 3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0" h="39">
                    <a:moveTo>
                      <a:pt x="20" y="36"/>
                    </a:moveTo>
                    <a:lnTo>
                      <a:pt x="11" y="39"/>
                    </a:lnTo>
                    <a:lnTo>
                      <a:pt x="4" y="31"/>
                    </a:lnTo>
                    <a:lnTo>
                      <a:pt x="0" y="20"/>
                    </a:lnTo>
                    <a:lnTo>
                      <a:pt x="1" y="8"/>
                    </a:lnTo>
                    <a:lnTo>
                      <a:pt x="5" y="0"/>
                    </a:lnTo>
                    <a:lnTo>
                      <a:pt x="14" y="5"/>
                    </a:lnTo>
                    <a:lnTo>
                      <a:pt x="16" y="14"/>
                    </a:lnTo>
                    <a:lnTo>
                      <a:pt x="16" y="26"/>
                    </a:lnTo>
                    <a:lnTo>
                      <a:pt x="20" y="3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" name="Freeform 422"/>
              <p:cNvSpPr>
                <a:spLocks/>
              </p:cNvSpPr>
              <p:nvPr/>
            </p:nvSpPr>
            <p:spPr bwMode="auto">
              <a:xfrm>
                <a:off x="3022" y="2054"/>
                <a:ext cx="78" cy="34"/>
              </a:xfrm>
              <a:custGeom>
                <a:avLst/>
                <a:gdLst>
                  <a:gd name="T0" fmla="*/ 9 w 157"/>
                  <a:gd name="T1" fmla="*/ 3 h 69"/>
                  <a:gd name="T2" fmla="*/ 9 w 157"/>
                  <a:gd name="T3" fmla="*/ 3 h 69"/>
                  <a:gd name="T4" fmla="*/ 9 w 157"/>
                  <a:gd name="T5" fmla="*/ 3 h 69"/>
                  <a:gd name="T6" fmla="*/ 9 w 157"/>
                  <a:gd name="T7" fmla="*/ 3 h 69"/>
                  <a:gd name="T8" fmla="*/ 9 w 157"/>
                  <a:gd name="T9" fmla="*/ 3 h 69"/>
                  <a:gd name="T10" fmla="*/ 8 w 157"/>
                  <a:gd name="T11" fmla="*/ 3 h 69"/>
                  <a:gd name="T12" fmla="*/ 7 w 157"/>
                  <a:gd name="T13" fmla="*/ 3 h 69"/>
                  <a:gd name="T14" fmla="*/ 6 w 157"/>
                  <a:gd name="T15" fmla="*/ 3 h 69"/>
                  <a:gd name="T16" fmla="*/ 5 w 157"/>
                  <a:gd name="T17" fmla="*/ 3 h 69"/>
                  <a:gd name="T18" fmla="*/ 4 w 157"/>
                  <a:gd name="T19" fmla="*/ 3 h 69"/>
                  <a:gd name="T20" fmla="*/ 3 w 157"/>
                  <a:gd name="T21" fmla="*/ 4 h 69"/>
                  <a:gd name="T22" fmla="*/ 1 w 157"/>
                  <a:gd name="T23" fmla="*/ 4 h 69"/>
                  <a:gd name="T24" fmla="*/ 0 w 157"/>
                  <a:gd name="T25" fmla="*/ 4 h 69"/>
                  <a:gd name="T26" fmla="*/ 0 w 157"/>
                  <a:gd name="T27" fmla="*/ 3 h 69"/>
                  <a:gd name="T28" fmla="*/ 0 w 157"/>
                  <a:gd name="T29" fmla="*/ 2 h 69"/>
                  <a:gd name="T30" fmla="*/ 0 w 157"/>
                  <a:gd name="T31" fmla="*/ 1 h 69"/>
                  <a:gd name="T32" fmla="*/ 0 w 157"/>
                  <a:gd name="T33" fmla="*/ 0 h 69"/>
                  <a:gd name="T34" fmla="*/ 1 w 157"/>
                  <a:gd name="T35" fmla="*/ 1 h 69"/>
                  <a:gd name="T36" fmla="*/ 2 w 157"/>
                  <a:gd name="T37" fmla="*/ 1 h 69"/>
                  <a:gd name="T38" fmla="*/ 3 w 157"/>
                  <a:gd name="T39" fmla="*/ 1 h 69"/>
                  <a:gd name="T40" fmla="*/ 4 w 157"/>
                  <a:gd name="T41" fmla="*/ 0 h 69"/>
                  <a:gd name="T42" fmla="*/ 5 w 157"/>
                  <a:gd name="T43" fmla="*/ 0 h 69"/>
                  <a:gd name="T44" fmla="*/ 7 w 157"/>
                  <a:gd name="T45" fmla="*/ 0 h 69"/>
                  <a:gd name="T46" fmla="*/ 8 w 157"/>
                  <a:gd name="T47" fmla="*/ 0 h 69"/>
                  <a:gd name="T48" fmla="*/ 9 w 157"/>
                  <a:gd name="T49" fmla="*/ 0 h 69"/>
                  <a:gd name="T50" fmla="*/ 9 w 157"/>
                  <a:gd name="T51" fmla="*/ 3 h 6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57"/>
                  <a:gd name="T79" fmla="*/ 0 h 69"/>
                  <a:gd name="T80" fmla="*/ 157 w 157"/>
                  <a:gd name="T81" fmla="*/ 69 h 6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57" h="69">
                    <a:moveTo>
                      <a:pt x="157" y="49"/>
                    </a:moveTo>
                    <a:lnTo>
                      <a:pt x="155" y="51"/>
                    </a:lnTo>
                    <a:lnTo>
                      <a:pt x="155" y="55"/>
                    </a:lnTo>
                    <a:lnTo>
                      <a:pt x="155" y="58"/>
                    </a:lnTo>
                    <a:lnTo>
                      <a:pt x="155" y="62"/>
                    </a:lnTo>
                    <a:lnTo>
                      <a:pt x="135" y="61"/>
                    </a:lnTo>
                    <a:lnTo>
                      <a:pt x="117" y="59"/>
                    </a:lnTo>
                    <a:lnTo>
                      <a:pt x="100" y="59"/>
                    </a:lnTo>
                    <a:lnTo>
                      <a:pt x="82" y="61"/>
                    </a:lnTo>
                    <a:lnTo>
                      <a:pt x="65" y="62"/>
                    </a:lnTo>
                    <a:lnTo>
                      <a:pt x="48" y="64"/>
                    </a:lnTo>
                    <a:lnTo>
                      <a:pt x="30" y="66"/>
                    </a:lnTo>
                    <a:lnTo>
                      <a:pt x="13" y="69"/>
                    </a:lnTo>
                    <a:lnTo>
                      <a:pt x="7" y="54"/>
                    </a:lnTo>
                    <a:lnTo>
                      <a:pt x="5" y="38"/>
                    </a:lnTo>
                    <a:lnTo>
                      <a:pt x="4" y="23"/>
                    </a:lnTo>
                    <a:lnTo>
                      <a:pt x="0" y="11"/>
                    </a:lnTo>
                    <a:lnTo>
                      <a:pt x="20" y="19"/>
                    </a:lnTo>
                    <a:lnTo>
                      <a:pt x="40" y="20"/>
                    </a:lnTo>
                    <a:lnTo>
                      <a:pt x="58" y="17"/>
                    </a:lnTo>
                    <a:lnTo>
                      <a:pt x="77" y="12"/>
                    </a:lnTo>
                    <a:lnTo>
                      <a:pt x="95" y="5"/>
                    </a:lnTo>
                    <a:lnTo>
                      <a:pt x="115" y="1"/>
                    </a:lnTo>
                    <a:lnTo>
                      <a:pt x="134" y="0"/>
                    </a:lnTo>
                    <a:lnTo>
                      <a:pt x="155" y="3"/>
                    </a:lnTo>
                    <a:lnTo>
                      <a:pt x="157" y="4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Freeform 423"/>
              <p:cNvSpPr>
                <a:spLocks/>
              </p:cNvSpPr>
              <p:nvPr/>
            </p:nvSpPr>
            <p:spPr bwMode="auto">
              <a:xfrm>
                <a:off x="3109" y="2062"/>
                <a:ext cx="19" cy="23"/>
              </a:xfrm>
              <a:custGeom>
                <a:avLst/>
                <a:gdLst>
                  <a:gd name="T0" fmla="*/ 2 w 38"/>
                  <a:gd name="T1" fmla="*/ 2 h 47"/>
                  <a:gd name="T2" fmla="*/ 1 w 38"/>
                  <a:gd name="T3" fmla="*/ 2 h 47"/>
                  <a:gd name="T4" fmla="*/ 1 w 38"/>
                  <a:gd name="T5" fmla="*/ 1 h 47"/>
                  <a:gd name="T6" fmla="*/ 1 w 38"/>
                  <a:gd name="T7" fmla="*/ 1 h 47"/>
                  <a:gd name="T8" fmla="*/ 0 w 38"/>
                  <a:gd name="T9" fmla="*/ 0 h 47"/>
                  <a:gd name="T10" fmla="*/ 1 w 38"/>
                  <a:gd name="T11" fmla="*/ 0 h 47"/>
                  <a:gd name="T12" fmla="*/ 1 w 38"/>
                  <a:gd name="T13" fmla="*/ 0 h 47"/>
                  <a:gd name="T14" fmla="*/ 1 w 38"/>
                  <a:gd name="T15" fmla="*/ 1 h 47"/>
                  <a:gd name="T16" fmla="*/ 2 w 38"/>
                  <a:gd name="T17" fmla="*/ 2 h 47"/>
                  <a:gd name="T18" fmla="*/ 2 w 38"/>
                  <a:gd name="T19" fmla="*/ 2 h 4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8"/>
                  <a:gd name="T31" fmla="*/ 0 h 47"/>
                  <a:gd name="T32" fmla="*/ 38 w 38"/>
                  <a:gd name="T33" fmla="*/ 47 h 4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8" h="47">
                    <a:moveTo>
                      <a:pt x="38" y="47"/>
                    </a:moveTo>
                    <a:lnTo>
                      <a:pt x="3" y="42"/>
                    </a:lnTo>
                    <a:lnTo>
                      <a:pt x="3" y="31"/>
                    </a:lnTo>
                    <a:lnTo>
                      <a:pt x="1" y="19"/>
                    </a:lnTo>
                    <a:lnTo>
                      <a:pt x="0" y="9"/>
                    </a:lnTo>
                    <a:lnTo>
                      <a:pt x="4" y="0"/>
                    </a:lnTo>
                    <a:lnTo>
                      <a:pt x="16" y="9"/>
                    </a:lnTo>
                    <a:lnTo>
                      <a:pt x="25" y="19"/>
                    </a:lnTo>
                    <a:lnTo>
                      <a:pt x="32" y="33"/>
                    </a:lnTo>
                    <a:lnTo>
                      <a:pt x="38" y="4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Freeform 424"/>
              <p:cNvSpPr>
                <a:spLocks/>
              </p:cNvSpPr>
              <p:nvPr/>
            </p:nvSpPr>
            <p:spPr bwMode="auto">
              <a:xfrm>
                <a:off x="2662" y="2057"/>
                <a:ext cx="47" cy="75"/>
              </a:xfrm>
              <a:custGeom>
                <a:avLst/>
                <a:gdLst>
                  <a:gd name="T0" fmla="*/ 6 w 93"/>
                  <a:gd name="T1" fmla="*/ 2 h 149"/>
                  <a:gd name="T2" fmla="*/ 6 w 93"/>
                  <a:gd name="T3" fmla="*/ 2 h 149"/>
                  <a:gd name="T4" fmla="*/ 6 w 93"/>
                  <a:gd name="T5" fmla="*/ 3 h 149"/>
                  <a:gd name="T6" fmla="*/ 5 w 93"/>
                  <a:gd name="T7" fmla="*/ 3 h 149"/>
                  <a:gd name="T8" fmla="*/ 5 w 93"/>
                  <a:gd name="T9" fmla="*/ 4 h 149"/>
                  <a:gd name="T10" fmla="*/ 4 w 93"/>
                  <a:gd name="T11" fmla="*/ 4 h 149"/>
                  <a:gd name="T12" fmla="*/ 4 w 93"/>
                  <a:gd name="T13" fmla="*/ 4 h 149"/>
                  <a:gd name="T14" fmla="*/ 4 w 93"/>
                  <a:gd name="T15" fmla="*/ 5 h 149"/>
                  <a:gd name="T16" fmla="*/ 4 w 93"/>
                  <a:gd name="T17" fmla="*/ 6 h 149"/>
                  <a:gd name="T18" fmla="*/ 4 w 93"/>
                  <a:gd name="T19" fmla="*/ 7 h 149"/>
                  <a:gd name="T20" fmla="*/ 3 w 93"/>
                  <a:gd name="T21" fmla="*/ 8 h 149"/>
                  <a:gd name="T22" fmla="*/ 2 w 93"/>
                  <a:gd name="T23" fmla="*/ 9 h 149"/>
                  <a:gd name="T24" fmla="*/ 2 w 93"/>
                  <a:gd name="T25" fmla="*/ 10 h 149"/>
                  <a:gd name="T26" fmla="*/ 2 w 93"/>
                  <a:gd name="T27" fmla="*/ 8 h 149"/>
                  <a:gd name="T28" fmla="*/ 1 w 93"/>
                  <a:gd name="T29" fmla="*/ 7 h 149"/>
                  <a:gd name="T30" fmla="*/ 1 w 93"/>
                  <a:gd name="T31" fmla="*/ 5 h 149"/>
                  <a:gd name="T32" fmla="*/ 0 w 93"/>
                  <a:gd name="T33" fmla="*/ 4 h 149"/>
                  <a:gd name="T34" fmla="*/ 1 w 93"/>
                  <a:gd name="T35" fmla="*/ 3 h 149"/>
                  <a:gd name="T36" fmla="*/ 2 w 93"/>
                  <a:gd name="T37" fmla="*/ 2 h 149"/>
                  <a:gd name="T38" fmla="*/ 3 w 93"/>
                  <a:gd name="T39" fmla="*/ 2 h 149"/>
                  <a:gd name="T40" fmla="*/ 3 w 93"/>
                  <a:gd name="T41" fmla="*/ 1 h 149"/>
                  <a:gd name="T42" fmla="*/ 4 w 93"/>
                  <a:gd name="T43" fmla="*/ 1 h 149"/>
                  <a:gd name="T44" fmla="*/ 5 w 93"/>
                  <a:gd name="T45" fmla="*/ 0 h 149"/>
                  <a:gd name="T46" fmla="*/ 6 w 93"/>
                  <a:gd name="T47" fmla="*/ 1 h 149"/>
                  <a:gd name="T48" fmla="*/ 6 w 93"/>
                  <a:gd name="T49" fmla="*/ 2 h 149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93"/>
                  <a:gd name="T76" fmla="*/ 0 h 149"/>
                  <a:gd name="T77" fmla="*/ 93 w 93"/>
                  <a:gd name="T78" fmla="*/ 149 h 149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93" h="149">
                    <a:moveTo>
                      <a:pt x="93" y="18"/>
                    </a:moveTo>
                    <a:lnTo>
                      <a:pt x="91" y="28"/>
                    </a:lnTo>
                    <a:lnTo>
                      <a:pt x="85" y="36"/>
                    </a:lnTo>
                    <a:lnTo>
                      <a:pt x="77" y="43"/>
                    </a:lnTo>
                    <a:lnTo>
                      <a:pt x="70" y="50"/>
                    </a:lnTo>
                    <a:lnTo>
                      <a:pt x="62" y="56"/>
                    </a:lnTo>
                    <a:lnTo>
                      <a:pt x="56" y="63"/>
                    </a:lnTo>
                    <a:lnTo>
                      <a:pt x="53" y="72"/>
                    </a:lnTo>
                    <a:lnTo>
                      <a:pt x="53" y="83"/>
                    </a:lnTo>
                    <a:lnTo>
                      <a:pt x="49" y="101"/>
                    </a:lnTo>
                    <a:lnTo>
                      <a:pt x="40" y="116"/>
                    </a:lnTo>
                    <a:lnTo>
                      <a:pt x="31" y="132"/>
                    </a:lnTo>
                    <a:lnTo>
                      <a:pt x="29" y="149"/>
                    </a:lnTo>
                    <a:lnTo>
                      <a:pt x="17" y="124"/>
                    </a:lnTo>
                    <a:lnTo>
                      <a:pt x="11" y="97"/>
                    </a:lnTo>
                    <a:lnTo>
                      <a:pt x="7" y="71"/>
                    </a:lnTo>
                    <a:lnTo>
                      <a:pt x="0" y="49"/>
                    </a:lnTo>
                    <a:lnTo>
                      <a:pt x="11" y="42"/>
                    </a:lnTo>
                    <a:lnTo>
                      <a:pt x="23" y="32"/>
                    </a:lnTo>
                    <a:lnTo>
                      <a:pt x="34" y="20"/>
                    </a:lnTo>
                    <a:lnTo>
                      <a:pt x="47" y="10"/>
                    </a:lnTo>
                    <a:lnTo>
                      <a:pt x="59" y="3"/>
                    </a:lnTo>
                    <a:lnTo>
                      <a:pt x="71" y="0"/>
                    </a:lnTo>
                    <a:lnTo>
                      <a:pt x="83" y="4"/>
                    </a:lnTo>
                    <a:lnTo>
                      <a:pt x="93" y="1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" name="Freeform 425"/>
              <p:cNvSpPr>
                <a:spLocks/>
              </p:cNvSpPr>
              <p:nvPr/>
            </p:nvSpPr>
            <p:spPr bwMode="auto">
              <a:xfrm>
                <a:off x="2573" y="2058"/>
                <a:ext cx="19" cy="72"/>
              </a:xfrm>
              <a:custGeom>
                <a:avLst/>
                <a:gdLst>
                  <a:gd name="T0" fmla="*/ 1 w 39"/>
                  <a:gd name="T1" fmla="*/ 0 h 144"/>
                  <a:gd name="T2" fmla="*/ 1 w 39"/>
                  <a:gd name="T3" fmla="*/ 2 h 144"/>
                  <a:gd name="T4" fmla="*/ 1 w 39"/>
                  <a:gd name="T5" fmla="*/ 5 h 144"/>
                  <a:gd name="T6" fmla="*/ 1 w 39"/>
                  <a:gd name="T7" fmla="*/ 6 h 144"/>
                  <a:gd name="T8" fmla="*/ 2 w 39"/>
                  <a:gd name="T9" fmla="*/ 9 h 144"/>
                  <a:gd name="T10" fmla="*/ 2 w 39"/>
                  <a:gd name="T11" fmla="*/ 9 h 144"/>
                  <a:gd name="T12" fmla="*/ 2 w 39"/>
                  <a:gd name="T13" fmla="*/ 9 h 144"/>
                  <a:gd name="T14" fmla="*/ 1 w 39"/>
                  <a:gd name="T15" fmla="*/ 9 h 144"/>
                  <a:gd name="T16" fmla="*/ 1 w 39"/>
                  <a:gd name="T17" fmla="*/ 9 h 144"/>
                  <a:gd name="T18" fmla="*/ 0 w 39"/>
                  <a:gd name="T19" fmla="*/ 6 h 144"/>
                  <a:gd name="T20" fmla="*/ 0 w 39"/>
                  <a:gd name="T21" fmla="*/ 5 h 144"/>
                  <a:gd name="T22" fmla="*/ 0 w 39"/>
                  <a:gd name="T23" fmla="*/ 2 h 144"/>
                  <a:gd name="T24" fmla="*/ 0 w 39"/>
                  <a:gd name="T25" fmla="*/ 1 h 144"/>
                  <a:gd name="T26" fmla="*/ 0 w 39"/>
                  <a:gd name="T27" fmla="*/ 1 h 144"/>
                  <a:gd name="T28" fmla="*/ 0 w 39"/>
                  <a:gd name="T29" fmla="*/ 1 h 144"/>
                  <a:gd name="T30" fmla="*/ 0 w 39"/>
                  <a:gd name="T31" fmla="*/ 0 h 144"/>
                  <a:gd name="T32" fmla="*/ 1 w 39"/>
                  <a:gd name="T33" fmla="*/ 0 h 14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9"/>
                  <a:gd name="T52" fmla="*/ 0 h 144"/>
                  <a:gd name="T53" fmla="*/ 39 w 39"/>
                  <a:gd name="T54" fmla="*/ 144 h 14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9" h="144">
                    <a:moveTo>
                      <a:pt x="21" y="0"/>
                    </a:moveTo>
                    <a:lnTo>
                      <a:pt x="20" y="36"/>
                    </a:lnTo>
                    <a:lnTo>
                      <a:pt x="24" y="67"/>
                    </a:lnTo>
                    <a:lnTo>
                      <a:pt x="31" y="97"/>
                    </a:lnTo>
                    <a:lnTo>
                      <a:pt x="39" y="130"/>
                    </a:lnTo>
                    <a:lnTo>
                      <a:pt x="35" y="133"/>
                    </a:lnTo>
                    <a:lnTo>
                      <a:pt x="32" y="138"/>
                    </a:lnTo>
                    <a:lnTo>
                      <a:pt x="30" y="143"/>
                    </a:lnTo>
                    <a:lnTo>
                      <a:pt x="24" y="144"/>
                    </a:lnTo>
                    <a:lnTo>
                      <a:pt x="15" y="109"/>
                    </a:lnTo>
                    <a:lnTo>
                      <a:pt x="6" y="78"/>
                    </a:lnTo>
                    <a:lnTo>
                      <a:pt x="0" y="45"/>
                    </a:lnTo>
                    <a:lnTo>
                      <a:pt x="0" y="8"/>
                    </a:lnTo>
                    <a:lnTo>
                      <a:pt x="6" y="6"/>
                    </a:lnTo>
                    <a:lnTo>
                      <a:pt x="10" y="2"/>
                    </a:lnTo>
                    <a:lnTo>
                      <a:pt x="15" y="0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" name="Freeform 426"/>
              <p:cNvSpPr>
                <a:spLocks/>
              </p:cNvSpPr>
              <p:nvPr/>
            </p:nvSpPr>
            <p:spPr bwMode="auto">
              <a:xfrm>
                <a:off x="2813" y="2071"/>
                <a:ext cx="28" cy="24"/>
              </a:xfrm>
              <a:custGeom>
                <a:avLst/>
                <a:gdLst>
                  <a:gd name="T0" fmla="*/ 2 w 57"/>
                  <a:gd name="T1" fmla="*/ 2 h 47"/>
                  <a:gd name="T2" fmla="*/ 3 w 57"/>
                  <a:gd name="T3" fmla="*/ 3 h 47"/>
                  <a:gd name="T4" fmla="*/ 3 w 57"/>
                  <a:gd name="T5" fmla="*/ 3 h 47"/>
                  <a:gd name="T6" fmla="*/ 2 w 57"/>
                  <a:gd name="T7" fmla="*/ 3 h 47"/>
                  <a:gd name="T8" fmla="*/ 1 w 57"/>
                  <a:gd name="T9" fmla="*/ 3 h 47"/>
                  <a:gd name="T10" fmla="*/ 1 w 57"/>
                  <a:gd name="T11" fmla="*/ 3 h 47"/>
                  <a:gd name="T12" fmla="*/ 0 w 57"/>
                  <a:gd name="T13" fmla="*/ 3 h 47"/>
                  <a:gd name="T14" fmla="*/ 0 w 57"/>
                  <a:gd name="T15" fmla="*/ 3 h 47"/>
                  <a:gd name="T16" fmla="*/ 0 w 57"/>
                  <a:gd name="T17" fmla="*/ 2 h 47"/>
                  <a:gd name="T18" fmla="*/ 0 w 57"/>
                  <a:gd name="T19" fmla="*/ 1 h 47"/>
                  <a:gd name="T20" fmla="*/ 0 w 57"/>
                  <a:gd name="T21" fmla="*/ 1 h 47"/>
                  <a:gd name="T22" fmla="*/ 0 w 57"/>
                  <a:gd name="T23" fmla="*/ 1 h 47"/>
                  <a:gd name="T24" fmla="*/ 1 w 57"/>
                  <a:gd name="T25" fmla="*/ 1 h 47"/>
                  <a:gd name="T26" fmla="*/ 1 w 57"/>
                  <a:gd name="T27" fmla="*/ 1 h 47"/>
                  <a:gd name="T28" fmla="*/ 2 w 57"/>
                  <a:gd name="T29" fmla="*/ 0 h 47"/>
                  <a:gd name="T30" fmla="*/ 2 w 57"/>
                  <a:gd name="T31" fmla="*/ 1 h 47"/>
                  <a:gd name="T32" fmla="*/ 2 w 57"/>
                  <a:gd name="T33" fmla="*/ 1 h 47"/>
                  <a:gd name="T34" fmla="*/ 2 w 57"/>
                  <a:gd name="T35" fmla="*/ 2 h 4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57"/>
                  <a:gd name="T55" fmla="*/ 0 h 47"/>
                  <a:gd name="T56" fmla="*/ 57 w 57"/>
                  <a:gd name="T57" fmla="*/ 47 h 4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57" h="47">
                    <a:moveTo>
                      <a:pt x="45" y="21"/>
                    </a:moveTo>
                    <a:lnTo>
                      <a:pt x="57" y="47"/>
                    </a:lnTo>
                    <a:lnTo>
                      <a:pt x="50" y="39"/>
                    </a:lnTo>
                    <a:lnTo>
                      <a:pt x="41" y="36"/>
                    </a:lnTo>
                    <a:lnTo>
                      <a:pt x="30" y="37"/>
                    </a:lnTo>
                    <a:lnTo>
                      <a:pt x="20" y="39"/>
                    </a:lnTo>
                    <a:lnTo>
                      <a:pt x="11" y="40"/>
                    </a:lnTo>
                    <a:lnTo>
                      <a:pt x="4" y="38"/>
                    </a:lnTo>
                    <a:lnTo>
                      <a:pt x="0" y="30"/>
                    </a:lnTo>
                    <a:lnTo>
                      <a:pt x="2" y="14"/>
                    </a:lnTo>
                    <a:lnTo>
                      <a:pt x="7" y="11"/>
                    </a:lnTo>
                    <a:lnTo>
                      <a:pt x="15" y="7"/>
                    </a:lnTo>
                    <a:lnTo>
                      <a:pt x="23" y="4"/>
                    </a:lnTo>
                    <a:lnTo>
                      <a:pt x="30" y="1"/>
                    </a:lnTo>
                    <a:lnTo>
                      <a:pt x="37" y="0"/>
                    </a:lnTo>
                    <a:lnTo>
                      <a:pt x="43" y="2"/>
                    </a:lnTo>
                    <a:lnTo>
                      <a:pt x="45" y="9"/>
                    </a:lnTo>
                    <a:lnTo>
                      <a:pt x="45" y="2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" name="Freeform 427"/>
              <p:cNvSpPr>
                <a:spLocks/>
              </p:cNvSpPr>
              <p:nvPr/>
            </p:nvSpPr>
            <p:spPr bwMode="auto">
              <a:xfrm>
                <a:off x="3030" y="2093"/>
                <a:ext cx="71" cy="70"/>
              </a:xfrm>
              <a:custGeom>
                <a:avLst/>
                <a:gdLst>
                  <a:gd name="T0" fmla="*/ 9 w 141"/>
                  <a:gd name="T1" fmla="*/ 1 h 139"/>
                  <a:gd name="T2" fmla="*/ 9 w 141"/>
                  <a:gd name="T3" fmla="*/ 3 h 139"/>
                  <a:gd name="T4" fmla="*/ 9 w 141"/>
                  <a:gd name="T5" fmla="*/ 5 h 139"/>
                  <a:gd name="T6" fmla="*/ 9 w 141"/>
                  <a:gd name="T7" fmla="*/ 7 h 139"/>
                  <a:gd name="T8" fmla="*/ 9 w 141"/>
                  <a:gd name="T9" fmla="*/ 9 h 139"/>
                  <a:gd name="T10" fmla="*/ 1 w 141"/>
                  <a:gd name="T11" fmla="*/ 9 h 139"/>
                  <a:gd name="T12" fmla="*/ 1 w 141"/>
                  <a:gd name="T13" fmla="*/ 8 h 139"/>
                  <a:gd name="T14" fmla="*/ 1 w 141"/>
                  <a:gd name="T15" fmla="*/ 6 h 139"/>
                  <a:gd name="T16" fmla="*/ 1 w 141"/>
                  <a:gd name="T17" fmla="*/ 4 h 139"/>
                  <a:gd name="T18" fmla="*/ 0 w 141"/>
                  <a:gd name="T19" fmla="*/ 1 h 139"/>
                  <a:gd name="T20" fmla="*/ 2 w 141"/>
                  <a:gd name="T21" fmla="*/ 1 h 139"/>
                  <a:gd name="T22" fmla="*/ 3 w 141"/>
                  <a:gd name="T23" fmla="*/ 1 h 139"/>
                  <a:gd name="T24" fmla="*/ 4 w 141"/>
                  <a:gd name="T25" fmla="*/ 1 h 139"/>
                  <a:gd name="T26" fmla="*/ 5 w 141"/>
                  <a:gd name="T27" fmla="*/ 1 h 139"/>
                  <a:gd name="T28" fmla="*/ 6 w 141"/>
                  <a:gd name="T29" fmla="*/ 0 h 139"/>
                  <a:gd name="T30" fmla="*/ 7 w 141"/>
                  <a:gd name="T31" fmla="*/ 0 h 139"/>
                  <a:gd name="T32" fmla="*/ 8 w 141"/>
                  <a:gd name="T33" fmla="*/ 1 h 139"/>
                  <a:gd name="T34" fmla="*/ 9 w 141"/>
                  <a:gd name="T35" fmla="*/ 1 h 13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41"/>
                  <a:gd name="T55" fmla="*/ 0 h 139"/>
                  <a:gd name="T56" fmla="*/ 141 w 141"/>
                  <a:gd name="T57" fmla="*/ 139 h 13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41" h="139">
                    <a:moveTo>
                      <a:pt x="140" y="2"/>
                    </a:moveTo>
                    <a:lnTo>
                      <a:pt x="140" y="37"/>
                    </a:lnTo>
                    <a:lnTo>
                      <a:pt x="141" y="74"/>
                    </a:lnTo>
                    <a:lnTo>
                      <a:pt x="138" y="108"/>
                    </a:lnTo>
                    <a:lnTo>
                      <a:pt x="131" y="137"/>
                    </a:lnTo>
                    <a:lnTo>
                      <a:pt x="11" y="139"/>
                    </a:lnTo>
                    <a:lnTo>
                      <a:pt x="14" y="122"/>
                    </a:lnTo>
                    <a:lnTo>
                      <a:pt x="11" y="92"/>
                    </a:lnTo>
                    <a:lnTo>
                      <a:pt x="7" y="54"/>
                    </a:lnTo>
                    <a:lnTo>
                      <a:pt x="0" y="11"/>
                    </a:lnTo>
                    <a:lnTo>
                      <a:pt x="18" y="8"/>
                    </a:lnTo>
                    <a:lnTo>
                      <a:pt x="37" y="5"/>
                    </a:lnTo>
                    <a:lnTo>
                      <a:pt x="54" y="2"/>
                    </a:lnTo>
                    <a:lnTo>
                      <a:pt x="71" y="1"/>
                    </a:lnTo>
                    <a:lnTo>
                      <a:pt x="88" y="0"/>
                    </a:lnTo>
                    <a:lnTo>
                      <a:pt x="106" y="0"/>
                    </a:lnTo>
                    <a:lnTo>
                      <a:pt x="123" y="1"/>
                    </a:lnTo>
                    <a:lnTo>
                      <a:pt x="140" y="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Freeform 428"/>
              <p:cNvSpPr>
                <a:spLocks/>
              </p:cNvSpPr>
              <p:nvPr/>
            </p:nvSpPr>
            <p:spPr bwMode="auto">
              <a:xfrm>
                <a:off x="3108" y="2094"/>
                <a:ext cx="62" cy="72"/>
              </a:xfrm>
              <a:custGeom>
                <a:avLst/>
                <a:gdLst>
                  <a:gd name="T0" fmla="*/ 7 w 124"/>
                  <a:gd name="T1" fmla="*/ 1 h 145"/>
                  <a:gd name="T2" fmla="*/ 7 w 124"/>
                  <a:gd name="T3" fmla="*/ 2 h 145"/>
                  <a:gd name="T4" fmla="*/ 7 w 124"/>
                  <a:gd name="T5" fmla="*/ 3 h 145"/>
                  <a:gd name="T6" fmla="*/ 7 w 124"/>
                  <a:gd name="T7" fmla="*/ 4 h 145"/>
                  <a:gd name="T8" fmla="*/ 8 w 124"/>
                  <a:gd name="T9" fmla="*/ 5 h 145"/>
                  <a:gd name="T10" fmla="*/ 8 w 124"/>
                  <a:gd name="T11" fmla="*/ 6 h 145"/>
                  <a:gd name="T12" fmla="*/ 8 w 124"/>
                  <a:gd name="T13" fmla="*/ 7 h 145"/>
                  <a:gd name="T14" fmla="*/ 8 w 124"/>
                  <a:gd name="T15" fmla="*/ 8 h 145"/>
                  <a:gd name="T16" fmla="*/ 7 w 124"/>
                  <a:gd name="T17" fmla="*/ 9 h 145"/>
                  <a:gd name="T18" fmla="*/ 7 w 124"/>
                  <a:gd name="T19" fmla="*/ 9 h 145"/>
                  <a:gd name="T20" fmla="*/ 6 w 124"/>
                  <a:gd name="T21" fmla="*/ 8 h 145"/>
                  <a:gd name="T22" fmla="*/ 5 w 124"/>
                  <a:gd name="T23" fmla="*/ 8 h 145"/>
                  <a:gd name="T24" fmla="*/ 4 w 124"/>
                  <a:gd name="T25" fmla="*/ 8 h 145"/>
                  <a:gd name="T26" fmla="*/ 3 w 124"/>
                  <a:gd name="T27" fmla="*/ 8 h 145"/>
                  <a:gd name="T28" fmla="*/ 2 w 124"/>
                  <a:gd name="T29" fmla="*/ 8 h 145"/>
                  <a:gd name="T30" fmla="*/ 1 w 124"/>
                  <a:gd name="T31" fmla="*/ 8 h 145"/>
                  <a:gd name="T32" fmla="*/ 0 w 124"/>
                  <a:gd name="T33" fmla="*/ 8 h 145"/>
                  <a:gd name="T34" fmla="*/ 1 w 124"/>
                  <a:gd name="T35" fmla="*/ 6 h 145"/>
                  <a:gd name="T36" fmla="*/ 1 w 124"/>
                  <a:gd name="T37" fmla="*/ 4 h 145"/>
                  <a:gd name="T38" fmla="*/ 1 w 124"/>
                  <a:gd name="T39" fmla="*/ 2 h 145"/>
                  <a:gd name="T40" fmla="*/ 1 w 124"/>
                  <a:gd name="T41" fmla="*/ 0 h 145"/>
                  <a:gd name="T42" fmla="*/ 1 w 124"/>
                  <a:gd name="T43" fmla="*/ 0 h 145"/>
                  <a:gd name="T44" fmla="*/ 2 w 124"/>
                  <a:gd name="T45" fmla="*/ 0 h 145"/>
                  <a:gd name="T46" fmla="*/ 3 w 124"/>
                  <a:gd name="T47" fmla="*/ 0 h 145"/>
                  <a:gd name="T48" fmla="*/ 4 w 124"/>
                  <a:gd name="T49" fmla="*/ 0 h 145"/>
                  <a:gd name="T50" fmla="*/ 5 w 124"/>
                  <a:gd name="T51" fmla="*/ 0 h 145"/>
                  <a:gd name="T52" fmla="*/ 6 w 124"/>
                  <a:gd name="T53" fmla="*/ 0 h 145"/>
                  <a:gd name="T54" fmla="*/ 6 w 124"/>
                  <a:gd name="T55" fmla="*/ 1 h 145"/>
                  <a:gd name="T56" fmla="*/ 7 w 124"/>
                  <a:gd name="T57" fmla="*/ 1 h 14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124"/>
                  <a:gd name="T88" fmla="*/ 0 h 145"/>
                  <a:gd name="T89" fmla="*/ 124 w 124"/>
                  <a:gd name="T90" fmla="*/ 145 h 145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124" h="145">
                    <a:moveTo>
                      <a:pt x="97" y="31"/>
                    </a:moveTo>
                    <a:lnTo>
                      <a:pt x="99" y="45"/>
                    </a:lnTo>
                    <a:lnTo>
                      <a:pt x="105" y="60"/>
                    </a:lnTo>
                    <a:lnTo>
                      <a:pt x="111" y="74"/>
                    </a:lnTo>
                    <a:lnTo>
                      <a:pt x="118" y="88"/>
                    </a:lnTo>
                    <a:lnTo>
                      <a:pt x="122" y="103"/>
                    </a:lnTo>
                    <a:lnTo>
                      <a:pt x="124" y="116"/>
                    </a:lnTo>
                    <a:lnTo>
                      <a:pt x="121" y="131"/>
                    </a:lnTo>
                    <a:lnTo>
                      <a:pt x="112" y="145"/>
                    </a:lnTo>
                    <a:lnTo>
                      <a:pt x="98" y="144"/>
                    </a:lnTo>
                    <a:lnTo>
                      <a:pt x="84" y="142"/>
                    </a:lnTo>
                    <a:lnTo>
                      <a:pt x="72" y="141"/>
                    </a:lnTo>
                    <a:lnTo>
                      <a:pt x="58" y="139"/>
                    </a:lnTo>
                    <a:lnTo>
                      <a:pt x="44" y="139"/>
                    </a:lnTo>
                    <a:lnTo>
                      <a:pt x="30" y="138"/>
                    </a:lnTo>
                    <a:lnTo>
                      <a:pt x="15" y="136"/>
                    </a:lnTo>
                    <a:lnTo>
                      <a:pt x="0" y="135"/>
                    </a:lnTo>
                    <a:lnTo>
                      <a:pt x="4" y="100"/>
                    </a:lnTo>
                    <a:lnTo>
                      <a:pt x="7" y="70"/>
                    </a:lnTo>
                    <a:lnTo>
                      <a:pt x="8" y="40"/>
                    </a:lnTo>
                    <a:lnTo>
                      <a:pt x="5" y="7"/>
                    </a:lnTo>
                    <a:lnTo>
                      <a:pt x="15" y="5"/>
                    </a:lnTo>
                    <a:lnTo>
                      <a:pt x="28" y="2"/>
                    </a:lnTo>
                    <a:lnTo>
                      <a:pt x="43" y="0"/>
                    </a:lnTo>
                    <a:lnTo>
                      <a:pt x="58" y="0"/>
                    </a:lnTo>
                    <a:lnTo>
                      <a:pt x="72" y="4"/>
                    </a:lnTo>
                    <a:lnTo>
                      <a:pt x="84" y="8"/>
                    </a:lnTo>
                    <a:lnTo>
                      <a:pt x="92" y="17"/>
                    </a:lnTo>
                    <a:lnTo>
                      <a:pt x="97" y="3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Freeform 429"/>
              <p:cNvSpPr>
                <a:spLocks/>
              </p:cNvSpPr>
              <p:nvPr/>
            </p:nvSpPr>
            <p:spPr bwMode="auto">
              <a:xfrm>
                <a:off x="2945" y="2100"/>
                <a:ext cx="79" cy="76"/>
              </a:xfrm>
              <a:custGeom>
                <a:avLst/>
                <a:gdLst>
                  <a:gd name="T0" fmla="*/ 10 w 158"/>
                  <a:gd name="T1" fmla="*/ 8 h 152"/>
                  <a:gd name="T2" fmla="*/ 2 w 158"/>
                  <a:gd name="T3" fmla="*/ 10 h 152"/>
                  <a:gd name="T4" fmla="*/ 1 w 158"/>
                  <a:gd name="T5" fmla="*/ 7 h 152"/>
                  <a:gd name="T6" fmla="*/ 1 w 158"/>
                  <a:gd name="T7" fmla="*/ 5 h 152"/>
                  <a:gd name="T8" fmla="*/ 1 w 158"/>
                  <a:gd name="T9" fmla="*/ 3 h 152"/>
                  <a:gd name="T10" fmla="*/ 0 w 158"/>
                  <a:gd name="T11" fmla="*/ 1 h 152"/>
                  <a:gd name="T12" fmla="*/ 1 w 158"/>
                  <a:gd name="T13" fmla="*/ 1 h 152"/>
                  <a:gd name="T14" fmla="*/ 2 w 158"/>
                  <a:gd name="T15" fmla="*/ 1 h 152"/>
                  <a:gd name="T16" fmla="*/ 3 w 158"/>
                  <a:gd name="T17" fmla="*/ 1 h 152"/>
                  <a:gd name="T18" fmla="*/ 5 w 158"/>
                  <a:gd name="T19" fmla="*/ 1 h 152"/>
                  <a:gd name="T20" fmla="*/ 5 w 158"/>
                  <a:gd name="T21" fmla="*/ 1 h 152"/>
                  <a:gd name="T22" fmla="*/ 6 w 158"/>
                  <a:gd name="T23" fmla="*/ 1 h 152"/>
                  <a:gd name="T24" fmla="*/ 7 w 158"/>
                  <a:gd name="T25" fmla="*/ 1 h 152"/>
                  <a:gd name="T26" fmla="*/ 9 w 158"/>
                  <a:gd name="T27" fmla="*/ 0 h 152"/>
                  <a:gd name="T28" fmla="*/ 10 w 158"/>
                  <a:gd name="T29" fmla="*/ 1 h 152"/>
                  <a:gd name="T30" fmla="*/ 10 w 158"/>
                  <a:gd name="T31" fmla="*/ 3 h 152"/>
                  <a:gd name="T32" fmla="*/ 10 w 158"/>
                  <a:gd name="T33" fmla="*/ 6 h 152"/>
                  <a:gd name="T34" fmla="*/ 10 w 158"/>
                  <a:gd name="T35" fmla="*/ 8 h 15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58"/>
                  <a:gd name="T55" fmla="*/ 0 h 152"/>
                  <a:gd name="T56" fmla="*/ 158 w 158"/>
                  <a:gd name="T57" fmla="*/ 152 h 152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58" h="152">
                    <a:moveTo>
                      <a:pt x="155" y="128"/>
                    </a:moveTo>
                    <a:lnTo>
                      <a:pt x="33" y="152"/>
                    </a:lnTo>
                    <a:lnTo>
                      <a:pt x="21" y="120"/>
                    </a:lnTo>
                    <a:lnTo>
                      <a:pt x="12" y="83"/>
                    </a:lnTo>
                    <a:lnTo>
                      <a:pt x="5" y="49"/>
                    </a:lnTo>
                    <a:lnTo>
                      <a:pt x="0" y="26"/>
                    </a:lnTo>
                    <a:lnTo>
                      <a:pt x="16" y="21"/>
                    </a:lnTo>
                    <a:lnTo>
                      <a:pt x="33" y="15"/>
                    </a:lnTo>
                    <a:lnTo>
                      <a:pt x="51" y="11"/>
                    </a:lnTo>
                    <a:lnTo>
                      <a:pt x="69" y="8"/>
                    </a:lnTo>
                    <a:lnTo>
                      <a:pt x="88" y="6"/>
                    </a:lnTo>
                    <a:lnTo>
                      <a:pt x="106" y="3"/>
                    </a:lnTo>
                    <a:lnTo>
                      <a:pt x="125" y="1"/>
                    </a:lnTo>
                    <a:lnTo>
                      <a:pt x="142" y="0"/>
                    </a:lnTo>
                    <a:lnTo>
                      <a:pt x="150" y="25"/>
                    </a:lnTo>
                    <a:lnTo>
                      <a:pt x="156" y="63"/>
                    </a:lnTo>
                    <a:lnTo>
                      <a:pt x="158" y="100"/>
                    </a:lnTo>
                    <a:lnTo>
                      <a:pt x="155" y="1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Freeform 430"/>
              <p:cNvSpPr>
                <a:spLocks/>
              </p:cNvSpPr>
              <p:nvPr/>
            </p:nvSpPr>
            <p:spPr bwMode="auto">
              <a:xfrm>
                <a:off x="2604" y="2090"/>
                <a:ext cx="67" cy="101"/>
              </a:xfrm>
              <a:custGeom>
                <a:avLst/>
                <a:gdLst>
                  <a:gd name="T0" fmla="*/ 6 w 134"/>
                  <a:gd name="T1" fmla="*/ 0 h 204"/>
                  <a:gd name="T2" fmla="*/ 6 w 134"/>
                  <a:gd name="T3" fmla="*/ 1 h 204"/>
                  <a:gd name="T4" fmla="*/ 6 w 134"/>
                  <a:gd name="T5" fmla="*/ 1 h 204"/>
                  <a:gd name="T6" fmla="*/ 6 w 134"/>
                  <a:gd name="T7" fmla="*/ 2 h 204"/>
                  <a:gd name="T8" fmla="*/ 7 w 134"/>
                  <a:gd name="T9" fmla="*/ 3 h 204"/>
                  <a:gd name="T10" fmla="*/ 7 w 134"/>
                  <a:gd name="T11" fmla="*/ 5 h 204"/>
                  <a:gd name="T12" fmla="*/ 7 w 134"/>
                  <a:gd name="T13" fmla="*/ 6 h 204"/>
                  <a:gd name="T14" fmla="*/ 8 w 134"/>
                  <a:gd name="T15" fmla="*/ 7 h 204"/>
                  <a:gd name="T16" fmla="*/ 8 w 134"/>
                  <a:gd name="T17" fmla="*/ 8 h 204"/>
                  <a:gd name="T18" fmla="*/ 7 w 134"/>
                  <a:gd name="T19" fmla="*/ 8 h 204"/>
                  <a:gd name="T20" fmla="*/ 7 w 134"/>
                  <a:gd name="T21" fmla="*/ 9 h 204"/>
                  <a:gd name="T22" fmla="*/ 6 w 134"/>
                  <a:gd name="T23" fmla="*/ 9 h 204"/>
                  <a:gd name="T24" fmla="*/ 5 w 134"/>
                  <a:gd name="T25" fmla="*/ 10 h 204"/>
                  <a:gd name="T26" fmla="*/ 5 w 134"/>
                  <a:gd name="T27" fmla="*/ 10 h 204"/>
                  <a:gd name="T28" fmla="*/ 4 w 134"/>
                  <a:gd name="T29" fmla="*/ 11 h 204"/>
                  <a:gd name="T30" fmla="*/ 3 w 134"/>
                  <a:gd name="T31" fmla="*/ 12 h 204"/>
                  <a:gd name="T32" fmla="*/ 3 w 134"/>
                  <a:gd name="T33" fmla="*/ 12 h 204"/>
                  <a:gd name="T34" fmla="*/ 2 w 134"/>
                  <a:gd name="T35" fmla="*/ 11 h 204"/>
                  <a:gd name="T36" fmla="*/ 1 w 134"/>
                  <a:gd name="T37" fmla="*/ 10 h 204"/>
                  <a:gd name="T38" fmla="*/ 1 w 134"/>
                  <a:gd name="T39" fmla="*/ 9 h 204"/>
                  <a:gd name="T40" fmla="*/ 1 w 134"/>
                  <a:gd name="T41" fmla="*/ 8 h 204"/>
                  <a:gd name="T42" fmla="*/ 1 w 134"/>
                  <a:gd name="T43" fmla="*/ 7 h 204"/>
                  <a:gd name="T44" fmla="*/ 1 w 134"/>
                  <a:gd name="T45" fmla="*/ 6 h 204"/>
                  <a:gd name="T46" fmla="*/ 1 w 134"/>
                  <a:gd name="T47" fmla="*/ 5 h 204"/>
                  <a:gd name="T48" fmla="*/ 0 w 134"/>
                  <a:gd name="T49" fmla="*/ 4 h 204"/>
                  <a:gd name="T50" fmla="*/ 1 w 134"/>
                  <a:gd name="T51" fmla="*/ 4 h 204"/>
                  <a:gd name="T52" fmla="*/ 1 w 134"/>
                  <a:gd name="T53" fmla="*/ 3 h 204"/>
                  <a:gd name="T54" fmla="*/ 2 w 134"/>
                  <a:gd name="T55" fmla="*/ 2 h 204"/>
                  <a:gd name="T56" fmla="*/ 2 w 134"/>
                  <a:gd name="T57" fmla="*/ 2 h 204"/>
                  <a:gd name="T58" fmla="*/ 3 w 134"/>
                  <a:gd name="T59" fmla="*/ 1 h 204"/>
                  <a:gd name="T60" fmla="*/ 4 w 134"/>
                  <a:gd name="T61" fmla="*/ 1 h 204"/>
                  <a:gd name="T62" fmla="*/ 5 w 134"/>
                  <a:gd name="T63" fmla="*/ 0 h 204"/>
                  <a:gd name="T64" fmla="*/ 6 w 134"/>
                  <a:gd name="T65" fmla="*/ 0 h 20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34"/>
                  <a:gd name="T100" fmla="*/ 0 h 204"/>
                  <a:gd name="T101" fmla="*/ 134 w 134"/>
                  <a:gd name="T102" fmla="*/ 204 h 20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34" h="204">
                    <a:moveTo>
                      <a:pt x="97" y="0"/>
                    </a:moveTo>
                    <a:lnTo>
                      <a:pt x="101" y="16"/>
                    </a:lnTo>
                    <a:lnTo>
                      <a:pt x="104" y="31"/>
                    </a:lnTo>
                    <a:lnTo>
                      <a:pt x="110" y="47"/>
                    </a:lnTo>
                    <a:lnTo>
                      <a:pt x="114" y="63"/>
                    </a:lnTo>
                    <a:lnTo>
                      <a:pt x="120" y="80"/>
                    </a:lnTo>
                    <a:lnTo>
                      <a:pt x="125" y="96"/>
                    </a:lnTo>
                    <a:lnTo>
                      <a:pt x="131" y="113"/>
                    </a:lnTo>
                    <a:lnTo>
                      <a:pt x="134" y="130"/>
                    </a:lnTo>
                    <a:lnTo>
                      <a:pt x="123" y="137"/>
                    </a:lnTo>
                    <a:lnTo>
                      <a:pt x="112" y="146"/>
                    </a:lnTo>
                    <a:lnTo>
                      <a:pt x="101" y="154"/>
                    </a:lnTo>
                    <a:lnTo>
                      <a:pt x="90" y="165"/>
                    </a:lnTo>
                    <a:lnTo>
                      <a:pt x="81" y="174"/>
                    </a:lnTo>
                    <a:lnTo>
                      <a:pt x="71" y="184"/>
                    </a:lnTo>
                    <a:lnTo>
                      <a:pt x="60" y="195"/>
                    </a:lnTo>
                    <a:lnTo>
                      <a:pt x="50" y="204"/>
                    </a:lnTo>
                    <a:lnTo>
                      <a:pt x="38" y="191"/>
                    </a:lnTo>
                    <a:lnTo>
                      <a:pt x="29" y="176"/>
                    </a:lnTo>
                    <a:lnTo>
                      <a:pt x="22" y="160"/>
                    </a:lnTo>
                    <a:lnTo>
                      <a:pt x="18" y="144"/>
                    </a:lnTo>
                    <a:lnTo>
                      <a:pt x="14" y="127"/>
                    </a:lnTo>
                    <a:lnTo>
                      <a:pt x="10" y="108"/>
                    </a:lnTo>
                    <a:lnTo>
                      <a:pt x="6" y="91"/>
                    </a:lnTo>
                    <a:lnTo>
                      <a:pt x="0" y="74"/>
                    </a:lnTo>
                    <a:lnTo>
                      <a:pt x="12" y="65"/>
                    </a:lnTo>
                    <a:lnTo>
                      <a:pt x="23" y="55"/>
                    </a:lnTo>
                    <a:lnTo>
                      <a:pt x="34" y="45"/>
                    </a:lnTo>
                    <a:lnTo>
                      <a:pt x="45" y="36"/>
                    </a:lnTo>
                    <a:lnTo>
                      <a:pt x="58" y="27"/>
                    </a:lnTo>
                    <a:lnTo>
                      <a:pt x="70" y="17"/>
                    </a:lnTo>
                    <a:lnTo>
                      <a:pt x="83" y="8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" name="Freeform 431"/>
              <p:cNvSpPr>
                <a:spLocks/>
              </p:cNvSpPr>
              <p:nvPr/>
            </p:nvSpPr>
            <p:spPr bwMode="auto">
              <a:xfrm>
                <a:off x="3227" y="2117"/>
                <a:ext cx="38" cy="68"/>
              </a:xfrm>
              <a:custGeom>
                <a:avLst/>
                <a:gdLst>
                  <a:gd name="T0" fmla="*/ 5 w 76"/>
                  <a:gd name="T1" fmla="*/ 2 h 136"/>
                  <a:gd name="T2" fmla="*/ 5 w 76"/>
                  <a:gd name="T3" fmla="*/ 3 h 136"/>
                  <a:gd name="T4" fmla="*/ 3 w 76"/>
                  <a:gd name="T5" fmla="*/ 4 h 136"/>
                  <a:gd name="T6" fmla="*/ 3 w 76"/>
                  <a:gd name="T7" fmla="*/ 5 h 136"/>
                  <a:gd name="T8" fmla="*/ 3 w 76"/>
                  <a:gd name="T9" fmla="*/ 5 h 136"/>
                  <a:gd name="T10" fmla="*/ 3 w 76"/>
                  <a:gd name="T11" fmla="*/ 6 h 136"/>
                  <a:gd name="T12" fmla="*/ 2 w 76"/>
                  <a:gd name="T13" fmla="*/ 7 h 136"/>
                  <a:gd name="T14" fmla="*/ 2 w 76"/>
                  <a:gd name="T15" fmla="*/ 7 h 136"/>
                  <a:gd name="T16" fmla="*/ 2 w 76"/>
                  <a:gd name="T17" fmla="*/ 9 h 136"/>
                  <a:gd name="T18" fmla="*/ 1 w 76"/>
                  <a:gd name="T19" fmla="*/ 9 h 136"/>
                  <a:gd name="T20" fmla="*/ 1 w 76"/>
                  <a:gd name="T21" fmla="*/ 9 h 136"/>
                  <a:gd name="T22" fmla="*/ 1 w 76"/>
                  <a:gd name="T23" fmla="*/ 9 h 136"/>
                  <a:gd name="T24" fmla="*/ 1 w 76"/>
                  <a:gd name="T25" fmla="*/ 9 h 136"/>
                  <a:gd name="T26" fmla="*/ 1 w 76"/>
                  <a:gd name="T27" fmla="*/ 7 h 136"/>
                  <a:gd name="T28" fmla="*/ 1 w 76"/>
                  <a:gd name="T29" fmla="*/ 7 h 136"/>
                  <a:gd name="T30" fmla="*/ 0 w 76"/>
                  <a:gd name="T31" fmla="*/ 7 h 136"/>
                  <a:gd name="T32" fmla="*/ 1 w 76"/>
                  <a:gd name="T33" fmla="*/ 6 h 136"/>
                  <a:gd name="T34" fmla="*/ 1 w 76"/>
                  <a:gd name="T35" fmla="*/ 6 h 136"/>
                  <a:gd name="T36" fmla="*/ 1 w 76"/>
                  <a:gd name="T37" fmla="*/ 6 h 136"/>
                  <a:gd name="T38" fmla="*/ 1 w 76"/>
                  <a:gd name="T39" fmla="*/ 5 h 136"/>
                  <a:gd name="T40" fmla="*/ 1 w 76"/>
                  <a:gd name="T41" fmla="*/ 5 h 136"/>
                  <a:gd name="T42" fmla="*/ 2 w 76"/>
                  <a:gd name="T43" fmla="*/ 5 h 136"/>
                  <a:gd name="T44" fmla="*/ 2 w 76"/>
                  <a:gd name="T45" fmla="*/ 5 h 136"/>
                  <a:gd name="T46" fmla="*/ 2 w 76"/>
                  <a:gd name="T47" fmla="*/ 5 h 136"/>
                  <a:gd name="T48" fmla="*/ 2 w 76"/>
                  <a:gd name="T49" fmla="*/ 4 h 136"/>
                  <a:gd name="T50" fmla="*/ 3 w 76"/>
                  <a:gd name="T51" fmla="*/ 3 h 136"/>
                  <a:gd name="T52" fmla="*/ 2 w 76"/>
                  <a:gd name="T53" fmla="*/ 2 h 136"/>
                  <a:gd name="T54" fmla="*/ 2 w 76"/>
                  <a:gd name="T55" fmla="*/ 1 h 136"/>
                  <a:gd name="T56" fmla="*/ 2 w 76"/>
                  <a:gd name="T57" fmla="*/ 0 h 136"/>
                  <a:gd name="T58" fmla="*/ 3 w 76"/>
                  <a:gd name="T59" fmla="*/ 0 h 136"/>
                  <a:gd name="T60" fmla="*/ 5 w 76"/>
                  <a:gd name="T61" fmla="*/ 1 h 136"/>
                  <a:gd name="T62" fmla="*/ 5 w 76"/>
                  <a:gd name="T63" fmla="*/ 1 h 136"/>
                  <a:gd name="T64" fmla="*/ 5 w 76"/>
                  <a:gd name="T65" fmla="*/ 1 h 136"/>
                  <a:gd name="T66" fmla="*/ 5 w 76"/>
                  <a:gd name="T67" fmla="*/ 1 h 136"/>
                  <a:gd name="T68" fmla="*/ 5 w 76"/>
                  <a:gd name="T69" fmla="*/ 1 h 136"/>
                  <a:gd name="T70" fmla="*/ 5 w 76"/>
                  <a:gd name="T71" fmla="*/ 2 h 136"/>
                  <a:gd name="T72" fmla="*/ 5 w 76"/>
                  <a:gd name="T73" fmla="*/ 2 h 1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76"/>
                  <a:gd name="T112" fmla="*/ 0 h 136"/>
                  <a:gd name="T113" fmla="*/ 76 w 76"/>
                  <a:gd name="T114" fmla="*/ 136 h 1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76" h="136">
                    <a:moveTo>
                      <a:pt x="70" y="47"/>
                    </a:moveTo>
                    <a:lnTo>
                      <a:pt x="65" y="59"/>
                    </a:lnTo>
                    <a:lnTo>
                      <a:pt x="62" y="70"/>
                    </a:lnTo>
                    <a:lnTo>
                      <a:pt x="58" y="82"/>
                    </a:lnTo>
                    <a:lnTo>
                      <a:pt x="54" y="93"/>
                    </a:lnTo>
                    <a:lnTo>
                      <a:pt x="50" y="105"/>
                    </a:lnTo>
                    <a:lnTo>
                      <a:pt x="44" y="115"/>
                    </a:lnTo>
                    <a:lnTo>
                      <a:pt x="40" y="126"/>
                    </a:lnTo>
                    <a:lnTo>
                      <a:pt x="33" y="136"/>
                    </a:lnTo>
                    <a:lnTo>
                      <a:pt x="27" y="136"/>
                    </a:lnTo>
                    <a:lnTo>
                      <a:pt x="20" y="135"/>
                    </a:lnTo>
                    <a:lnTo>
                      <a:pt x="13" y="133"/>
                    </a:lnTo>
                    <a:lnTo>
                      <a:pt x="8" y="130"/>
                    </a:lnTo>
                    <a:lnTo>
                      <a:pt x="3" y="127"/>
                    </a:lnTo>
                    <a:lnTo>
                      <a:pt x="1" y="121"/>
                    </a:lnTo>
                    <a:lnTo>
                      <a:pt x="0" y="113"/>
                    </a:lnTo>
                    <a:lnTo>
                      <a:pt x="3" y="104"/>
                    </a:lnTo>
                    <a:lnTo>
                      <a:pt x="9" y="99"/>
                    </a:lnTo>
                    <a:lnTo>
                      <a:pt x="15" y="96"/>
                    </a:lnTo>
                    <a:lnTo>
                      <a:pt x="23" y="95"/>
                    </a:lnTo>
                    <a:lnTo>
                      <a:pt x="29" y="93"/>
                    </a:lnTo>
                    <a:lnTo>
                      <a:pt x="35" y="91"/>
                    </a:lnTo>
                    <a:lnTo>
                      <a:pt x="41" y="89"/>
                    </a:lnTo>
                    <a:lnTo>
                      <a:pt x="46" y="83"/>
                    </a:lnTo>
                    <a:lnTo>
                      <a:pt x="47" y="75"/>
                    </a:lnTo>
                    <a:lnTo>
                      <a:pt x="49" y="54"/>
                    </a:lnTo>
                    <a:lnTo>
                      <a:pt x="46" y="36"/>
                    </a:lnTo>
                    <a:lnTo>
                      <a:pt x="42" y="19"/>
                    </a:lnTo>
                    <a:lnTo>
                      <a:pt x="47" y="0"/>
                    </a:lnTo>
                    <a:lnTo>
                      <a:pt x="57" y="0"/>
                    </a:lnTo>
                    <a:lnTo>
                      <a:pt x="65" y="2"/>
                    </a:lnTo>
                    <a:lnTo>
                      <a:pt x="71" y="7"/>
                    </a:lnTo>
                    <a:lnTo>
                      <a:pt x="74" y="14"/>
                    </a:lnTo>
                    <a:lnTo>
                      <a:pt x="76" y="22"/>
                    </a:lnTo>
                    <a:lnTo>
                      <a:pt x="76" y="30"/>
                    </a:lnTo>
                    <a:lnTo>
                      <a:pt x="73" y="39"/>
                    </a:lnTo>
                    <a:lnTo>
                      <a:pt x="70" y="4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" name="Freeform 432"/>
              <p:cNvSpPr>
                <a:spLocks/>
              </p:cNvSpPr>
              <p:nvPr/>
            </p:nvSpPr>
            <p:spPr bwMode="auto">
              <a:xfrm>
                <a:off x="2843" y="2113"/>
                <a:ext cx="4" cy="6"/>
              </a:xfrm>
              <a:custGeom>
                <a:avLst/>
                <a:gdLst>
                  <a:gd name="T0" fmla="*/ 0 w 8"/>
                  <a:gd name="T1" fmla="*/ 0 h 13"/>
                  <a:gd name="T2" fmla="*/ 1 w 8"/>
                  <a:gd name="T3" fmla="*/ 0 h 13"/>
                  <a:gd name="T4" fmla="*/ 0 w 8"/>
                  <a:gd name="T5" fmla="*/ 0 h 13"/>
                  <a:gd name="T6" fmla="*/ 0 60000 65536"/>
                  <a:gd name="T7" fmla="*/ 0 60000 65536"/>
                  <a:gd name="T8" fmla="*/ 0 60000 65536"/>
                  <a:gd name="T9" fmla="*/ 0 w 8"/>
                  <a:gd name="T10" fmla="*/ 0 h 13"/>
                  <a:gd name="T11" fmla="*/ 8 w 8"/>
                  <a:gd name="T12" fmla="*/ 13 h 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" h="13">
                    <a:moveTo>
                      <a:pt x="0" y="0"/>
                    </a:moveTo>
                    <a:lnTo>
                      <a:pt x="8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" name="Freeform 433"/>
              <p:cNvSpPr>
                <a:spLocks/>
              </p:cNvSpPr>
              <p:nvPr/>
            </p:nvSpPr>
            <p:spPr bwMode="auto">
              <a:xfrm>
                <a:off x="2865" y="2117"/>
                <a:ext cx="82" cy="78"/>
              </a:xfrm>
              <a:custGeom>
                <a:avLst/>
                <a:gdLst>
                  <a:gd name="T0" fmla="*/ 3 w 166"/>
                  <a:gd name="T1" fmla="*/ 9 h 157"/>
                  <a:gd name="T2" fmla="*/ 2 w 166"/>
                  <a:gd name="T3" fmla="*/ 9 h 157"/>
                  <a:gd name="T4" fmla="*/ 2 w 166"/>
                  <a:gd name="T5" fmla="*/ 8 h 157"/>
                  <a:gd name="T6" fmla="*/ 1 w 166"/>
                  <a:gd name="T7" fmla="*/ 7 h 157"/>
                  <a:gd name="T8" fmla="*/ 1 w 166"/>
                  <a:gd name="T9" fmla="*/ 6 h 157"/>
                  <a:gd name="T10" fmla="*/ 1 w 166"/>
                  <a:gd name="T11" fmla="*/ 5 h 157"/>
                  <a:gd name="T12" fmla="*/ 0 w 166"/>
                  <a:gd name="T13" fmla="*/ 4 h 157"/>
                  <a:gd name="T14" fmla="*/ 0 w 166"/>
                  <a:gd name="T15" fmla="*/ 4 h 157"/>
                  <a:gd name="T16" fmla="*/ 0 w 166"/>
                  <a:gd name="T17" fmla="*/ 2 h 157"/>
                  <a:gd name="T18" fmla="*/ 0 w 166"/>
                  <a:gd name="T19" fmla="*/ 2 h 157"/>
                  <a:gd name="T20" fmla="*/ 1 w 166"/>
                  <a:gd name="T21" fmla="*/ 2 h 157"/>
                  <a:gd name="T22" fmla="*/ 2 w 166"/>
                  <a:gd name="T23" fmla="*/ 1 h 157"/>
                  <a:gd name="T24" fmla="*/ 4 w 166"/>
                  <a:gd name="T25" fmla="*/ 1 h 157"/>
                  <a:gd name="T26" fmla="*/ 5 w 166"/>
                  <a:gd name="T27" fmla="*/ 0 h 157"/>
                  <a:gd name="T28" fmla="*/ 6 w 166"/>
                  <a:gd name="T29" fmla="*/ 0 h 157"/>
                  <a:gd name="T30" fmla="*/ 7 w 166"/>
                  <a:gd name="T31" fmla="*/ 0 h 157"/>
                  <a:gd name="T32" fmla="*/ 8 w 166"/>
                  <a:gd name="T33" fmla="*/ 0 h 157"/>
                  <a:gd name="T34" fmla="*/ 8 w 166"/>
                  <a:gd name="T35" fmla="*/ 0 h 157"/>
                  <a:gd name="T36" fmla="*/ 9 w 166"/>
                  <a:gd name="T37" fmla="*/ 3 h 157"/>
                  <a:gd name="T38" fmla="*/ 9 w 166"/>
                  <a:gd name="T39" fmla="*/ 5 h 157"/>
                  <a:gd name="T40" fmla="*/ 10 w 166"/>
                  <a:gd name="T41" fmla="*/ 7 h 157"/>
                  <a:gd name="T42" fmla="*/ 9 w 166"/>
                  <a:gd name="T43" fmla="*/ 7 h 157"/>
                  <a:gd name="T44" fmla="*/ 8 w 166"/>
                  <a:gd name="T45" fmla="*/ 8 h 157"/>
                  <a:gd name="T46" fmla="*/ 7 w 166"/>
                  <a:gd name="T47" fmla="*/ 8 h 157"/>
                  <a:gd name="T48" fmla="*/ 6 w 166"/>
                  <a:gd name="T49" fmla="*/ 8 h 157"/>
                  <a:gd name="T50" fmla="*/ 5 w 166"/>
                  <a:gd name="T51" fmla="*/ 8 h 157"/>
                  <a:gd name="T52" fmla="*/ 4 w 166"/>
                  <a:gd name="T53" fmla="*/ 9 h 157"/>
                  <a:gd name="T54" fmla="*/ 3 w 166"/>
                  <a:gd name="T55" fmla="*/ 9 h 157"/>
                  <a:gd name="T56" fmla="*/ 3 w 166"/>
                  <a:gd name="T57" fmla="*/ 9 h 157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166"/>
                  <a:gd name="T88" fmla="*/ 0 h 157"/>
                  <a:gd name="T89" fmla="*/ 166 w 166"/>
                  <a:gd name="T90" fmla="*/ 157 h 157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166" h="157">
                    <a:moveTo>
                      <a:pt x="52" y="157"/>
                    </a:moveTo>
                    <a:lnTo>
                      <a:pt x="43" y="146"/>
                    </a:lnTo>
                    <a:lnTo>
                      <a:pt x="35" y="135"/>
                    </a:lnTo>
                    <a:lnTo>
                      <a:pt x="28" y="122"/>
                    </a:lnTo>
                    <a:lnTo>
                      <a:pt x="22" y="108"/>
                    </a:lnTo>
                    <a:lnTo>
                      <a:pt x="16" y="95"/>
                    </a:lnTo>
                    <a:lnTo>
                      <a:pt x="10" y="79"/>
                    </a:lnTo>
                    <a:lnTo>
                      <a:pt x="6" y="64"/>
                    </a:lnTo>
                    <a:lnTo>
                      <a:pt x="0" y="47"/>
                    </a:lnTo>
                    <a:lnTo>
                      <a:pt x="15" y="39"/>
                    </a:lnTo>
                    <a:lnTo>
                      <a:pt x="30" y="32"/>
                    </a:lnTo>
                    <a:lnTo>
                      <a:pt x="47" y="24"/>
                    </a:lnTo>
                    <a:lnTo>
                      <a:pt x="65" y="19"/>
                    </a:lnTo>
                    <a:lnTo>
                      <a:pt x="82" y="12"/>
                    </a:lnTo>
                    <a:lnTo>
                      <a:pt x="100" y="7"/>
                    </a:lnTo>
                    <a:lnTo>
                      <a:pt x="120" y="2"/>
                    </a:lnTo>
                    <a:lnTo>
                      <a:pt x="138" y="0"/>
                    </a:lnTo>
                    <a:lnTo>
                      <a:pt x="141" y="15"/>
                    </a:lnTo>
                    <a:lnTo>
                      <a:pt x="147" y="51"/>
                    </a:lnTo>
                    <a:lnTo>
                      <a:pt x="157" y="91"/>
                    </a:lnTo>
                    <a:lnTo>
                      <a:pt x="166" y="121"/>
                    </a:lnTo>
                    <a:lnTo>
                      <a:pt x="152" y="125"/>
                    </a:lnTo>
                    <a:lnTo>
                      <a:pt x="138" y="128"/>
                    </a:lnTo>
                    <a:lnTo>
                      <a:pt x="123" y="132"/>
                    </a:lnTo>
                    <a:lnTo>
                      <a:pt x="107" y="136"/>
                    </a:lnTo>
                    <a:lnTo>
                      <a:pt x="92" y="141"/>
                    </a:lnTo>
                    <a:lnTo>
                      <a:pt x="77" y="146"/>
                    </a:lnTo>
                    <a:lnTo>
                      <a:pt x="63" y="151"/>
                    </a:lnTo>
                    <a:lnTo>
                      <a:pt x="52" y="15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Freeform 434"/>
              <p:cNvSpPr>
                <a:spLocks/>
              </p:cNvSpPr>
              <p:nvPr/>
            </p:nvSpPr>
            <p:spPr bwMode="auto">
              <a:xfrm>
                <a:off x="2889" y="2187"/>
                <a:ext cx="73" cy="72"/>
              </a:xfrm>
              <a:custGeom>
                <a:avLst/>
                <a:gdLst>
                  <a:gd name="T0" fmla="*/ 0 w 145"/>
                  <a:gd name="T1" fmla="*/ 2 h 144"/>
                  <a:gd name="T2" fmla="*/ 1 w 145"/>
                  <a:gd name="T3" fmla="*/ 2 h 144"/>
                  <a:gd name="T4" fmla="*/ 2 w 145"/>
                  <a:gd name="T5" fmla="*/ 1 h 144"/>
                  <a:gd name="T6" fmla="*/ 3 w 145"/>
                  <a:gd name="T7" fmla="*/ 1 h 144"/>
                  <a:gd name="T8" fmla="*/ 4 w 145"/>
                  <a:gd name="T9" fmla="*/ 1 h 144"/>
                  <a:gd name="T10" fmla="*/ 5 w 145"/>
                  <a:gd name="T11" fmla="*/ 1 h 144"/>
                  <a:gd name="T12" fmla="*/ 6 w 145"/>
                  <a:gd name="T13" fmla="*/ 1 h 144"/>
                  <a:gd name="T14" fmla="*/ 7 w 145"/>
                  <a:gd name="T15" fmla="*/ 1 h 144"/>
                  <a:gd name="T16" fmla="*/ 8 w 145"/>
                  <a:gd name="T17" fmla="*/ 0 h 144"/>
                  <a:gd name="T18" fmla="*/ 10 w 145"/>
                  <a:gd name="T19" fmla="*/ 7 h 144"/>
                  <a:gd name="T20" fmla="*/ 9 w 145"/>
                  <a:gd name="T21" fmla="*/ 7 h 144"/>
                  <a:gd name="T22" fmla="*/ 8 w 145"/>
                  <a:gd name="T23" fmla="*/ 7 h 144"/>
                  <a:gd name="T24" fmla="*/ 7 w 145"/>
                  <a:gd name="T25" fmla="*/ 9 h 144"/>
                  <a:gd name="T26" fmla="*/ 6 w 145"/>
                  <a:gd name="T27" fmla="*/ 9 h 144"/>
                  <a:gd name="T28" fmla="*/ 6 w 145"/>
                  <a:gd name="T29" fmla="*/ 9 h 144"/>
                  <a:gd name="T30" fmla="*/ 5 w 145"/>
                  <a:gd name="T31" fmla="*/ 9 h 144"/>
                  <a:gd name="T32" fmla="*/ 4 w 145"/>
                  <a:gd name="T33" fmla="*/ 9 h 144"/>
                  <a:gd name="T34" fmla="*/ 3 w 145"/>
                  <a:gd name="T35" fmla="*/ 9 h 144"/>
                  <a:gd name="T36" fmla="*/ 3 w 145"/>
                  <a:gd name="T37" fmla="*/ 8 h 144"/>
                  <a:gd name="T38" fmla="*/ 3 w 145"/>
                  <a:gd name="T39" fmla="*/ 7 h 144"/>
                  <a:gd name="T40" fmla="*/ 2 w 145"/>
                  <a:gd name="T41" fmla="*/ 6 h 144"/>
                  <a:gd name="T42" fmla="*/ 2 w 145"/>
                  <a:gd name="T43" fmla="*/ 5 h 144"/>
                  <a:gd name="T44" fmla="*/ 2 w 145"/>
                  <a:gd name="T45" fmla="*/ 5 h 144"/>
                  <a:gd name="T46" fmla="*/ 1 w 145"/>
                  <a:gd name="T47" fmla="*/ 5 h 144"/>
                  <a:gd name="T48" fmla="*/ 1 w 145"/>
                  <a:gd name="T49" fmla="*/ 3 h 144"/>
                  <a:gd name="T50" fmla="*/ 1 w 145"/>
                  <a:gd name="T51" fmla="*/ 2 h 144"/>
                  <a:gd name="T52" fmla="*/ 0 w 145"/>
                  <a:gd name="T53" fmla="*/ 2 h 144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45"/>
                  <a:gd name="T82" fmla="*/ 0 h 144"/>
                  <a:gd name="T83" fmla="*/ 145 w 145"/>
                  <a:gd name="T84" fmla="*/ 144 h 144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145" h="144">
                    <a:moveTo>
                      <a:pt x="0" y="35"/>
                    </a:moveTo>
                    <a:lnTo>
                      <a:pt x="12" y="32"/>
                    </a:lnTo>
                    <a:lnTo>
                      <a:pt x="26" y="27"/>
                    </a:lnTo>
                    <a:lnTo>
                      <a:pt x="42" y="23"/>
                    </a:lnTo>
                    <a:lnTo>
                      <a:pt x="59" y="17"/>
                    </a:lnTo>
                    <a:lnTo>
                      <a:pt x="76" y="12"/>
                    </a:lnTo>
                    <a:lnTo>
                      <a:pt x="92" y="8"/>
                    </a:lnTo>
                    <a:lnTo>
                      <a:pt x="106" y="3"/>
                    </a:lnTo>
                    <a:lnTo>
                      <a:pt x="117" y="0"/>
                    </a:lnTo>
                    <a:lnTo>
                      <a:pt x="145" y="117"/>
                    </a:lnTo>
                    <a:lnTo>
                      <a:pt x="131" y="118"/>
                    </a:lnTo>
                    <a:lnTo>
                      <a:pt x="118" y="123"/>
                    </a:lnTo>
                    <a:lnTo>
                      <a:pt x="107" y="129"/>
                    </a:lnTo>
                    <a:lnTo>
                      <a:pt x="94" y="135"/>
                    </a:lnTo>
                    <a:lnTo>
                      <a:pt x="83" y="140"/>
                    </a:lnTo>
                    <a:lnTo>
                      <a:pt x="71" y="144"/>
                    </a:lnTo>
                    <a:lnTo>
                      <a:pt x="59" y="144"/>
                    </a:lnTo>
                    <a:lnTo>
                      <a:pt x="47" y="140"/>
                    </a:lnTo>
                    <a:lnTo>
                      <a:pt x="42" y="128"/>
                    </a:lnTo>
                    <a:lnTo>
                      <a:pt x="38" y="115"/>
                    </a:lnTo>
                    <a:lnTo>
                      <a:pt x="32" y="102"/>
                    </a:lnTo>
                    <a:lnTo>
                      <a:pt x="26" y="91"/>
                    </a:lnTo>
                    <a:lnTo>
                      <a:pt x="20" y="78"/>
                    </a:lnTo>
                    <a:lnTo>
                      <a:pt x="15" y="67"/>
                    </a:lnTo>
                    <a:lnTo>
                      <a:pt x="9" y="55"/>
                    </a:lnTo>
                    <a:lnTo>
                      <a:pt x="4" y="42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Freeform 435"/>
              <p:cNvSpPr>
                <a:spLocks/>
              </p:cNvSpPr>
              <p:nvPr/>
            </p:nvSpPr>
            <p:spPr bwMode="auto">
              <a:xfrm>
                <a:off x="3175" y="2151"/>
                <a:ext cx="44" cy="26"/>
              </a:xfrm>
              <a:custGeom>
                <a:avLst/>
                <a:gdLst>
                  <a:gd name="T0" fmla="*/ 5 w 89"/>
                  <a:gd name="T1" fmla="*/ 2 h 53"/>
                  <a:gd name="T2" fmla="*/ 5 w 89"/>
                  <a:gd name="T3" fmla="*/ 2 h 53"/>
                  <a:gd name="T4" fmla="*/ 5 w 89"/>
                  <a:gd name="T5" fmla="*/ 3 h 53"/>
                  <a:gd name="T6" fmla="*/ 5 w 89"/>
                  <a:gd name="T7" fmla="*/ 3 h 53"/>
                  <a:gd name="T8" fmla="*/ 4 w 89"/>
                  <a:gd name="T9" fmla="*/ 3 h 53"/>
                  <a:gd name="T10" fmla="*/ 0 w 89"/>
                  <a:gd name="T11" fmla="*/ 2 h 53"/>
                  <a:gd name="T12" fmla="*/ 0 w 89"/>
                  <a:gd name="T13" fmla="*/ 1 h 53"/>
                  <a:gd name="T14" fmla="*/ 0 w 89"/>
                  <a:gd name="T15" fmla="*/ 0 h 53"/>
                  <a:gd name="T16" fmla="*/ 0 w 89"/>
                  <a:gd name="T17" fmla="*/ 0 h 53"/>
                  <a:gd name="T18" fmla="*/ 0 w 89"/>
                  <a:gd name="T19" fmla="*/ 0 h 53"/>
                  <a:gd name="T20" fmla="*/ 1 w 89"/>
                  <a:gd name="T21" fmla="*/ 0 h 53"/>
                  <a:gd name="T22" fmla="*/ 2 w 89"/>
                  <a:gd name="T23" fmla="*/ 0 h 53"/>
                  <a:gd name="T24" fmla="*/ 2 w 89"/>
                  <a:gd name="T25" fmla="*/ 0 h 53"/>
                  <a:gd name="T26" fmla="*/ 3 w 89"/>
                  <a:gd name="T27" fmla="*/ 1 h 53"/>
                  <a:gd name="T28" fmla="*/ 3 w 89"/>
                  <a:gd name="T29" fmla="*/ 1 h 53"/>
                  <a:gd name="T30" fmla="*/ 4 w 89"/>
                  <a:gd name="T31" fmla="*/ 1 h 53"/>
                  <a:gd name="T32" fmla="*/ 4 w 89"/>
                  <a:gd name="T33" fmla="*/ 2 h 53"/>
                  <a:gd name="T34" fmla="*/ 5 w 89"/>
                  <a:gd name="T35" fmla="*/ 2 h 5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9"/>
                  <a:gd name="T55" fmla="*/ 0 h 53"/>
                  <a:gd name="T56" fmla="*/ 89 w 89"/>
                  <a:gd name="T57" fmla="*/ 53 h 5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9" h="53">
                    <a:moveTo>
                      <a:pt x="86" y="38"/>
                    </a:moveTo>
                    <a:lnTo>
                      <a:pt x="89" y="44"/>
                    </a:lnTo>
                    <a:lnTo>
                      <a:pt x="86" y="49"/>
                    </a:lnTo>
                    <a:lnTo>
                      <a:pt x="82" y="51"/>
                    </a:lnTo>
                    <a:lnTo>
                      <a:pt x="76" y="53"/>
                    </a:lnTo>
                    <a:lnTo>
                      <a:pt x="0" y="32"/>
                    </a:lnTo>
                    <a:lnTo>
                      <a:pt x="0" y="23"/>
                    </a:lnTo>
                    <a:lnTo>
                      <a:pt x="2" y="14"/>
                    </a:lnTo>
                    <a:lnTo>
                      <a:pt x="8" y="6"/>
                    </a:lnTo>
                    <a:lnTo>
                      <a:pt x="15" y="0"/>
                    </a:lnTo>
                    <a:lnTo>
                      <a:pt x="26" y="2"/>
                    </a:lnTo>
                    <a:lnTo>
                      <a:pt x="36" y="6"/>
                    </a:lnTo>
                    <a:lnTo>
                      <a:pt x="44" y="11"/>
                    </a:lnTo>
                    <a:lnTo>
                      <a:pt x="51" y="17"/>
                    </a:lnTo>
                    <a:lnTo>
                      <a:pt x="59" y="23"/>
                    </a:lnTo>
                    <a:lnTo>
                      <a:pt x="67" y="29"/>
                    </a:lnTo>
                    <a:lnTo>
                      <a:pt x="76" y="35"/>
                    </a:lnTo>
                    <a:lnTo>
                      <a:pt x="86" y="3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" name="Freeform 436"/>
              <p:cNvSpPr>
                <a:spLocks/>
              </p:cNvSpPr>
              <p:nvPr/>
            </p:nvSpPr>
            <p:spPr bwMode="auto">
              <a:xfrm>
                <a:off x="2586" y="2137"/>
                <a:ext cx="32" cy="65"/>
              </a:xfrm>
              <a:custGeom>
                <a:avLst/>
                <a:gdLst>
                  <a:gd name="T0" fmla="*/ 4 w 63"/>
                  <a:gd name="T1" fmla="*/ 7 h 130"/>
                  <a:gd name="T2" fmla="*/ 3 w 63"/>
                  <a:gd name="T3" fmla="*/ 8 h 130"/>
                  <a:gd name="T4" fmla="*/ 0 w 63"/>
                  <a:gd name="T5" fmla="*/ 1 h 130"/>
                  <a:gd name="T6" fmla="*/ 1 w 63"/>
                  <a:gd name="T7" fmla="*/ 1 h 130"/>
                  <a:gd name="T8" fmla="*/ 1 w 63"/>
                  <a:gd name="T9" fmla="*/ 1 h 130"/>
                  <a:gd name="T10" fmla="*/ 1 w 63"/>
                  <a:gd name="T11" fmla="*/ 1 h 130"/>
                  <a:gd name="T12" fmla="*/ 2 w 63"/>
                  <a:gd name="T13" fmla="*/ 0 h 130"/>
                  <a:gd name="T14" fmla="*/ 2 w 63"/>
                  <a:gd name="T15" fmla="*/ 1 h 130"/>
                  <a:gd name="T16" fmla="*/ 2 w 63"/>
                  <a:gd name="T17" fmla="*/ 1 h 130"/>
                  <a:gd name="T18" fmla="*/ 2 w 63"/>
                  <a:gd name="T19" fmla="*/ 2 h 130"/>
                  <a:gd name="T20" fmla="*/ 3 w 63"/>
                  <a:gd name="T21" fmla="*/ 3 h 130"/>
                  <a:gd name="T22" fmla="*/ 3 w 63"/>
                  <a:gd name="T23" fmla="*/ 4 h 130"/>
                  <a:gd name="T24" fmla="*/ 3 w 63"/>
                  <a:gd name="T25" fmla="*/ 5 h 130"/>
                  <a:gd name="T26" fmla="*/ 4 w 63"/>
                  <a:gd name="T27" fmla="*/ 6 h 130"/>
                  <a:gd name="T28" fmla="*/ 4 w 63"/>
                  <a:gd name="T29" fmla="*/ 7 h 13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63"/>
                  <a:gd name="T46" fmla="*/ 0 h 130"/>
                  <a:gd name="T47" fmla="*/ 63 w 63"/>
                  <a:gd name="T48" fmla="*/ 130 h 13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63" h="130">
                    <a:moveTo>
                      <a:pt x="63" y="123"/>
                    </a:moveTo>
                    <a:lnTo>
                      <a:pt x="46" y="130"/>
                    </a:lnTo>
                    <a:lnTo>
                      <a:pt x="0" y="12"/>
                    </a:lnTo>
                    <a:lnTo>
                      <a:pt x="3" y="7"/>
                    </a:lnTo>
                    <a:lnTo>
                      <a:pt x="9" y="3"/>
                    </a:lnTo>
                    <a:lnTo>
                      <a:pt x="15" y="1"/>
                    </a:lnTo>
                    <a:lnTo>
                      <a:pt x="17" y="0"/>
                    </a:lnTo>
                    <a:lnTo>
                      <a:pt x="18" y="5"/>
                    </a:lnTo>
                    <a:lnTo>
                      <a:pt x="22" y="17"/>
                    </a:lnTo>
                    <a:lnTo>
                      <a:pt x="27" y="32"/>
                    </a:lnTo>
                    <a:lnTo>
                      <a:pt x="33" y="50"/>
                    </a:lnTo>
                    <a:lnTo>
                      <a:pt x="40" y="69"/>
                    </a:lnTo>
                    <a:lnTo>
                      <a:pt x="48" y="88"/>
                    </a:lnTo>
                    <a:lnTo>
                      <a:pt x="55" y="107"/>
                    </a:lnTo>
                    <a:lnTo>
                      <a:pt x="63" y="12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" name="Freeform 437"/>
              <p:cNvSpPr>
                <a:spLocks/>
              </p:cNvSpPr>
              <p:nvPr/>
            </p:nvSpPr>
            <p:spPr bwMode="auto">
              <a:xfrm>
                <a:off x="2818" y="2156"/>
                <a:ext cx="57" cy="72"/>
              </a:xfrm>
              <a:custGeom>
                <a:avLst/>
                <a:gdLst>
                  <a:gd name="T0" fmla="*/ 8 w 113"/>
                  <a:gd name="T1" fmla="*/ 5 h 144"/>
                  <a:gd name="T2" fmla="*/ 7 w 113"/>
                  <a:gd name="T3" fmla="*/ 5 h 144"/>
                  <a:gd name="T4" fmla="*/ 6 w 113"/>
                  <a:gd name="T5" fmla="*/ 5 h 144"/>
                  <a:gd name="T6" fmla="*/ 5 w 113"/>
                  <a:gd name="T7" fmla="*/ 6 h 144"/>
                  <a:gd name="T8" fmla="*/ 4 w 113"/>
                  <a:gd name="T9" fmla="*/ 6 h 144"/>
                  <a:gd name="T10" fmla="*/ 4 w 113"/>
                  <a:gd name="T11" fmla="*/ 7 h 144"/>
                  <a:gd name="T12" fmla="*/ 3 w 113"/>
                  <a:gd name="T13" fmla="*/ 7 h 144"/>
                  <a:gd name="T14" fmla="*/ 2 w 113"/>
                  <a:gd name="T15" fmla="*/ 9 h 144"/>
                  <a:gd name="T16" fmla="*/ 1 w 113"/>
                  <a:gd name="T17" fmla="*/ 9 h 144"/>
                  <a:gd name="T18" fmla="*/ 1 w 113"/>
                  <a:gd name="T19" fmla="*/ 9 h 144"/>
                  <a:gd name="T20" fmla="*/ 1 w 113"/>
                  <a:gd name="T21" fmla="*/ 7 h 144"/>
                  <a:gd name="T22" fmla="*/ 1 w 113"/>
                  <a:gd name="T23" fmla="*/ 6 h 144"/>
                  <a:gd name="T24" fmla="*/ 0 w 113"/>
                  <a:gd name="T25" fmla="*/ 6 h 144"/>
                  <a:gd name="T26" fmla="*/ 1 w 113"/>
                  <a:gd name="T27" fmla="*/ 5 h 144"/>
                  <a:gd name="T28" fmla="*/ 1 w 113"/>
                  <a:gd name="T29" fmla="*/ 5 h 144"/>
                  <a:gd name="T30" fmla="*/ 2 w 113"/>
                  <a:gd name="T31" fmla="*/ 5 h 144"/>
                  <a:gd name="T32" fmla="*/ 2 w 113"/>
                  <a:gd name="T33" fmla="*/ 3 h 144"/>
                  <a:gd name="T34" fmla="*/ 2 w 113"/>
                  <a:gd name="T35" fmla="*/ 5 h 144"/>
                  <a:gd name="T36" fmla="*/ 3 w 113"/>
                  <a:gd name="T37" fmla="*/ 5 h 144"/>
                  <a:gd name="T38" fmla="*/ 3 w 113"/>
                  <a:gd name="T39" fmla="*/ 3 h 144"/>
                  <a:gd name="T40" fmla="*/ 4 w 113"/>
                  <a:gd name="T41" fmla="*/ 3 h 144"/>
                  <a:gd name="T42" fmla="*/ 4 w 113"/>
                  <a:gd name="T43" fmla="*/ 2 h 144"/>
                  <a:gd name="T44" fmla="*/ 4 w 113"/>
                  <a:gd name="T45" fmla="*/ 2 h 144"/>
                  <a:gd name="T46" fmla="*/ 4 w 113"/>
                  <a:gd name="T47" fmla="*/ 1 h 144"/>
                  <a:gd name="T48" fmla="*/ 5 w 113"/>
                  <a:gd name="T49" fmla="*/ 1 h 144"/>
                  <a:gd name="T50" fmla="*/ 5 w 113"/>
                  <a:gd name="T51" fmla="*/ 1 h 144"/>
                  <a:gd name="T52" fmla="*/ 5 w 113"/>
                  <a:gd name="T53" fmla="*/ 1 h 144"/>
                  <a:gd name="T54" fmla="*/ 5 w 113"/>
                  <a:gd name="T55" fmla="*/ 1 h 144"/>
                  <a:gd name="T56" fmla="*/ 5 w 113"/>
                  <a:gd name="T57" fmla="*/ 0 h 144"/>
                  <a:gd name="T58" fmla="*/ 5 w 113"/>
                  <a:gd name="T59" fmla="*/ 1 h 144"/>
                  <a:gd name="T60" fmla="*/ 6 w 113"/>
                  <a:gd name="T61" fmla="*/ 1 h 144"/>
                  <a:gd name="T62" fmla="*/ 6 w 113"/>
                  <a:gd name="T63" fmla="*/ 2 h 144"/>
                  <a:gd name="T64" fmla="*/ 6 w 113"/>
                  <a:gd name="T65" fmla="*/ 3 h 144"/>
                  <a:gd name="T66" fmla="*/ 7 w 113"/>
                  <a:gd name="T67" fmla="*/ 3 h 144"/>
                  <a:gd name="T68" fmla="*/ 7 w 113"/>
                  <a:gd name="T69" fmla="*/ 5 h 144"/>
                  <a:gd name="T70" fmla="*/ 7 w 113"/>
                  <a:gd name="T71" fmla="*/ 5 h 144"/>
                  <a:gd name="T72" fmla="*/ 8 w 113"/>
                  <a:gd name="T73" fmla="*/ 5 h 14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13"/>
                  <a:gd name="T112" fmla="*/ 0 h 144"/>
                  <a:gd name="T113" fmla="*/ 113 w 113"/>
                  <a:gd name="T114" fmla="*/ 144 h 14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13" h="144">
                    <a:moveTo>
                      <a:pt x="113" y="80"/>
                    </a:moveTo>
                    <a:lnTo>
                      <a:pt x="98" y="87"/>
                    </a:lnTo>
                    <a:lnTo>
                      <a:pt x="85" y="94"/>
                    </a:lnTo>
                    <a:lnTo>
                      <a:pt x="72" y="101"/>
                    </a:lnTo>
                    <a:lnTo>
                      <a:pt x="61" y="109"/>
                    </a:lnTo>
                    <a:lnTo>
                      <a:pt x="49" y="117"/>
                    </a:lnTo>
                    <a:lnTo>
                      <a:pt x="38" y="126"/>
                    </a:lnTo>
                    <a:lnTo>
                      <a:pt x="26" y="134"/>
                    </a:lnTo>
                    <a:lnTo>
                      <a:pt x="14" y="144"/>
                    </a:lnTo>
                    <a:lnTo>
                      <a:pt x="8" y="133"/>
                    </a:lnTo>
                    <a:lnTo>
                      <a:pt x="3" y="122"/>
                    </a:lnTo>
                    <a:lnTo>
                      <a:pt x="1" y="111"/>
                    </a:lnTo>
                    <a:lnTo>
                      <a:pt x="0" y="103"/>
                    </a:lnTo>
                    <a:lnTo>
                      <a:pt x="5" y="93"/>
                    </a:lnTo>
                    <a:lnTo>
                      <a:pt x="13" y="86"/>
                    </a:lnTo>
                    <a:lnTo>
                      <a:pt x="18" y="77"/>
                    </a:lnTo>
                    <a:lnTo>
                      <a:pt x="21" y="63"/>
                    </a:lnTo>
                    <a:lnTo>
                      <a:pt x="32" y="66"/>
                    </a:lnTo>
                    <a:lnTo>
                      <a:pt x="41" y="66"/>
                    </a:lnTo>
                    <a:lnTo>
                      <a:pt x="47" y="62"/>
                    </a:lnTo>
                    <a:lnTo>
                      <a:pt x="53" y="55"/>
                    </a:lnTo>
                    <a:lnTo>
                      <a:pt x="56" y="47"/>
                    </a:lnTo>
                    <a:lnTo>
                      <a:pt x="60" y="38"/>
                    </a:lnTo>
                    <a:lnTo>
                      <a:pt x="64" y="31"/>
                    </a:lnTo>
                    <a:lnTo>
                      <a:pt x="70" y="24"/>
                    </a:lnTo>
                    <a:lnTo>
                      <a:pt x="71" y="16"/>
                    </a:lnTo>
                    <a:lnTo>
                      <a:pt x="69" y="9"/>
                    </a:lnTo>
                    <a:lnTo>
                      <a:pt x="68" y="3"/>
                    </a:lnTo>
                    <a:lnTo>
                      <a:pt x="77" y="0"/>
                    </a:lnTo>
                    <a:lnTo>
                      <a:pt x="79" y="12"/>
                    </a:lnTo>
                    <a:lnTo>
                      <a:pt x="83" y="25"/>
                    </a:lnTo>
                    <a:lnTo>
                      <a:pt x="89" y="39"/>
                    </a:lnTo>
                    <a:lnTo>
                      <a:pt x="96" y="52"/>
                    </a:lnTo>
                    <a:lnTo>
                      <a:pt x="101" y="63"/>
                    </a:lnTo>
                    <a:lnTo>
                      <a:pt x="107" y="72"/>
                    </a:lnTo>
                    <a:lnTo>
                      <a:pt x="112" y="78"/>
                    </a:lnTo>
                    <a:lnTo>
                      <a:pt x="113" y="8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" name="Freeform 438"/>
              <p:cNvSpPr>
                <a:spLocks/>
              </p:cNvSpPr>
              <p:nvPr/>
            </p:nvSpPr>
            <p:spPr bwMode="auto">
              <a:xfrm>
                <a:off x="3038" y="2171"/>
                <a:ext cx="58" cy="61"/>
              </a:xfrm>
              <a:custGeom>
                <a:avLst/>
                <a:gdLst>
                  <a:gd name="T0" fmla="*/ 8 w 115"/>
                  <a:gd name="T1" fmla="*/ 0 h 123"/>
                  <a:gd name="T2" fmla="*/ 8 w 115"/>
                  <a:gd name="T3" fmla="*/ 2 h 123"/>
                  <a:gd name="T4" fmla="*/ 7 w 115"/>
                  <a:gd name="T5" fmla="*/ 3 h 123"/>
                  <a:gd name="T6" fmla="*/ 7 w 115"/>
                  <a:gd name="T7" fmla="*/ 5 h 123"/>
                  <a:gd name="T8" fmla="*/ 6 w 115"/>
                  <a:gd name="T9" fmla="*/ 7 h 123"/>
                  <a:gd name="T10" fmla="*/ 1 w 115"/>
                  <a:gd name="T11" fmla="*/ 7 h 123"/>
                  <a:gd name="T12" fmla="*/ 1 w 115"/>
                  <a:gd name="T13" fmla="*/ 5 h 123"/>
                  <a:gd name="T14" fmla="*/ 1 w 115"/>
                  <a:gd name="T15" fmla="*/ 3 h 123"/>
                  <a:gd name="T16" fmla="*/ 0 w 115"/>
                  <a:gd name="T17" fmla="*/ 2 h 123"/>
                  <a:gd name="T18" fmla="*/ 0 w 115"/>
                  <a:gd name="T19" fmla="*/ 0 h 123"/>
                  <a:gd name="T20" fmla="*/ 1 w 115"/>
                  <a:gd name="T21" fmla="*/ 0 h 123"/>
                  <a:gd name="T22" fmla="*/ 2 w 115"/>
                  <a:gd name="T23" fmla="*/ 0 h 123"/>
                  <a:gd name="T24" fmla="*/ 3 w 115"/>
                  <a:gd name="T25" fmla="*/ 0 h 123"/>
                  <a:gd name="T26" fmla="*/ 4 w 115"/>
                  <a:gd name="T27" fmla="*/ 0 h 123"/>
                  <a:gd name="T28" fmla="*/ 5 w 115"/>
                  <a:gd name="T29" fmla="*/ 0 h 123"/>
                  <a:gd name="T30" fmla="*/ 6 w 115"/>
                  <a:gd name="T31" fmla="*/ 0 h 123"/>
                  <a:gd name="T32" fmla="*/ 7 w 115"/>
                  <a:gd name="T33" fmla="*/ 0 h 123"/>
                  <a:gd name="T34" fmla="*/ 8 w 115"/>
                  <a:gd name="T35" fmla="*/ 0 h 12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15"/>
                  <a:gd name="T55" fmla="*/ 0 h 123"/>
                  <a:gd name="T56" fmla="*/ 115 w 115"/>
                  <a:gd name="T57" fmla="*/ 123 h 12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15" h="123">
                    <a:moveTo>
                      <a:pt x="115" y="2"/>
                    </a:moveTo>
                    <a:lnTo>
                      <a:pt x="113" y="32"/>
                    </a:lnTo>
                    <a:lnTo>
                      <a:pt x="108" y="60"/>
                    </a:lnTo>
                    <a:lnTo>
                      <a:pt x="101" y="87"/>
                    </a:lnTo>
                    <a:lnTo>
                      <a:pt x="94" y="113"/>
                    </a:lnTo>
                    <a:lnTo>
                      <a:pt x="1" y="123"/>
                    </a:lnTo>
                    <a:lnTo>
                      <a:pt x="1" y="93"/>
                    </a:lnTo>
                    <a:lnTo>
                      <a:pt x="1" y="63"/>
                    </a:lnTo>
                    <a:lnTo>
                      <a:pt x="0" y="34"/>
                    </a:lnTo>
                    <a:lnTo>
                      <a:pt x="0" y="6"/>
                    </a:lnTo>
                    <a:lnTo>
                      <a:pt x="14" y="4"/>
                    </a:lnTo>
                    <a:lnTo>
                      <a:pt x="29" y="2"/>
                    </a:lnTo>
                    <a:lnTo>
                      <a:pt x="44" y="0"/>
                    </a:lnTo>
                    <a:lnTo>
                      <a:pt x="57" y="0"/>
                    </a:lnTo>
                    <a:lnTo>
                      <a:pt x="72" y="0"/>
                    </a:lnTo>
                    <a:lnTo>
                      <a:pt x="87" y="0"/>
                    </a:lnTo>
                    <a:lnTo>
                      <a:pt x="101" y="2"/>
                    </a:lnTo>
                    <a:lnTo>
                      <a:pt x="115" y="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" name="Freeform 439"/>
              <p:cNvSpPr>
                <a:spLocks/>
              </p:cNvSpPr>
              <p:nvPr/>
            </p:nvSpPr>
            <p:spPr bwMode="auto">
              <a:xfrm>
                <a:off x="3096" y="2171"/>
                <a:ext cx="65" cy="60"/>
              </a:xfrm>
              <a:custGeom>
                <a:avLst/>
                <a:gdLst>
                  <a:gd name="T0" fmla="*/ 9 w 129"/>
                  <a:gd name="T1" fmla="*/ 0 h 121"/>
                  <a:gd name="T2" fmla="*/ 8 w 129"/>
                  <a:gd name="T3" fmla="*/ 1 h 121"/>
                  <a:gd name="T4" fmla="*/ 8 w 129"/>
                  <a:gd name="T5" fmla="*/ 2 h 121"/>
                  <a:gd name="T6" fmla="*/ 8 w 129"/>
                  <a:gd name="T7" fmla="*/ 3 h 121"/>
                  <a:gd name="T8" fmla="*/ 8 w 129"/>
                  <a:gd name="T9" fmla="*/ 4 h 121"/>
                  <a:gd name="T10" fmla="*/ 7 w 129"/>
                  <a:gd name="T11" fmla="*/ 5 h 121"/>
                  <a:gd name="T12" fmla="*/ 7 w 129"/>
                  <a:gd name="T13" fmla="*/ 6 h 121"/>
                  <a:gd name="T14" fmla="*/ 6 w 129"/>
                  <a:gd name="T15" fmla="*/ 6 h 121"/>
                  <a:gd name="T16" fmla="*/ 6 w 129"/>
                  <a:gd name="T17" fmla="*/ 7 h 121"/>
                  <a:gd name="T18" fmla="*/ 0 w 129"/>
                  <a:gd name="T19" fmla="*/ 7 h 121"/>
                  <a:gd name="T20" fmla="*/ 1 w 129"/>
                  <a:gd name="T21" fmla="*/ 3 h 121"/>
                  <a:gd name="T22" fmla="*/ 1 w 129"/>
                  <a:gd name="T23" fmla="*/ 3 h 121"/>
                  <a:gd name="T24" fmla="*/ 1 w 129"/>
                  <a:gd name="T25" fmla="*/ 3 h 121"/>
                  <a:gd name="T26" fmla="*/ 2 w 129"/>
                  <a:gd name="T27" fmla="*/ 2 h 121"/>
                  <a:gd name="T28" fmla="*/ 2 w 129"/>
                  <a:gd name="T29" fmla="*/ 0 h 121"/>
                  <a:gd name="T30" fmla="*/ 2 w 129"/>
                  <a:gd name="T31" fmla="*/ 0 h 121"/>
                  <a:gd name="T32" fmla="*/ 9 w 129"/>
                  <a:gd name="T33" fmla="*/ 0 h 12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29"/>
                  <a:gd name="T52" fmla="*/ 0 h 121"/>
                  <a:gd name="T53" fmla="*/ 129 w 129"/>
                  <a:gd name="T54" fmla="*/ 121 h 12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29" h="121">
                    <a:moveTo>
                      <a:pt x="129" y="7"/>
                    </a:moveTo>
                    <a:lnTo>
                      <a:pt x="126" y="22"/>
                    </a:lnTo>
                    <a:lnTo>
                      <a:pt x="122" y="37"/>
                    </a:lnTo>
                    <a:lnTo>
                      <a:pt x="119" y="52"/>
                    </a:lnTo>
                    <a:lnTo>
                      <a:pt x="114" y="67"/>
                    </a:lnTo>
                    <a:lnTo>
                      <a:pt x="108" y="82"/>
                    </a:lnTo>
                    <a:lnTo>
                      <a:pt x="103" y="96"/>
                    </a:lnTo>
                    <a:lnTo>
                      <a:pt x="96" y="109"/>
                    </a:lnTo>
                    <a:lnTo>
                      <a:pt x="89" y="121"/>
                    </a:lnTo>
                    <a:lnTo>
                      <a:pt x="0" y="115"/>
                    </a:lnTo>
                    <a:lnTo>
                      <a:pt x="9" y="63"/>
                    </a:lnTo>
                    <a:lnTo>
                      <a:pt x="12" y="63"/>
                    </a:lnTo>
                    <a:lnTo>
                      <a:pt x="15" y="50"/>
                    </a:lnTo>
                    <a:lnTo>
                      <a:pt x="17" y="32"/>
                    </a:lnTo>
                    <a:lnTo>
                      <a:pt x="21" y="13"/>
                    </a:lnTo>
                    <a:lnTo>
                      <a:pt x="32" y="0"/>
                    </a:lnTo>
                    <a:lnTo>
                      <a:pt x="129" y="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Freeform 440"/>
              <p:cNvSpPr>
                <a:spLocks/>
              </p:cNvSpPr>
              <p:nvPr/>
            </p:nvSpPr>
            <p:spPr bwMode="auto">
              <a:xfrm>
                <a:off x="2687" y="2157"/>
                <a:ext cx="48" cy="58"/>
              </a:xfrm>
              <a:custGeom>
                <a:avLst/>
                <a:gdLst>
                  <a:gd name="T0" fmla="*/ 6 w 96"/>
                  <a:gd name="T1" fmla="*/ 5 h 114"/>
                  <a:gd name="T2" fmla="*/ 6 w 96"/>
                  <a:gd name="T3" fmla="*/ 6 h 114"/>
                  <a:gd name="T4" fmla="*/ 6 w 96"/>
                  <a:gd name="T5" fmla="*/ 6 h 114"/>
                  <a:gd name="T6" fmla="*/ 6 w 96"/>
                  <a:gd name="T7" fmla="*/ 6 h 114"/>
                  <a:gd name="T8" fmla="*/ 5 w 96"/>
                  <a:gd name="T9" fmla="*/ 7 h 114"/>
                  <a:gd name="T10" fmla="*/ 5 w 96"/>
                  <a:gd name="T11" fmla="*/ 7 h 114"/>
                  <a:gd name="T12" fmla="*/ 5 w 96"/>
                  <a:gd name="T13" fmla="*/ 7 h 114"/>
                  <a:gd name="T14" fmla="*/ 3 w 96"/>
                  <a:gd name="T15" fmla="*/ 7 h 114"/>
                  <a:gd name="T16" fmla="*/ 3 w 96"/>
                  <a:gd name="T17" fmla="*/ 8 h 114"/>
                  <a:gd name="T18" fmla="*/ 3 w 96"/>
                  <a:gd name="T19" fmla="*/ 7 h 114"/>
                  <a:gd name="T20" fmla="*/ 3 w 96"/>
                  <a:gd name="T21" fmla="*/ 6 h 114"/>
                  <a:gd name="T22" fmla="*/ 3 w 96"/>
                  <a:gd name="T23" fmla="*/ 6 h 114"/>
                  <a:gd name="T24" fmla="*/ 3 w 96"/>
                  <a:gd name="T25" fmla="*/ 5 h 114"/>
                  <a:gd name="T26" fmla="*/ 2 w 96"/>
                  <a:gd name="T27" fmla="*/ 4 h 114"/>
                  <a:gd name="T28" fmla="*/ 1 w 96"/>
                  <a:gd name="T29" fmla="*/ 3 h 114"/>
                  <a:gd name="T30" fmla="*/ 1 w 96"/>
                  <a:gd name="T31" fmla="*/ 2 h 114"/>
                  <a:gd name="T32" fmla="*/ 0 w 96"/>
                  <a:gd name="T33" fmla="*/ 0 h 114"/>
                  <a:gd name="T34" fmla="*/ 1 w 96"/>
                  <a:gd name="T35" fmla="*/ 1 h 114"/>
                  <a:gd name="T36" fmla="*/ 1 w 96"/>
                  <a:gd name="T37" fmla="*/ 2 h 114"/>
                  <a:gd name="T38" fmla="*/ 2 w 96"/>
                  <a:gd name="T39" fmla="*/ 3 h 114"/>
                  <a:gd name="T40" fmla="*/ 3 w 96"/>
                  <a:gd name="T41" fmla="*/ 4 h 114"/>
                  <a:gd name="T42" fmla="*/ 3 w 96"/>
                  <a:gd name="T43" fmla="*/ 4 h 114"/>
                  <a:gd name="T44" fmla="*/ 4 w 96"/>
                  <a:gd name="T45" fmla="*/ 5 h 114"/>
                  <a:gd name="T46" fmla="*/ 5 w 96"/>
                  <a:gd name="T47" fmla="*/ 5 h 114"/>
                  <a:gd name="T48" fmla="*/ 6 w 96"/>
                  <a:gd name="T49" fmla="*/ 5 h 11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96"/>
                  <a:gd name="T76" fmla="*/ 0 h 114"/>
                  <a:gd name="T77" fmla="*/ 96 w 96"/>
                  <a:gd name="T78" fmla="*/ 114 h 114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96" h="114">
                    <a:moveTo>
                      <a:pt x="96" y="79"/>
                    </a:moveTo>
                    <a:lnTo>
                      <a:pt x="91" y="84"/>
                    </a:lnTo>
                    <a:lnTo>
                      <a:pt x="86" y="89"/>
                    </a:lnTo>
                    <a:lnTo>
                      <a:pt x="81" y="92"/>
                    </a:lnTo>
                    <a:lnTo>
                      <a:pt x="76" y="96"/>
                    </a:lnTo>
                    <a:lnTo>
                      <a:pt x="71" y="99"/>
                    </a:lnTo>
                    <a:lnTo>
                      <a:pt x="66" y="103"/>
                    </a:lnTo>
                    <a:lnTo>
                      <a:pt x="62" y="108"/>
                    </a:lnTo>
                    <a:lnTo>
                      <a:pt x="59" y="114"/>
                    </a:lnTo>
                    <a:lnTo>
                      <a:pt x="50" y="105"/>
                    </a:lnTo>
                    <a:lnTo>
                      <a:pt x="43" y="93"/>
                    </a:lnTo>
                    <a:lnTo>
                      <a:pt x="38" y="82"/>
                    </a:lnTo>
                    <a:lnTo>
                      <a:pt x="34" y="73"/>
                    </a:lnTo>
                    <a:lnTo>
                      <a:pt x="22" y="55"/>
                    </a:lnTo>
                    <a:lnTo>
                      <a:pt x="12" y="38"/>
                    </a:lnTo>
                    <a:lnTo>
                      <a:pt x="4" y="20"/>
                    </a:lnTo>
                    <a:lnTo>
                      <a:pt x="0" y="0"/>
                    </a:lnTo>
                    <a:lnTo>
                      <a:pt x="6" y="16"/>
                    </a:lnTo>
                    <a:lnTo>
                      <a:pt x="13" y="30"/>
                    </a:lnTo>
                    <a:lnTo>
                      <a:pt x="23" y="43"/>
                    </a:lnTo>
                    <a:lnTo>
                      <a:pt x="36" y="53"/>
                    </a:lnTo>
                    <a:lnTo>
                      <a:pt x="49" y="62"/>
                    </a:lnTo>
                    <a:lnTo>
                      <a:pt x="64" y="70"/>
                    </a:lnTo>
                    <a:lnTo>
                      <a:pt x="80" y="76"/>
                    </a:lnTo>
                    <a:lnTo>
                      <a:pt x="96" y="7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" name="Freeform 441"/>
              <p:cNvSpPr>
                <a:spLocks/>
              </p:cNvSpPr>
              <p:nvPr/>
            </p:nvSpPr>
            <p:spPr bwMode="auto">
              <a:xfrm>
                <a:off x="3151" y="2178"/>
                <a:ext cx="61" cy="60"/>
              </a:xfrm>
              <a:custGeom>
                <a:avLst/>
                <a:gdLst>
                  <a:gd name="T0" fmla="*/ 8 w 121"/>
                  <a:gd name="T1" fmla="*/ 1 h 121"/>
                  <a:gd name="T2" fmla="*/ 8 w 121"/>
                  <a:gd name="T3" fmla="*/ 1 h 121"/>
                  <a:gd name="T4" fmla="*/ 8 w 121"/>
                  <a:gd name="T5" fmla="*/ 2 h 121"/>
                  <a:gd name="T6" fmla="*/ 7 w 121"/>
                  <a:gd name="T7" fmla="*/ 3 h 121"/>
                  <a:gd name="T8" fmla="*/ 7 w 121"/>
                  <a:gd name="T9" fmla="*/ 4 h 121"/>
                  <a:gd name="T10" fmla="*/ 6 w 121"/>
                  <a:gd name="T11" fmla="*/ 4 h 121"/>
                  <a:gd name="T12" fmla="*/ 5 w 121"/>
                  <a:gd name="T13" fmla="*/ 5 h 121"/>
                  <a:gd name="T14" fmla="*/ 5 w 121"/>
                  <a:gd name="T15" fmla="*/ 5 h 121"/>
                  <a:gd name="T16" fmla="*/ 4 w 121"/>
                  <a:gd name="T17" fmla="*/ 5 h 121"/>
                  <a:gd name="T18" fmla="*/ 4 w 121"/>
                  <a:gd name="T19" fmla="*/ 6 h 121"/>
                  <a:gd name="T20" fmla="*/ 3 w 121"/>
                  <a:gd name="T21" fmla="*/ 7 h 121"/>
                  <a:gd name="T22" fmla="*/ 3 w 121"/>
                  <a:gd name="T23" fmla="*/ 7 h 121"/>
                  <a:gd name="T24" fmla="*/ 3 w 121"/>
                  <a:gd name="T25" fmla="*/ 7 h 121"/>
                  <a:gd name="T26" fmla="*/ 2 w 121"/>
                  <a:gd name="T27" fmla="*/ 7 h 121"/>
                  <a:gd name="T28" fmla="*/ 2 w 121"/>
                  <a:gd name="T29" fmla="*/ 7 h 121"/>
                  <a:gd name="T30" fmla="*/ 1 w 121"/>
                  <a:gd name="T31" fmla="*/ 7 h 121"/>
                  <a:gd name="T32" fmla="*/ 1 w 121"/>
                  <a:gd name="T33" fmla="*/ 7 h 121"/>
                  <a:gd name="T34" fmla="*/ 0 w 121"/>
                  <a:gd name="T35" fmla="*/ 6 h 121"/>
                  <a:gd name="T36" fmla="*/ 1 w 121"/>
                  <a:gd name="T37" fmla="*/ 5 h 121"/>
                  <a:gd name="T38" fmla="*/ 1 w 121"/>
                  <a:gd name="T39" fmla="*/ 4 h 121"/>
                  <a:gd name="T40" fmla="*/ 1 w 121"/>
                  <a:gd name="T41" fmla="*/ 4 h 121"/>
                  <a:gd name="T42" fmla="*/ 2 w 121"/>
                  <a:gd name="T43" fmla="*/ 2 h 121"/>
                  <a:gd name="T44" fmla="*/ 2 w 121"/>
                  <a:gd name="T45" fmla="*/ 1 h 121"/>
                  <a:gd name="T46" fmla="*/ 3 w 121"/>
                  <a:gd name="T47" fmla="*/ 1 h 121"/>
                  <a:gd name="T48" fmla="*/ 3 w 121"/>
                  <a:gd name="T49" fmla="*/ 0 h 121"/>
                  <a:gd name="T50" fmla="*/ 8 w 121"/>
                  <a:gd name="T51" fmla="*/ 1 h 121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21"/>
                  <a:gd name="T79" fmla="*/ 0 h 121"/>
                  <a:gd name="T80" fmla="*/ 121 w 121"/>
                  <a:gd name="T81" fmla="*/ 121 h 121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21" h="121">
                    <a:moveTo>
                      <a:pt x="121" y="18"/>
                    </a:moveTo>
                    <a:lnTo>
                      <a:pt x="118" y="31"/>
                    </a:lnTo>
                    <a:lnTo>
                      <a:pt x="114" y="44"/>
                    </a:lnTo>
                    <a:lnTo>
                      <a:pt x="107" y="56"/>
                    </a:lnTo>
                    <a:lnTo>
                      <a:pt x="99" y="66"/>
                    </a:lnTo>
                    <a:lnTo>
                      <a:pt x="89" y="76"/>
                    </a:lnTo>
                    <a:lnTo>
                      <a:pt x="78" y="84"/>
                    </a:lnTo>
                    <a:lnTo>
                      <a:pt x="66" y="90"/>
                    </a:lnTo>
                    <a:lnTo>
                      <a:pt x="55" y="95"/>
                    </a:lnTo>
                    <a:lnTo>
                      <a:pt x="53" y="105"/>
                    </a:lnTo>
                    <a:lnTo>
                      <a:pt x="48" y="113"/>
                    </a:lnTo>
                    <a:lnTo>
                      <a:pt x="42" y="118"/>
                    </a:lnTo>
                    <a:lnTo>
                      <a:pt x="37" y="120"/>
                    </a:lnTo>
                    <a:lnTo>
                      <a:pt x="28" y="121"/>
                    </a:lnTo>
                    <a:lnTo>
                      <a:pt x="20" y="120"/>
                    </a:lnTo>
                    <a:lnTo>
                      <a:pt x="12" y="118"/>
                    </a:lnTo>
                    <a:lnTo>
                      <a:pt x="4" y="114"/>
                    </a:lnTo>
                    <a:lnTo>
                      <a:pt x="0" y="103"/>
                    </a:lnTo>
                    <a:lnTo>
                      <a:pt x="3" y="90"/>
                    </a:lnTo>
                    <a:lnTo>
                      <a:pt x="10" y="77"/>
                    </a:lnTo>
                    <a:lnTo>
                      <a:pt x="16" y="65"/>
                    </a:lnTo>
                    <a:lnTo>
                      <a:pt x="20" y="46"/>
                    </a:lnTo>
                    <a:lnTo>
                      <a:pt x="30" y="31"/>
                    </a:lnTo>
                    <a:lnTo>
                      <a:pt x="39" y="18"/>
                    </a:lnTo>
                    <a:lnTo>
                      <a:pt x="45" y="0"/>
                    </a:lnTo>
                    <a:lnTo>
                      <a:pt x="121" y="1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" name="Freeform 442"/>
              <p:cNvSpPr>
                <a:spLocks/>
              </p:cNvSpPr>
              <p:nvPr/>
            </p:nvSpPr>
            <p:spPr bwMode="auto">
              <a:xfrm>
                <a:off x="2962" y="2175"/>
                <a:ext cx="65" cy="65"/>
              </a:xfrm>
              <a:custGeom>
                <a:avLst/>
                <a:gdLst>
                  <a:gd name="T0" fmla="*/ 7 w 130"/>
                  <a:gd name="T1" fmla="*/ 0 h 130"/>
                  <a:gd name="T2" fmla="*/ 8 w 130"/>
                  <a:gd name="T3" fmla="*/ 1 h 130"/>
                  <a:gd name="T4" fmla="*/ 8 w 130"/>
                  <a:gd name="T5" fmla="*/ 3 h 130"/>
                  <a:gd name="T6" fmla="*/ 8 w 130"/>
                  <a:gd name="T7" fmla="*/ 5 h 130"/>
                  <a:gd name="T8" fmla="*/ 7 w 130"/>
                  <a:gd name="T9" fmla="*/ 6 h 130"/>
                  <a:gd name="T10" fmla="*/ 7 w 130"/>
                  <a:gd name="T11" fmla="*/ 7 h 130"/>
                  <a:gd name="T12" fmla="*/ 6 w 130"/>
                  <a:gd name="T13" fmla="*/ 7 h 130"/>
                  <a:gd name="T14" fmla="*/ 5 w 130"/>
                  <a:gd name="T15" fmla="*/ 7 h 130"/>
                  <a:gd name="T16" fmla="*/ 4 w 130"/>
                  <a:gd name="T17" fmla="*/ 7 h 130"/>
                  <a:gd name="T18" fmla="*/ 3 w 130"/>
                  <a:gd name="T19" fmla="*/ 7 h 130"/>
                  <a:gd name="T20" fmla="*/ 2 w 130"/>
                  <a:gd name="T21" fmla="*/ 7 h 130"/>
                  <a:gd name="T22" fmla="*/ 2 w 130"/>
                  <a:gd name="T23" fmla="*/ 7 h 130"/>
                  <a:gd name="T24" fmla="*/ 1 w 130"/>
                  <a:gd name="T25" fmla="*/ 8 h 130"/>
                  <a:gd name="T26" fmla="*/ 1 w 130"/>
                  <a:gd name="T27" fmla="*/ 6 h 130"/>
                  <a:gd name="T28" fmla="*/ 1 w 130"/>
                  <a:gd name="T29" fmla="*/ 4 h 130"/>
                  <a:gd name="T30" fmla="*/ 1 w 130"/>
                  <a:gd name="T31" fmla="*/ 2 h 130"/>
                  <a:gd name="T32" fmla="*/ 0 w 130"/>
                  <a:gd name="T33" fmla="*/ 1 h 130"/>
                  <a:gd name="T34" fmla="*/ 1 w 130"/>
                  <a:gd name="T35" fmla="*/ 1 h 130"/>
                  <a:gd name="T36" fmla="*/ 2 w 130"/>
                  <a:gd name="T37" fmla="*/ 1 h 130"/>
                  <a:gd name="T38" fmla="*/ 3 w 130"/>
                  <a:gd name="T39" fmla="*/ 1 h 130"/>
                  <a:gd name="T40" fmla="*/ 3 w 130"/>
                  <a:gd name="T41" fmla="*/ 1 h 130"/>
                  <a:gd name="T42" fmla="*/ 4 w 130"/>
                  <a:gd name="T43" fmla="*/ 1 h 130"/>
                  <a:gd name="T44" fmla="*/ 5 w 130"/>
                  <a:gd name="T45" fmla="*/ 1 h 130"/>
                  <a:gd name="T46" fmla="*/ 6 w 130"/>
                  <a:gd name="T47" fmla="*/ 0 h 130"/>
                  <a:gd name="T48" fmla="*/ 7 w 130"/>
                  <a:gd name="T49" fmla="*/ 0 h 13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30"/>
                  <a:gd name="T76" fmla="*/ 0 h 130"/>
                  <a:gd name="T77" fmla="*/ 130 w 130"/>
                  <a:gd name="T78" fmla="*/ 130 h 130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30" h="130">
                    <a:moveTo>
                      <a:pt x="125" y="0"/>
                    </a:moveTo>
                    <a:lnTo>
                      <a:pt x="129" y="29"/>
                    </a:lnTo>
                    <a:lnTo>
                      <a:pt x="130" y="58"/>
                    </a:lnTo>
                    <a:lnTo>
                      <a:pt x="129" y="87"/>
                    </a:lnTo>
                    <a:lnTo>
                      <a:pt x="126" y="111"/>
                    </a:lnTo>
                    <a:lnTo>
                      <a:pt x="114" y="112"/>
                    </a:lnTo>
                    <a:lnTo>
                      <a:pt x="100" y="114"/>
                    </a:lnTo>
                    <a:lnTo>
                      <a:pt x="87" y="116"/>
                    </a:lnTo>
                    <a:lnTo>
                      <a:pt x="73" y="118"/>
                    </a:lnTo>
                    <a:lnTo>
                      <a:pt x="60" y="121"/>
                    </a:lnTo>
                    <a:lnTo>
                      <a:pt x="46" y="124"/>
                    </a:lnTo>
                    <a:lnTo>
                      <a:pt x="33" y="126"/>
                    </a:lnTo>
                    <a:lnTo>
                      <a:pt x="20" y="130"/>
                    </a:lnTo>
                    <a:lnTo>
                      <a:pt x="14" y="104"/>
                    </a:lnTo>
                    <a:lnTo>
                      <a:pt x="9" y="76"/>
                    </a:lnTo>
                    <a:lnTo>
                      <a:pt x="4" y="47"/>
                    </a:lnTo>
                    <a:lnTo>
                      <a:pt x="0" y="21"/>
                    </a:lnTo>
                    <a:lnTo>
                      <a:pt x="17" y="19"/>
                    </a:lnTo>
                    <a:lnTo>
                      <a:pt x="32" y="16"/>
                    </a:lnTo>
                    <a:lnTo>
                      <a:pt x="48" y="12"/>
                    </a:lnTo>
                    <a:lnTo>
                      <a:pt x="63" y="8"/>
                    </a:lnTo>
                    <a:lnTo>
                      <a:pt x="77" y="4"/>
                    </a:lnTo>
                    <a:lnTo>
                      <a:pt x="93" y="2"/>
                    </a:lnTo>
                    <a:lnTo>
                      <a:pt x="108" y="0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" name="Freeform 443"/>
              <p:cNvSpPr>
                <a:spLocks/>
              </p:cNvSpPr>
              <p:nvPr/>
            </p:nvSpPr>
            <p:spPr bwMode="auto">
              <a:xfrm>
                <a:off x="2634" y="2164"/>
                <a:ext cx="72" cy="93"/>
              </a:xfrm>
              <a:custGeom>
                <a:avLst/>
                <a:gdLst>
                  <a:gd name="T0" fmla="*/ 5 w 144"/>
                  <a:gd name="T1" fmla="*/ 0 h 185"/>
                  <a:gd name="T2" fmla="*/ 5 w 144"/>
                  <a:gd name="T3" fmla="*/ 1 h 185"/>
                  <a:gd name="T4" fmla="*/ 6 w 144"/>
                  <a:gd name="T5" fmla="*/ 2 h 185"/>
                  <a:gd name="T6" fmla="*/ 6 w 144"/>
                  <a:gd name="T7" fmla="*/ 3 h 185"/>
                  <a:gd name="T8" fmla="*/ 7 w 144"/>
                  <a:gd name="T9" fmla="*/ 4 h 185"/>
                  <a:gd name="T10" fmla="*/ 7 w 144"/>
                  <a:gd name="T11" fmla="*/ 5 h 185"/>
                  <a:gd name="T12" fmla="*/ 9 w 144"/>
                  <a:gd name="T13" fmla="*/ 6 h 185"/>
                  <a:gd name="T14" fmla="*/ 9 w 144"/>
                  <a:gd name="T15" fmla="*/ 7 h 185"/>
                  <a:gd name="T16" fmla="*/ 9 w 144"/>
                  <a:gd name="T17" fmla="*/ 8 h 185"/>
                  <a:gd name="T18" fmla="*/ 9 w 144"/>
                  <a:gd name="T19" fmla="*/ 8 h 185"/>
                  <a:gd name="T20" fmla="*/ 7 w 144"/>
                  <a:gd name="T21" fmla="*/ 9 h 185"/>
                  <a:gd name="T22" fmla="*/ 7 w 144"/>
                  <a:gd name="T23" fmla="*/ 9 h 185"/>
                  <a:gd name="T24" fmla="*/ 6 w 144"/>
                  <a:gd name="T25" fmla="*/ 10 h 185"/>
                  <a:gd name="T26" fmla="*/ 5 w 144"/>
                  <a:gd name="T27" fmla="*/ 11 h 185"/>
                  <a:gd name="T28" fmla="*/ 5 w 144"/>
                  <a:gd name="T29" fmla="*/ 11 h 185"/>
                  <a:gd name="T30" fmla="*/ 5 w 144"/>
                  <a:gd name="T31" fmla="*/ 12 h 185"/>
                  <a:gd name="T32" fmla="*/ 5 w 144"/>
                  <a:gd name="T33" fmla="*/ 12 h 185"/>
                  <a:gd name="T34" fmla="*/ 3 w 144"/>
                  <a:gd name="T35" fmla="*/ 11 h 185"/>
                  <a:gd name="T36" fmla="*/ 3 w 144"/>
                  <a:gd name="T37" fmla="*/ 10 h 185"/>
                  <a:gd name="T38" fmla="*/ 2 w 144"/>
                  <a:gd name="T39" fmla="*/ 10 h 185"/>
                  <a:gd name="T40" fmla="*/ 1 w 144"/>
                  <a:gd name="T41" fmla="*/ 9 h 185"/>
                  <a:gd name="T42" fmla="*/ 1 w 144"/>
                  <a:gd name="T43" fmla="*/ 8 h 185"/>
                  <a:gd name="T44" fmla="*/ 1 w 144"/>
                  <a:gd name="T45" fmla="*/ 7 h 185"/>
                  <a:gd name="T46" fmla="*/ 1 w 144"/>
                  <a:gd name="T47" fmla="*/ 6 h 185"/>
                  <a:gd name="T48" fmla="*/ 0 w 144"/>
                  <a:gd name="T49" fmla="*/ 5 h 185"/>
                  <a:gd name="T50" fmla="*/ 1 w 144"/>
                  <a:gd name="T51" fmla="*/ 4 h 185"/>
                  <a:gd name="T52" fmla="*/ 1 w 144"/>
                  <a:gd name="T53" fmla="*/ 4 h 185"/>
                  <a:gd name="T54" fmla="*/ 1 w 144"/>
                  <a:gd name="T55" fmla="*/ 3 h 185"/>
                  <a:gd name="T56" fmla="*/ 2 w 144"/>
                  <a:gd name="T57" fmla="*/ 3 h 185"/>
                  <a:gd name="T58" fmla="*/ 3 w 144"/>
                  <a:gd name="T59" fmla="*/ 2 h 185"/>
                  <a:gd name="T60" fmla="*/ 5 w 144"/>
                  <a:gd name="T61" fmla="*/ 1 h 185"/>
                  <a:gd name="T62" fmla="*/ 5 w 144"/>
                  <a:gd name="T63" fmla="*/ 1 h 185"/>
                  <a:gd name="T64" fmla="*/ 5 w 144"/>
                  <a:gd name="T65" fmla="*/ 0 h 185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44"/>
                  <a:gd name="T100" fmla="*/ 0 h 185"/>
                  <a:gd name="T101" fmla="*/ 144 w 144"/>
                  <a:gd name="T102" fmla="*/ 185 h 185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44" h="185">
                    <a:moveTo>
                      <a:pt x="88" y="0"/>
                    </a:moveTo>
                    <a:lnTo>
                      <a:pt x="95" y="16"/>
                    </a:lnTo>
                    <a:lnTo>
                      <a:pt x="102" y="31"/>
                    </a:lnTo>
                    <a:lnTo>
                      <a:pt x="110" y="46"/>
                    </a:lnTo>
                    <a:lnTo>
                      <a:pt x="118" y="60"/>
                    </a:lnTo>
                    <a:lnTo>
                      <a:pt x="126" y="74"/>
                    </a:lnTo>
                    <a:lnTo>
                      <a:pt x="133" y="87"/>
                    </a:lnTo>
                    <a:lnTo>
                      <a:pt x="138" y="101"/>
                    </a:lnTo>
                    <a:lnTo>
                      <a:pt x="144" y="115"/>
                    </a:lnTo>
                    <a:lnTo>
                      <a:pt x="136" y="125"/>
                    </a:lnTo>
                    <a:lnTo>
                      <a:pt x="127" y="136"/>
                    </a:lnTo>
                    <a:lnTo>
                      <a:pt x="115" y="144"/>
                    </a:lnTo>
                    <a:lnTo>
                      <a:pt x="105" y="153"/>
                    </a:lnTo>
                    <a:lnTo>
                      <a:pt x="93" y="161"/>
                    </a:lnTo>
                    <a:lnTo>
                      <a:pt x="84" y="169"/>
                    </a:lnTo>
                    <a:lnTo>
                      <a:pt x="75" y="177"/>
                    </a:lnTo>
                    <a:lnTo>
                      <a:pt x="69" y="185"/>
                    </a:lnTo>
                    <a:lnTo>
                      <a:pt x="58" y="173"/>
                    </a:lnTo>
                    <a:lnTo>
                      <a:pt x="49" y="159"/>
                    </a:lnTo>
                    <a:lnTo>
                      <a:pt x="39" y="145"/>
                    </a:lnTo>
                    <a:lnTo>
                      <a:pt x="31" y="131"/>
                    </a:lnTo>
                    <a:lnTo>
                      <a:pt x="23" y="117"/>
                    </a:lnTo>
                    <a:lnTo>
                      <a:pt x="15" y="102"/>
                    </a:lnTo>
                    <a:lnTo>
                      <a:pt x="8" y="87"/>
                    </a:lnTo>
                    <a:lnTo>
                      <a:pt x="0" y="74"/>
                    </a:lnTo>
                    <a:lnTo>
                      <a:pt x="11" y="64"/>
                    </a:lnTo>
                    <a:lnTo>
                      <a:pt x="21" y="54"/>
                    </a:lnTo>
                    <a:lnTo>
                      <a:pt x="31" y="44"/>
                    </a:lnTo>
                    <a:lnTo>
                      <a:pt x="43" y="33"/>
                    </a:lnTo>
                    <a:lnTo>
                      <a:pt x="53" y="24"/>
                    </a:lnTo>
                    <a:lnTo>
                      <a:pt x="65" y="15"/>
                    </a:lnTo>
                    <a:lnTo>
                      <a:pt x="76" y="7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" name="Freeform 444"/>
              <p:cNvSpPr>
                <a:spLocks/>
              </p:cNvSpPr>
              <p:nvPr/>
            </p:nvSpPr>
            <p:spPr bwMode="auto">
              <a:xfrm>
                <a:off x="3215" y="2190"/>
                <a:ext cx="24" cy="36"/>
              </a:xfrm>
              <a:custGeom>
                <a:avLst/>
                <a:gdLst>
                  <a:gd name="T0" fmla="*/ 3 w 49"/>
                  <a:gd name="T1" fmla="*/ 1 h 71"/>
                  <a:gd name="T2" fmla="*/ 0 w 49"/>
                  <a:gd name="T3" fmla="*/ 5 h 71"/>
                  <a:gd name="T4" fmla="*/ 0 w 49"/>
                  <a:gd name="T5" fmla="*/ 4 h 71"/>
                  <a:gd name="T6" fmla="*/ 0 w 49"/>
                  <a:gd name="T7" fmla="*/ 3 h 71"/>
                  <a:gd name="T8" fmla="*/ 0 w 49"/>
                  <a:gd name="T9" fmla="*/ 2 h 71"/>
                  <a:gd name="T10" fmla="*/ 0 w 49"/>
                  <a:gd name="T11" fmla="*/ 1 h 71"/>
                  <a:gd name="T12" fmla="*/ 1 w 49"/>
                  <a:gd name="T13" fmla="*/ 0 h 71"/>
                  <a:gd name="T14" fmla="*/ 1 w 49"/>
                  <a:gd name="T15" fmla="*/ 1 h 71"/>
                  <a:gd name="T16" fmla="*/ 2 w 49"/>
                  <a:gd name="T17" fmla="*/ 1 h 71"/>
                  <a:gd name="T18" fmla="*/ 2 w 49"/>
                  <a:gd name="T19" fmla="*/ 1 h 71"/>
                  <a:gd name="T20" fmla="*/ 2 w 49"/>
                  <a:gd name="T21" fmla="*/ 1 h 71"/>
                  <a:gd name="T22" fmla="*/ 2 w 49"/>
                  <a:gd name="T23" fmla="*/ 1 h 71"/>
                  <a:gd name="T24" fmla="*/ 3 w 49"/>
                  <a:gd name="T25" fmla="*/ 1 h 71"/>
                  <a:gd name="T26" fmla="*/ 3 w 49"/>
                  <a:gd name="T27" fmla="*/ 1 h 7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49"/>
                  <a:gd name="T43" fmla="*/ 0 h 71"/>
                  <a:gd name="T44" fmla="*/ 49 w 49"/>
                  <a:gd name="T45" fmla="*/ 71 h 7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49" h="71">
                    <a:moveTo>
                      <a:pt x="49" y="16"/>
                    </a:moveTo>
                    <a:lnTo>
                      <a:pt x="13" y="71"/>
                    </a:lnTo>
                    <a:lnTo>
                      <a:pt x="3" y="54"/>
                    </a:lnTo>
                    <a:lnTo>
                      <a:pt x="0" y="38"/>
                    </a:lnTo>
                    <a:lnTo>
                      <a:pt x="4" y="22"/>
                    </a:lnTo>
                    <a:lnTo>
                      <a:pt x="11" y="4"/>
                    </a:lnTo>
                    <a:lnTo>
                      <a:pt x="19" y="0"/>
                    </a:lnTo>
                    <a:lnTo>
                      <a:pt x="27" y="1"/>
                    </a:lnTo>
                    <a:lnTo>
                      <a:pt x="35" y="3"/>
                    </a:lnTo>
                    <a:lnTo>
                      <a:pt x="43" y="5"/>
                    </a:lnTo>
                    <a:lnTo>
                      <a:pt x="44" y="9"/>
                    </a:lnTo>
                    <a:lnTo>
                      <a:pt x="45" y="10"/>
                    </a:lnTo>
                    <a:lnTo>
                      <a:pt x="48" y="12"/>
                    </a:lnTo>
                    <a:lnTo>
                      <a:pt x="49" y="1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" name="Freeform 445"/>
              <p:cNvSpPr>
                <a:spLocks/>
              </p:cNvSpPr>
              <p:nvPr/>
            </p:nvSpPr>
            <p:spPr bwMode="auto">
              <a:xfrm>
                <a:off x="2826" y="2208"/>
                <a:ext cx="79" cy="78"/>
              </a:xfrm>
              <a:custGeom>
                <a:avLst/>
                <a:gdLst>
                  <a:gd name="T0" fmla="*/ 6 w 159"/>
                  <a:gd name="T1" fmla="*/ 0 h 157"/>
                  <a:gd name="T2" fmla="*/ 6 w 159"/>
                  <a:gd name="T3" fmla="*/ 0 h 157"/>
                  <a:gd name="T4" fmla="*/ 7 w 159"/>
                  <a:gd name="T5" fmla="*/ 1 h 157"/>
                  <a:gd name="T6" fmla="*/ 7 w 159"/>
                  <a:gd name="T7" fmla="*/ 2 h 157"/>
                  <a:gd name="T8" fmla="*/ 7 w 159"/>
                  <a:gd name="T9" fmla="*/ 3 h 157"/>
                  <a:gd name="T10" fmla="*/ 8 w 159"/>
                  <a:gd name="T11" fmla="*/ 4 h 157"/>
                  <a:gd name="T12" fmla="*/ 8 w 159"/>
                  <a:gd name="T13" fmla="*/ 5 h 157"/>
                  <a:gd name="T14" fmla="*/ 9 w 159"/>
                  <a:gd name="T15" fmla="*/ 6 h 157"/>
                  <a:gd name="T16" fmla="*/ 9 w 159"/>
                  <a:gd name="T17" fmla="*/ 7 h 157"/>
                  <a:gd name="T18" fmla="*/ 9 w 159"/>
                  <a:gd name="T19" fmla="*/ 8 h 157"/>
                  <a:gd name="T20" fmla="*/ 8 w 159"/>
                  <a:gd name="T21" fmla="*/ 8 h 157"/>
                  <a:gd name="T22" fmla="*/ 7 w 159"/>
                  <a:gd name="T23" fmla="*/ 8 h 157"/>
                  <a:gd name="T24" fmla="*/ 6 w 159"/>
                  <a:gd name="T25" fmla="*/ 7 h 157"/>
                  <a:gd name="T26" fmla="*/ 5 w 159"/>
                  <a:gd name="T27" fmla="*/ 7 h 157"/>
                  <a:gd name="T28" fmla="*/ 4 w 159"/>
                  <a:gd name="T29" fmla="*/ 7 h 157"/>
                  <a:gd name="T30" fmla="*/ 4 w 159"/>
                  <a:gd name="T31" fmla="*/ 8 h 157"/>
                  <a:gd name="T32" fmla="*/ 4 w 159"/>
                  <a:gd name="T33" fmla="*/ 9 h 157"/>
                  <a:gd name="T34" fmla="*/ 3 w 159"/>
                  <a:gd name="T35" fmla="*/ 9 h 157"/>
                  <a:gd name="T36" fmla="*/ 3 w 159"/>
                  <a:gd name="T37" fmla="*/ 9 h 157"/>
                  <a:gd name="T38" fmla="*/ 2 w 159"/>
                  <a:gd name="T39" fmla="*/ 9 h 157"/>
                  <a:gd name="T40" fmla="*/ 2 w 159"/>
                  <a:gd name="T41" fmla="*/ 8 h 157"/>
                  <a:gd name="T42" fmla="*/ 2 w 159"/>
                  <a:gd name="T43" fmla="*/ 8 h 157"/>
                  <a:gd name="T44" fmla="*/ 1 w 159"/>
                  <a:gd name="T45" fmla="*/ 7 h 157"/>
                  <a:gd name="T46" fmla="*/ 1 w 159"/>
                  <a:gd name="T47" fmla="*/ 7 h 157"/>
                  <a:gd name="T48" fmla="*/ 1 w 159"/>
                  <a:gd name="T49" fmla="*/ 6 h 157"/>
                  <a:gd name="T50" fmla="*/ 1 w 159"/>
                  <a:gd name="T51" fmla="*/ 5 h 157"/>
                  <a:gd name="T52" fmla="*/ 0 w 159"/>
                  <a:gd name="T53" fmla="*/ 5 h 157"/>
                  <a:gd name="T54" fmla="*/ 0 w 159"/>
                  <a:gd name="T55" fmla="*/ 4 h 157"/>
                  <a:gd name="T56" fmla="*/ 0 w 159"/>
                  <a:gd name="T57" fmla="*/ 3 h 157"/>
                  <a:gd name="T58" fmla="*/ 0 w 159"/>
                  <a:gd name="T59" fmla="*/ 3 h 157"/>
                  <a:gd name="T60" fmla="*/ 1 w 159"/>
                  <a:gd name="T61" fmla="*/ 2 h 157"/>
                  <a:gd name="T62" fmla="*/ 2 w 159"/>
                  <a:gd name="T63" fmla="*/ 2 h 157"/>
                  <a:gd name="T64" fmla="*/ 3 w 159"/>
                  <a:gd name="T65" fmla="*/ 1 h 157"/>
                  <a:gd name="T66" fmla="*/ 4 w 159"/>
                  <a:gd name="T67" fmla="*/ 1 h 157"/>
                  <a:gd name="T68" fmla="*/ 4 w 159"/>
                  <a:gd name="T69" fmla="*/ 0 h 157"/>
                  <a:gd name="T70" fmla="*/ 5 w 159"/>
                  <a:gd name="T71" fmla="*/ 0 h 157"/>
                  <a:gd name="T72" fmla="*/ 6 w 159"/>
                  <a:gd name="T73" fmla="*/ 0 h 15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59"/>
                  <a:gd name="T112" fmla="*/ 0 h 157"/>
                  <a:gd name="T113" fmla="*/ 159 w 159"/>
                  <a:gd name="T114" fmla="*/ 157 h 15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59" h="157">
                    <a:moveTo>
                      <a:pt x="108" y="0"/>
                    </a:moveTo>
                    <a:lnTo>
                      <a:pt x="110" y="8"/>
                    </a:lnTo>
                    <a:lnTo>
                      <a:pt x="114" y="19"/>
                    </a:lnTo>
                    <a:lnTo>
                      <a:pt x="120" y="34"/>
                    </a:lnTo>
                    <a:lnTo>
                      <a:pt x="127" y="50"/>
                    </a:lnTo>
                    <a:lnTo>
                      <a:pt x="135" y="67"/>
                    </a:lnTo>
                    <a:lnTo>
                      <a:pt x="143" y="84"/>
                    </a:lnTo>
                    <a:lnTo>
                      <a:pt x="151" y="100"/>
                    </a:lnTo>
                    <a:lnTo>
                      <a:pt x="159" y="117"/>
                    </a:lnTo>
                    <a:lnTo>
                      <a:pt x="146" y="129"/>
                    </a:lnTo>
                    <a:lnTo>
                      <a:pt x="130" y="132"/>
                    </a:lnTo>
                    <a:lnTo>
                      <a:pt x="114" y="128"/>
                    </a:lnTo>
                    <a:lnTo>
                      <a:pt x="99" y="122"/>
                    </a:lnTo>
                    <a:lnTo>
                      <a:pt x="85" y="118"/>
                    </a:lnTo>
                    <a:lnTo>
                      <a:pt x="75" y="120"/>
                    </a:lnTo>
                    <a:lnTo>
                      <a:pt x="70" y="130"/>
                    </a:lnTo>
                    <a:lnTo>
                      <a:pt x="71" y="156"/>
                    </a:lnTo>
                    <a:lnTo>
                      <a:pt x="61" y="157"/>
                    </a:lnTo>
                    <a:lnTo>
                      <a:pt x="52" y="155"/>
                    </a:lnTo>
                    <a:lnTo>
                      <a:pt x="46" y="149"/>
                    </a:lnTo>
                    <a:lnTo>
                      <a:pt x="40" y="141"/>
                    </a:lnTo>
                    <a:lnTo>
                      <a:pt x="36" y="132"/>
                    </a:lnTo>
                    <a:lnTo>
                      <a:pt x="31" y="121"/>
                    </a:lnTo>
                    <a:lnTo>
                      <a:pt x="26" y="113"/>
                    </a:lnTo>
                    <a:lnTo>
                      <a:pt x="21" y="105"/>
                    </a:lnTo>
                    <a:lnTo>
                      <a:pt x="16" y="92"/>
                    </a:lnTo>
                    <a:lnTo>
                      <a:pt x="9" y="83"/>
                    </a:lnTo>
                    <a:lnTo>
                      <a:pt x="2" y="75"/>
                    </a:lnTo>
                    <a:lnTo>
                      <a:pt x="0" y="62"/>
                    </a:lnTo>
                    <a:lnTo>
                      <a:pt x="14" y="54"/>
                    </a:lnTo>
                    <a:lnTo>
                      <a:pt x="28" y="45"/>
                    </a:lnTo>
                    <a:lnTo>
                      <a:pt x="40" y="37"/>
                    </a:lnTo>
                    <a:lnTo>
                      <a:pt x="54" y="29"/>
                    </a:lnTo>
                    <a:lnTo>
                      <a:pt x="67" y="21"/>
                    </a:lnTo>
                    <a:lnTo>
                      <a:pt x="79" y="14"/>
                    </a:lnTo>
                    <a:lnTo>
                      <a:pt x="93" y="7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" name="Freeform 446"/>
              <p:cNvSpPr>
                <a:spLocks/>
              </p:cNvSpPr>
              <p:nvPr/>
            </p:nvSpPr>
            <p:spPr bwMode="auto">
              <a:xfrm>
                <a:off x="2721" y="2207"/>
                <a:ext cx="50" cy="63"/>
              </a:xfrm>
              <a:custGeom>
                <a:avLst/>
                <a:gdLst>
                  <a:gd name="T0" fmla="*/ 6 w 100"/>
                  <a:gd name="T1" fmla="*/ 6 h 126"/>
                  <a:gd name="T2" fmla="*/ 6 w 100"/>
                  <a:gd name="T3" fmla="*/ 7 h 126"/>
                  <a:gd name="T4" fmla="*/ 6 w 100"/>
                  <a:gd name="T5" fmla="*/ 7 h 126"/>
                  <a:gd name="T6" fmla="*/ 6 w 100"/>
                  <a:gd name="T7" fmla="*/ 8 h 126"/>
                  <a:gd name="T8" fmla="*/ 6 w 100"/>
                  <a:gd name="T9" fmla="*/ 8 h 126"/>
                  <a:gd name="T10" fmla="*/ 6 w 100"/>
                  <a:gd name="T11" fmla="*/ 8 h 126"/>
                  <a:gd name="T12" fmla="*/ 5 w 100"/>
                  <a:gd name="T13" fmla="*/ 8 h 126"/>
                  <a:gd name="T14" fmla="*/ 3 w 100"/>
                  <a:gd name="T15" fmla="*/ 7 h 126"/>
                  <a:gd name="T16" fmla="*/ 3 w 100"/>
                  <a:gd name="T17" fmla="*/ 6 h 126"/>
                  <a:gd name="T18" fmla="*/ 3 w 100"/>
                  <a:gd name="T19" fmla="*/ 6 h 126"/>
                  <a:gd name="T20" fmla="*/ 2 w 100"/>
                  <a:gd name="T21" fmla="*/ 5 h 126"/>
                  <a:gd name="T22" fmla="*/ 2 w 100"/>
                  <a:gd name="T23" fmla="*/ 4 h 126"/>
                  <a:gd name="T24" fmla="*/ 1 w 100"/>
                  <a:gd name="T25" fmla="*/ 3 h 126"/>
                  <a:gd name="T26" fmla="*/ 0 w 100"/>
                  <a:gd name="T27" fmla="*/ 3 h 126"/>
                  <a:gd name="T28" fmla="*/ 1 w 100"/>
                  <a:gd name="T29" fmla="*/ 2 h 126"/>
                  <a:gd name="T30" fmla="*/ 1 w 100"/>
                  <a:gd name="T31" fmla="*/ 2 h 126"/>
                  <a:gd name="T32" fmla="*/ 1 w 100"/>
                  <a:gd name="T33" fmla="*/ 2 h 126"/>
                  <a:gd name="T34" fmla="*/ 1 w 100"/>
                  <a:gd name="T35" fmla="*/ 1 h 126"/>
                  <a:gd name="T36" fmla="*/ 2 w 100"/>
                  <a:gd name="T37" fmla="*/ 1 h 126"/>
                  <a:gd name="T38" fmla="*/ 2 w 100"/>
                  <a:gd name="T39" fmla="*/ 1 h 126"/>
                  <a:gd name="T40" fmla="*/ 2 w 100"/>
                  <a:gd name="T41" fmla="*/ 1 h 126"/>
                  <a:gd name="T42" fmla="*/ 3 w 100"/>
                  <a:gd name="T43" fmla="*/ 0 h 126"/>
                  <a:gd name="T44" fmla="*/ 3 w 100"/>
                  <a:gd name="T45" fmla="*/ 1 h 126"/>
                  <a:gd name="T46" fmla="*/ 3 w 100"/>
                  <a:gd name="T47" fmla="*/ 2 h 126"/>
                  <a:gd name="T48" fmla="*/ 4 w 100"/>
                  <a:gd name="T49" fmla="*/ 2 h 126"/>
                  <a:gd name="T50" fmla="*/ 5 w 100"/>
                  <a:gd name="T51" fmla="*/ 3 h 126"/>
                  <a:gd name="T52" fmla="*/ 5 w 100"/>
                  <a:gd name="T53" fmla="*/ 3 h 126"/>
                  <a:gd name="T54" fmla="*/ 6 w 100"/>
                  <a:gd name="T55" fmla="*/ 4 h 126"/>
                  <a:gd name="T56" fmla="*/ 6 w 100"/>
                  <a:gd name="T57" fmla="*/ 5 h 126"/>
                  <a:gd name="T58" fmla="*/ 6 w 100"/>
                  <a:gd name="T59" fmla="*/ 6 h 12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00"/>
                  <a:gd name="T91" fmla="*/ 0 h 126"/>
                  <a:gd name="T92" fmla="*/ 100 w 100"/>
                  <a:gd name="T93" fmla="*/ 126 h 12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00" h="126">
                    <a:moveTo>
                      <a:pt x="83" y="89"/>
                    </a:moveTo>
                    <a:lnTo>
                      <a:pt x="100" y="104"/>
                    </a:lnTo>
                    <a:lnTo>
                      <a:pt x="97" y="110"/>
                    </a:lnTo>
                    <a:lnTo>
                      <a:pt x="92" y="115"/>
                    </a:lnTo>
                    <a:lnTo>
                      <a:pt x="87" y="121"/>
                    </a:lnTo>
                    <a:lnTo>
                      <a:pt x="82" y="126"/>
                    </a:lnTo>
                    <a:lnTo>
                      <a:pt x="69" y="116"/>
                    </a:lnTo>
                    <a:lnTo>
                      <a:pt x="59" y="106"/>
                    </a:lnTo>
                    <a:lnTo>
                      <a:pt x="49" y="93"/>
                    </a:lnTo>
                    <a:lnTo>
                      <a:pt x="39" y="82"/>
                    </a:lnTo>
                    <a:lnTo>
                      <a:pt x="30" y="69"/>
                    </a:lnTo>
                    <a:lnTo>
                      <a:pt x="21" y="58"/>
                    </a:lnTo>
                    <a:lnTo>
                      <a:pt x="12" y="47"/>
                    </a:lnTo>
                    <a:lnTo>
                      <a:pt x="0" y="38"/>
                    </a:lnTo>
                    <a:lnTo>
                      <a:pt x="4" y="31"/>
                    </a:lnTo>
                    <a:lnTo>
                      <a:pt x="7" y="25"/>
                    </a:lnTo>
                    <a:lnTo>
                      <a:pt x="11" y="20"/>
                    </a:lnTo>
                    <a:lnTo>
                      <a:pt x="15" y="15"/>
                    </a:lnTo>
                    <a:lnTo>
                      <a:pt x="20" y="12"/>
                    </a:lnTo>
                    <a:lnTo>
                      <a:pt x="26" y="8"/>
                    </a:lnTo>
                    <a:lnTo>
                      <a:pt x="31" y="5"/>
                    </a:lnTo>
                    <a:lnTo>
                      <a:pt x="37" y="0"/>
                    </a:lnTo>
                    <a:lnTo>
                      <a:pt x="45" y="8"/>
                    </a:lnTo>
                    <a:lnTo>
                      <a:pt x="54" y="17"/>
                    </a:lnTo>
                    <a:lnTo>
                      <a:pt x="64" y="27"/>
                    </a:lnTo>
                    <a:lnTo>
                      <a:pt x="73" y="36"/>
                    </a:lnTo>
                    <a:lnTo>
                      <a:pt x="80" y="46"/>
                    </a:lnTo>
                    <a:lnTo>
                      <a:pt x="84" y="59"/>
                    </a:lnTo>
                    <a:lnTo>
                      <a:pt x="85" y="73"/>
                    </a:lnTo>
                    <a:lnTo>
                      <a:pt x="83" y="8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Freeform 447"/>
              <p:cNvSpPr>
                <a:spLocks/>
              </p:cNvSpPr>
              <p:nvPr/>
            </p:nvSpPr>
            <p:spPr bwMode="auto">
              <a:xfrm>
                <a:off x="2619" y="2213"/>
                <a:ext cx="41" cy="54"/>
              </a:xfrm>
              <a:custGeom>
                <a:avLst/>
                <a:gdLst>
                  <a:gd name="T0" fmla="*/ 5 w 82"/>
                  <a:gd name="T1" fmla="*/ 6 h 107"/>
                  <a:gd name="T2" fmla="*/ 5 w 82"/>
                  <a:gd name="T3" fmla="*/ 7 h 107"/>
                  <a:gd name="T4" fmla="*/ 4 w 82"/>
                  <a:gd name="T5" fmla="*/ 7 h 107"/>
                  <a:gd name="T6" fmla="*/ 3 w 82"/>
                  <a:gd name="T7" fmla="*/ 6 h 107"/>
                  <a:gd name="T8" fmla="*/ 3 w 82"/>
                  <a:gd name="T9" fmla="*/ 5 h 107"/>
                  <a:gd name="T10" fmla="*/ 1 w 82"/>
                  <a:gd name="T11" fmla="*/ 4 h 107"/>
                  <a:gd name="T12" fmla="*/ 1 w 82"/>
                  <a:gd name="T13" fmla="*/ 3 h 107"/>
                  <a:gd name="T14" fmla="*/ 1 w 82"/>
                  <a:gd name="T15" fmla="*/ 2 h 107"/>
                  <a:gd name="T16" fmla="*/ 1 w 82"/>
                  <a:gd name="T17" fmla="*/ 2 h 107"/>
                  <a:gd name="T18" fmla="*/ 0 w 82"/>
                  <a:gd name="T19" fmla="*/ 1 h 107"/>
                  <a:gd name="T20" fmla="*/ 1 w 82"/>
                  <a:gd name="T21" fmla="*/ 0 h 107"/>
                  <a:gd name="T22" fmla="*/ 1 w 82"/>
                  <a:gd name="T23" fmla="*/ 1 h 107"/>
                  <a:gd name="T24" fmla="*/ 1 w 82"/>
                  <a:gd name="T25" fmla="*/ 2 h 107"/>
                  <a:gd name="T26" fmla="*/ 3 w 82"/>
                  <a:gd name="T27" fmla="*/ 3 h 107"/>
                  <a:gd name="T28" fmla="*/ 3 w 82"/>
                  <a:gd name="T29" fmla="*/ 4 h 107"/>
                  <a:gd name="T30" fmla="*/ 3 w 82"/>
                  <a:gd name="T31" fmla="*/ 4 h 107"/>
                  <a:gd name="T32" fmla="*/ 3 w 82"/>
                  <a:gd name="T33" fmla="*/ 5 h 107"/>
                  <a:gd name="T34" fmla="*/ 5 w 82"/>
                  <a:gd name="T35" fmla="*/ 6 h 107"/>
                  <a:gd name="T36" fmla="*/ 5 w 82"/>
                  <a:gd name="T37" fmla="*/ 6 h 10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2"/>
                  <a:gd name="T58" fmla="*/ 0 h 107"/>
                  <a:gd name="T59" fmla="*/ 82 w 82"/>
                  <a:gd name="T60" fmla="*/ 107 h 10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2" h="107">
                    <a:moveTo>
                      <a:pt x="82" y="95"/>
                    </a:moveTo>
                    <a:lnTo>
                      <a:pt x="75" y="107"/>
                    </a:lnTo>
                    <a:lnTo>
                      <a:pt x="64" y="97"/>
                    </a:lnTo>
                    <a:lnTo>
                      <a:pt x="52" y="85"/>
                    </a:lnTo>
                    <a:lnTo>
                      <a:pt x="42" y="72"/>
                    </a:lnTo>
                    <a:lnTo>
                      <a:pt x="31" y="58"/>
                    </a:lnTo>
                    <a:lnTo>
                      <a:pt x="22" y="45"/>
                    </a:lnTo>
                    <a:lnTo>
                      <a:pt x="13" y="32"/>
                    </a:lnTo>
                    <a:lnTo>
                      <a:pt x="6" y="19"/>
                    </a:lnTo>
                    <a:lnTo>
                      <a:pt x="0" y="8"/>
                    </a:lnTo>
                    <a:lnTo>
                      <a:pt x="6" y="0"/>
                    </a:lnTo>
                    <a:lnTo>
                      <a:pt x="15" y="14"/>
                    </a:lnTo>
                    <a:lnTo>
                      <a:pt x="25" y="26"/>
                    </a:lnTo>
                    <a:lnTo>
                      <a:pt x="33" y="39"/>
                    </a:lnTo>
                    <a:lnTo>
                      <a:pt x="42" y="50"/>
                    </a:lnTo>
                    <a:lnTo>
                      <a:pt x="51" y="63"/>
                    </a:lnTo>
                    <a:lnTo>
                      <a:pt x="60" y="73"/>
                    </a:lnTo>
                    <a:lnTo>
                      <a:pt x="71" y="85"/>
                    </a:lnTo>
                    <a:lnTo>
                      <a:pt x="82" y="9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Freeform 448"/>
              <p:cNvSpPr>
                <a:spLocks/>
              </p:cNvSpPr>
              <p:nvPr/>
            </p:nvSpPr>
            <p:spPr bwMode="auto">
              <a:xfrm>
                <a:off x="3071" y="2238"/>
                <a:ext cx="63" cy="61"/>
              </a:xfrm>
              <a:custGeom>
                <a:avLst/>
                <a:gdLst>
                  <a:gd name="T0" fmla="*/ 8 w 125"/>
                  <a:gd name="T1" fmla="*/ 1 h 121"/>
                  <a:gd name="T2" fmla="*/ 8 w 125"/>
                  <a:gd name="T3" fmla="*/ 2 h 121"/>
                  <a:gd name="T4" fmla="*/ 7 w 125"/>
                  <a:gd name="T5" fmla="*/ 3 h 121"/>
                  <a:gd name="T6" fmla="*/ 7 w 125"/>
                  <a:gd name="T7" fmla="*/ 4 h 121"/>
                  <a:gd name="T8" fmla="*/ 6 w 125"/>
                  <a:gd name="T9" fmla="*/ 5 h 121"/>
                  <a:gd name="T10" fmla="*/ 6 w 125"/>
                  <a:gd name="T11" fmla="*/ 5 h 121"/>
                  <a:gd name="T12" fmla="*/ 5 w 125"/>
                  <a:gd name="T13" fmla="*/ 6 h 121"/>
                  <a:gd name="T14" fmla="*/ 5 w 125"/>
                  <a:gd name="T15" fmla="*/ 7 h 121"/>
                  <a:gd name="T16" fmla="*/ 4 w 125"/>
                  <a:gd name="T17" fmla="*/ 8 h 121"/>
                  <a:gd name="T18" fmla="*/ 4 w 125"/>
                  <a:gd name="T19" fmla="*/ 8 h 121"/>
                  <a:gd name="T20" fmla="*/ 3 w 125"/>
                  <a:gd name="T21" fmla="*/ 8 h 121"/>
                  <a:gd name="T22" fmla="*/ 3 w 125"/>
                  <a:gd name="T23" fmla="*/ 8 h 121"/>
                  <a:gd name="T24" fmla="*/ 2 w 125"/>
                  <a:gd name="T25" fmla="*/ 8 h 121"/>
                  <a:gd name="T26" fmla="*/ 2 w 125"/>
                  <a:gd name="T27" fmla="*/ 8 h 121"/>
                  <a:gd name="T28" fmla="*/ 1 w 125"/>
                  <a:gd name="T29" fmla="*/ 8 h 121"/>
                  <a:gd name="T30" fmla="*/ 1 w 125"/>
                  <a:gd name="T31" fmla="*/ 8 h 121"/>
                  <a:gd name="T32" fmla="*/ 0 w 125"/>
                  <a:gd name="T33" fmla="*/ 8 h 121"/>
                  <a:gd name="T34" fmla="*/ 1 w 125"/>
                  <a:gd name="T35" fmla="*/ 7 h 121"/>
                  <a:gd name="T36" fmla="*/ 1 w 125"/>
                  <a:gd name="T37" fmla="*/ 6 h 121"/>
                  <a:gd name="T38" fmla="*/ 2 w 125"/>
                  <a:gd name="T39" fmla="*/ 5 h 121"/>
                  <a:gd name="T40" fmla="*/ 2 w 125"/>
                  <a:gd name="T41" fmla="*/ 4 h 121"/>
                  <a:gd name="T42" fmla="*/ 3 w 125"/>
                  <a:gd name="T43" fmla="*/ 3 h 121"/>
                  <a:gd name="T44" fmla="*/ 3 w 125"/>
                  <a:gd name="T45" fmla="*/ 2 h 121"/>
                  <a:gd name="T46" fmla="*/ 4 w 125"/>
                  <a:gd name="T47" fmla="*/ 1 h 121"/>
                  <a:gd name="T48" fmla="*/ 4 w 125"/>
                  <a:gd name="T49" fmla="*/ 0 h 121"/>
                  <a:gd name="T50" fmla="*/ 8 w 125"/>
                  <a:gd name="T51" fmla="*/ 1 h 121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25"/>
                  <a:gd name="T79" fmla="*/ 0 h 121"/>
                  <a:gd name="T80" fmla="*/ 125 w 125"/>
                  <a:gd name="T81" fmla="*/ 121 h 121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25" h="121">
                    <a:moveTo>
                      <a:pt x="125" y="6"/>
                    </a:moveTo>
                    <a:lnTo>
                      <a:pt x="118" y="22"/>
                    </a:lnTo>
                    <a:lnTo>
                      <a:pt x="111" y="36"/>
                    </a:lnTo>
                    <a:lnTo>
                      <a:pt x="104" y="51"/>
                    </a:lnTo>
                    <a:lnTo>
                      <a:pt x="96" y="65"/>
                    </a:lnTo>
                    <a:lnTo>
                      <a:pt x="88" y="77"/>
                    </a:lnTo>
                    <a:lnTo>
                      <a:pt x="79" y="91"/>
                    </a:lnTo>
                    <a:lnTo>
                      <a:pt x="70" y="104"/>
                    </a:lnTo>
                    <a:lnTo>
                      <a:pt x="61" y="118"/>
                    </a:lnTo>
                    <a:lnTo>
                      <a:pt x="53" y="119"/>
                    </a:lnTo>
                    <a:lnTo>
                      <a:pt x="46" y="119"/>
                    </a:lnTo>
                    <a:lnTo>
                      <a:pt x="38" y="120"/>
                    </a:lnTo>
                    <a:lnTo>
                      <a:pt x="31" y="120"/>
                    </a:lnTo>
                    <a:lnTo>
                      <a:pt x="23" y="120"/>
                    </a:lnTo>
                    <a:lnTo>
                      <a:pt x="16" y="120"/>
                    </a:lnTo>
                    <a:lnTo>
                      <a:pt x="8" y="120"/>
                    </a:lnTo>
                    <a:lnTo>
                      <a:pt x="0" y="121"/>
                    </a:lnTo>
                    <a:lnTo>
                      <a:pt x="6" y="103"/>
                    </a:lnTo>
                    <a:lnTo>
                      <a:pt x="15" y="84"/>
                    </a:lnTo>
                    <a:lnTo>
                      <a:pt x="23" y="67"/>
                    </a:lnTo>
                    <a:lnTo>
                      <a:pt x="29" y="50"/>
                    </a:lnTo>
                    <a:lnTo>
                      <a:pt x="36" y="34"/>
                    </a:lnTo>
                    <a:lnTo>
                      <a:pt x="43" y="20"/>
                    </a:lnTo>
                    <a:lnTo>
                      <a:pt x="49" y="8"/>
                    </a:lnTo>
                    <a:lnTo>
                      <a:pt x="54" y="0"/>
                    </a:lnTo>
                    <a:lnTo>
                      <a:pt x="125" y="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Freeform 449"/>
              <p:cNvSpPr>
                <a:spLocks/>
              </p:cNvSpPr>
              <p:nvPr/>
            </p:nvSpPr>
            <p:spPr bwMode="auto">
              <a:xfrm>
                <a:off x="3031" y="2239"/>
                <a:ext cx="52" cy="63"/>
              </a:xfrm>
              <a:custGeom>
                <a:avLst/>
                <a:gdLst>
                  <a:gd name="T0" fmla="*/ 4 w 105"/>
                  <a:gd name="T1" fmla="*/ 7 h 126"/>
                  <a:gd name="T2" fmla="*/ 3 w 105"/>
                  <a:gd name="T3" fmla="*/ 8 h 126"/>
                  <a:gd name="T4" fmla="*/ 3 w 105"/>
                  <a:gd name="T5" fmla="*/ 8 h 126"/>
                  <a:gd name="T6" fmla="*/ 2 w 105"/>
                  <a:gd name="T7" fmla="*/ 8 h 126"/>
                  <a:gd name="T8" fmla="*/ 2 w 105"/>
                  <a:gd name="T9" fmla="*/ 8 h 126"/>
                  <a:gd name="T10" fmla="*/ 1 w 105"/>
                  <a:gd name="T11" fmla="*/ 8 h 126"/>
                  <a:gd name="T12" fmla="*/ 1 w 105"/>
                  <a:gd name="T13" fmla="*/ 8 h 126"/>
                  <a:gd name="T14" fmla="*/ 0 w 105"/>
                  <a:gd name="T15" fmla="*/ 8 h 126"/>
                  <a:gd name="T16" fmla="*/ 0 w 105"/>
                  <a:gd name="T17" fmla="*/ 8 h 126"/>
                  <a:gd name="T18" fmla="*/ 0 w 105"/>
                  <a:gd name="T19" fmla="*/ 7 h 126"/>
                  <a:gd name="T20" fmla="*/ 0 w 105"/>
                  <a:gd name="T21" fmla="*/ 6 h 126"/>
                  <a:gd name="T22" fmla="*/ 0 w 105"/>
                  <a:gd name="T23" fmla="*/ 5 h 126"/>
                  <a:gd name="T24" fmla="*/ 0 w 105"/>
                  <a:gd name="T25" fmla="*/ 4 h 126"/>
                  <a:gd name="T26" fmla="*/ 0 w 105"/>
                  <a:gd name="T27" fmla="*/ 4 h 126"/>
                  <a:gd name="T28" fmla="*/ 0 w 105"/>
                  <a:gd name="T29" fmla="*/ 1 h 126"/>
                  <a:gd name="T30" fmla="*/ 1 w 105"/>
                  <a:gd name="T31" fmla="*/ 1 h 126"/>
                  <a:gd name="T32" fmla="*/ 1 w 105"/>
                  <a:gd name="T33" fmla="*/ 1 h 126"/>
                  <a:gd name="T34" fmla="*/ 2 w 105"/>
                  <a:gd name="T35" fmla="*/ 1 h 126"/>
                  <a:gd name="T36" fmla="*/ 3 w 105"/>
                  <a:gd name="T37" fmla="*/ 1 h 126"/>
                  <a:gd name="T38" fmla="*/ 4 w 105"/>
                  <a:gd name="T39" fmla="*/ 1 h 126"/>
                  <a:gd name="T40" fmla="*/ 5 w 105"/>
                  <a:gd name="T41" fmla="*/ 1 h 126"/>
                  <a:gd name="T42" fmla="*/ 5 w 105"/>
                  <a:gd name="T43" fmla="*/ 0 h 126"/>
                  <a:gd name="T44" fmla="*/ 6 w 105"/>
                  <a:gd name="T45" fmla="*/ 0 h 126"/>
                  <a:gd name="T46" fmla="*/ 6 w 105"/>
                  <a:gd name="T47" fmla="*/ 1 h 126"/>
                  <a:gd name="T48" fmla="*/ 6 w 105"/>
                  <a:gd name="T49" fmla="*/ 2 h 126"/>
                  <a:gd name="T50" fmla="*/ 5 w 105"/>
                  <a:gd name="T51" fmla="*/ 3 h 126"/>
                  <a:gd name="T52" fmla="*/ 5 w 105"/>
                  <a:gd name="T53" fmla="*/ 4 h 126"/>
                  <a:gd name="T54" fmla="*/ 4 w 105"/>
                  <a:gd name="T55" fmla="*/ 5 h 126"/>
                  <a:gd name="T56" fmla="*/ 4 w 105"/>
                  <a:gd name="T57" fmla="*/ 5 h 126"/>
                  <a:gd name="T58" fmla="*/ 4 w 105"/>
                  <a:gd name="T59" fmla="*/ 6 h 126"/>
                  <a:gd name="T60" fmla="*/ 4 w 105"/>
                  <a:gd name="T61" fmla="*/ 7 h 12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05"/>
                  <a:gd name="T94" fmla="*/ 0 h 126"/>
                  <a:gd name="T95" fmla="*/ 105 w 105"/>
                  <a:gd name="T96" fmla="*/ 126 h 12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05" h="126">
                    <a:moveTo>
                      <a:pt x="64" y="104"/>
                    </a:moveTo>
                    <a:lnTo>
                      <a:pt x="59" y="114"/>
                    </a:lnTo>
                    <a:lnTo>
                      <a:pt x="53" y="121"/>
                    </a:lnTo>
                    <a:lnTo>
                      <a:pt x="45" y="125"/>
                    </a:lnTo>
                    <a:lnTo>
                      <a:pt x="38" y="126"/>
                    </a:lnTo>
                    <a:lnTo>
                      <a:pt x="29" y="126"/>
                    </a:lnTo>
                    <a:lnTo>
                      <a:pt x="21" y="126"/>
                    </a:lnTo>
                    <a:lnTo>
                      <a:pt x="11" y="125"/>
                    </a:lnTo>
                    <a:lnTo>
                      <a:pt x="3" y="126"/>
                    </a:lnTo>
                    <a:lnTo>
                      <a:pt x="0" y="109"/>
                    </a:lnTo>
                    <a:lnTo>
                      <a:pt x="0" y="89"/>
                    </a:lnTo>
                    <a:lnTo>
                      <a:pt x="1" y="70"/>
                    </a:lnTo>
                    <a:lnTo>
                      <a:pt x="3" y="53"/>
                    </a:lnTo>
                    <a:lnTo>
                      <a:pt x="6" y="53"/>
                    </a:lnTo>
                    <a:lnTo>
                      <a:pt x="7" y="11"/>
                    </a:lnTo>
                    <a:lnTo>
                      <a:pt x="17" y="8"/>
                    </a:lnTo>
                    <a:lnTo>
                      <a:pt x="29" y="6"/>
                    </a:lnTo>
                    <a:lnTo>
                      <a:pt x="41" y="5"/>
                    </a:lnTo>
                    <a:lnTo>
                      <a:pt x="54" y="4"/>
                    </a:lnTo>
                    <a:lnTo>
                      <a:pt x="67" y="3"/>
                    </a:lnTo>
                    <a:lnTo>
                      <a:pt x="81" y="2"/>
                    </a:lnTo>
                    <a:lnTo>
                      <a:pt x="93" y="0"/>
                    </a:lnTo>
                    <a:lnTo>
                      <a:pt x="105" y="0"/>
                    </a:lnTo>
                    <a:lnTo>
                      <a:pt x="100" y="14"/>
                    </a:lnTo>
                    <a:lnTo>
                      <a:pt x="96" y="28"/>
                    </a:lnTo>
                    <a:lnTo>
                      <a:pt x="90" y="41"/>
                    </a:lnTo>
                    <a:lnTo>
                      <a:pt x="85" y="53"/>
                    </a:lnTo>
                    <a:lnTo>
                      <a:pt x="79" y="66"/>
                    </a:lnTo>
                    <a:lnTo>
                      <a:pt x="75" y="79"/>
                    </a:lnTo>
                    <a:lnTo>
                      <a:pt x="69" y="91"/>
                    </a:lnTo>
                    <a:lnTo>
                      <a:pt x="64" y="10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" name="Freeform 450"/>
              <p:cNvSpPr>
                <a:spLocks/>
              </p:cNvSpPr>
              <p:nvPr/>
            </p:nvSpPr>
            <p:spPr bwMode="auto">
              <a:xfrm>
                <a:off x="3112" y="2242"/>
                <a:ext cx="60" cy="60"/>
              </a:xfrm>
              <a:custGeom>
                <a:avLst/>
                <a:gdLst>
                  <a:gd name="T0" fmla="*/ 4 w 121"/>
                  <a:gd name="T1" fmla="*/ 1 h 120"/>
                  <a:gd name="T2" fmla="*/ 4 w 121"/>
                  <a:gd name="T3" fmla="*/ 1 h 120"/>
                  <a:gd name="T4" fmla="*/ 5 w 121"/>
                  <a:gd name="T5" fmla="*/ 0 h 120"/>
                  <a:gd name="T6" fmla="*/ 5 w 121"/>
                  <a:gd name="T7" fmla="*/ 0 h 120"/>
                  <a:gd name="T8" fmla="*/ 5 w 121"/>
                  <a:gd name="T9" fmla="*/ 1 h 120"/>
                  <a:gd name="T10" fmla="*/ 6 w 121"/>
                  <a:gd name="T11" fmla="*/ 1 h 120"/>
                  <a:gd name="T12" fmla="*/ 6 w 121"/>
                  <a:gd name="T13" fmla="*/ 1 h 120"/>
                  <a:gd name="T14" fmla="*/ 7 w 121"/>
                  <a:gd name="T15" fmla="*/ 1 h 120"/>
                  <a:gd name="T16" fmla="*/ 7 w 121"/>
                  <a:gd name="T17" fmla="*/ 1 h 120"/>
                  <a:gd name="T18" fmla="*/ 7 w 121"/>
                  <a:gd name="T19" fmla="*/ 2 h 120"/>
                  <a:gd name="T20" fmla="*/ 7 w 121"/>
                  <a:gd name="T21" fmla="*/ 3 h 120"/>
                  <a:gd name="T22" fmla="*/ 6 w 121"/>
                  <a:gd name="T23" fmla="*/ 4 h 120"/>
                  <a:gd name="T24" fmla="*/ 6 w 121"/>
                  <a:gd name="T25" fmla="*/ 5 h 120"/>
                  <a:gd name="T26" fmla="*/ 5 w 121"/>
                  <a:gd name="T27" fmla="*/ 6 h 120"/>
                  <a:gd name="T28" fmla="*/ 4 w 121"/>
                  <a:gd name="T29" fmla="*/ 6 h 120"/>
                  <a:gd name="T30" fmla="*/ 4 w 121"/>
                  <a:gd name="T31" fmla="*/ 7 h 120"/>
                  <a:gd name="T32" fmla="*/ 3 w 121"/>
                  <a:gd name="T33" fmla="*/ 8 h 120"/>
                  <a:gd name="T34" fmla="*/ 3 w 121"/>
                  <a:gd name="T35" fmla="*/ 8 h 120"/>
                  <a:gd name="T36" fmla="*/ 3 w 121"/>
                  <a:gd name="T37" fmla="*/ 8 h 120"/>
                  <a:gd name="T38" fmla="*/ 2 w 121"/>
                  <a:gd name="T39" fmla="*/ 8 h 120"/>
                  <a:gd name="T40" fmla="*/ 1 w 121"/>
                  <a:gd name="T41" fmla="*/ 8 h 120"/>
                  <a:gd name="T42" fmla="*/ 1 w 121"/>
                  <a:gd name="T43" fmla="*/ 8 h 120"/>
                  <a:gd name="T44" fmla="*/ 0 w 121"/>
                  <a:gd name="T45" fmla="*/ 8 h 120"/>
                  <a:gd name="T46" fmla="*/ 0 w 121"/>
                  <a:gd name="T47" fmla="*/ 8 h 120"/>
                  <a:gd name="T48" fmla="*/ 0 w 121"/>
                  <a:gd name="T49" fmla="*/ 7 h 120"/>
                  <a:gd name="T50" fmla="*/ 0 w 121"/>
                  <a:gd name="T51" fmla="*/ 7 h 120"/>
                  <a:gd name="T52" fmla="*/ 1 w 121"/>
                  <a:gd name="T53" fmla="*/ 6 h 120"/>
                  <a:gd name="T54" fmla="*/ 1 w 121"/>
                  <a:gd name="T55" fmla="*/ 5 h 120"/>
                  <a:gd name="T56" fmla="*/ 2 w 121"/>
                  <a:gd name="T57" fmla="*/ 4 h 120"/>
                  <a:gd name="T58" fmla="*/ 2 w 121"/>
                  <a:gd name="T59" fmla="*/ 4 h 120"/>
                  <a:gd name="T60" fmla="*/ 3 w 121"/>
                  <a:gd name="T61" fmla="*/ 3 h 120"/>
                  <a:gd name="T62" fmla="*/ 4 w 121"/>
                  <a:gd name="T63" fmla="*/ 2 h 120"/>
                  <a:gd name="T64" fmla="*/ 4 w 121"/>
                  <a:gd name="T65" fmla="*/ 1 h 12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1"/>
                  <a:gd name="T100" fmla="*/ 0 h 120"/>
                  <a:gd name="T101" fmla="*/ 121 w 121"/>
                  <a:gd name="T102" fmla="*/ 120 h 12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1" h="120">
                    <a:moveTo>
                      <a:pt x="70" y="4"/>
                    </a:moveTo>
                    <a:lnTo>
                      <a:pt x="75" y="1"/>
                    </a:lnTo>
                    <a:lnTo>
                      <a:pt x="80" y="0"/>
                    </a:lnTo>
                    <a:lnTo>
                      <a:pt x="85" y="0"/>
                    </a:lnTo>
                    <a:lnTo>
                      <a:pt x="91" y="1"/>
                    </a:lnTo>
                    <a:lnTo>
                      <a:pt x="97" y="2"/>
                    </a:lnTo>
                    <a:lnTo>
                      <a:pt x="105" y="5"/>
                    </a:lnTo>
                    <a:lnTo>
                      <a:pt x="112" y="8"/>
                    </a:lnTo>
                    <a:lnTo>
                      <a:pt x="121" y="13"/>
                    </a:lnTo>
                    <a:lnTo>
                      <a:pt x="121" y="30"/>
                    </a:lnTo>
                    <a:lnTo>
                      <a:pt x="117" y="44"/>
                    </a:lnTo>
                    <a:lnTo>
                      <a:pt x="110" y="58"/>
                    </a:lnTo>
                    <a:lnTo>
                      <a:pt x="99" y="69"/>
                    </a:lnTo>
                    <a:lnTo>
                      <a:pt x="88" y="81"/>
                    </a:lnTo>
                    <a:lnTo>
                      <a:pt x="77" y="94"/>
                    </a:lnTo>
                    <a:lnTo>
                      <a:pt x="67" y="106"/>
                    </a:lnTo>
                    <a:lnTo>
                      <a:pt x="59" y="120"/>
                    </a:lnTo>
                    <a:lnTo>
                      <a:pt x="57" y="120"/>
                    </a:lnTo>
                    <a:lnTo>
                      <a:pt x="50" y="119"/>
                    </a:lnTo>
                    <a:lnTo>
                      <a:pt x="40" y="118"/>
                    </a:lnTo>
                    <a:lnTo>
                      <a:pt x="30" y="117"/>
                    </a:lnTo>
                    <a:lnTo>
                      <a:pt x="20" y="115"/>
                    </a:lnTo>
                    <a:lnTo>
                      <a:pt x="11" y="114"/>
                    </a:lnTo>
                    <a:lnTo>
                      <a:pt x="4" y="113"/>
                    </a:lnTo>
                    <a:lnTo>
                      <a:pt x="0" y="112"/>
                    </a:lnTo>
                    <a:lnTo>
                      <a:pt x="11" y="100"/>
                    </a:lnTo>
                    <a:lnTo>
                      <a:pt x="21" y="89"/>
                    </a:lnTo>
                    <a:lnTo>
                      <a:pt x="30" y="76"/>
                    </a:lnTo>
                    <a:lnTo>
                      <a:pt x="39" y="62"/>
                    </a:lnTo>
                    <a:lnTo>
                      <a:pt x="47" y="49"/>
                    </a:lnTo>
                    <a:lnTo>
                      <a:pt x="57" y="35"/>
                    </a:lnTo>
                    <a:lnTo>
                      <a:pt x="64" y="20"/>
                    </a:lnTo>
                    <a:lnTo>
                      <a:pt x="70" y="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" name="Freeform 451"/>
              <p:cNvSpPr>
                <a:spLocks/>
              </p:cNvSpPr>
              <p:nvPr/>
            </p:nvSpPr>
            <p:spPr bwMode="auto">
              <a:xfrm>
                <a:off x="2977" y="2243"/>
                <a:ext cx="48" cy="62"/>
              </a:xfrm>
              <a:custGeom>
                <a:avLst/>
                <a:gdLst>
                  <a:gd name="T0" fmla="*/ 7 w 94"/>
                  <a:gd name="T1" fmla="*/ 0 h 123"/>
                  <a:gd name="T2" fmla="*/ 6 w 94"/>
                  <a:gd name="T3" fmla="*/ 2 h 123"/>
                  <a:gd name="T4" fmla="*/ 6 w 94"/>
                  <a:gd name="T5" fmla="*/ 4 h 123"/>
                  <a:gd name="T6" fmla="*/ 6 w 94"/>
                  <a:gd name="T7" fmla="*/ 6 h 123"/>
                  <a:gd name="T8" fmla="*/ 6 w 94"/>
                  <a:gd name="T9" fmla="*/ 8 h 123"/>
                  <a:gd name="T10" fmla="*/ 5 w 94"/>
                  <a:gd name="T11" fmla="*/ 8 h 123"/>
                  <a:gd name="T12" fmla="*/ 5 w 94"/>
                  <a:gd name="T13" fmla="*/ 8 h 123"/>
                  <a:gd name="T14" fmla="*/ 4 w 94"/>
                  <a:gd name="T15" fmla="*/ 8 h 123"/>
                  <a:gd name="T16" fmla="*/ 4 w 94"/>
                  <a:gd name="T17" fmla="*/ 8 h 123"/>
                  <a:gd name="T18" fmla="*/ 3 w 94"/>
                  <a:gd name="T19" fmla="*/ 8 h 123"/>
                  <a:gd name="T20" fmla="*/ 3 w 94"/>
                  <a:gd name="T21" fmla="*/ 8 h 123"/>
                  <a:gd name="T22" fmla="*/ 2 w 94"/>
                  <a:gd name="T23" fmla="*/ 8 h 123"/>
                  <a:gd name="T24" fmla="*/ 2 w 94"/>
                  <a:gd name="T25" fmla="*/ 8 h 123"/>
                  <a:gd name="T26" fmla="*/ 1 w 94"/>
                  <a:gd name="T27" fmla="*/ 7 h 123"/>
                  <a:gd name="T28" fmla="*/ 1 w 94"/>
                  <a:gd name="T29" fmla="*/ 5 h 123"/>
                  <a:gd name="T30" fmla="*/ 1 w 94"/>
                  <a:gd name="T31" fmla="*/ 3 h 123"/>
                  <a:gd name="T32" fmla="*/ 0 w 94"/>
                  <a:gd name="T33" fmla="*/ 2 h 123"/>
                  <a:gd name="T34" fmla="*/ 1 w 94"/>
                  <a:gd name="T35" fmla="*/ 1 h 123"/>
                  <a:gd name="T36" fmla="*/ 2 w 94"/>
                  <a:gd name="T37" fmla="*/ 1 h 123"/>
                  <a:gd name="T38" fmla="*/ 3 w 94"/>
                  <a:gd name="T39" fmla="*/ 1 h 123"/>
                  <a:gd name="T40" fmla="*/ 3 w 94"/>
                  <a:gd name="T41" fmla="*/ 1 h 123"/>
                  <a:gd name="T42" fmla="*/ 4 w 94"/>
                  <a:gd name="T43" fmla="*/ 1 h 123"/>
                  <a:gd name="T44" fmla="*/ 5 w 94"/>
                  <a:gd name="T45" fmla="*/ 1 h 123"/>
                  <a:gd name="T46" fmla="*/ 6 w 94"/>
                  <a:gd name="T47" fmla="*/ 1 h 123"/>
                  <a:gd name="T48" fmla="*/ 7 w 94"/>
                  <a:gd name="T49" fmla="*/ 0 h 123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94"/>
                  <a:gd name="T76" fmla="*/ 0 h 123"/>
                  <a:gd name="T77" fmla="*/ 94 w 94"/>
                  <a:gd name="T78" fmla="*/ 123 h 123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94" h="123">
                    <a:moveTo>
                      <a:pt x="94" y="0"/>
                    </a:moveTo>
                    <a:lnTo>
                      <a:pt x="92" y="26"/>
                    </a:lnTo>
                    <a:lnTo>
                      <a:pt x="92" y="56"/>
                    </a:lnTo>
                    <a:lnTo>
                      <a:pt x="90" y="87"/>
                    </a:lnTo>
                    <a:lnTo>
                      <a:pt x="86" y="115"/>
                    </a:lnTo>
                    <a:lnTo>
                      <a:pt x="79" y="117"/>
                    </a:lnTo>
                    <a:lnTo>
                      <a:pt x="71" y="118"/>
                    </a:lnTo>
                    <a:lnTo>
                      <a:pt x="62" y="119"/>
                    </a:lnTo>
                    <a:lnTo>
                      <a:pt x="53" y="121"/>
                    </a:lnTo>
                    <a:lnTo>
                      <a:pt x="44" y="122"/>
                    </a:lnTo>
                    <a:lnTo>
                      <a:pt x="36" y="123"/>
                    </a:lnTo>
                    <a:lnTo>
                      <a:pt x="26" y="123"/>
                    </a:lnTo>
                    <a:lnTo>
                      <a:pt x="18" y="123"/>
                    </a:lnTo>
                    <a:lnTo>
                      <a:pt x="16" y="108"/>
                    </a:lnTo>
                    <a:lnTo>
                      <a:pt x="11" y="80"/>
                    </a:lnTo>
                    <a:lnTo>
                      <a:pt x="4" y="47"/>
                    </a:lnTo>
                    <a:lnTo>
                      <a:pt x="0" y="17"/>
                    </a:lnTo>
                    <a:lnTo>
                      <a:pt x="11" y="13"/>
                    </a:lnTo>
                    <a:lnTo>
                      <a:pt x="23" y="11"/>
                    </a:lnTo>
                    <a:lnTo>
                      <a:pt x="36" y="10"/>
                    </a:lnTo>
                    <a:lnTo>
                      <a:pt x="47" y="8"/>
                    </a:lnTo>
                    <a:lnTo>
                      <a:pt x="59" y="7"/>
                    </a:lnTo>
                    <a:lnTo>
                      <a:pt x="71" y="5"/>
                    </a:lnTo>
                    <a:lnTo>
                      <a:pt x="83" y="3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Freeform 452"/>
              <p:cNvSpPr>
                <a:spLocks/>
              </p:cNvSpPr>
              <p:nvPr/>
            </p:nvSpPr>
            <p:spPr bwMode="auto">
              <a:xfrm>
                <a:off x="2675" y="2236"/>
                <a:ext cx="73" cy="72"/>
              </a:xfrm>
              <a:custGeom>
                <a:avLst/>
                <a:gdLst>
                  <a:gd name="T0" fmla="*/ 10 w 145"/>
                  <a:gd name="T1" fmla="*/ 5 h 144"/>
                  <a:gd name="T2" fmla="*/ 9 w 145"/>
                  <a:gd name="T3" fmla="*/ 5 h 144"/>
                  <a:gd name="T4" fmla="*/ 9 w 145"/>
                  <a:gd name="T5" fmla="*/ 6 h 144"/>
                  <a:gd name="T6" fmla="*/ 8 w 145"/>
                  <a:gd name="T7" fmla="*/ 6 h 144"/>
                  <a:gd name="T8" fmla="*/ 8 w 145"/>
                  <a:gd name="T9" fmla="*/ 6 h 144"/>
                  <a:gd name="T10" fmla="*/ 7 w 145"/>
                  <a:gd name="T11" fmla="*/ 7 h 144"/>
                  <a:gd name="T12" fmla="*/ 7 w 145"/>
                  <a:gd name="T13" fmla="*/ 7 h 144"/>
                  <a:gd name="T14" fmla="*/ 7 w 145"/>
                  <a:gd name="T15" fmla="*/ 9 h 144"/>
                  <a:gd name="T16" fmla="*/ 6 w 145"/>
                  <a:gd name="T17" fmla="*/ 9 h 144"/>
                  <a:gd name="T18" fmla="*/ 6 w 145"/>
                  <a:gd name="T19" fmla="*/ 9 h 144"/>
                  <a:gd name="T20" fmla="*/ 5 w 145"/>
                  <a:gd name="T21" fmla="*/ 7 h 144"/>
                  <a:gd name="T22" fmla="*/ 5 w 145"/>
                  <a:gd name="T23" fmla="*/ 6 h 144"/>
                  <a:gd name="T24" fmla="*/ 5 w 145"/>
                  <a:gd name="T25" fmla="*/ 5 h 144"/>
                  <a:gd name="T26" fmla="*/ 4 w 145"/>
                  <a:gd name="T27" fmla="*/ 5 h 144"/>
                  <a:gd name="T28" fmla="*/ 4 w 145"/>
                  <a:gd name="T29" fmla="*/ 5 h 144"/>
                  <a:gd name="T30" fmla="*/ 3 w 145"/>
                  <a:gd name="T31" fmla="*/ 5 h 144"/>
                  <a:gd name="T32" fmla="*/ 3 w 145"/>
                  <a:gd name="T33" fmla="*/ 5 h 144"/>
                  <a:gd name="T34" fmla="*/ 3 w 145"/>
                  <a:gd name="T35" fmla="*/ 4 h 144"/>
                  <a:gd name="T36" fmla="*/ 2 w 145"/>
                  <a:gd name="T37" fmla="*/ 3 h 144"/>
                  <a:gd name="T38" fmla="*/ 2 w 145"/>
                  <a:gd name="T39" fmla="*/ 4 h 144"/>
                  <a:gd name="T40" fmla="*/ 1 w 145"/>
                  <a:gd name="T41" fmla="*/ 5 h 144"/>
                  <a:gd name="T42" fmla="*/ 1 w 145"/>
                  <a:gd name="T43" fmla="*/ 5 h 144"/>
                  <a:gd name="T44" fmla="*/ 1 w 145"/>
                  <a:gd name="T45" fmla="*/ 5 h 144"/>
                  <a:gd name="T46" fmla="*/ 1 w 145"/>
                  <a:gd name="T47" fmla="*/ 5 h 144"/>
                  <a:gd name="T48" fmla="*/ 0 w 145"/>
                  <a:gd name="T49" fmla="*/ 3 h 144"/>
                  <a:gd name="T50" fmla="*/ 0 w 145"/>
                  <a:gd name="T51" fmla="*/ 3 h 144"/>
                  <a:gd name="T52" fmla="*/ 1 w 145"/>
                  <a:gd name="T53" fmla="*/ 2 h 144"/>
                  <a:gd name="T54" fmla="*/ 2 w 145"/>
                  <a:gd name="T55" fmla="*/ 2 h 144"/>
                  <a:gd name="T56" fmla="*/ 2 w 145"/>
                  <a:gd name="T57" fmla="*/ 1 h 144"/>
                  <a:gd name="T58" fmla="*/ 3 w 145"/>
                  <a:gd name="T59" fmla="*/ 1 h 144"/>
                  <a:gd name="T60" fmla="*/ 4 w 145"/>
                  <a:gd name="T61" fmla="*/ 1 h 144"/>
                  <a:gd name="T62" fmla="*/ 4 w 145"/>
                  <a:gd name="T63" fmla="*/ 1 h 144"/>
                  <a:gd name="T64" fmla="*/ 5 w 145"/>
                  <a:gd name="T65" fmla="*/ 1 h 144"/>
                  <a:gd name="T66" fmla="*/ 5 w 145"/>
                  <a:gd name="T67" fmla="*/ 0 h 144"/>
                  <a:gd name="T68" fmla="*/ 6 w 145"/>
                  <a:gd name="T69" fmla="*/ 1 h 144"/>
                  <a:gd name="T70" fmla="*/ 6 w 145"/>
                  <a:gd name="T71" fmla="*/ 1 h 144"/>
                  <a:gd name="T72" fmla="*/ 7 w 145"/>
                  <a:gd name="T73" fmla="*/ 2 h 144"/>
                  <a:gd name="T74" fmla="*/ 8 w 145"/>
                  <a:gd name="T75" fmla="*/ 2 h 144"/>
                  <a:gd name="T76" fmla="*/ 8 w 145"/>
                  <a:gd name="T77" fmla="*/ 3 h 144"/>
                  <a:gd name="T78" fmla="*/ 9 w 145"/>
                  <a:gd name="T79" fmla="*/ 5 h 144"/>
                  <a:gd name="T80" fmla="*/ 9 w 145"/>
                  <a:gd name="T81" fmla="*/ 5 h 144"/>
                  <a:gd name="T82" fmla="*/ 10 w 145"/>
                  <a:gd name="T83" fmla="*/ 5 h 144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45"/>
                  <a:gd name="T127" fmla="*/ 0 h 144"/>
                  <a:gd name="T128" fmla="*/ 145 w 145"/>
                  <a:gd name="T129" fmla="*/ 144 h 144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45" h="144">
                    <a:moveTo>
                      <a:pt x="145" y="81"/>
                    </a:moveTo>
                    <a:lnTo>
                      <a:pt x="139" y="90"/>
                    </a:lnTo>
                    <a:lnTo>
                      <a:pt x="133" y="96"/>
                    </a:lnTo>
                    <a:lnTo>
                      <a:pt x="126" y="105"/>
                    </a:lnTo>
                    <a:lnTo>
                      <a:pt x="119" y="111"/>
                    </a:lnTo>
                    <a:lnTo>
                      <a:pt x="112" y="119"/>
                    </a:lnTo>
                    <a:lnTo>
                      <a:pt x="105" y="126"/>
                    </a:lnTo>
                    <a:lnTo>
                      <a:pt x="97" y="134"/>
                    </a:lnTo>
                    <a:lnTo>
                      <a:pt x="90" y="144"/>
                    </a:lnTo>
                    <a:lnTo>
                      <a:pt x="81" y="131"/>
                    </a:lnTo>
                    <a:lnTo>
                      <a:pt x="76" y="115"/>
                    </a:lnTo>
                    <a:lnTo>
                      <a:pt x="74" y="99"/>
                    </a:lnTo>
                    <a:lnTo>
                      <a:pt x="66" y="84"/>
                    </a:lnTo>
                    <a:lnTo>
                      <a:pt x="60" y="80"/>
                    </a:lnTo>
                    <a:lnTo>
                      <a:pt x="54" y="76"/>
                    </a:lnTo>
                    <a:lnTo>
                      <a:pt x="48" y="71"/>
                    </a:lnTo>
                    <a:lnTo>
                      <a:pt x="42" y="66"/>
                    </a:lnTo>
                    <a:lnTo>
                      <a:pt x="36" y="64"/>
                    </a:lnTo>
                    <a:lnTo>
                      <a:pt x="29" y="63"/>
                    </a:lnTo>
                    <a:lnTo>
                      <a:pt x="22" y="64"/>
                    </a:lnTo>
                    <a:lnTo>
                      <a:pt x="16" y="68"/>
                    </a:lnTo>
                    <a:lnTo>
                      <a:pt x="13" y="70"/>
                    </a:lnTo>
                    <a:lnTo>
                      <a:pt x="8" y="69"/>
                    </a:lnTo>
                    <a:lnTo>
                      <a:pt x="4" y="65"/>
                    </a:lnTo>
                    <a:lnTo>
                      <a:pt x="0" y="63"/>
                    </a:lnTo>
                    <a:lnTo>
                      <a:pt x="0" y="52"/>
                    </a:lnTo>
                    <a:lnTo>
                      <a:pt x="8" y="45"/>
                    </a:lnTo>
                    <a:lnTo>
                      <a:pt x="19" y="38"/>
                    </a:lnTo>
                    <a:lnTo>
                      <a:pt x="29" y="30"/>
                    </a:lnTo>
                    <a:lnTo>
                      <a:pt x="42" y="22"/>
                    </a:lnTo>
                    <a:lnTo>
                      <a:pt x="53" y="15"/>
                    </a:lnTo>
                    <a:lnTo>
                      <a:pt x="62" y="9"/>
                    </a:lnTo>
                    <a:lnTo>
                      <a:pt x="70" y="3"/>
                    </a:lnTo>
                    <a:lnTo>
                      <a:pt x="76" y="0"/>
                    </a:lnTo>
                    <a:lnTo>
                      <a:pt x="83" y="9"/>
                    </a:lnTo>
                    <a:lnTo>
                      <a:pt x="92" y="20"/>
                    </a:lnTo>
                    <a:lnTo>
                      <a:pt x="104" y="33"/>
                    </a:lnTo>
                    <a:lnTo>
                      <a:pt x="115" y="47"/>
                    </a:lnTo>
                    <a:lnTo>
                      <a:pt x="127" y="61"/>
                    </a:lnTo>
                    <a:lnTo>
                      <a:pt x="136" y="71"/>
                    </a:lnTo>
                    <a:lnTo>
                      <a:pt x="143" y="79"/>
                    </a:lnTo>
                    <a:lnTo>
                      <a:pt x="145" y="8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Freeform 453"/>
              <p:cNvSpPr>
                <a:spLocks/>
              </p:cNvSpPr>
              <p:nvPr/>
            </p:nvSpPr>
            <p:spPr bwMode="auto">
              <a:xfrm>
                <a:off x="2922" y="2255"/>
                <a:ext cx="55" cy="66"/>
              </a:xfrm>
              <a:custGeom>
                <a:avLst/>
                <a:gdLst>
                  <a:gd name="T0" fmla="*/ 6 w 111"/>
                  <a:gd name="T1" fmla="*/ 8 h 131"/>
                  <a:gd name="T2" fmla="*/ 3 w 111"/>
                  <a:gd name="T3" fmla="*/ 9 h 131"/>
                  <a:gd name="T4" fmla="*/ 3 w 111"/>
                  <a:gd name="T5" fmla="*/ 8 h 131"/>
                  <a:gd name="T6" fmla="*/ 2 w 111"/>
                  <a:gd name="T7" fmla="*/ 7 h 131"/>
                  <a:gd name="T8" fmla="*/ 2 w 111"/>
                  <a:gd name="T9" fmla="*/ 6 h 131"/>
                  <a:gd name="T10" fmla="*/ 1 w 111"/>
                  <a:gd name="T11" fmla="*/ 6 h 131"/>
                  <a:gd name="T12" fmla="*/ 1 w 111"/>
                  <a:gd name="T13" fmla="*/ 5 h 131"/>
                  <a:gd name="T14" fmla="*/ 0 w 111"/>
                  <a:gd name="T15" fmla="*/ 4 h 131"/>
                  <a:gd name="T16" fmla="*/ 0 w 111"/>
                  <a:gd name="T17" fmla="*/ 3 h 131"/>
                  <a:gd name="T18" fmla="*/ 0 w 111"/>
                  <a:gd name="T19" fmla="*/ 2 h 131"/>
                  <a:gd name="T20" fmla="*/ 5 w 111"/>
                  <a:gd name="T21" fmla="*/ 0 h 131"/>
                  <a:gd name="T22" fmla="*/ 5 w 111"/>
                  <a:gd name="T23" fmla="*/ 2 h 131"/>
                  <a:gd name="T24" fmla="*/ 6 w 111"/>
                  <a:gd name="T25" fmla="*/ 5 h 131"/>
                  <a:gd name="T26" fmla="*/ 6 w 111"/>
                  <a:gd name="T27" fmla="*/ 7 h 131"/>
                  <a:gd name="T28" fmla="*/ 6 w 111"/>
                  <a:gd name="T29" fmla="*/ 8 h 13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1"/>
                  <a:gd name="T46" fmla="*/ 0 h 131"/>
                  <a:gd name="T47" fmla="*/ 111 w 111"/>
                  <a:gd name="T48" fmla="*/ 131 h 13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1" h="131">
                    <a:moveTo>
                      <a:pt x="111" y="113"/>
                    </a:moveTo>
                    <a:lnTo>
                      <a:pt x="58" y="131"/>
                    </a:lnTo>
                    <a:lnTo>
                      <a:pt x="50" y="121"/>
                    </a:lnTo>
                    <a:lnTo>
                      <a:pt x="42" y="108"/>
                    </a:lnTo>
                    <a:lnTo>
                      <a:pt x="34" y="95"/>
                    </a:lnTo>
                    <a:lnTo>
                      <a:pt x="26" y="83"/>
                    </a:lnTo>
                    <a:lnTo>
                      <a:pt x="19" y="69"/>
                    </a:lnTo>
                    <a:lnTo>
                      <a:pt x="12" y="55"/>
                    </a:lnTo>
                    <a:lnTo>
                      <a:pt x="5" y="41"/>
                    </a:lnTo>
                    <a:lnTo>
                      <a:pt x="0" y="27"/>
                    </a:lnTo>
                    <a:lnTo>
                      <a:pt x="83" y="0"/>
                    </a:lnTo>
                    <a:lnTo>
                      <a:pt x="94" y="31"/>
                    </a:lnTo>
                    <a:lnTo>
                      <a:pt x="103" y="68"/>
                    </a:lnTo>
                    <a:lnTo>
                      <a:pt x="109" y="99"/>
                    </a:lnTo>
                    <a:lnTo>
                      <a:pt x="111" y="11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Freeform 454"/>
              <p:cNvSpPr>
                <a:spLocks/>
              </p:cNvSpPr>
              <p:nvPr/>
            </p:nvSpPr>
            <p:spPr bwMode="auto">
              <a:xfrm>
                <a:off x="2865" y="2274"/>
                <a:ext cx="76" cy="63"/>
              </a:xfrm>
              <a:custGeom>
                <a:avLst/>
                <a:gdLst>
                  <a:gd name="T0" fmla="*/ 10 w 152"/>
                  <a:gd name="T1" fmla="*/ 7 h 126"/>
                  <a:gd name="T2" fmla="*/ 9 w 152"/>
                  <a:gd name="T3" fmla="*/ 7 h 126"/>
                  <a:gd name="T4" fmla="*/ 9 w 152"/>
                  <a:gd name="T5" fmla="*/ 7 h 126"/>
                  <a:gd name="T6" fmla="*/ 7 w 152"/>
                  <a:gd name="T7" fmla="*/ 8 h 126"/>
                  <a:gd name="T8" fmla="*/ 7 w 152"/>
                  <a:gd name="T9" fmla="*/ 8 h 126"/>
                  <a:gd name="T10" fmla="*/ 6 w 152"/>
                  <a:gd name="T11" fmla="*/ 8 h 126"/>
                  <a:gd name="T12" fmla="*/ 6 w 152"/>
                  <a:gd name="T13" fmla="*/ 8 h 126"/>
                  <a:gd name="T14" fmla="*/ 5 w 152"/>
                  <a:gd name="T15" fmla="*/ 8 h 126"/>
                  <a:gd name="T16" fmla="*/ 5 w 152"/>
                  <a:gd name="T17" fmla="*/ 8 h 126"/>
                  <a:gd name="T18" fmla="*/ 5 w 152"/>
                  <a:gd name="T19" fmla="*/ 8 h 126"/>
                  <a:gd name="T20" fmla="*/ 3 w 152"/>
                  <a:gd name="T21" fmla="*/ 7 h 126"/>
                  <a:gd name="T22" fmla="*/ 2 w 152"/>
                  <a:gd name="T23" fmla="*/ 6 h 126"/>
                  <a:gd name="T24" fmla="*/ 2 w 152"/>
                  <a:gd name="T25" fmla="*/ 6 h 126"/>
                  <a:gd name="T26" fmla="*/ 1 w 152"/>
                  <a:gd name="T27" fmla="*/ 5 h 126"/>
                  <a:gd name="T28" fmla="*/ 1 w 152"/>
                  <a:gd name="T29" fmla="*/ 4 h 126"/>
                  <a:gd name="T30" fmla="*/ 1 w 152"/>
                  <a:gd name="T31" fmla="*/ 4 h 126"/>
                  <a:gd name="T32" fmla="*/ 0 w 152"/>
                  <a:gd name="T33" fmla="*/ 3 h 126"/>
                  <a:gd name="T34" fmla="*/ 5 w 152"/>
                  <a:gd name="T35" fmla="*/ 0 h 126"/>
                  <a:gd name="T36" fmla="*/ 6 w 152"/>
                  <a:gd name="T37" fmla="*/ 1 h 126"/>
                  <a:gd name="T38" fmla="*/ 6 w 152"/>
                  <a:gd name="T39" fmla="*/ 2 h 126"/>
                  <a:gd name="T40" fmla="*/ 7 w 152"/>
                  <a:gd name="T41" fmla="*/ 3 h 126"/>
                  <a:gd name="T42" fmla="*/ 7 w 152"/>
                  <a:gd name="T43" fmla="*/ 4 h 126"/>
                  <a:gd name="T44" fmla="*/ 7 w 152"/>
                  <a:gd name="T45" fmla="*/ 4 h 126"/>
                  <a:gd name="T46" fmla="*/ 9 w 152"/>
                  <a:gd name="T47" fmla="*/ 5 h 126"/>
                  <a:gd name="T48" fmla="*/ 9 w 152"/>
                  <a:gd name="T49" fmla="*/ 6 h 126"/>
                  <a:gd name="T50" fmla="*/ 10 w 152"/>
                  <a:gd name="T51" fmla="*/ 7 h 12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52"/>
                  <a:gd name="T79" fmla="*/ 0 h 126"/>
                  <a:gd name="T80" fmla="*/ 152 w 152"/>
                  <a:gd name="T81" fmla="*/ 126 h 12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52" h="126">
                    <a:moveTo>
                      <a:pt x="152" y="101"/>
                    </a:moveTo>
                    <a:lnTo>
                      <a:pt x="144" y="103"/>
                    </a:lnTo>
                    <a:lnTo>
                      <a:pt x="135" y="108"/>
                    </a:lnTo>
                    <a:lnTo>
                      <a:pt x="126" y="114"/>
                    </a:lnTo>
                    <a:lnTo>
                      <a:pt x="116" y="118"/>
                    </a:lnTo>
                    <a:lnTo>
                      <a:pt x="106" y="123"/>
                    </a:lnTo>
                    <a:lnTo>
                      <a:pt x="96" y="126"/>
                    </a:lnTo>
                    <a:lnTo>
                      <a:pt x="85" y="126"/>
                    </a:lnTo>
                    <a:lnTo>
                      <a:pt x="75" y="123"/>
                    </a:lnTo>
                    <a:lnTo>
                      <a:pt x="66" y="114"/>
                    </a:lnTo>
                    <a:lnTo>
                      <a:pt x="55" y="105"/>
                    </a:lnTo>
                    <a:lnTo>
                      <a:pt x="46" y="94"/>
                    </a:lnTo>
                    <a:lnTo>
                      <a:pt x="37" y="84"/>
                    </a:lnTo>
                    <a:lnTo>
                      <a:pt x="28" y="73"/>
                    </a:lnTo>
                    <a:lnTo>
                      <a:pt x="18" y="63"/>
                    </a:lnTo>
                    <a:lnTo>
                      <a:pt x="9" y="53"/>
                    </a:lnTo>
                    <a:lnTo>
                      <a:pt x="0" y="43"/>
                    </a:lnTo>
                    <a:lnTo>
                      <a:pt x="86" y="0"/>
                    </a:lnTo>
                    <a:lnTo>
                      <a:pt x="96" y="12"/>
                    </a:lnTo>
                    <a:lnTo>
                      <a:pt x="105" y="26"/>
                    </a:lnTo>
                    <a:lnTo>
                      <a:pt x="112" y="39"/>
                    </a:lnTo>
                    <a:lnTo>
                      <a:pt x="120" y="50"/>
                    </a:lnTo>
                    <a:lnTo>
                      <a:pt x="127" y="63"/>
                    </a:lnTo>
                    <a:lnTo>
                      <a:pt x="135" y="76"/>
                    </a:lnTo>
                    <a:lnTo>
                      <a:pt x="143" y="88"/>
                    </a:lnTo>
                    <a:lnTo>
                      <a:pt x="152" y="10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Freeform 455"/>
              <p:cNvSpPr>
                <a:spLocks/>
              </p:cNvSpPr>
              <p:nvPr/>
            </p:nvSpPr>
            <p:spPr bwMode="auto">
              <a:xfrm>
                <a:off x="2768" y="2270"/>
                <a:ext cx="66" cy="48"/>
              </a:xfrm>
              <a:custGeom>
                <a:avLst/>
                <a:gdLst>
                  <a:gd name="T0" fmla="*/ 3 w 132"/>
                  <a:gd name="T1" fmla="*/ 3 h 96"/>
                  <a:gd name="T2" fmla="*/ 8 w 132"/>
                  <a:gd name="T3" fmla="*/ 3 h 96"/>
                  <a:gd name="T4" fmla="*/ 8 w 132"/>
                  <a:gd name="T5" fmla="*/ 3 h 96"/>
                  <a:gd name="T6" fmla="*/ 7 w 132"/>
                  <a:gd name="T7" fmla="*/ 5 h 96"/>
                  <a:gd name="T8" fmla="*/ 7 w 132"/>
                  <a:gd name="T9" fmla="*/ 5 h 96"/>
                  <a:gd name="T10" fmla="*/ 7 w 132"/>
                  <a:gd name="T11" fmla="*/ 5 h 96"/>
                  <a:gd name="T12" fmla="*/ 6 w 132"/>
                  <a:gd name="T13" fmla="*/ 5 h 96"/>
                  <a:gd name="T14" fmla="*/ 6 w 132"/>
                  <a:gd name="T15" fmla="*/ 6 h 96"/>
                  <a:gd name="T16" fmla="*/ 5 w 132"/>
                  <a:gd name="T17" fmla="*/ 6 h 96"/>
                  <a:gd name="T18" fmla="*/ 5 w 132"/>
                  <a:gd name="T19" fmla="*/ 6 h 96"/>
                  <a:gd name="T20" fmla="*/ 4 w 132"/>
                  <a:gd name="T21" fmla="*/ 6 h 96"/>
                  <a:gd name="T22" fmla="*/ 3 w 132"/>
                  <a:gd name="T23" fmla="*/ 5 h 96"/>
                  <a:gd name="T24" fmla="*/ 3 w 132"/>
                  <a:gd name="T25" fmla="*/ 5 h 96"/>
                  <a:gd name="T26" fmla="*/ 2 w 132"/>
                  <a:gd name="T27" fmla="*/ 3 h 96"/>
                  <a:gd name="T28" fmla="*/ 1 w 132"/>
                  <a:gd name="T29" fmla="*/ 3 h 96"/>
                  <a:gd name="T30" fmla="*/ 1 w 132"/>
                  <a:gd name="T31" fmla="*/ 3 h 96"/>
                  <a:gd name="T32" fmla="*/ 1 w 132"/>
                  <a:gd name="T33" fmla="*/ 3 h 96"/>
                  <a:gd name="T34" fmla="*/ 0 w 132"/>
                  <a:gd name="T35" fmla="*/ 2 h 96"/>
                  <a:gd name="T36" fmla="*/ 1 w 132"/>
                  <a:gd name="T37" fmla="*/ 1 h 96"/>
                  <a:gd name="T38" fmla="*/ 1 w 132"/>
                  <a:gd name="T39" fmla="*/ 1 h 96"/>
                  <a:gd name="T40" fmla="*/ 1 w 132"/>
                  <a:gd name="T41" fmla="*/ 0 h 96"/>
                  <a:gd name="T42" fmla="*/ 1 w 132"/>
                  <a:gd name="T43" fmla="*/ 1 h 96"/>
                  <a:gd name="T44" fmla="*/ 2 w 132"/>
                  <a:gd name="T45" fmla="*/ 1 h 96"/>
                  <a:gd name="T46" fmla="*/ 2 w 132"/>
                  <a:gd name="T47" fmla="*/ 1 h 96"/>
                  <a:gd name="T48" fmla="*/ 2 w 132"/>
                  <a:gd name="T49" fmla="*/ 2 h 96"/>
                  <a:gd name="T50" fmla="*/ 2 w 132"/>
                  <a:gd name="T51" fmla="*/ 2 h 96"/>
                  <a:gd name="T52" fmla="*/ 2 w 132"/>
                  <a:gd name="T53" fmla="*/ 2 h 96"/>
                  <a:gd name="T54" fmla="*/ 3 w 132"/>
                  <a:gd name="T55" fmla="*/ 2 h 96"/>
                  <a:gd name="T56" fmla="*/ 3 w 132"/>
                  <a:gd name="T57" fmla="*/ 3 h 96"/>
                  <a:gd name="T58" fmla="*/ 3 w 132"/>
                  <a:gd name="T59" fmla="*/ 3 h 9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32"/>
                  <a:gd name="T91" fmla="*/ 0 h 96"/>
                  <a:gd name="T92" fmla="*/ 132 w 132"/>
                  <a:gd name="T93" fmla="*/ 96 h 9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32" h="96">
                    <a:moveTo>
                      <a:pt x="63" y="37"/>
                    </a:moveTo>
                    <a:lnTo>
                      <a:pt x="132" y="51"/>
                    </a:lnTo>
                    <a:lnTo>
                      <a:pt x="129" y="60"/>
                    </a:lnTo>
                    <a:lnTo>
                      <a:pt x="124" y="66"/>
                    </a:lnTo>
                    <a:lnTo>
                      <a:pt x="118" y="72"/>
                    </a:lnTo>
                    <a:lnTo>
                      <a:pt x="112" y="77"/>
                    </a:lnTo>
                    <a:lnTo>
                      <a:pt x="106" y="80"/>
                    </a:lnTo>
                    <a:lnTo>
                      <a:pt x="97" y="85"/>
                    </a:lnTo>
                    <a:lnTo>
                      <a:pt x="91" y="91"/>
                    </a:lnTo>
                    <a:lnTo>
                      <a:pt x="84" y="96"/>
                    </a:lnTo>
                    <a:lnTo>
                      <a:pt x="72" y="88"/>
                    </a:lnTo>
                    <a:lnTo>
                      <a:pt x="61" y="79"/>
                    </a:lnTo>
                    <a:lnTo>
                      <a:pt x="50" y="71"/>
                    </a:lnTo>
                    <a:lnTo>
                      <a:pt x="40" y="62"/>
                    </a:lnTo>
                    <a:lnTo>
                      <a:pt x="29" y="53"/>
                    </a:lnTo>
                    <a:lnTo>
                      <a:pt x="19" y="43"/>
                    </a:lnTo>
                    <a:lnTo>
                      <a:pt x="10" y="33"/>
                    </a:lnTo>
                    <a:lnTo>
                      <a:pt x="0" y="23"/>
                    </a:lnTo>
                    <a:lnTo>
                      <a:pt x="3" y="13"/>
                    </a:lnTo>
                    <a:lnTo>
                      <a:pt x="9" y="4"/>
                    </a:lnTo>
                    <a:lnTo>
                      <a:pt x="17" y="0"/>
                    </a:lnTo>
                    <a:lnTo>
                      <a:pt x="28" y="3"/>
                    </a:lnTo>
                    <a:lnTo>
                      <a:pt x="32" y="8"/>
                    </a:lnTo>
                    <a:lnTo>
                      <a:pt x="35" y="12"/>
                    </a:lnTo>
                    <a:lnTo>
                      <a:pt x="39" y="17"/>
                    </a:lnTo>
                    <a:lnTo>
                      <a:pt x="42" y="22"/>
                    </a:lnTo>
                    <a:lnTo>
                      <a:pt x="46" y="26"/>
                    </a:lnTo>
                    <a:lnTo>
                      <a:pt x="50" y="31"/>
                    </a:lnTo>
                    <a:lnTo>
                      <a:pt x="56" y="34"/>
                    </a:lnTo>
                    <a:lnTo>
                      <a:pt x="63" y="3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" name="Freeform 456"/>
              <p:cNvSpPr>
                <a:spLocks/>
              </p:cNvSpPr>
              <p:nvPr/>
            </p:nvSpPr>
            <p:spPr bwMode="auto">
              <a:xfrm>
                <a:off x="3151" y="2290"/>
                <a:ext cx="12" cy="15"/>
              </a:xfrm>
              <a:custGeom>
                <a:avLst/>
                <a:gdLst>
                  <a:gd name="T0" fmla="*/ 0 w 25"/>
                  <a:gd name="T1" fmla="*/ 2 h 30"/>
                  <a:gd name="T2" fmla="*/ 0 w 25"/>
                  <a:gd name="T3" fmla="*/ 2 h 30"/>
                  <a:gd name="T4" fmla="*/ 0 w 25"/>
                  <a:gd name="T5" fmla="*/ 2 h 30"/>
                  <a:gd name="T6" fmla="*/ 0 w 25"/>
                  <a:gd name="T7" fmla="*/ 2 h 30"/>
                  <a:gd name="T8" fmla="*/ 0 w 25"/>
                  <a:gd name="T9" fmla="*/ 2 h 30"/>
                  <a:gd name="T10" fmla="*/ 1 w 25"/>
                  <a:gd name="T11" fmla="*/ 0 h 30"/>
                  <a:gd name="T12" fmla="*/ 1 w 25"/>
                  <a:gd name="T13" fmla="*/ 1 h 30"/>
                  <a:gd name="T14" fmla="*/ 1 w 25"/>
                  <a:gd name="T15" fmla="*/ 1 h 30"/>
                  <a:gd name="T16" fmla="*/ 1 w 25"/>
                  <a:gd name="T17" fmla="*/ 2 h 30"/>
                  <a:gd name="T18" fmla="*/ 0 w 25"/>
                  <a:gd name="T19" fmla="*/ 2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5"/>
                  <a:gd name="T31" fmla="*/ 0 h 30"/>
                  <a:gd name="T32" fmla="*/ 25 w 25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5" h="30">
                    <a:moveTo>
                      <a:pt x="13" y="30"/>
                    </a:moveTo>
                    <a:lnTo>
                      <a:pt x="9" y="30"/>
                    </a:lnTo>
                    <a:lnTo>
                      <a:pt x="5" y="28"/>
                    </a:lnTo>
                    <a:lnTo>
                      <a:pt x="3" y="26"/>
                    </a:lnTo>
                    <a:lnTo>
                      <a:pt x="0" y="23"/>
                    </a:lnTo>
                    <a:lnTo>
                      <a:pt x="20" y="0"/>
                    </a:lnTo>
                    <a:lnTo>
                      <a:pt x="25" y="7"/>
                    </a:lnTo>
                    <a:lnTo>
                      <a:pt x="24" y="14"/>
                    </a:lnTo>
                    <a:lnTo>
                      <a:pt x="19" y="22"/>
                    </a:lnTo>
                    <a:lnTo>
                      <a:pt x="13" y="3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Freeform 457"/>
              <p:cNvSpPr>
                <a:spLocks/>
              </p:cNvSpPr>
              <p:nvPr/>
            </p:nvSpPr>
            <p:spPr bwMode="auto">
              <a:xfrm>
                <a:off x="2725" y="2287"/>
                <a:ext cx="74" cy="65"/>
              </a:xfrm>
              <a:custGeom>
                <a:avLst/>
                <a:gdLst>
                  <a:gd name="T0" fmla="*/ 9 w 150"/>
                  <a:gd name="T1" fmla="*/ 6 h 129"/>
                  <a:gd name="T2" fmla="*/ 8 w 150"/>
                  <a:gd name="T3" fmla="*/ 6 h 129"/>
                  <a:gd name="T4" fmla="*/ 8 w 150"/>
                  <a:gd name="T5" fmla="*/ 6 h 129"/>
                  <a:gd name="T6" fmla="*/ 7 w 150"/>
                  <a:gd name="T7" fmla="*/ 7 h 129"/>
                  <a:gd name="T8" fmla="*/ 6 w 150"/>
                  <a:gd name="T9" fmla="*/ 8 h 129"/>
                  <a:gd name="T10" fmla="*/ 6 w 150"/>
                  <a:gd name="T11" fmla="*/ 8 h 129"/>
                  <a:gd name="T12" fmla="*/ 5 w 150"/>
                  <a:gd name="T13" fmla="*/ 9 h 129"/>
                  <a:gd name="T14" fmla="*/ 4 w 150"/>
                  <a:gd name="T15" fmla="*/ 8 h 129"/>
                  <a:gd name="T16" fmla="*/ 4 w 150"/>
                  <a:gd name="T17" fmla="*/ 8 h 129"/>
                  <a:gd name="T18" fmla="*/ 0 w 150"/>
                  <a:gd name="T19" fmla="*/ 4 h 129"/>
                  <a:gd name="T20" fmla="*/ 0 w 150"/>
                  <a:gd name="T21" fmla="*/ 4 h 129"/>
                  <a:gd name="T22" fmla="*/ 0 w 150"/>
                  <a:gd name="T23" fmla="*/ 3 h 129"/>
                  <a:gd name="T24" fmla="*/ 1 w 150"/>
                  <a:gd name="T25" fmla="*/ 3 h 129"/>
                  <a:gd name="T26" fmla="*/ 2 w 150"/>
                  <a:gd name="T27" fmla="*/ 2 h 129"/>
                  <a:gd name="T28" fmla="*/ 2 w 150"/>
                  <a:gd name="T29" fmla="*/ 2 h 129"/>
                  <a:gd name="T30" fmla="*/ 3 w 150"/>
                  <a:gd name="T31" fmla="*/ 1 h 129"/>
                  <a:gd name="T32" fmla="*/ 3 w 150"/>
                  <a:gd name="T33" fmla="*/ 1 h 129"/>
                  <a:gd name="T34" fmla="*/ 4 w 150"/>
                  <a:gd name="T35" fmla="*/ 0 h 129"/>
                  <a:gd name="T36" fmla="*/ 4 w 150"/>
                  <a:gd name="T37" fmla="*/ 1 h 129"/>
                  <a:gd name="T38" fmla="*/ 5 w 150"/>
                  <a:gd name="T39" fmla="*/ 1 h 129"/>
                  <a:gd name="T40" fmla="*/ 5 w 150"/>
                  <a:gd name="T41" fmla="*/ 2 h 129"/>
                  <a:gd name="T42" fmla="*/ 6 w 150"/>
                  <a:gd name="T43" fmla="*/ 3 h 129"/>
                  <a:gd name="T44" fmla="*/ 7 w 150"/>
                  <a:gd name="T45" fmla="*/ 4 h 129"/>
                  <a:gd name="T46" fmla="*/ 8 w 150"/>
                  <a:gd name="T47" fmla="*/ 5 h 129"/>
                  <a:gd name="T48" fmla="*/ 9 w 150"/>
                  <a:gd name="T49" fmla="*/ 5 h 129"/>
                  <a:gd name="T50" fmla="*/ 9 w 150"/>
                  <a:gd name="T51" fmla="*/ 6 h 12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50"/>
                  <a:gd name="T79" fmla="*/ 0 h 129"/>
                  <a:gd name="T80" fmla="*/ 150 w 150"/>
                  <a:gd name="T81" fmla="*/ 129 h 12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50" h="129">
                    <a:moveTo>
                      <a:pt x="150" y="82"/>
                    </a:moveTo>
                    <a:lnTo>
                      <a:pt x="138" y="85"/>
                    </a:lnTo>
                    <a:lnTo>
                      <a:pt x="129" y="95"/>
                    </a:lnTo>
                    <a:lnTo>
                      <a:pt x="120" y="105"/>
                    </a:lnTo>
                    <a:lnTo>
                      <a:pt x="111" y="117"/>
                    </a:lnTo>
                    <a:lnTo>
                      <a:pt x="102" y="125"/>
                    </a:lnTo>
                    <a:lnTo>
                      <a:pt x="91" y="129"/>
                    </a:lnTo>
                    <a:lnTo>
                      <a:pt x="80" y="126"/>
                    </a:lnTo>
                    <a:lnTo>
                      <a:pt x="66" y="113"/>
                    </a:lnTo>
                    <a:lnTo>
                      <a:pt x="0" y="62"/>
                    </a:lnTo>
                    <a:lnTo>
                      <a:pt x="7" y="54"/>
                    </a:lnTo>
                    <a:lnTo>
                      <a:pt x="14" y="46"/>
                    </a:lnTo>
                    <a:lnTo>
                      <a:pt x="23" y="38"/>
                    </a:lnTo>
                    <a:lnTo>
                      <a:pt x="32" y="30"/>
                    </a:lnTo>
                    <a:lnTo>
                      <a:pt x="42" y="23"/>
                    </a:lnTo>
                    <a:lnTo>
                      <a:pt x="51" y="15"/>
                    </a:lnTo>
                    <a:lnTo>
                      <a:pt x="60" y="7"/>
                    </a:lnTo>
                    <a:lnTo>
                      <a:pt x="68" y="0"/>
                    </a:lnTo>
                    <a:lnTo>
                      <a:pt x="73" y="5"/>
                    </a:lnTo>
                    <a:lnTo>
                      <a:pt x="82" y="15"/>
                    </a:lnTo>
                    <a:lnTo>
                      <a:pt x="96" y="29"/>
                    </a:lnTo>
                    <a:lnTo>
                      <a:pt x="111" y="43"/>
                    </a:lnTo>
                    <a:lnTo>
                      <a:pt x="125" y="58"/>
                    </a:lnTo>
                    <a:lnTo>
                      <a:pt x="137" y="70"/>
                    </a:lnTo>
                    <a:lnTo>
                      <a:pt x="146" y="79"/>
                    </a:lnTo>
                    <a:lnTo>
                      <a:pt x="150" y="8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Freeform 458"/>
              <p:cNvSpPr>
                <a:spLocks/>
              </p:cNvSpPr>
              <p:nvPr/>
            </p:nvSpPr>
            <p:spPr bwMode="auto">
              <a:xfrm>
                <a:off x="3041" y="2308"/>
                <a:ext cx="46" cy="49"/>
              </a:xfrm>
              <a:custGeom>
                <a:avLst/>
                <a:gdLst>
                  <a:gd name="T0" fmla="*/ 6 w 92"/>
                  <a:gd name="T1" fmla="*/ 1 h 98"/>
                  <a:gd name="T2" fmla="*/ 5 w 92"/>
                  <a:gd name="T3" fmla="*/ 2 h 98"/>
                  <a:gd name="T4" fmla="*/ 5 w 92"/>
                  <a:gd name="T5" fmla="*/ 3 h 98"/>
                  <a:gd name="T6" fmla="*/ 3 w 92"/>
                  <a:gd name="T7" fmla="*/ 3 h 98"/>
                  <a:gd name="T8" fmla="*/ 3 w 92"/>
                  <a:gd name="T9" fmla="*/ 3 h 98"/>
                  <a:gd name="T10" fmla="*/ 3 w 92"/>
                  <a:gd name="T11" fmla="*/ 5 h 98"/>
                  <a:gd name="T12" fmla="*/ 1 w 92"/>
                  <a:gd name="T13" fmla="*/ 6 h 98"/>
                  <a:gd name="T14" fmla="*/ 1 w 92"/>
                  <a:gd name="T15" fmla="*/ 6 h 98"/>
                  <a:gd name="T16" fmla="*/ 0 w 92"/>
                  <a:gd name="T17" fmla="*/ 6 h 98"/>
                  <a:gd name="T18" fmla="*/ 1 w 92"/>
                  <a:gd name="T19" fmla="*/ 6 h 98"/>
                  <a:gd name="T20" fmla="*/ 1 w 92"/>
                  <a:gd name="T21" fmla="*/ 5 h 98"/>
                  <a:gd name="T22" fmla="*/ 1 w 92"/>
                  <a:gd name="T23" fmla="*/ 3 h 98"/>
                  <a:gd name="T24" fmla="*/ 1 w 92"/>
                  <a:gd name="T25" fmla="*/ 2 h 98"/>
                  <a:gd name="T26" fmla="*/ 3 w 92"/>
                  <a:gd name="T27" fmla="*/ 1 h 98"/>
                  <a:gd name="T28" fmla="*/ 3 w 92"/>
                  <a:gd name="T29" fmla="*/ 1 h 98"/>
                  <a:gd name="T30" fmla="*/ 5 w 92"/>
                  <a:gd name="T31" fmla="*/ 0 h 98"/>
                  <a:gd name="T32" fmla="*/ 6 w 92"/>
                  <a:gd name="T33" fmla="*/ 1 h 98"/>
                  <a:gd name="T34" fmla="*/ 6 w 92"/>
                  <a:gd name="T35" fmla="*/ 1 h 9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92"/>
                  <a:gd name="T55" fmla="*/ 0 h 98"/>
                  <a:gd name="T56" fmla="*/ 92 w 92"/>
                  <a:gd name="T57" fmla="*/ 98 h 9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92" h="98">
                    <a:moveTo>
                      <a:pt x="92" y="15"/>
                    </a:moveTo>
                    <a:lnTo>
                      <a:pt x="80" y="25"/>
                    </a:lnTo>
                    <a:lnTo>
                      <a:pt x="69" y="35"/>
                    </a:lnTo>
                    <a:lnTo>
                      <a:pt x="58" y="47"/>
                    </a:lnTo>
                    <a:lnTo>
                      <a:pt x="49" y="60"/>
                    </a:lnTo>
                    <a:lnTo>
                      <a:pt x="38" y="70"/>
                    </a:lnTo>
                    <a:lnTo>
                      <a:pt x="27" y="82"/>
                    </a:lnTo>
                    <a:lnTo>
                      <a:pt x="14" y="91"/>
                    </a:lnTo>
                    <a:lnTo>
                      <a:pt x="0" y="98"/>
                    </a:lnTo>
                    <a:lnTo>
                      <a:pt x="9" y="83"/>
                    </a:lnTo>
                    <a:lnTo>
                      <a:pt x="16" y="65"/>
                    </a:lnTo>
                    <a:lnTo>
                      <a:pt x="23" y="47"/>
                    </a:lnTo>
                    <a:lnTo>
                      <a:pt x="31" y="28"/>
                    </a:lnTo>
                    <a:lnTo>
                      <a:pt x="40" y="14"/>
                    </a:lnTo>
                    <a:lnTo>
                      <a:pt x="52" y="3"/>
                    </a:lnTo>
                    <a:lnTo>
                      <a:pt x="70" y="0"/>
                    </a:lnTo>
                    <a:lnTo>
                      <a:pt x="92" y="3"/>
                    </a:lnTo>
                    <a:lnTo>
                      <a:pt x="92" y="1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Freeform 459"/>
              <p:cNvSpPr>
                <a:spLocks/>
              </p:cNvSpPr>
              <p:nvPr/>
            </p:nvSpPr>
            <p:spPr bwMode="auto">
              <a:xfrm>
                <a:off x="3065" y="2308"/>
                <a:ext cx="64" cy="48"/>
              </a:xfrm>
              <a:custGeom>
                <a:avLst/>
                <a:gdLst>
                  <a:gd name="T0" fmla="*/ 8 w 129"/>
                  <a:gd name="T1" fmla="*/ 1 h 94"/>
                  <a:gd name="T2" fmla="*/ 7 w 129"/>
                  <a:gd name="T3" fmla="*/ 2 h 94"/>
                  <a:gd name="T4" fmla="*/ 6 w 129"/>
                  <a:gd name="T5" fmla="*/ 3 h 94"/>
                  <a:gd name="T6" fmla="*/ 5 w 129"/>
                  <a:gd name="T7" fmla="*/ 4 h 94"/>
                  <a:gd name="T8" fmla="*/ 4 w 129"/>
                  <a:gd name="T9" fmla="*/ 4 h 94"/>
                  <a:gd name="T10" fmla="*/ 3 w 129"/>
                  <a:gd name="T11" fmla="*/ 5 h 94"/>
                  <a:gd name="T12" fmla="*/ 2 w 129"/>
                  <a:gd name="T13" fmla="*/ 6 h 94"/>
                  <a:gd name="T14" fmla="*/ 1 w 129"/>
                  <a:gd name="T15" fmla="*/ 6 h 94"/>
                  <a:gd name="T16" fmla="*/ 0 w 129"/>
                  <a:gd name="T17" fmla="*/ 7 h 94"/>
                  <a:gd name="T18" fmla="*/ 0 w 129"/>
                  <a:gd name="T19" fmla="*/ 6 h 94"/>
                  <a:gd name="T20" fmla="*/ 1 w 129"/>
                  <a:gd name="T21" fmla="*/ 5 h 94"/>
                  <a:gd name="T22" fmla="*/ 1 w 129"/>
                  <a:gd name="T23" fmla="*/ 4 h 94"/>
                  <a:gd name="T24" fmla="*/ 2 w 129"/>
                  <a:gd name="T25" fmla="*/ 3 h 94"/>
                  <a:gd name="T26" fmla="*/ 3 w 129"/>
                  <a:gd name="T27" fmla="*/ 2 h 94"/>
                  <a:gd name="T28" fmla="*/ 4 w 129"/>
                  <a:gd name="T29" fmla="*/ 1 h 94"/>
                  <a:gd name="T30" fmla="*/ 5 w 129"/>
                  <a:gd name="T31" fmla="*/ 1 h 94"/>
                  <a:gd name="T32" fmla="*/ 6 w 129"/>
                  <a:gd name="T33" fmla="*/ 0 h 94"/>
                  <a:gd name="T34" fmla="*/ 8 w 129"/>
                  <a:gd name="T35" fmla="*/ 1 h 9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29"/>
                  <a:gd name="T55" fmla="*/ 0 h 94"/>
                  <a:gd name="T56" fmla="*/ 129 w 129"/>
                  <a:gd name="T57" fmla="*/ 94 h 9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29" h="94">
                    <a:moveTo>
                      <a:pt x="129" y="7"/>
                    </a:moveTo>
                    <a:lnTo>
                      <a:pt x="115" y="21"/>
                    </a:lnTo>
                    <a:lnTo>
                      <a:pt x="101" y="34"/>
                    </a:lnTo>
                    <a:lnTo>
                      <a:pt x="87" y="48"/>
                    </a:lnTo>
                    <a:lnTo>
                      <a:pt x="74" y="60"/>
                    </a:lnTo>
                    <a:lnTo>
                      <a:pt x="59" y="71"/>
                    </a:lnTo>
                    <a:lnTo>
                      <a:pt x="42" y="81"/>
                    </a:lnTo>
                    <a:lnTo>
                      <a:pt x="24" y="89"/>
                    </a:lnTo>
                    <a:lnTo>
                      <a:pt x="4" y="94"/>
                    </a:lnTo>
                    <a:lnTo>
                      <a:pt x="0" y="90"/>
                    </a:lnTo>
                    <a:lnTo>
                      <a:pt x="16" y="78"/>
                    </a:lnTo>
                    <a:lnTo>
                      <a:pt x="30" y="62"/>
                    </a:lnTo>
                    <a:lnTo>
                      <a:pt x="41" y="45"/>
                    </a:lnTo>
                    <a:lnTo>
                      <a:pt x="53" y="26"/>
                    </a:lnTo>
                    <a:lnTo>
                      <a:pt x="67" y="11"/>
                    </a:lnTo>
                    <a:lnTo>
                      <a:pt x="82" y="2"/>
                    </a:lnTo>
                    <a:lnTo>
                      <a:pt x="102" y="0"/>
                    </a:lnTo>
                    <a:lnTo>
                      <a:pt x="129" y="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Freeform 460"/>
              <p:cNvSpPr>
                <a:spLocks/>
              </p:cNvSpPr>
              <p:nvPr/>
            </p:nvSpPr>
            <p:spPr bwMode="auto">
              <a:xfrm>
                <a:off x="2818" y="2304"/>
                <a:ext cx="76" cy="55"/>
              </a:xfrm>
              <a:custGeom>
                <a:avLst/>
                <a:gdLst>
                  <a:gd name="T0" fmla="*/ 7 w 152"/>
                  <a:gd name="T1" fmla="*/ 3 h 110"/>
                  <a:gd name="T2" fmla="*/ 7 w 152"/>
                  <a:gd name="T3" fmla="*/ 3 h 110"/>
                  <a:gd name="T4" fmla="*/ 6 w 152"/>
                  <a:gd name="T5" fmla="*/ 3 h 110"/>
                  <a:gd name="T6" fmla="*/ 6 w 152"/>
                  <a:gd name="T7" fmla="*/ 3 h 110"/>
                  <a:gd name="T8" fmla="*/ 6 w 152"/>
                  <a:gd name="T9" fmla="*/ 3 h 110"/>
                  <a:gd name="T10" fmla="*/ 5 w 152"/>
                  <a:gd name="T11" fmla="*/ 3 h 110"/>
                  <a:gd name="T12" fmla="*/ 5 w 152"/>
                  <a:gd name="T13" fmla="*/ 3 h 110"/>
                  <a:gd name="T14" fmla="*/ 5 w 152"/>
                  <a:gd name="T15" fmla="*/ 3 h 110"/>
                  <a:gd name="T16" fmla="*/ 5 w 152"/>
                  <a:gd name="T17" fmla="*/ 3 h 110"/>
                  <a:gd name="T18" fmla="*/ 5 w 152"/>
                  <a:gd name="T19" fmla="*/ 5 h 110"/>
                  <a:gd name="T20" fmla="*/ 5 w 152"/>
                  <a:gd name="T21" fmla="*/ 5 h 110"/>
                  <a:gd name="T22" fmla="*/ 5 w 152"/>
                  <a:gd name="T23" fmla="*/ 5 h 110"/>
                  <a:gd name="T24" fmla="*/ 6 w 152"/>
                  <a:gd name="T25" fmla="*/ 5 h 110"/>
                  <a:gd name="T26" fmla="*/ 6 w 152"/>
                  <a:gd name="T27" fmla="*/ 6 h 110"/>
                  <a:gd name="T28" fmla="*/ 7 w 152"/>
                  <a:gd name="T29" fmla="*/ 6 h 110"/>
                  <a:gd name="T30" fmla="*/ 7 w 152"/>
                  <a:gd name="T31" fmla="*/ 6 h 110"/>
                  <a:gd name="T32" fmla="*/ 8 w 152"/>
                  <a:gd name="T33" fmla="*/ 6 h 110"/>
                  <a:gd name="T34" fmla="*/ 10 w 152"/>
                  <a:gd name="T35" fmla="*/ 6 h 110"/>
                  <a:gd name="T36" fmla="*/ 9 w 152"/>
                  <a:gd name="T37" fmla="*/ 7 h 110"/>
                  <a:gd name="T38" fmla="*/ 7 w 152"/>
                  <a:gd name="T39" fmla="*/ 7 h 110"/>
                  <a:gd name="T40" fmla="*/ 5 w 152"/>
                  <a:gd name="T41" fmla="*/ 7 h 110"/>
                  <a:gd name="T42" fmla="*/ 5 w 152"/>
                  <a:gd name="T43" fmla="*/ 6 h 110"/>
                  <a:gd name="T44" fmla="*/ 3 w 152"/>
                  <a:gd name="T45" fmla="*/ 6 h 110"/>
                  <a:gd name="T46" fmla="*/ 2 w 152"/>
                  <a:gd name="T47" fmla="*/ 5 h 110"/>
                  <a:gd name="T48" fmla="*/ 1 w 152"/>
                  <a:gd name="T49" fmla="*/ 3 h 110"/>
                  <a:gd name="T50" fmla="*/ 0 w 152"/>
                  <a:gd name="T51" fmla="*/ 3 h 110"/>
                  <a:gd name="T52" fmla="*/ 1 w 152"/>
                  <a:gd name="T53" fmla="*/ 3 h 110"/>
                  <a:gd name="T54" fmla="*/ 1 w 152"/>
                  <a:gd name="T55" fmla="*/ 2 h 110"/>
                  <a:gd name="T56" fmla="*/ 1 w 152"/>
                  <a:gd name="T57" fmla="*/ 2 h 110"/>
                  <a:gd name="T58" fmla="*/ 2 w 152"/>
                  <a:gd name="T59" fmla="*/ 1 h 110"/>
                  <a:gd name="T60" fmla="*/ 2 w 152"/>
                  <a:gd name="T61" fmla="*/ 1 h 110"/>
                  <a:gd name="T62" fmla="*/ 3 w 152"/>
                  <a:gd name="T63" fmla="*/ 1 h 110"/>
                  <a:gd name="T64" fmla="*/ 5 w 152"/>
                  <a:gd name="T65" fmla="*/ 0 h 110"/>
                  <a:gd name="T66" fmla="*/ 5 w 152"/>
                  <a:gd name="T67" fmla="*/ 0 h 110"/>
                  <a:gd name="T68" fmla="*/ 7 w 152"/>
                  <a:gd name="T69" fmla="*/ 3 h 11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152"/>
                  <a:gd name="T106" fmla="*/ 0 h 110"/>
                  <a:gd name="T107" fmla="*/ 152 w 152"/>
                  <a:gd name="T108" fmla="*/ 110 h 110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152" h="110">
                    <a:moveTo>
                      <a:pt x="120" y="45"/>
                    </a:moveTo>
                    <a:lnTo>
                      <a:pt x="115" y="50"/>
                    </a:lnTo>
                    <a:lnTo>
                      <a:pt x="108" y="53"/>
                    </a:lnTo>
                    <a:lnTo>
                      <a:pt x="102" y="51"/>
                    </a:lnTo>
                    <a:lnTo>
                      <a:pt x="97" y="48"/>
                    </a:lnTo>
                    <a:lnTo>
                      <a:pt x="91" y="47"/>
                    </a:lnTo>
                    <a:lnTo>
                      <a:pt x="85" y="47"/>
                    </a:lnTo>
                    <a:lnTo>
                      <a:pt x="82" y="50"/>
                    </a:lnTo>
                    <a:lnTo>
                      <a:pt x="78" y="60"/>
                    </a:lnTo>
                    <a:lnTo>
                      <a:pt x="83" y="65"/>
                    </a:lnTo>
                    <a:lnTo>
                      <a:pt x="89" y="71"/>
                    </a:lnTo>
                    <a:lnTo>
                      <a:pt x="94" y="76"/>
                    </a:lnTo>
                    <a:lnTo>
                      <a:pt x="100" y="80"/>
                    </a:lnTo>
                    <a:lnTo>
                      <a:pt x="107" y="84"/>
                    </a:lnTo>
                    <a:lnTo>
                      <a:pt x="114" y="86"/>
                    </a:lnTo>
                    <a:lnTo>
                      <a:pt x="121" y="88"/>
                    </a:lnTo>
                    <a:lnTo>
                      <a:pt x="128" y="90"/>
                    </a:lnTo>
                    <a:lnTo>
                      <a:pt x="152" y="85"/>
                    </a:lnTo>
                    <a:lnTo>
                      <a:pt x="132" y="103"/>
                    </a:lnTo>
                    <a:lnTo>
                      <a:pt x="113" y="110"/>
                    </a:lnTo>
                    <a:lnTo>
                      <a:pt x="93" y="107"/>
                    </a:lnTo>
                    <a:lnTo>
                      <a:pt x="75" y="96"/>
                    </a:lnTo>
                    <a:lnTo>
                      <a:pt x="56" y="83"/>
                    </a:lnTo>
                    <a:lnTo>
                      <a:pt x="38" y="69"/>
                    </a:lnTo>
                    <a:lnTo>
                      <a:pt x="18" y="56"/>
                    </a:lnTo>
                    <a:lnTo>
                      <a:pt x="0" y="49"/>
                    </a:lnTo>
                    <a:lnTo>
                      <a:pt x="7" y="41"/>
                    </a:lnTo>
                    <a:lnTo>
                      <a:pt x="15" y="32"/>
                    </a:lnTo>
                    <a:lnTo>
                      <a:pt x="24" y="24"/>
                    </a:lnTo>
                    <a:lnTo>
                      <a:pt x="33" y="15"/>
                    </a:lnTo>
                    <a:lnTo>
                      <a:pt x="44" y="8"/>
                    </a:lnTo>
                    <a:lnTo>
                      <a:pt x="55" y="2"/>
                    </a:lnTo>
                    <a:lnTo>
                      <a:pt x="67" y="0"/>
                    </a:lnTo>
                    <a:lnTo>
                      <a:pt x="79" y="0"/>
                    </a:lnTo>
                    <a:lnTo>
                      <a:pt x="120" y="4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Freeform 461"/>
              <p:cNvSpPr>
                <a:spLocks/>
              </p:cNvSpPr>
              <p:nvPr/>
            </p:nvSpPr>
            <p:spPr bwMode="auto">
              <a:xfrm>
                <a:off x="3021" y="2309"/>
                <a:ext cx="32" cy="51"/>
              </a:xfrm>
              <a:custGeom>
                <a:avLst/>
                <a:gdLst>
                  <a:gd name="T0" fmla="*/ 4 w 65"/>
                  <a:gd name="T1" fmla="*/ 0 h 103"/>
                  <a:gd name="T2" fmla="*/ 3 w 65"/>
                  <a:gd name="T3" fmla="*/ 1 h 103"/>
                  <a:gd name="T4" fmla="*/ 3 w 65"/>
                  <a:gd name="T5" fmla="*/ 1 h 103"/>
                  <a:gd name="T6" fmla="*/ 2 w 65"/>
                  <a:gd name="T7" fmla="*/ 2 h 103"/>
                  <a:gd name="T8" fmla="*/ 2 w 65"/>
                  <a:gd name="T9" fmla="*/ 3 h 103"/>
                  <a:gd name="T10" fmla="*/ 1 w 65"/>
                  <a:gd name="T11" fmla="*/ 4 h 103"/>
                  <a:gd name="T12" fmla="*/ 1 w 65"/>
                  <a:gd name="T13" fmla="*/ 5 h 103"/>
                  <a:gd name="T14" fmla="*/ 0 w 65"/>
                  <a:gd name="T15" fmla="*/ 5 h 103"/>
                  <a:gd name="T16" fmla="*/ 0 w 65"/>
                  <a:gd name="T17" fmla="*/ 6 h 103"/>
                  <a:gd name="T18" fmla="*/ 0 w 65"/>
                  <a:gd name="T19" fmla="*/ 6 h 103"/>
                  <a:gd name="T20" fmla="*/ 0 w 65"/>
                  <a:gd name="T21" fmla="*/ 5 h 103"/>
                  <a:gd name="T22" fmla="*/ 0 w 65"/>
                  <a:gd name="T23" fmla="*/ 4 h 103"/>
                  <a:gd name="T24" fmla="*/ 0 w 65"/>
                  <a:gd name="T25" fmla="*/ 3 h 103"/>
                  <a:gd name="T26" fmla="*/ 0 w 65"/>
                  <a:gd name="T27" fmla="*/ 2 h 103"/>
                  <a:gd name="T28" fmla="*/ 0 w 65"/>
                  <a:gd name="T29" fmla="*/ 1 h 103"/>
                  <a:gd name="T30" fmla="*/ 1 w 65"/>
                  <a:gd name="T31" fmla="*/ 0 h 103"/>
                  <a:gd name="T32" fmla="*/ 1 w 65"/>
                  <a:gd name="T33" fmla="*/ 0 h 103"/>
                  <a:gd name="T34" fmla="*/ 2 w 65"/>
                  <a:gd name="T35" fmla="*/ 0 h 103"/>
                  <a:gd name="T36" fmla="*/ 4 w 65"/>
                  <a:gd name="T37" fmla="*/ 0 h 10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5"/>
                  <a:gd name="T58" fmla="*/ 0 h 103"/>
                  <a:gd name="T59" fmla="*/ 65 w 65"/>
                  <a:gd name="T60" fmla="*/ 103 h 10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5" h="103">
                    <a:moveTo>
                      <a:pt x="65" y="2"/>
                    </a:moveTo>
                    <a:lnTo>
                      <a:pt x="59" y="17"/>
                    </a:lnTo>
                    <a:lnTo>
                      <a:pt x="53" y="30"/>
                    </a:lnTo>
                    <a:lnTo>
                      <a:pt x="46" y="44"/>
                    </a:lnTo>
                    <a:lnTo>
                      <a:pt x="38" y="55"/>
                    </a:lnTo>
                    <a:lnTo>
                      <a:pt x="30" y="67"/>
                    </a:lnTo>
                    <a:lnTo>
                      <a:pt x="22" y="80"/>
                    </a:lnTo>
                    <a:lnTo>
                      <a:pt x="13" y="91"/>
                    </a:lnTo>
                    <a:lnTo>
                      <a:pt x="5" y="103"/>
                    </a:lnTo>
                    <a:lnTo>
                      <a:pt x="0" y="101"/>
                    </a:lnTo>
                    <a:lnTo>
                      <a:pt x="4" y="86"/>
                    </a:lnTo>
                    <a:lnTo>
                      <a:pt x="5" y="70"/>
                    </a:lnTo>
                    <a:lnTo>
                      <a:pt x="6" y="53"/>
                    </a:lnTo>
                    <a:lnTo>
                      <a:pt x="7" y="37"/>
                    </a:lnTo>
                    <a:lnTo>
                      <a:pt x="11" y="22"/>
                    </a:lnTo>
                    <a:lnTo>
                      <a:pt x="18" y="10"/>
                    </a:lnTo>
                    <a:lnTo>
                      <a:pt x="29" y="2"/>
                    </a:lnTo>
                    <a:lnTo>
                      <a:pt x="46" y="0"/>
                    </a:lnTo>
                    <a:lnTo>
                      <a:pt x="65" y="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" name="Freeform 462"/>
              <p:cNvSpPr>
                <a:spLocks/>
              </p:cNvSpPr>
              <p:nvPr/>
            </p:nvSpPr>
            <p:spPr bwMode="auto">
              <a:xfrm>
                <a:off x="2993" y="2315"/>
                <a:ext cx="25" cy="50"/>
              </a:xfrm>
              <a:custGeom>
                <a:avLst/>
                <a:gdLst>
                  <a:gd name="T0" fmla="*/ 3 w 49"/>
                  <a:gd name="T1" fmla="*/ 6 h 99"/>
                  <a:gd name="T2" fmla="*/ 2 w 49"/>
                  <a:gd name="T3" fmla="*/ 6 h 99"/>
                  <a:gd name="T4" fmla="*/ 2 w 49"/>
                  <a:gd name="T5" fmla="*/ 7 h 99"/>
                  <a:gd name="T6" fmla="*/ 2 w 49"/>
                  <a:gd name="T7" fmla="*/ 7 h 99"/>
                  <a:gd name="T8" fmla="*/ 1 w 49"/>
                  <a:gd name="T9" fmla="*/ 6 h 99"/>
                  <a:gd name="T10" fmla="*/ 1 w 49"/>
                  <a:gd name="T11" fmla="*/ 5 h 99"/>
                  <a:gd name="T12" fmla="*/ 1 w 49"/>
                  <a:gd name="T13" fmla="*/ 3 h 99"/>
                  <a:gd name="T14" fmla="*/ 0 w 49"/>
                  <a:gd name="T15" fmla="*/ 2 h 99"/>
                  <a:gd name="T16" fmla="*/ 1 w 49"/>
                  <a:gd name="T17" fmla="*/ 1 h 99"/>
                  <a:gd name="T18" fmla="*/ 1 w 49"/>
                  <a:gd name="T19" fmla="*/ 1 h 99"/>
                  <a:gd name="T20" fmla="*/ 1 w 49"/>
                  <a:gd name="T21" fmla="*/ 1 h 99"/>
                  <a:gd name="T22" fmla="*/ 2 w 49"/>
                  <a:gd name="T23" fmla="*/ 1 h 99"/>
                  <a:gd name="T24" fmla="*/ 2 w 49"/>
                  <a:gd name="T25" fmla="*/ 1 h 99"/>
                  <a:gd name="T26" fmla="*/ 3 w 49"/>
                  <a:gd name="T27" fmla="*/ 0 h 99"/>
                  <a:gd name="T28" fmla="*/ 3 w 49"/>
                  <a:gd name="T29" fmla="*/ 0 h 99"/>
                  <a:gd name="T30" fmla="*/ 3 w 49"/>
                  <a:gd name="T31" fmla="*/ 1 h 99"/>
                  <a:gd name="T32" fmla="*/ 4 w 49"/>
                  <a:gd name="T33" fmla="*/ 1 h 99"/>
                  <a:gd name="T34" fmla="*/ 3 w 49"/>
                  <a:gd name="T35" fmla="*/ 6 h 9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49"/>
                  <a:gd name="T55" fmla="*/ 0 h 99"/>
                  <a:gd name="T56" fmla="*/ 49 w 49"/>
                  <a:gd name="T57" fmla="*/ 99 h 9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49" h="99">
                    <a:moveTo>
                      <a:pt x="37" y="92"/>
                    </a:moveTo>
                    <a:lnTo>
                      <a:pt x="31" y="95"/>
                    </a:lnTo>
                    <a:lnTo>
                      <a:pt x="25" y="98"/>
                    </a:lnTo>
                    <a:lnTo>
                      <a:pt x="18" y="99"/>
                    </a:lnTo>
                    <a:lnTo>
                      <a:pt x="13" y="95"/>
                    </a:lnTo>
                    <a:lnTo>
                      <a:pt x="8" y="72"/>
                    </a:lnTo>
                    <a:lnTo>
                      <a:pt x="3" y="48"/>
                    </a:lnTo>
                    <a:lnTo>
                      <a:pt x="0" y="25"/>
                    </a:lnTo>
                    <a:lnTo>
                      <a:pt x="1" y="5"/>
                    </a:lnTo>
                    <a:lnTo>
                      <a:pt x="8" y="5"/>
                    </a:lnTo>
                    <a:lnTo>
                      <a:pt x="16" y="4"/>
                    </a:lnTo>
                    <a:lnTo>
                      <a:pt x="24" y="3"/>
                    </a:lnTo>
                    <a:lnTo>
                      <a:pt x="32" y="1"/>
                    </a:lnTo>
                    <a:lnTo>
                      <a:pt x="38" y="0"/>
                    </a:lnTo>
                    <a:lnTo>
                      <a:pt x="44" y="0"/>
                    </a:lnTo>
                    <a:lnTo>
                      <a:pt x="48" y="3"/>
                    </a:lnTo>
                    <a:lnTo>
                      <a:pt x="49" y="10"/>
                    </a:lnTo>
                    <a:lnTo>
                      <a:pt x="37" y="9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" name="Freeform 463"/>
              <p:cNvSpPr>
                <a:spLocks/>
              </p:cNvSpPr>
              <p:nvPr/>
            </p:nvSpPr>
            <p:spPr bwMode="auto">
              <a:xfrm>
                <a:off x="2961" y="2324"/>
                <a:ext cx="27" cy="42"/>
              </a:xfrm>
              <a:custGeom>
                <a:avLst/>
                <a:gdLst>
                  <a:gd name="T0" fmla="*/ 3 w 56"/>
                  <a:gd name="T1" fmla="*/ 5 h 84"/>
                  <a:gd name="T2" fmla="*/ 2 w 56"/>
                  <a:gd name="T3" fmla="*/ 5 h 84"/>
                  <a:gd name="T4" fmla="*/ 2 w 56"/>
                  <a:gd name="T5" fmla="*/ 5 h 84"/>
                  <a:gd name="T6" fmla="*/ 1 w 56"/>
                  <a:gd name="T7" fmla="*/ 5 h 84"/>
                  <a:gd name="T8" fmla="*/ 1 w 56"/>
                  <a:gd name="T9" fmla="*/ 3 h 84"/>
                  <a:gd name="T10" fmla="*/ 1 w 56"/>
                  <a:gd name="T11" fmla="*/ 3 h 84"/>
                  <a:gd name="T12" fmla="*/ 0 w 56"/>
                  <a:gd name="T13" fmla="*/ 3 h 84"/>
                  <a:gd name="T14" fmla="*/ 0 w 56"/>
                  <a:gd name="T15" fmla="*/ 1 h 84"/>
                  <a:gd name="T16" fmla="*/ 0 w 56"/>
                  <a:gd name="T17" fmla="*/ 1 h 84"/>
                  <a:gd name="T18" fmla="*/ 0 w 56"/>
                  <a:gd name="T19" fmla="*/ 1 h 84"/>
                  <a:gd name="T20" fmla="*/ 0 w 56"/>
                  <a:gd name="T21" fmla="*/ 1 h 84"/>
                  <a:gd name="T22" fmla="*/ 0 w 56"/>
                  <a:gd name="T23" fmla="*/ 1 h 84"/>
                  <a:gd name="T24" fmla="*/ 1 w 56"/>
                  <a:gd name="T25" fmla="*/ 1 h 84"/>
                  <a:gd name="T26" fmla="*/ 1 w 56"/>
                  <a:gd name="T27" fmla="*/ 1 h 84"/>
                  <a:gd name="T28" fmla="*/ 1 w 56"/>
                  <a:gd name="T29" fmla="*/ 1 h 84"/>
                  <a:gd name="T30" fmla="*/ 1 w 56"/>
                  <a:gd name="T31" fmla="*/ 0 h 84"/>
                  <a:gd name="T32" fmla="*/ 2 w 56"/>
                  <a:gd name="T33" fmla="*/ 1 h 84"/>
                  <a:gd name="T34" fmla="*/ 2 w 56"/>
                  <a:gd name="T35" fmla="*/ 1 h 84"/>
                  <a:gd name="T36" fmla="*/ 2 w 56"/>
                  <a:gd name="T37" fmla="*/ 1 h 84"/>
                  <a:gd name="T38" fmla="*/ 2 w 56"/>
                  <a:gd name="T39" fmla="*/ 3 h 84"/>
                  <a:gd name="T40" fmla="*/ 3 w 56"/>
                  <a:gd name="T41" fmla="*/ 3 h 84"/>
                  <a:gd name="T42" fmla="*/ 3 w 56"/>
                  <a:gd name="T43" fmla="*/ 5 h 8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56"/>
                  <a:gd name="T67" fmla="*/ 0 h 84"/>
                  <a:gd name="T68" fmla="*/ 56 w 56"/>
                  <a:gd name="T69" fmla="*/ 84 h 84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56" h="84">
                    <a:moveTo>
                      <a:pt x="56" y="79"/>
                    </a:moveTo>
                    <a:lnTo>
                      <a:pt x="42" y="84"/>
                    </a:lnTo>
                    <a:lnTo>
                      <a:pt x="36" y="75"/>
                    </a:lnTo>
                    <a:lnTo>
                      <a:pt x="29" y="66"/>
                    </a:lnTo>
                    <a:lnTo>
                      <a:pt x="23" y="58"/>
                    </a:lnTo>
                    <a:lnTo>
                      <a:pt x="17" y="48"/>
                    </a:lnTo>
                    <a:lnTo>
                      <a:pt x="11" y="39"/>
                    </a:lnTo>
                    <a:lnTo>
                      <a:pt x="5" y="30"/>
                    </a:lnTo>
                    <a:lnTo>
                      <a:pt x="2" y="21"/>
                    </a:lnTo>
                    <a:lnTo>
                      <a:pt x="0" y="10"/>
                    </a:lnTo>
                    <a:lnTo>
                      <a:pt x="6" y="9"/>
                    </a:lnTo>
                    <a:lnTo>
                      <a:pt x="12" y="8"/>
                    </a:lnTo>
                    <a:lnTo>
                      <a:pt x="17" y="6"/>
                    </a:lnTo>
                    <a:lnTo>
                      <a:pt x="21" y="3"/>
                    </a:lnTo>
                    <a:lnTo>
                      <a:pt x="26" y="1"/>
                    </a:lnTo>
                    <a:lnTo>
                      <a:pt x="30" y="0"/>
                    </a:lnTo>
                    <a:lnTo>
                      <a:pt x="35" y="1"/>
                    </a:lnTo>
                    <a:lnTo>
                      <a:pt x="41" y="2"/>
                    </a:lnTo>
                    <a:lnTo>
                      <a:pt x="43" y="14"/>
                    </a:lnTo>
                    <a:lnTo>
                      <a:pt x="48" y="33"/>
                    </a:lnTo>
                    <a:lnTo>
                      <a:pt x="52" y="58"/>
                    </a:lnTo>
                    <a:lnTo>
                      <a:pt x="56" y="7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Freeform 464"/>
              <p:cNvSpPr>
                <a:spLocks/>
              </p:cNvSpPr>
              <p:nvPr/>
            </p:nvSpPr>
            <p:spPr bwMode="auto">
              <a:xfrm>
                <a:off x="2920" y="2335"/>
                <a:ext cx="52" cy="40"/>
              </a:xfrm>
              <a:custGeom>
                <a:avLst/>
                <a:gdLst>
                  <a:gd name="T0" fmla="*/ 7 w 104"/>
                  <a:gd name="T1" fmla="*/ 4 h 81"/>
                  <a:gd name="T2" fmla="*/ 7 w 104"/>
                  <a:gd name="T3" fmla="*/ 4 h 81"/>
                  <a:gd name="T4" fmla="*/ 6 w 104"/>
                  <a:gd name="T5" fmla="*/ 4 h 81"/>
                  <a:gd name="T6" fmla="*/ 6 w 104"/>
                  <a:gd name="T7" fmla="*/ 5 h 81"/>
                  <a:gd name="T8" fmla="*/ 6 w 104"/>
                  <a:gd name="T9" fmla="*/ 4 h 81"/>
                  <a:gd name="T10" fmla="*/ 5 w 104"/>
                  <a:gd name="T11" fmla="*/ 4 h 81"/>
                  <a:gd name="T12" fmla="*/ 5 w 104"/>
                  <a:gd name="T13" fmla="*/ 4 h 81"/>
                  <a:gd name="T14" fmla="*/ 3 w 104"/>
                  <a:gd name="T15" fmla="*/ 4 h 81"/>
                  <a:gd name="T16" fmla="*/ 3 w 104"/>
                  <a:gd name="T17" fmla="*/ 4 h 81"/>
                  <a:gd name="T18" fmla="*/ 0 w 104"/>
                  <a:gd name="T19" fmla="*/ 1 h 81"/>
                  <a:gd name="T20" fmla="*/ 1 w 104"/>
                  <a:gd name="T21" fmla="*/ 1 h 81"/>
                  <a:gd name="T22" fmla="*/ 1 w 104"/>
                  <a:gd name="T23" fmla="*/ 1 h 81"/>
                  <a:gd name="T24" fmla="*/ 1 w 104"/>
                  <a:gd name="T25" fmla="*/ 0 h 81"/>
                  <a:gd name="T26" fmla="*/ 2 w 104"/>
                  <a:gd name="T27" fmla="*/ 0 h 81"/>
                  <a:gd name="T28" fmla="*/ 2 w 104"/>
                  <a:gd name="T29" fmla="*/ 0 h 81"/>
                  <a:gd name="T30" fmla="*/ 2 w 104"/>
                  <a:gd name="T31" fmla="*/ 0 h 81"/>
                  <a:gd name="T32" fmla="*/ 3 w 104"/>
                  <a:gd name="T33" fmla="*/ 0 h 81"/>
                  <a:gd name="T34" fmla="*/ 3 w 104"/>
                  <a:gd name="T35" fmla="*/ 0 h 81"/>
                  <a:gd name="T36" fmla="*/ 3 w 104"/>
                  <a:gd name="T37" fmla="*/ 0 h 81"/>
                  <a:gd name="T38" fmla="*/ 3 w 104"/>
                  <a:gd name="T39" fmla="*/ 1 h 81"/>
                  <a:gd name="T40" fmla="*/ 5 w 104"/>
                  <a:gd name="T41" fmla="*/ 1 h 81"/>
                  <a:gd name="T42" fmla="*/ 5 w 104"/>
                  <a:gd name="T43" fmla="*/ 2 h 81"/>
                  <a:gd name="T44" fmla="*/ 5 w 104"/>
                  <a:gd name="T45" fmla="*/ 2 h 81"/>
                  <a:gd name="T46" fmla="*/ 6 w 104"/>
                  <a:gd name="T47" fmla="*/ 3 h 81"/>
                  <a:gd name="T48" fmla="*/ 6 w 104"/>
                  <a:gd name="T49" fmla="*/ 3 h 81"/>
                  <a:gd name="T50" fmla="*/ 7 w 104"/>
                  <a:gd name="T51" fmla="*/ 4 h 81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04"/>
                  <a:gd name="T79" fmla="*/ 0 h 81"/>
                  <a:gd name="T80" fmla="*/ 104 w 104"/>
                  <a:gd name="T81" fmla="*/ 81 h 81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04" h="81">
                    <a:moveTo>
                      <a:pt x="104" y="71"/>
                    </a:moveTo>
                    <a:lnTo>
                      <a:pt x="101" y="77"/>
                    </a:lnTo>
                    <a:lnTo>
                      <a:pt x="95" y="79"/>
                    </a:lnTo>
                    <a:lnTo>
                      <a:pt x="89" y="81"/>
                    </a:lnTo>
                    <a:lnTo>
                      <a:pt x="83" y="79"/>
                    </a:lnTo>
                    <a:lnTo>
                      <a:pt x="76" y="76"/>
                    </a:lnTo>
                    <a:lnTo>
                      <a:pt x="69" y="74"/>
                    </a:lnTo>
                    <a:lnTo>
                      <a:pt x="63" y="70"/>
                    </a:lnTo>
                    <a:lnTo>
                      <a:pt x="58" y="67"/>
                    </a:lnTo>
                    <a:lnTo>
                      <a:pt x="0" y="24"/>
                    </a:lnTo>
                    <a:lnTo>
                      <a:pt x="4" y="19"/>
                    </a:lnTo>
                    <a:lnTo>
                      <a:pt x="9" y="16"/>
                    </a:lnTo>
                    <a:lnTo>
                      <a:pt x="15" y="14"/>
                    </a:lnTo>
                    <a:lnTo>
                      <a:pt x="20" y="10"/>
                    </a:lnTo>
                    <a:lnTo>
                      <a:pt x="26" y="8"/>
                    </a:lnTo>
                    <a:lnTo>
                      <a:pt x="32" y="4"/>
                    </a:lnTo>
                    <a:lnTo>
                      <a:pt x="39" y="2"/>
                    </a:lnTo>
                    <a:lnTo>
                      <a:pt x="45" y="0"/>
                    </a:lnTo>
                    <a:lnTo>
                      <a:pt x="51" y="9"/>
                    </a:lnTo>
                    <a:lnTo>
                      <a:pt x="58" y="18"/>
                    </a:lnTo>
                    <a:lnTo>
                      <a:pt x="65" y="28"/>
                    </a:lnTo>
                    <a:lnTo>
                      <a:pt x="72" y="37"/>
                    </a:lnTo>
                    <a:lnTo>
                      <a:pt x="79" y="46"/>
                    </a:lnTo>
                    <a:lnTo>
                      <a:pt x="87" y="54"/>
                    </a:lnTo>
                    <a:lnTo>
                      <a:pt x="95" y="63"/>
                    </a:lnTo>
                    <a:lnTo>
                      <a:pt x="104" y="7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Freeform 465"/>
              <p:cNvSpPr>
                <a:spLocks/>
              </p:cNvSpPr>
              <p:nvPr/>
            </p:nvSpPr>
            <p:spPr bwMode="auto">
              <a:xfrm>
                <a:off x="2781" y="2333"/>
                <a:ext cx="79" cy="44"/>
              </a:xfrm>
              <a:custGeom>
                <a:avLst/>
                <a:gdLst>
                  <a:gd name="T0" fmla="*/ 10 w 158"/>
                  <a:gd name="T1" fmla="*/ 5 h 88"/>
                  <a:gd name="T2" fmla="*/ 10 w 158"/>
                  <a:gd name="T3" fmla="*/ 5 h 88"/>
                  <a:gd name="T4" fmla="*/ 9 w 158"/>
                  <a:gd name="T5" fmla="*/ 5 h 88"/>
                  <a:gd name="T6" fmla="*/ 9 w 158"/>
                  <a:gd name="T7" fmla="*/ 5 h 88"/>
                  <a:gd name="T8" fmla="*/ 7 w 158"/>
                  <a:gd name="T9" fmla="*/ 5 h 88"/>
                  <a:gd name="T10" fmla="*/ 6 w 158"/>
                  <a:gd name="T11" fmla="*/ 5 h 88"/>
                  <a:gd name="T12" fmla="*/ 6 w 158"/>
                  <a:gd name="T13" fmla="*/ 5 h 88"/>
                  <a:gd name="T14" fmla="*/ 5 w 158"/>
                  <a:gd name="T15" fmla="*/ 5 h 88"/>
                  <a:gd name="T16" fmla="*/ 5 w 158"/>
                  <a:gd name="T17" fmla="*/ 6 h 88"/>
                  <a:gd name="T18" fmla="*/ 0 w 158"/>
                  <a:gd name="T19" fmla="*/ 3 h 88"/>
                  <a:gd name="T20" fmla="*/ 1 w 158"/>
                  <a:gd name="T21" fmla="*/ 3 h 88"/>
                  <a:gd name="T22" fmla="*/ 1 w 158"/>
                  <a:gd name="T23" fmla="*/ 3 h 88"/>
                  <a:gd name="T24" fmla="*/ 1 w 158"/>
                  <a:gd name="T25" fmla="*/ 3 h 88"/>
                  <a:gd name="T26" fmla="*/ 1 w 158"/>
                  <a:gd name="T27" fmla="*/ 1 h 88"/>
                  <a:gd name="T28" fmla="*/ 1 w 158"/>
                  <a:gd name="T29" fmla="*/ 1 h 88"/>
                  <a:gd name="T30" fmla="*/ 2 w 158"/>
                  <a:gd name="T31" fmla="*/ 1 h 88"/>
                  <a:gd name="T32" fmla="*/ 2 w 158"/>
                  <a:gd name="T33" fmla="*/ 1 h 88"/>
                  <a:gd name="T34" fmla="*/ 3 w 158"/>
                  <a:gd name="T35" fmla="*/ 0 h 88"/>
                  <a:gd name="T36" fmla="*/ 5 w 158"/>
                  <a:gd name="T37" fmla="*/ 1 h 88"/>
                  <a:gd name="T38" fmla="*/ 5 w 158"/>
                  <a:gd name="T39" fmla="*/ 1 h 88"/>
                  <a:gd name="T40" fmla="*/ 5 w 158"/>
                  <a:gd name="T41" fmla="*/ 1 h 88"/>
                  <a:gd name="T42" fmla="*/ 6 w 158"/>
                  <a:gd name="T43" fmla="*/ 3 h 88"/>
                  <a:gd name="T44" fmla="*/ 7 w 158"/>
                  <a:gd name="T45" fmla="*/ 3 h 88"/>
                  <a:gd name="T46" fmla="*/ 9 w 158"/>
                  <a:gd name="T47" fmla="*/ 3 h 88"/>
                  <a:gd name="T48" fmla="*/ 9 w 158"/>
                  <a:gd name="T49" fmla="*/ 3 h 88"/>
                  <a:gd name="T50" fmla="*/ 10 w 158"/>
                  <a:gd name="T51" fmla="*/ 5 h 88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58"/>
                  <a:gd name="T79" fmla="*/ 0 h 88"/>
                  <a:gd name="T80" fmla="*/ 158 w 158"/>
                  <a:gd name="T81" fmla="*/ 88 h 88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58" h="88">
                    <a:moveTo>
                      <a:pt x="158" y="65"/>
                    </a:moveTo>
                    <a:lnTo>
                      <a:pt x="151" y="74"/>
                    </a:lnTo>
                    <a:lnTo>
                      <a:pt x="142" y="79"/>
                    </a:lnTo>
                    <a:lnTo>
                      <a:pt x="131" y="79"/>
                    </a:lnTo>
                    <a:lnTo>
                      <a:pt x="120" y="78"/>
                    </a:lnTo>
                    <a:lnTo>
                      <a:pt x="108" y="75"/>
                    </a:lnTo>
                    <a:lnTo>
                      <a:pt x="97" y="76"/>
                    </a:lnTo>
                    <a:lnTo>
                      <a:pt x="86" y="80"/>
                    </a:lnTo>
                    <a:lnTo>
                      <a:pt x="80" y="88"/>
                    </a:lnTo>
                    <a:lnTo>
                      <a:pt x="0" y="53"/>
                    </a:lnTo>
                    <a:lnTo>
                      <a:pt x="6" y="46"/>
                    </a:lnTo>
                    <a:lnTo>
                      <a:pt x="12" y="40"/>
                    </a:lnTo>
                    <a:lnTo>
                      <a:pt x="17" y="33"/>
                    </a:lnTo>
                    <a:lnTo>
                      <a:pt x="24" y="25"/>
                    </a:lnTo>
                    <a:lnTo>
                      <a:pt x="30" y="19"/>
                    </a:lnTo>
                    <a:lnTo>
                      <a:pt x="38" y="12"/>
                    </a:lnTo>
                    <a:lnTo>
                      <a:pt x="45" y="6"/>
                    </a:lnTo>
                    <a:lnTo>
                      <a:pt x="54" y="0"/>
                    </a:lnTo>
                    <a:lnTo>
                      <a:pt x="67" y="8"/>
                    </a:lnTo>
                    <a:lnTo>
                      <a:pt x="80" y="17"/>
                    </a:lnTo>
                    <a:lnTo>
                      <a:pt x="92" y="25"/>
                    </a:lnTo>
                    <a:lnTo>
                      <a:pt x="106" y="34"/>
                    </a:lnTo>
                    <a:lnTo>
                      <a:pt x="119" y="43"/>
                    </a:lnTo>
                    <a:lnTo>
                      <a:pt x="131" y="51"/>
                    </a:lnTo>
                    <a:lnTo>
                      <a:pt x="144" y="58"/>
                    </a:lnTo>
                    <a:lnTo>
                      <a:pt x="158" y="6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" name="Freeform 466"/>
              <p:cNvSpPr>
                <a:spLocks/>
              </p:cNvSpPr>
              <p:nvPr/>
            </p:nvSpPr>
            <p:spPr bwMode="auto">
              <a:xfrm>
                <a:off x="2885" y="2353"/>
                <a:ext cx="64" cy="31"/>
              </a:xfrm>
              <a:custGeom>
                <a:avLst/>
                <a:gdLst>
                  <a:gd name="T0" fmla="*/ 8 w 128"/>
                  <a:gd name="T1" fmla="*/ 3 h 63"/>
                  <a:gd name="T2" fmla="*/ 7 w 128"/>
                  <a:gd name="T3" fmla="*/ 3 h 63"/>
                  <a:gd name="T4" fmla="*/ 7 w 128"/>
                  <a:gd name="T5" fmla="*/ 3 h 63"/>
                  <a:gd name="T6" fmla="*/ 7 w 128"/>
                  <a:gd name="T7" fmla="*/ 3 h 63"/>
                  <a:gd name="T8" fmla="*/ 7 w 128"/>
                  <a:gd name="T9" fmla="*/ 3 h 63"/>
                  <a:gd name="T10" fmla="*/ 6 w 128"/>
                  <a:gd name="T11" fmla="*/ 3 h 63"/>
                  <a:gd name="T12" fmla="*/ 6 w 128"/>
                  <a:gd name="T13" fmla="*/ 3 h 63"/>
                  <a:gd name="T14" fmla="*/ 6 w 128"/>
                  <a:gd name="T15" fmla="*/ 3 h 63"/>
                  <a:gd name="T16" fmla="*/ 5 w 128"/>
                  <a:gd name="T17" fmla="*/ 3 h 63"/>
                  <a:gd name="T18" fmla="*/ 0 w 128"/>
                  <a:gd name="T19" fmla="*/ 1 h 63"/>
                  <a:gd name="T20" fmla="*/ 1 w 128"/>
                  <a:gd name="T21" fmla="*/ 1 h 63"/>
                  <a:gd name="T22" fmla="*/ 1 w 128"/>
                  <a:gd name="T23" fmla="*/ 0 h 63"/>
                  <a:gd name="T24" fmla="*/ 1 w 128"/>
                  <a:gd name="T25" fmla="*/ 0 h 63"/>
                  <a:gd name="T26" fmla="*/ 2 w 128"/>
                  <a:gd name="T27" fmla="*/ 0 h 63"/>
                  <a:gd name="T28" fmla="*/ 2 w 128"/>
                  <a:gd name="T29" fmla="*/ 0 h 63"/>
                  <a:gd name="T30" fmla="*/ 3 w 128"/>
                  <a:gd name="T31" fmla="*/ 0 h 63"/>
                  <a:gd name="T32" fmla="*/ 4 w 128"/>
                  <a:gd name="T33" fmla="*/ 1 h 63"/>
                  <a:gd name="T34" fmla="*/ 5 w 128"/>
                  <a:gd name="T35" fmla="*/ 1 h 63"/>
                  <a:gd name="T36" fmla="*/ 5 w 128"/>
                  <a:gd name="T37" fmla="*/ 2 h 63"/>
                  <a:gd name="T38" fmla="*/ 6 w 128"/>
                  <a:gd name="T39" fmla="*/ 2 h 63"/>
                  <a:gd name="T40" fmla="*/ 7 w 128"/>
                  <a:gd name="T41" fmla="*/ 2 h 63"/>
                  <a:gd name="T42" fmla="*/ 8 w 128"/>
                  <a:gd name="T43" fmla="*/ 3 h 63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28"/>
                  <a:gd name="T67" fmla="*/ 0 h 63"/>
                  <a:gd name="T68" fmla="*/ 128 w 128"/>
                  <a:gd name="T69" fmla="*/ 63 h 63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28" h="63">
                    <a:moveTo>
                      <a:pt x="128" y="54"/>
                    </a:moveTo>
                    <a:lnTo>
                      <a:pt x="126" y="59"/>
                    </a:lnTo>
                    <a:lnTo>
                      <a:pt x="122" y="62"/>
                    </a:lnTo>
                    <a:lnTo>
                      <a:pt x="118" y="63"/>
                    </a:lnTo>
                    <a:lnTo>
                      <a:pt x="112" y="62"/>
                    </a:lnTo>
                    <a:lnTo>
                      <a:pt x="107" y="61"/>
                    </a:lnTo>
                    <a:lnTo>
                      <a:pt x="102" y="59"/>
                    </a:lnTo>
                    <a:lnTo>
                      <a:pt x="97" y="59"/>
                    </a:lnTo>
                    <a:lnTo>
                      <a:pt x="93" y="61"/>
                    </a:lnTo>
                    <a:lnTo>
                      <a:pt x="0" y="25"/>
                    </a:lnTo>
                    <a:lnTo>
                      <a:pt x="5" y="17"/>
                    </a:lnTo>
                    <a:lnTo>
                      <a:pt x="14" y="12"/>
                    </a:lnTo>
                    <a:lnTo>
                      <a:pt x="26" y="6"/>
                    </a:lnTo>
                    <a:lnTo>
                      <a:pt x="34" y="0"/>
                    </a:lnTo>
                    <a:lnTo>
                      <a:pt x="46" y="4"/>
                    </a:lnTo>
                    <a:lnTo>
                      <a:pt x="58" y="10"/>
                    </a:lnTo>
                    <a:lnTo>
                      <a:pt x="69" y="16"/>
                    </a:lnTo>
                    <a:lnTo>
                      <a:pt x="81" y="24"/>
                    </a:lnTo>
                    <a:lnTo>
                      <a:pt x="93" y="32"/>
                    </a:lnTo>
                    <a:lnTo>
                      <a:pt x="104" y="39"/>
                    </a:lnTo>
                    <a:lnTo>
                      <a:pt x="116" y="47"/>
                    </a:lnTo>
                    <a:lnTo>
                      <a:pt x="128" y="5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" name="Freeform 467"/>
              <p:cNvSpPr>
                <a:spLocks/>
              </p:cNvSpPr>
              <p:nvPr/>
            </p:nvSpPr>
            <p:spPr bwMode="auto">
              <a:xfrm>
                <a:off x="3004" y="2365"/>
                <a:ext cx="53" cy="21"/>
              </a:xfrm>
              <a:custGeom>
                <a:avLst/>
                <a:gdLst>
                  <a:gd name="T0" fmla="*/ 1 w 106"/>
                  <a:gd name="T1" fmla="*/ 3 h 40"/>
                  <a:gd name="T2" fmla="*/ 1 w 106"/>
                  <a:gd name="T3" fmla="*/ 3 h 40"/>
                  <a:gd name="T4" fmla="*/ 0 w 106"/>
                  <a:gd name="T5" fmla="*/ 2 h 40"/>
                  <a:gd name="T6" fmla="*/ 0 w 106"/>
                  <a:gd name="T7" fmla="*/ 2 h 40"/>
                  <a:gd name="T8" fmla="*/ 1 w 106"/>
                  <a:gd name="T9" fmla="*/ 1 h 40"/>
                  <a:gd name="T10" fmla="*/ 7 w 106"/>
                  <a:gd name="T11" fmla="*/ 0 h 40"/>
                  <a:gd name="T12" fmla="*/ 1 w 106"/>
                  <a:gd name="T13" fmla="*/ 3 h 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6"/>
                  <a:gd name="T22" fmla="*/ 0 h 40"/>
                  <a:gd name="T23" fmla="*/ 106 w 106"/>
                  <a:gd name="T24" fmla="*/ 40 h 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6" h="40">
                    <a:moveTo>
                      <a:pt x="9" y="40"/>
                    </a:moveTo>
                    <a:lnTo>
                      <a:pt x="2" y="37"/>
                    </a:lnTo>
                    <a:lnTo>
                      <a:pt x="0" y="30"/>
                    </a:lnTo>
                    <a:lnTo>
                      <a:pt x="0" y="23"/>
                    </a:lnTo>
                    <a:lnTo>
                      <a:pt x="3" y="16"/>
                    </a:lnTo>
                    <a:lnTo>
                      <a:pt x="106" y="0"/>
                    </a:lnTo>
                    <a:lnTo>
                      <a:pt x="9" y="4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" name="Freeform 468"/>
              <p:cNvSpPr>
                <a:spLocks/>
              </p:cNvSpPr>
              <p:nvPr/>
            </p:nvSpPr>
            <p:spPr bwMode="auto">
              <a:xfrm>
                <a:off x="2853" y="2373"/>
                <a:ext cx="73" cy="25"/>
              </a:xfrm>
              <a:custGeom>
                <a:avLst/>
                <a:gdLst>
                  <a:gd name="T0" fmla="*/ 9 w 146"/>
                  <a:gd name="T1" fmla="*/ 3 h 49"/>
                  <a:gd name="T2" fmla="*/ 9 w 146"/>
                  <a:gd name="T3" fmla="*/ 4 h 49"/>
                  <a:gd name="T4" fmla="*/ 7 w 146"/>
                  <a:gd name="T5" fmla="*/ 3 h 49"/>
                  <a:gd name="T6" fmla="*/ 6 w 146"/>
                  <a:gd name="T7" fmla="*/ 3 h 49"/>
                  <a:gd name="T8" fmla="*/ 5 w 146"/>
                  <a:gd name="T9" fmla="*/ 3 h 49"/>
                  <a:gd name="T10" fmla="*/ 3 w 146"/>
                  <a:gd name="T11" fmla="*/ 3 h 49"/>
                  <a:gd name="T12" fmla="*/ 2 w 146"/>
                  <a:gd name="T13" fmla="*/ 3 h 49"/>
                  <a:gd name="T14" fmla="*/ 1 w 146"/>
                  <a:gd name="T15" fmla="*/ 3 h 49"/>
                  <a:gd name="T16" fmla="*/ 1 w 146"/>
                  <a:gd name="T17" fmla="*/ 3 h 49"/>
                  <a:gd name="T18" fmla="*/ 0 w 146"/>
                  <a:gd name="T19" fmla="*/ 2 h 49"/>
                  <a:gd name="T20" fmla="*/ 1 w 146"/>
                  <a:gd name="T21" fmla="*/ 2 h 49"/>
                  <a:gd name="T22" fmla="*/ 1 w 146"/>
                  <a:gd name="T23" fmla="*/ 2 h 49"/>
                  <a:gd name="T24" fmla="*/ 1 w 146"/>
                  <a:gd name="T25" fmla="*/ 1 h 49"/>
                  <a:gd name="T26" fmla="*/ 1 w 146"/>
                  <a:gd name="T27" fmla="*/ 1 h 49"/>
                  <a:gd name="T28" fmla="*/ 1 w 146"/>
                  <a:gd name="T29" fmla="*/ 1 h 49"/>
                  <a:gd name="T30" fmla="*/ 1 w 146"/>
                  <a:gd name="T31" fmla="*/ 1 h 49"/>
                  <a:gd name="T32" fmla="*/ 2 w 146"/>
                  <a:gd name="T33" fmla="*/ 1 h 49"/>
                  <a:gd name="T34" fmla="*/ 2 w 146"/>
                  <a:gd name="T35" fmla="*/ 0 h 49"/>
                  <a:gd name="T36" fmla="*/ 3 w 146"/>
                  <a:gd name="T37" fmla="*/ 1 h 49"/>
                  <a:gd name="T38" fmla="*/ 5 w 146"/>
                  <a:gd name="T39" fmla="*/ 1 h 49"/>
                  <a:gd name="T40" fmla="*/ 5 w 146"/>
                  <a:gd name="T41" fmla="*/ 2 h 49"/>
                  <a:gd name="T42" fmla="*/ 6 w 146"/>
                  <a:gd name="T43" fmla="*/ 2 h 49"/>
                  <a:gd name="T44" fmla="*/ 7 w 146"/>
                  <a:gd name="T45" fmla="*/ 2 h 49"/>
                  <a:gd name="T46" fmla="*/ 8 w 146"/>
                  <a:gd name="T47" fmla="*/ 3 h 49"/>
                  <a:gd name="T48" fmla="*/ 9 w 146"/>
                  <a:gd name="T49" fmla="*/ 3 h 49"/>
                  <a:gd name="T50" fmla="*/ 9 w 146"/>
                  <a:gd name="T51" fmla="*/ 3 h 4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46"/>
                  <a:gd name="T79" fmla="*/ 0 h 49"/>
                  <a:gd name="T80" fmla="*/ 146 w 146"/>
                  <a:gd name="T81" fmla="*/ 49 h 4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46" h="49">
                    <a:moveTo>
                      <a:pt x="146" y="40"/>
                    </a:moveTo>
                    <a:lnTo>
                      <a:pt x="130" y="49"/>
                    </a:lnTo>
                    <a:lnTo>
                      <a:pt x="113" y="47"/>
                    </a:lnTo>
                    <a:lnTo>
                      <a:pt x="96" y="46"/>
                    </a:lnTo>
                    <a:lnTo>
                      <a:pt x="79" y="46"/>
                    </a:lnTo>
                    <a:lnTo>
                      <a:pt x="63" y="45"/>
                    </a:lnTo>
                    <a:lnTo>
                      <a:pt x="47" y="43"/>
                    </a:lnTo>
                    <a:lnTo>
                      <a:pt x="31" y="40"/>
                    </a:lnTo>
                    <a:lnTo>
                      <a:pt x="16" y="37"/>
                    </a:lnTo>
                    <a:lnTo>
                      <a:pt x="0" y="31"/>
                    </a:lnTo>
                    <a:lnTo>
                      <a:pt x="1" y="24"/>
                    </a:lnTo>
                    <a:lnTo>
                      <a:pt x="5" y="18"/>
                    </a:lnTo>
                    <a:lnTo>
                      <a:pt x="9" y="13"/>
                    </a:lnTo>
                    <a:lnTo>
                      <a:pt x="15" y="9"/>
                    </a:lnTo>
                    <a:lnTo>
                      <a:pt x="22" y="6"/>
                    </a:lnTo>
                    <a:lnTo>
                      <a:pt x="29" y="3"/>
                    </a:lnTo>
                    <a:lnTo>
                      <a:pt x="36" y="1"/>
                    </a:lnTo>
                    <a:lnTo>
                      <a:pt x="44" y="0"/>
                    </a:lnTo>
                    <a:lnTo>
                      <a:pt x="54" y="5"/>
                    </a:lnTo>
                    <a:lnTo>
                      <a:pt x="68" y="11"/>
                    </a:lnTo>
                    <a:lnTo>
                      <a:pt x="83" y="18"/>
                    </a:lnTo>
                    <a:lnTo>
                      <a:pt x="99" y="25"/>
                    </a:lnTo>
                    <a:lnTo>
                      <a:pt x="114" y="32"/>
                    </a:lnTo>
                    <a:lnTo>
                      <a:pt x="128" y="38"/>
                    </a:lnTo>
                    <a:lnTo>
                      <a:pt x="139" y="40"/>
                    </a:lnTo>
                    <a:lnTo>
                      <a:pt x="146" y="4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" name="Freeform 469"/>
              <p:cNvSpPr>
                <a:spLocks/>
              </p:cNvSpPr>
              <p:nvPr/>
            </p:nvSpPr>
            <p:spPr bwMode="auto">
              <a:xfrm>
                <a:off x="2953" y="2379"/>
                <a:ext cx="43" cy="15"/>
              </a:xfrm>
              <a:custGeom>
                <a:avLst/>
                <a:gdLst>
                  <a:gd name="T0" fmla="*/ 5 w 88"/>
                  <a:gd name="T1" fmla="*/ 1 h 28"/>
                  <a:gd name="T2" fmla="*/ 4 w 88"/>
                  <a:gd name="T3" fmla="*/ 2 h 28"/>
                  <a:gd name="T4" fmla="*/ 4 w 88"/>
                  <a:gd name="T5" fmla="*/ 2 h 28"/>
                  <a:gd name="T6" fmla="*/ 3 w 88"/>
                  <a:gd name="T7" fmla="*/ 2 h 28"/>
                  <a:gd name="T8" fmla="*/ 2 w 88"/>
                  <a:gd name="T9" fmla="*/ 2 h 28"/>
                  <a:gd name="T10" fmla="*/ 2 w 88"/>
                  <a:gd name="T11" fmla="*/ 2 h 28"/>
                  <a:gd name="T12" fmla="*/ 1 w 88"/>
                  <a:gd name="T13" fmla="*/ 2 h 28"/>
                  <a:gd name="T14" fmla="*/ 0 w 88"/>
                  <a:gd name="T15" fmla="*/ 2 h 28"/>
                  <a:gd name="T16" fmla="*/ 0 w 88"/>
                  <a:gd name="T17" fmla="*/ 2 h 28"/>
                  <a:gd name="T18" fmla="*/ 0 w 88"/>
                  <a:gd name="T19" fmla="*/ 2 h 28"/>
                  <a:gd name="T20" fmla="*/ 1 w 88"/>
                  <a:gd name="T21" fmla="*/ 2 h 28"/>
                  <a:gd name="T22" fmla="*/ 1 w 88"/>
                  <a:gd name="T23" fmla="*/ 1 h 28"/>
                  <a:gd name="T24" fmla="*/ 2 w 88"/>
                  <a:gd name="T25" fmla="*/ 1 h 28"/>
                  <a:gd name="T26" fmla="*/ 2 w 88"/>
                  <a:gd name="T27" fmla="*/ 1 h 28"/>
                  <a:gd name="T28" fmla="*/ 3 w 88"/>
                  <a:gd name="T29" fmla="*/ 1 h 28"/>
                  <a:gd name="T30" fmla="*/ 4 w 88"/>
                  <a:gd name="T31" fmla="*/ 0 h 28"/>
                  <a:gd name="T32" fmla="*/ 5 w 88"/>
                  <a:gd name="T33" fmla="*/ 1 h 28"/>
                  <a:gd name="T34" fmla="*/ 5 w 88"/>
                  <a:gd name="T35" fmla="*/ 1 h 2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8"/>
                  <a:gd name="T55" fmla="*/ 0 h 28"/>
                  <a:gd name="T56" fmla="*/ 88 w 88"/>
                  <a:gd name="T57" fmla="*/ 28 h 2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8" h="28">
                    <a:moveTo>
                      <a:pt x="88" y="13"/>
                    </a:moveTo>
                    <a:lnTo>
                      <a:pt x="77" y="18"/>
                    </a:lnTo>
                    <a:lnTo>
                      <a:pt x="66" y="21"/>
                    </a:lnTo>
                    <a:lnTo>
                      <a:pt x="56" y="23"/>
                    </a:lnTo>
                    <a:lnTo>
                      <a:pt x="44" y="24"/>
                    </a:lnTo>
                    <a:lnTo>
                      <a:pt x="33" y="25"/>
                    </a:lnTo>
                    <a:lnTo>
                      <a:pt x="22" y="26"/>
                    </a:lnTo>
                    <a:lnTo>
                      <a:pt x="11" y="27"/>
                    </a:lnTo>
                    <a:lnTo>
                      <a:pt x="0" y="28"/>
                    </a:lnTo>
                    <a:lnTo>
                      <a:pt x="9" y="24"/>
                    </a:lnTo>
                    <a:lnTo>
                      <a:pt x="19" y="19"/>
                    </a:lnTo>
                    <a:lnTo>
                      <a:pt x="28" y="13"/>
                    </a:lnTo>
                    <a:lnTo>
                      <a:pt x="37" y="8"/>
                    </a:lnTo>
                    <a:lnTo>
                      <a:pt x="48" y="4"/>
                    </a:lnTo>
                    <a:lnTo>
                      <a:pt x="58" y="1"/>
                    </a:lnTo>
                    <a:lnTo>
                      <a:pt x="69" y="0"/>
                    </a:lnTo>
                    <a:lnTo>
                      <a:pt x="82" y="2"/>
                    </a:lnTo>
                    <a:lnTo>
                      <a:pt x="88" y="1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3" name="Picture 476" descr="dd00163_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304" y="2256"/>
              <a:ext cx="912" cy="9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10" name="Group 477"/>
            <p:cNvGrpSpPr>
              <a:grpSpLocks/>
            </p:cNvGrpSpPr>
            <p:nvPr/>
          </p:nvGrpSpPr>
          <p:grpSpPr bwMode="auto">
            <a:xfrm>
              <a:off x="619" y="2398"/>
              <a:ext cx="718" cy="671"/>
              <a:chOff x="2420" y="1584"/>
              <a:chExt cx="872" cy="912"/>
            </a:xfrm>
          </p:grpSpPr>
          <p:sp>
            <p:nvSpPr>
              <p:cNvPr id="27" name="Freeform 478"/>
              <p:cNvSpPr>
                <a:spLocks/>
              </p:cNvSpPr>
              <p:nvPr/>
            </p:nvSpPr>
            <p:spPr bwMode="auto">
              <a:xfrm>
                <a:off x="2420" y="1771"/>
                <a:ext cx="51" cy="34"/>
              </a:xfrm>
              <a:custGeom>
                <a:avLst/>
                <a:gdLst>
                  <a:gd name="T0" fmla="*/ 0 w 101"/>
                  <a:gd name="T1" fmla="*/ 1 h 67"/>
                  <a:gd name="T2" fmla="*/ 1 w 101"/>
                  <a:gd name="T3" fmla="*/ 0 h 67"/>
                  <a:gd name="T4" fmla="*/ 1 w 101"/>
                  <a:gd name="T5" fmla="*/ 0 h 67"/>
                  <a:gd name="T6" fmla="*/ 1 w 101"/>
                  <a:gd name="T7" fmla="*/ 0 h 67"/>
                  <a:gd name="T8" fmla="*/ 1 w 101"/>
                  <a:gd name="T9" fmla="*/ 0 h 67"/>
                  <a:gd name="T10" fmla="*/ 2 w 101"/>
                  <a:gd name="T11" fmla="*/ 1 h 67"/>
                  <a:gd name="T12" fmla="*/ 3 w 101"/>
                  <a:gd name="T13" fmla="*/ 1 h 67"/>
                  <a:gd name="T14" fmla="*/ 4 w 101"/>
                  <a:gd name="T15" fmla="*/ 2 h 67"/>
                  <a:gd name="T16" fmla="*/ 5 w 101"/>
                  <a:gd name="T17" fmla="*/ 2 h 67"/>
                  <a:gd name="T18" fmla="*/ 5 w 101"/>
                  <a:gd name="T19" fmla="*/ 3 h 67"/>
                  <a:gd name="T20" fmla="*/ 6 w 101"/>
                  <a:gd name="T21" fmla="*/ 3 h 67"/>
                  <a:gd name="T22" fmla="*/ 7 w 101"/>
                  <a:gd name="T23" fmla="*/ 3 h 67"/>
                  <a:gd name="T24" fmla="*/ 7 w 101"/>
                  <a:gd name="T25" fmla="*/ 3 h 67"/>
                  <a:gd name="T26" fmla="*/ 7 w 101"/>
                  <a:gd name="T27" fmla="*/ 4 h 67"/>
                  <a:gd name="T28" fmla="*/ 6 w 101"/>
                  <a:gd name="T29" fmla="*/ 4 h 67"/>
                  <a:gd name="T30" fmla="*/ 6 w 101"/>
                  <a:gd name="T31" fmla="*/ 4 h 67"/>
                  <a:gd name="T32" fmla="*/ 6 w 101"/>
                  <a:gd name="T33" fmla="*/ 5 h 67"/>
                  <a:gd name="T34" fmla="*/ 6 w 101"/>
                  <a:gd name="T35" fmla="*/ 4 h 67"/>
                  <a:gd name="T36" fmla="*/ 5 w 101"/>
                  <a:gd name="T37" fmla="*/ 4 h 67"/>
                  <a:gd name="T38" fmla="*/ 4 w 101"/>
                  <a:gd name="T39" fmla="*/ 3 h 67"/>
                  <a:gd name="T40" fmla="*/ 3 w 101"/>
                  <a:gd name="T41" fmla="*/ 3 h 67"/>
                  <a:gd name="T42" fmla="*/ 2 w 101"/>
                  <a:gd name="T43" fmla="*/ 2 h 67"/>
                  <a:gd name="T44" fmla="*/ 1 w 101"/>
                  <a:gd name="T45" fmla="*/ 1 h 67"/>
                  <a:gd name="T46" fmla="*/ 1 w 101"/>
                  <a:gd name="T47" fmla="*/ 1 h 67"/>
                  <a:gd name="T48" fmla="*/ 0 w 101"/>
                  <a:gd name="T49" fmla="*/ 1 h 6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01"/>
                  <a:gd name="T76" fmla="*/ 0 h 67"/>
                  <a:gd name="T77" fmla="*/ 101 w 101"/>
                  <a:gd name="T78" fmla="*/ 67 h 67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01" h="67">
                    <a:moveTo>
                      <a:pt x="0" y="1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lnTo>
                      <a:pt x="12" y="0"/>
                    </a:lnTo>
                    <a:lnTo>
                      <a:pt x="27" y="8"/>
                    </a:lnTo>
                    <a:lnTo>
                      <a:pt x="42" y="16"/>
                    </a:lnTo>
                    <a:lnTo>
                      <a:pt x="56" y="24"/>
                    </a:lnTo>
                    <a:lnTo>
                      <a:pt x="69" y="31"/>
                    </a:lnTo>
                    <a:lnTo>
                      <a:pt x="80" y="37"/>
                    </a:lnTo>
                    <a:lnTo>
                      <a:pt x="91" y="41"/>
                    </a:lnTo>
                    <a:lnTo>
                      <a:pt x="97" y="46"/>
                    </a:lnTo>
                    <a:lnTo>
                      <a:pt x="101" y="48"/>
                    </a:lnTo>
                    <a:lnTo>
                      <a:pt x="99" y="56"/>
                    </a:lnTo>
                    <a:lnTo>
                      <a:pt x="96" y="61"/>
                    </a:lnTo>
                    <a:lnTo>
                      <a:pt x="94" y="63"/>
                    </a:lnTo>
                    <a:lnTo>
                      <a:pt x="92" y="67"/>
                    </a:lnTo>
                    <a:lnTo>
                      <a:pt x="84" y="60"/>
                    </a:lnTo>
                    <a:lnTo>
                      <a:pt x="71" y="52"/>
                    </a:lnTo>
                    <a:lnTo>
                      <a:pt x="56" y="42"/>
                    </a:lnTo>
                    <a:lnTo>
                      <a:pt x="40" y="33"/>
                    </a:lnTo>
                    <a:lnTo>
                      <a:pt x="25" y="24"/>
                    </a:lnTo>
                    <a:lnTo>
                      <a:pt x="12" y="15"/>
                    </a:lnTo>
                    <a:lnTo>
                      <a:pt x="3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993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479"/>
              <p:cNvSpPr>
                <a:spLocks/>
              </p:cNvSpPr>
              <p:nvPr/>
            </p:nvSpPr>
            <p:spPr bwMode="auto">
              <a:xfrm>
                <a:off x="2483" y="1584"/>
                <a:ext cx="809" cy="912"/>
              </a:xfrm>
              <a:custGeom>
                <a:avLst/>
                <a:gdLst>
                  <a:gd name="T0" fmla="*/ 66 w 1619"/>
                  <a:gd name="T1" fmla="*/ 121 h 1770"/>
                  <a:gd name="T2" fmla="*/ 62 w 1619"/>
                  <a:gd name="T3" fmla="*/ 122 h 1770"/>
                  <a:gd name="T4" fmla="*/ 58 w 1619"/>
                  <a:gd name="T5" fmla="*/ 122 h 1770"/>
                  <a:gd name="T6" fmla="*/ 54 w 1619"/>
                  <a:gd name="T7" fmla="*/ 124 h 1770"/>
                  <a:gd name="T8" fmla="*/ 44 w 1619"/>
                  <a:gd name="T9" fmla="*/ 123 h 1770"/>
                  <a:gd name="T10" fmla="*/ 37 w 1619"/>
                  <a:gd name="T11" fmla="*/ 120 h 1770"/>
                  <a:gd name="T12" fmla="*/ 32 w 1619"/>
                  <a:gd name="T13" fmla="*/ 118 h 1770"/>
                  <a:gd name="T14" fmla="*/ 20 w 1619"/>
                  <a:gd name="T15" fmla="*/ 109 h 1770"/>
                  <a:gd name="T16" fmla="*/ 10 w 1619"/>
                  <a:gd name="T17" fmla="*/ 98 h 1770"/>
                  <a:gd name="T18" fmla="*/ 3 w 1619"/>
                  <a:gd name="T19" fmla="*/ 82 h 1770"/>
                  <a:gd name="T20" fmla="*/ 0 w 1619"/>
                  <a:gd name="T21" fmla="*/ 59 h 1770"/>
                  <a:gd name="T22" fmla="*/ 6 w 1619"/>
                  <a:gd name="T23" fmla="*/ 32 h 1770"/>
                  <a:gd name="T24" fmla="*/ 28 w 1619"/>
                  <a:gd name="T25" fmla="*/ 7 h 1770"/>
                  <a:gd name="T26" fmla="*/ 42 w 1619"/>
                  <a:gd name="T27" fmla="*/ 1 h 1770"/>
                  <a:gd name="T28" fmla="*/ 43 w 1619"/>
                  <a:gd name="T29" fmla="*/ 2 h 1770"/>
                  <a:gd name="T30" fmla="*/ 45 w 1619"/>
                  <a:gd name="T31" fmla="*/ 5 h 1770"/>
                  <a:gd name="T32" fmla="*/ 45 w 1619"/>
                  <a:gd name="T33" fmla="*/ 7 h 1770"/>
                  <a:gd name="T34" fmla="*/ 44 w 1619"/>
                  <a:gd name="T35" fmla="*/ 8 h 1770"/>
                  <a:gd name="T36" fmla="*/ 48 w 1619"/>
                  <a:gd name="T37" fmla="*/ 8 h 1770"/>
                  <a:gd name="T38" fmla="*/ 54 w 1619"/>
                  <a:gd name="T39" fmla="*/ 8 h 1770"/>
                  <a:gd name="T40" fmla="*/ 69 w 1619"/>
                  <a:gd name="T41" fmla="*/ 11 h 1770"/>
                  <a:gd name="T42" fmla="*/ 83 w 1619"/>
                  <a:gd name="T43" fmla="*/ 19 h 1770"/>
                  <a:gd name="T44" fmla="*/ 93 w 1619"/>
                  <a:gd name="T45" fmla="*/ 30 h 1770"/>
                  <a:gd name="T46" fmla="*/ 98 w 1619"/>
                  <a:gd name="T47" fmla="*/ 45 h 1770"/>
                  <a:gd name="T48" fmla="*/ 101 w 1619"/>
                  <a:gd name="T49" fmla="*/ 62 h 1770"/>
                  <a:gd name="T50" fmla="*/ 97 w 1619"/>
                  <a:gd name="T51" fmla="*/ 82 h 1770"/>
                  <a:gd name="T52" fmla="*/ 87 w 1619"/>
                  <a:gd name="T53" fmla="*/ 98 h 1770"/>
                  <a:gd name="T54" fmla="*/ 74 w 1619"/>
                  <a:gd name="T55" fmla="*/ 108 h 1770"/>
                  <a:gd name="T56" fmla="*/ 69 w 1619"/>
                  <a:gd name="T57" fmla="*/ 110 h 1770"/>
                  <a:gd name="T58" fmla="*/ 65 w 1619"/>
                  <a:gd name="T59" fmla="*/ 114 h 1770"/>
                  <a:gd name="T60" fmla="*/ 61 w 1619"/>
                  <a:gd name="T61" fmla="*/ 112 h 1770"/>
                  <a:gd name="T62" fmla="*/ 54 w 1619"/>
                  <a:gd name="T63" fmla="*/ 113 h 1770"/>
                  <a:gd name="T64" fmla="*/ 41 w 1619"/>
                  <a:gd name="T65" fmla="*/ 111 h 1770"/>
                  <a:gd name="T66" fmla="*/ 30 w 1619"/>
                  <a:gd name="T67" fmla="*/ 106 h 1770"/>
                  <a:gd name="T68" fmla="*/ 21 w 1619"/>
                  <a:gd name="T69" fmla="*/ 97 h 1770"/>
                  <a:gd name="T70" fmla="*/ 13 w 1619"/>
                  <a:gd name="T71" fmla="*/ 83 h 1770"/>
                  <a:gd name="T72" fmla="*/ 9 w 1619"/>
                  <a:gd name="T73" fmla="*/ 66 h 1770"/>
                  <a:gd name="T74" fmla="*/ 10 w 1619"/>
                  <a:gd name="T75" fmla="*/ 48 h 1770"/>
                  <a:gd name="T76" fmla="*/ 16 w 1619"/>
                  <a:gd name="T77" fmla="*/ 33 h 1770"/>
                  <a:gd name="T78" fmla="*/ 25 w 1619"/>
                  <a:gd name="T79" fmla="*/ 21 h 1770"/>
                  <a:gd name="T80" fmla="*/ 36 w 1619"/>
                  <a:gd name="T81" fmla="*/ 12 h 1770"/>
                  <a:gd name="T82" fmla="*/ 42 w 1619"/>
                  <a:gd name="T83" fmla="*/ 8 h 1770"/>
                  <a:gd name="T84" fmla="*/ 29 w 1619"/>
                  <a:gd name="T85" fmla="*/ 14 h 1770"/>
                  <a:gd name="T86" fmla="*/ 11 w 1619"/>
                  <a:gd name="T87" fmla="*/ 37 h 1770"/>
                  <a:gd name="T88" fmla="*/ 6 w 1619"/>
                  <a:gd name="T89" fmla="*/ 62 h 1770"/>
                  <a:gd name="T90" fmla="*/ 9 w 1619"/>
                  <a:gd name="T91" fmla="*/ 80 h 1770"/>
                  <a:gd name="T92" fmla="*/ 12 w 1619"/>
                  <a:gd name="T93" fmla="*/ 89 h 1770"/>
                  <a:gd name="T94" fmla="*/ 17 w 1619"/>
                  <a:gd name="T95" fmla="*/ 97 h 1770"/>
                  <a:gd name="T96" fmla="*/ 24 w 1619"/>
                  <a:gd name="T97" fmla="*/ 105 h 1770"/>
                  <a:gd name="T98" fmla="*/ 32 w 1619"/>
                  <a:gd name="T99" fmla="*/ 111 h 1770"/>
                  <a:gd name="T100" fmla="*/ 42 w 1619"/>
                  <a:gd name="T101" fmla="*/ 115 h 1770"/>
                  <a:gd name="T102" fmla="*/ 55 w 1619"/>
                  <a:gd name="T103" fmla="*/ 116 h 1770"/>
                  <a:gd name="T104" fmla="*/ 61 w 1619"/>
                  <a:gd name="T105" fmla="*/ 115 h 177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619"/>
                  <a:gd name="T160" fmla="*/ 0 h 1770"/>
                  <a:gd name="T161" fmla="*/ 1619 w 1619"/>
                  <a:gd name="T162" fmla="*/ 1770 h 1770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619" h="1770">
                    <a:moveTo>
                      <a:pt x="1085" y="1625"/>
                    </a:moveTo>
                    <a:lnTo>
                      <a:pt x="1102" y="1704"/>
                    </a:lnTo>
                    <a:lnTo>
                      <a:pt x="1089" y="1709"/>
                    </a:lnTo>
                    <a:lnTo>
                      <a:pt x="1075" y="1713"/>
                    </a:lnTo>
                    <a:lnTo>
                      <a:pt x="1062" y="1717"/>
                    </a:lnTo>
                    <a:lnTo>
                      <a:pt x="1049" y="1720"/>
                    </a:lnTo>
                    <a:lnTo>
                      <a:pt x="1036" y="1722"/>
                    </a:lnTo>
                    <a:lnTo>
                      <a:pt x="1022" y="1724"/>
                    </a:lnTo>
                    <a:lnTo>
                      <a:pt x="1009" y="1726"/>
                    </a:lnTo>
                    <a:lnTo>
                      <a:pt x="996" y="1726"/>
                    </a:lnTo>
                    <a:lnTo>
                      <a:pt x="983" y="1727"/>
                    </a:lnTo>
                    <a:lnTo>
                      <a:pt x="969" y="1728"/>
                    </a:lnTo>
                    <a:lnTo>
                      <a:pt x="955" y="1728"/>
                    </a:lnTo>
                    <a:lnTo>
                      <a:pt x="941" y="1729"/>
                    </a:lnTo>
                    <a:lnTo>
                      <a:pt x="929" y="1730"/>
                    </a:lnTo>
                    <a:lnTo>
                      <a:pt x="915" y="1731"/>
                    </a:lnTo>
                    <a:lnTo>
                      <a:pt x="901" y="1732"/>
                    </a:lnTo>
                    <a:lnTo>
                      <a:pt x="887" y="1735"/>
                    </a:lnTo>
                    <a:lnTo>
                      <a:pt x="880" y="1743"/>
                    </a:lnTo>
                    <a:lnTo>
                      <a:pt x="877" y="1752"/>
                    </a:lnTo>
                    <a:lnTo>
                      <a:pt x="873" y="1762"/>
                    </a:lnTo>
                    <a:lnTo>
                      <a:pt x="869" y="1770"/>
                    </a:lnTo>
                    <a:lnTo>
                      <a:pt x="727" y="1769"/>
                    </a:lnTo>
                    <a:lnTo>
                      <a:pt x="721" y="1754"/>
                    </a:lnTo>
                    <a:lnTo>
                      <a:pt x="715" y="1743"/>
                    </a:lnTo>
                    <a:lnTo>
                      <a:pt x="706" y="1734"/>
                    </a:lnTo>
                    <a:lnTo>
                      <a:pt x="697" y="1727"/>
                    </a:lnTo>
                    <a:lnTo>
                      <a:pt x="660" y="1720"/>
                    </a:lnTo>
                    <a:lnTo>
                      <a:pt x="627" y="1712"/>
                    </a:lnTo>
                    <a:lnTo>
                      <a:pt x="598" y="1704"/>
                    </a:lnTo>
                    <a:lnTo>
                      <a:pt x="573" y="1696"/>
                    </a:lnTo>
                    <a:lnTo>
                      <a:pt x="553" y="1689"/>
                    </a:lnTo>
                    <a:lnTo>
                      <a:pt x="538" y="1683"/>
                    </a:lnTo>
                    <a:lnTo>
                      <a:pt x="529" y="1678"/>
                    </a:lnTo>
                    <a:lnTo>
                      <a:pt x="526" y="1677"/>
                    </a:lnTo>
                    <a:lnTo>
                      <a:pt x="481" y="1654"/>
                    </a:lnTo>
                    <a:lnTo>
                      <a:pt x="438" y="1631"/>
                    </a:lnTo>
                    <a:lnTo>
                      <a:pt x="398" y="1606"/>
                    </a:lnTo>
                    <a:lnTo>
                      <a:pt x="360" y="1580"/>
                    </a:lnTo>
                    <a:lnTo>
                      <a:pt x="323" y="1553"/>
                    </a:lnTo>
                    <a:lnTo>
                      <a:pt x="290" y="1524"/>
                    </a:lnTo>
                    <a:lnTo>
                      <a:pt x="257" y="1494"/>
                    </a:lnTo>
                    <a:lnTo>
                      <a:pt x="226" y="1462"/>
                    </a:lnTo>
                    <a:lnTo>
                      <a:pt x="197" y="1428"/>
                    </a:lnTo>
                    <a:lnTo>
                      <a:pt x="171" y="1391"/>
                    </a:lnTo>
                    <a:lnTo>
                      <a:pt x="146" y="1352"/>
                    </a:lnTo>
                    <a:lnTo>
                      <a:pt x="121" y="1311"/>
                    </a:lnTo>
                    <a:lnTo>
                      <a:pt x="98" y="1267"/>
                    </a:lnTo>
                    <a:lnTo>
                      <a:pt x="76" y="1221"/>
                    </a:lnTo>
                    <a:lnTo>
                      <a:pt x="57" y="1170"/>
                    </a:lnTo>
                    <a:lnTo>
                      <a:pt x="37" y="1117"/>
                    </a:lnTo>
                    <a:lnTo>
                      <a:pt x="20" y="1055"/>
                    </a:lnTo>
                    <a:lnTo>
                      <a:pt x="7" y="988"/>
                    </a:lnTo>
                    <a:lnTo>
                      <a:pt x="0" y="917"/>
                    </a:lnTo>
                    <a:lnTo>
                      <a:pt x="0" y="842"/>
                    </a:lnTo>
                    <a:lnTo>
                      <a:pt x="7" y="765"/>
                    </a:lnTo>
                    <a:lnTo>
                      <a:pt x="21" y="686"/>
                    </a:lnTo>
                    <a:lnTo>
                      <a:pt x="43" y="607"/>
                    </a:lnTo>
                    <a:lnTo>
                      <a:pt x="73" y="528"/>
                    </a:lnTo>
                    <a:lnTo>
                      <a:pt x="111" y="450"/>
                    </a:lnTo>
                    <a:lnTo>
                      <a:pt x="159" y="374"/>
                    </a:lnTo>
                    <a:lnTo>
                      <a:pt x="216" y="300"/>
                    </a:lnTo>
                    <a:lnTo>
                      <a:pt x="284" y="231"/>
                    </a:lnTo>
                    <a:lnTo>
                      <a:pt x="361" y="165"/>
                    </a:lnTo>
                    <a:lnTo>
                      <a:pt x="450" y="106"/>
                    </a:lnTo>
                    <a:lnTo>
                      <a:pt x="550" y="51"/>
                    </a:lnTo>
                    <a:lnTo>
                      <a:pt x="662" y="5"/>
                    </a:lnTo>
                    <a:lnTo>
                      <a:pt x="668" y="1"/>
                    </a:lnTo>
                    <a:lnTo>
                      <a:pt x="674" y="0"/>
                    </a:lnTo>
                    <a:lnTo>
                      <a:pt x="680" y="2"/>
                    </a:lnTo>
                    <a:lnTo>
                      <a:pt x="686" y="6"/>
                    </a:lnTo>
                    <a:lnTo>
                      <a:pt x="690" y="12"/>
                    </a:lnTo>
                    <a:lnTo>
                      <a:pt x="694" y="19"/>
                    </a:lnTo>
                    <a:lnTo>
                      <a:pt x="696" y="26"/>
                    </a:lnTo>
                    <a:lnTo>
                      <a:pt x="697" y="32"/>
                    </a:lnTo>
                    <a:lnTo>
                      <a:pt x="698" y="47"/>
                    </a:lnTo>
                    <a:lnTo>
                      <a:pt x="701" y="56"/>
                    </a:lnTo>
                    <a:lnTo>
                      <a:pt x="705" y="63"/>
                    </a:lnTo>
                    <a:lnTo>
                      <a:pt x="713" y="74"/>
                    </a:lnTo>
                    <a:lnTo>
                      <a:pt x="723" y="72"/>
                    </a:lnTo>
                    <a:lnTo>
                      <a:pt x="729" y="73"/>
                    </a:lnTo>
                    <a:lnTo>
                      <a:pt x="735" y="77"/>
                    </a:lnTo>
                    <a:lnTo>
                      <a:pt x="740" y="84"/>
                    </a:lnTo>
                    <a:lnTo>
                      <a:pt x="736" y="88"/>
                    </a:lnTo>
                    <a:lnTo>
                      <a:pt x="732" y="93"/>
                    </a:lnTo>
                    <a:lnTo>
                      <a:pt x="727" y="96"/>
                    </a:lnTo>
                    <a:lnTo>
                      <a:pt x="721" y="101"/>
                    </a:lnTo>
                    <a:lnTo>
                      <a:pt x="718" y="107"/>
                    </a:lnTo>
                    <a:lnTo>
                      <a:pt x="717" y="111"/>
                    </a:lnTo>
                    <a:lnTo>
                      <a:pt x="718" y="117"/>
                    </a:lnTo>
                    <a:lnTo>
                      <a:pt x="724" y="123"/>
                    </a:lnTo>
                    <a:lnTo>
                      <a:pt x="735" y="125"/>
                    </a:lnTo>
                    <a:lnTo>
                      <a:pt x="747" y="125"/>
                    </a:lnTo>
                    <a:lnTo>
                      <a:pt x="758" y="124"/>
                    </a:lnTo>
                    <a:lnTo>
                      <a:pt x="770" y="122"/>
                    </a:lnTo>
                    <a:lnTo>
                      <a:pt x="781" y="119"/>
                    </a:lnTo>
                    <a:lnTo>
                      <a:pt x="793" y="117"/>
                    </a:lnTo>
                    <a:lnTo>
                      <a:pt x="804" y="115"/>
                    </a:lnTo>
                    <a:lnTo>
                      <a:pt x="815" y="115"/>
                    </a:lnTo>
                    <a:lnTo>
                      <a:pt x="864" y="111"/>
                    </a:lnTo>
                    <a:lnTo>
                      <a:pt x="914" y="112"/>
                    </a:lnTo>
                    <a:lnTo>
                      <a:pt x="963" y="116"/>
                    </a:lnTo>
                    <a:lnTo>
                      <a:pt x="1013" y="124"/>
                    </a:lnTo>
                    <a:lnTo>
                      <a:pt x="1062" y="135"/>
                    </a:lnTo>
                    <a:lnTo>
                      <a:pt x="1111" y="149"/>
                    </a:lnTo>
                    <a:lnTo>
                      <a:pt x="1158" y="167"/>
                    </a:lnTo>
                    <a:lnTo>
                      <a:pt x="1204" y="187"/>
                    </a:lnTo>
                    <a:lnTo>
                      <a:pt x="1249" y="210"/>
                    </a:lnTo>
                    <a:lnTo>
                      <a:pt x="1292" y="236"/>
                    </a:lnTo>
                    <a:lnTo>
                      <a:pt x="1332" y="263"/>
                    </a:lnTo>
                    <a:lnTo>
                      <a:pt x="1370" y="293"/>
                    </a:lnTo>
                    <a:lnTo>
                      <a:pt x="1406" y="326"/>
                    </a:lnTo>
                    <a:lnTo>
                      <a:pt x="1438" y="360"/>
                    </a:lnTo>
                    <a:lnTo>
                      <a:pt x="1468" y="396"/>
                    </a:lnTo>
                    <a:lnTo>
                      <a:pt x="1493" y="434"/>
                    </a:lnTo>
                    <a:lnTo>
                      <a:pt x="1517" y="471"/>
                    </a:lnTo>
                    <a:lnTo>
                      <a:pt x="1537" y="510"/>
                    </a:lnTo>
                    <a:lnTo>
                      <a:pt x="1555" y="550"/>
                    </a:lnTo>
                    <a:lnTo>
                      <a:pt x="1570" y="591"/>
                    </a:lnTo>
                    <a:lnTo>
                      <a:pt x="1583" y="633"/>
                    </a:lnTo>
                    <a:lnTo>
                      <a:pt x="1593" y="676"/>
                    </a:lnTo>
                    <a:lnTo>
                      <a:pt x="1604" y="720"/>
                    </a:lnTo>
                    <a:lnTo>
                      <a:pt x="1612" y="762"/>
                    </a:lnTo>
                    <a:lnTo>
                      <a:pt x="1618" y="825"/>
                    </a:lnTo>
                    <a:lnTo>
                      <a:pt x="1619" y="886"/>
                    </a:lnTo>
                    <a:lnTo>
                      <a:pt x="1615" y="944"/>
                    </a:lnTo>
                    <a:lnTo>
                      <a:pt x="1607" y="1002"/>
                    </a:lnTo>
                    <a:lnTo>
                      <a:pt x="1593" y="1057"/>
                    </a:lnTo>
                    <a:lnTo>
                      <a:pt x="1576" y="1111"/>
                    </a:lnTo>
                    <a:lnTo>
                      <a:pt x="1555" y="1163"/>
                    </a:lnTo>
                    <a:lnTo>
                      <a:pt x="1530" y="1213"/>
                    </a:lnTo>
                    <a:lnTo>
                      <a:pt x="1501" y="1260"/>
                    </a:lnTo>
                    <a:lnTo>
                      <a:pt x="1469" y="1306"/>
                    </a:lnTo>
                    <a:lnTo>
                      <a:pt x="1433" y="1349"/>
                    </a:lnTo>
                    <a:lnTo>
                      <a:pt x="1394" y="1389"/>
                    </a:lnTo>
                    <a:lnTo>
                      <a:pt x="1353" y="1427"/>
                    </a:lnTo>
                    <a:lnTo>
                      <a:pt x="1308" y="1463"/>
                    </a:lnTo>
                    <a:lnTo>
                      <a:pt x="1262" y="1495"/>
                    </a:lnTo>
                    <a:lnTo>
                      <a:pt x="1212" y="1525"/>
                    </a:lnTo>
                    <a:lnTo>
                      <a:pt x="1193" y="1531"/>
                    </a:lnTo>
                    <a:lnTo>
                      <a:pt x="1175" y="1537"/>
                    </a:lnTo>
                    <a:lnTo>
                      <a:pt x="1159" y="1543"/>
                    </a:lnTo>
                    <a:lnTo>
                      <a:pt x="1143" y="1550"/>
                    </a:lnTo>
                    <a:lnTo>
                      <a:pt x="1126" y="1557"/>
                    </a:lnTo>
                    <a:lnTo>
                      <a:pt x="1110" y="1564"/>
                    </a:lnTo>
                    <a:lnTo>
                      <a:pt x="1092" y="1570"/>
                    </a:lnTo>
                    <a:lnTo>
                      <a:pt x="1073" y="1575"/>
                    </a:lnTo>
                    <a:lnTo>
                      <a:pt x="1064" y="1584"/>
                    </a:lnTo>
                    <a:lnTo>
                      <a:pt x="1060" y="1598"/>
                    </a:lnTo>
                    <a:lnTo>
                      <a:pt x="1055" y="1610"/>
                    </a:lnTo>
                    <a:lnTo>
                      <a:pt x="1042" y="1616"/>
                    </a:lnTo>
                    <a:lnTo>
                      <a:pt x="1029" y="1602"/>
                    </a:lnTo>
                    <a:lnTo>
                      <a:pt x="1015" y="1594"/>
                    </a:lnTo>
                    <a:lnTo>
                      <a:pt x="1000" y="1592"/>
                    </a:lnTo>
                    <a:lnTo>
                      <a:pt x="984" y="1592"/>
                    </a:lnTo>
                    <a:lnTo>
                      <a:pt x="967" y="1595"/>
                    </a:lnTo>
                    <a:lnTo>
                      <a:pt x="949" y="1600"/>
                    </a:lnTo>
                    <a:lnTo>
                      <a:pt x="931" y="1603"/>
                    </a:lnTo>
                    <a:lnTo>
                      <a:pt x="914" y="1606"/>
                    </a:lnTo>
                    <a:lnTo>
                      <a:pt x="872" y="1606"/>
                    </a:lnTo>
                    <a:lnTo>
                      <a:pt x="831" y="1605"/>
                    </a:lnTo>
                    <a:lnTo>
                      <a:pt x="789" y="1600"/>
                    </a:lnTo>
                    <a:lnTo>
                      <a:pt x="749" y="1594"/>
                    </a:lnTo>
                    <a:lnTo>
                      <a:pt x="710" y="1586"/>
                    </a:lnTo>
                    <a:lnTo>
                      <a:pt x="671" y="1576"/>
                    </a:lnTo>
                    <a:lnTo>
                      <a:pt x="633" y="1564"/>
                    </a:lnTo>
                    <a:lnTo>
                      <a:pt x="596" y="1550"/>
                    </a:lnTo>
                    <a:lnTo>
                      <a:pt x="560" y="1534"/>
                    </a:lnTo>
                    <a:lnTo>
                      <a:pt x="524" y="1516"/>
                    </a:lnTo>
                    <a:lnTo>
                      <a:pt x="491" y="1496"/>
                    </a:lnTo>
                    <a:lnTo>
                      <a:pt x="459" y="1474"/>
                    </a:lnTo>
                    <a:lnTo>
                      <a:pt x="429" y="1451"/>
                    </a:lnTo>
                    <a:lnTo>
                      <a:pt x="399" y="1426"/>
                    </a:lnTo>
                    <a:lnTo>
                      <a:pt x="371" y="1399"/>
                    </a:lnTo>
                    <a:lnTo>
                      <a:pt x="346" y="1371"/>
                    </a:lnTo>
                    <a:lnTo>
                      <a:pt x="317" y="1336"/>
                    </a:lnTo>
                    <a:lnTo>
                      <a:pt x="290" y="1299"/>
                    </a:lnTo>
                    <a:lnTo>
                      <a:pt x="264" y="1259"/>
                    </a:lnTo>
                    <a:lnTo>
                      <a:pt x="241" y="1217"/>
                    </a:lnTo>
                    <a:lnTo>
                      <a:pt x="219" y="1174"/>
                    </a:lnTo>
                    <a:lnTo>
                      <a:pt x="201" y="1129"/>
                    </a:lnTo>
                    <a:lnTo>
                      <a:pt x="185" y="1081"/>
                    </a:lnTo>
                    <a:lnTo>
                      <a:pt x="171" y="1034"/>
                    </a:lnTo>
                    <a:lnTo>
                      <a:pt x="161" y="985"/>
                    </a:lnTo>
                    <a:lnTo>
                      <a:pt x="154" y="935"/>
                    </a:lnTo>
                    <a:lnTo>
                      <a:pt x="149" y="886"/>
                    </a:lnTo>
                    <a:lnTo>
                      <a:pt x="149" y="835"/>
                    </a:lnTo>
                    <a:lnTo>
                      <a:pt x="152" y="784"/>
                    </a:lnTo>
                    <a:lnTo>
                      <a:pt x="159" y="735"/>
                    </a:lnTo>
                    <a:lnTo>
                      <a:pt x="171" y="685"/>
                    </a:lnTo>
                    <a:lnTo>
                      <a:pt x="186" y="636"/>
                    </a:lnTo>
                    <a:lnTo>
                      <a:pt x="201" y="593"/>
                    </a:lnTo>
                    <a:lnTo>
                      <a:pt x="218" y="550"/>
                    </a:lnTo>
                    <a:lnTo>
                      <a:pt x="239" y="510"/>
                    </a:lnTo>
                    <a:lnTo>
                      <a:pt x="261" y="470"/>
                    </a:lnTo>
                    <a:lnTo>
                      <a:pt x="285" y="432"/>
                    </a:lnTo>
                    <a:lnTo>
                      <a:pt x="311" y="395"/>
                    </a:lnTo>
                    <a:lnTo>
                      <a:pt x="339" y="360"/>
                    </a:lnTo>
                    <a:lnTo>
                      <a:pt x="370" y="327"/>
                    </a:lnTo>
                    <a:lnTo>
                      <a:pt x="402" y="296"/>
                    </a:lnTo>
                    <a:lnTo>
                      <a:pt x="436" y="267"/>
                    </a:lnTo>
                    <a:lnTo>
                      <a:pt x="473" y="240"/>
                    </a:lnTo>
                    <a:lnTo>
                      <a:pt x="510" y="215"/>
                    </a:lnTo>
                    <a:lnTo>
                      <a:pt x="549" y="193"/>
                    </a:lnTo>
                    <a:lnTo>
                      <a:pt x="590" y="174"/>
                    </a:lnTo>
                    <a:lnTo>
                      <a:pt x="633" y="156"/>
                    </a:lnTo>
                    <a:lnTo>
                      <a:pt x="677" y="142"/>
                    </a:lnTo>
                    <a:lnTo>
                      <a:pt x="681" y="133"/>
                    </a:lnTo>
                    <a:lnTo>
                      <a:pt x="683" y="122"/>
                    </a:lnTo>
                    <a:lnTo>
                      <a:pt x="682" y="112"/>
                    </a:lnTo>
                    <a:lnTo>
                      <a:pt x="682" y="106"/>
                    </a:lnTo>
                    <a:lnTo>
                      <a:pt x="688" y="102"/>
                    </a:lnTo>
                    <a:lnTo>
                      <a:pt x="679" y="95"/>
                    </a:lnTo>
                    <a:lnTo>
                      <a:pt x="572" y="142"/>
                    </a:lnTo>
                    <a:lnTo>
                      <a:pt x="477" y="197"/>
                    </a:lnTo>
                    <a:lnTo>
                      <a:pt x="397" y="255"/>
                    </a:lnTo>
                    <a:lnTo>
                      <a:pt x="326" y="319"/>
                    </a:lnTo>
                    <a:lnTo>
                      <a:pt x="268" y="386"/>
                    </a:lnTo>
                    <a:lnTo>
                      <a:pt x="220" y="456"/>
                    </a:lnTo>
                    <a:lnTo>
                      <a:pt x="181" y="527"/>
                    </a:lnTo>
                    <a:lnTo>
                      <a:pt x="152" y="600"/>
                    </a:lnTo>
                    <a:lnTo>
                      <a:pt x="131" y="672"/>
                    </a:lnTo>
                    <a:lnTo>
                      <a:pt x="116" y="744"/>
                    </a:lnTo>
                    <a:lnTo>
                      <a:pt x="109" y="814"/>
                    </a:lnTo>
                    <a:lnTo>
                      <a:pt x="106" y="882"/>
                    </a:lnTo>
                    <a:lnTo>
                      <a:pt x="110" y="947"/>
                    </a:lnTo>
                    <a:lnTo>
                      <a:pt x="118" y="1007"/>
                    </a:lnTo>
                    <a:lnTo>
                      <a:pt x="129" y="1061"/>
                    </a:lnTo>
                    <a:lnTo>
                      <a:pt x="143" y="1109"/>
                    </a:lnTo>
                    <a:lnTo>
                      <a:pt x="151" y="1132"/>
                    </a:lnTo>
                    <a:lnTo>
                      <a:pt x="161" y="1155"/>
                    </a:lnTo>
                    <a:lnTo>
                      <a:pt x="170" y="1179"/>
                    </a:lnTo>
                    <a:lnTo>
                      <a:pt x="180" y="1204"/>
                    </a:lnTo>
                    <a:lnTo>
                      <a:pt x="192" y="1228"/>
                    </a:lnTo>
                    <a:lnTo>
                      <a:pt x="204" y="1253"/>
                    </a:lnTo>
                    <a:lnTo>
                      <a:pt x="217" y="1277"/>
                    </a:lnTo>
                    <a:lnTo>
                      <a:pt x="232" y="1302"/>
                    </a:lnTo>
                    <a:lnTo>
                      <a:pt x="247" y="1326"/>
                    </a:lnTo>
                    <a:lnTo>
                      <a:pt x="263" y="1350"/>
                    </a:lnTo>
                    <a:lnTo>
                      <a:pt x="280" y="1374"/>
                    </a:lnTo>
                    <a:lnTo>
                      <a:pt x="299" y="1397"/>
                    </a:lnTo>
                    <a:lnTo>
                      <a:pt x="318" y="1420"/>
                    </a:lnTo>
                    <a:lnTo>
                      <a:pt x="339" y="1442"/>
                    </a:lnTo>
                    <a:lnTo>
                      <a:pt x="361" y="1464"/>
                    </a:lnTo>
                    <a:lnTo>
                      <a:pt x="384" y="1485"/>
                    </a:lnTo>
                    <a:lnTo>
                      <a:pt x="408" y="1504"/>
                    </a:lnTo>
                    <a:lnTo>
                      <a:pt x="433" y="1524"/>
                    </a:lnTo>
                    <a:lnTo>
                      <a:pt x="460" y="1541"/>
                    </a:lnTo>
                    <a:lnTo>
                      <a:pt x="489" y="1558"/>
                    </a:lnTo>
                    <a:lnTo>
                      <a:pt x="518" y="1575"/>
                    </a:lnTo>
                    <a:lnTo>
                      <a:pt x="549" y="1588"/>
                    </a:lnTo>
                    <a:lnTo>
                      <a:pt x="580" y="1602"/>
                    </a:lnTo>
                    <a:lnTo>
                      <a:pt x="613" y="1614"/>
                    </a:lnTo>
                    <a:lnTo>
                      <a:pt x="648" y="1624"/>
                    </a:lnTo>
                    <a:lnTo>
                      <a:pt x="683" y="1632"/>
                    </a:lnTo>
                    <a:lnTo>
                      <a:pt x="721" y="1639"/>
                    </a:lnTo>
                    <a:lnTo>
                      <a:pt x="761" y="1645"/>
                    </a:lnTo>
                    <a:lnTo>
                      <a:pt x="801" y="1647"/>
                    </a:lnTo>
                    <a:lnTo>
                      <a:pt x="842" y="1648"/>
                    </a:lnTo>
                    <a:lnTo>
                      <a:pt x="886" y="1648"/>
                    </a:lnTo>
                    <a:lnTo>
                      <a:pt x="931" y="1645"/>
                    </a:lnTo>
                    <a:lnTo>
                      <a:pt x="936" y="1645"/>
                    </a:lnTo>
                    <a:lnTo>
                      <a:pt x="948" y="1644"/>
                    </a:lnTo>
                    <a:lnTo>
                      <a:pt x="968" y="1641"/>
                    </a:lnTo>
                    <a:lnTo>
                      <a:pt x="991" y="1639"/>
                    </a:lnTo>
                    <a:lnTo>
                      <a:pt x="1016" y="1637"/>
                    </a:lnTo>
                    <a:lnTo>
                      <a:pt x="1043" y="1633"/>
                    </a:lnTo>
                    <a:lnTo>
                      <a:pt x="1066" y="1630"/>
                    </a:lnTo>
                    <a:lnTo>
                      <a:pt x="1085" y="16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480"/>
              <p:cNvSpPr>
                <a:spLocks/>
              </p:cNvSpPr>
              <p:nvPr/>
            </p:nvSpPr>
            <p:spPr bwMode="auto">
              <a:xfrm>
                <a:off x="2911" y="1685"/>
                <a:ext cx="44" cy="22"/>
              </a:xfrm>
              <a:custGeom>
                <a:avLst/>
                <a:gdLst>
                  <a:gd name="T0" fmla="*/ 6 w 88"/>
                  <a:gd name="T1" fmla="*/ 2 h 45"/>
                  <a:gd name="T2" fmla="*/ 5 w 88"/>
                  <a:gd name="T3" fmla="*/ 2 h 45"/>
                  <a:gd name="T4" fmla="*/ 5 w 88"/>
                  <a:gd name="T5" fmla="*/ 2 h 45"/>
                  <a:gd name="T6" fmla="*/ 3 w 88"/>
                  <a:gd name="T7" fmla="*/ 1 h 45"/>
                  <a:gd name="T8" fmla="*/ 3 w 88"/>
                  <a:gd name="T9" fmla="*/ 1 h 45"/>
                  <a:gd name="T10" fmla="*/ 3 w 88"/>
                  <a:gd name="T11" fmla="*/ 1 h 45"/>
                  <a:gd name="T12" fmla="*/ 1 w 88"/>
                  <a:gd name="T13" fmla="*/ 0 h 45"/>
                  <a:gd name="T14" fmla="*/ 1 w 88"/>
                  <a:gd name="T15" fmla="*/ 0 h 45"/>
                  <a:gd name="T16" fmla="*/ 0 w 88"/>
                  <a:gd name="T17" fmla="*/ 0 h 45"/>
                  <a:gd name="T18" fmla="*/ 1 w 88"/>
                  <a:gd name="T19" fmla="*/ 0 h 45"/>
                  <a:gd name="T20" fmla="*/ 1 w 88"/>
                  <a:gd name="T21" fmla="*/ 0 h 45"/>
                  <a:gd name="T22" fmla="*/ 1 w 88"/>
                  <a:gd name="T23" fmla="*/ 0 h 45"/>
                  <a:gd name="T24" fmla="*/ 3 w 88"/>
                  <a:gd name="T25" fmla="*/ 0 h 45"/>
                  <a:gd name="T26" fmla="*/ 3 w 88"/>
                  <a:gd name="T27" fmla="*/ 0 h 45"/>
                  <a:gd name="T28" fmla="*/ 3 w 88"/>
                  <a:gd name="T29" fmla="*/ 0 h 45"/>
                  <a:gd name="T30" fmla="*/ 5 w 88"/>
                  <a:gd name="T31" fmla="*/ 0 h 45"/>
                  <a:gd name="T32" fmla="*/ 5 w 88"/>
                  <a:gd name="T33" fmla="*/ 0 h 45"/>
                  <a:gd name="T34" fmla="*/ 6 w 88"/>
                  <a:gd name="T35" fmla="*/ 2 h 4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8"/>
                  <a:gd name="T55" fmla="*/ 0 h 45"/>
                  <a:gd name="T56" fmla="*/ 88 w 88"/>
                  <a:gd name="T57" fmla="*/ 45 h 4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8" h="45">
                    <a:moveTo>
                      <a:pt x="88" y="45"/>
                    </a:moveTo>
                    <a:lnTo>
                      <a:pt x="76" y="41"/>
                    </a:lnTo>
                    <a:lnTo>
                      <a:pt x="66" y="36"/>
                    </a:lnTo>
                    <a:lnTo>
                      <a:pt x="54" y="30"/>
                    </a:lnTo>
                    <a:lnTo>
                      <a:pt x="44" y="23"/>
                    </a:lnTo>
                    <a:lnTo>
                      <a:pt x="34" y="16"/>
                    </a:lnTo>
                    <a:lnTo>
                      <a:pt x="22" y="10"/>
                    </a:lnTo>
                    <a:lnTo>
                      <a:pt x="12" y="5"/>
                    </a:lnTo>
                    <a:lnTo>
                      <a:pt x="0" y="1"/>
                    </a:lnTo>
                    <a:lnTo>
                      <a:pt x="7" y="1"/>
                    </a:lnTo>
                    <a:lnTo>
                      <a:pt x="16" y="0"/>
                    </a:lnTo>
                    <a:lnTo>
                      <a:pt x="27" y="0"/>
                    </a:lnTo>
                    <a:lnTo>
                      <a:pt x="38" y="0"/>
                    </a:lnTo>
                    <a:lnTo>
                      <a:pt x="50" y="0"/>
                    </a:lnTo>
                    <a:lnTo>
                      <a:pt x="60" y="1"/>
                    </a:lnTo>
                    <a:lnTo>
                      <a:pt x="71" y="2"/>
                    </a:lnTo>
                    <a:lnTo>
                      <a:pt x="80" y="5"/>
                    </a:lnTo>
                    <a:lnTo>
                      <a:pt x="88" y="4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481"/>
              <p:cNvSpPr>
                <a:spLocks/>
              </p:cNvSpPr>
              <p:nvPr/>
            </p:nvSpPr>
            <p:spPr bwMode="auto">
              <a:xfrm>
                <a:off x="2881" y="1687"/>
                <a:ext cx="45" cy="22"/>
              </a:xfrm>
              <a:custGeom>
                <a:avLst/>
                <a:gdLst>
                  <a:gd name="T0" fmla="*/ 6 w 89"/>
                  <a:gd name="T1" fmla="*/ 3 h 44"/>
                  <a:gd name="T2" fmla="*/ 6 w 89"/>
                  <a:gd name="T3" fmla="*/ 3 h 44"/>
                  <a:gd name="T4" fmla="*/ 5 w 89"/>
                  <a:gd name="T5" fmla="*/ 3 h 44"/>
                  <a:gd name="T6" fmla="*/ 4 w 89"/>
                  <a:gd name="T7" fmla="*/ 3 h 44"/>
                  <a:gd name="T8" fmla="*/ 4 w 89"/>
                  <a:gd name="T9" fmla="*/ 3 h 44"/>
                  <a:gd name="T10" fmla="*/ 3 w 89"/>
                  <a:gd name="T11" fmla="*/ 1 h 44"/>
                  <a:gd name="T12" fmla="*/ 3 w 89"/>
                  <a:gd name="T13" fmla="*/ 1 h 44"/>
                  <a:gd name="T14" fmla="*/ 2 w 89"/>
                  <a:gd name="T15" fmla="*/ 1 h 44"/>
                  <a:gd name="T16" fmla="*/ 1 w 89"/>
                  <a:gd name="T17" fmla="*/ 1 h 44"/>
                  <a:gd name="T18" fmla="*/ 0 w 89"/>
                  <a:gd name="T19" fmla="*/ 1 h 44"/>
                  <a:gd name="T20" fmla="*/ 1 w 89"/>
                  <a:gd name="T21" fmla="*/ 0 h 44"/>
                  <a:gd name="T22" fmla="*/ 1 w 89"/>
                  <a:gd name="T23" fmla="*/ 1 h 44"/>
                  <a:gd name="T24" fmla="*/ 2 w 89"/>
                  <a:gd name="T25" fmla="*/ 1 h 44"/>
                  <a:gd name="T26" fmla="*/ 2 w 89"/>
                  <a:gd name="T27" fmla="*/ 1 h 44"/>
                  <a:gd name="T28" fmla="*/ 3 w 89"/>
                  <a:gd name="T29" fmla="*/ 1 h 44"/>
                  <a:gd name="T30" fmla="*/ 3 w 89"/>
                  <a:gd name="T31" fmla="*/ 1 h 44"/>
                  <a:gd name="T32" fmla="*/ 4 w 89"/>
                  <a:gd name="T33" fmla="*/ 1 h 44"/>
                  <a:gd name="T34" fmla="*/ 4 w 89"/>
                  <a:gd name="T35" fmla="*/ 1 h 44"/>
                  <a:gd name="T36" fmla="*/ 5 w 89"/>
                  <a:gd name="T37" fmla="*/ 1 h 44"/>
                  <a:gd name="T38" fmla="*/ 5 w 89"/>
                  <a:gd name="T39" fmla="*/ 1 h 44"/>
                  <a:gd name="T40" fmla="*/ 6 w 89"/>
                  <a:gd name="T41" fmla="*/ 1 h 44"/>
                  <a:gd name="T42" fmla="*/ 6 w 89"/>
                  <a:gd name="T43" fmla="*/ 3 h 4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89"/>
                  <a:gd name="T67" fmla="*/ 0 h 44"/>
                  <a:gd name="T68" fmla="*/ 89 w 89"/>
                  <a:gd name="T69" fmla="*/ 44 h 44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89" h="44">
                    <a:moveTo>
                      <a:pt x="89" y="34"/>
                    </a:moveTo>
                    <a:lnTo>
                      <a:pt x="89" y="42"/>
                    </a:lnTo>
                    <a:lnTo>
                      <a:pt x="75" y="44"/>
                    </a:lnTo>
                    <a:lnTo>
                      <a:pt x="64" y="41"/>
                    </a:lnTo>
                    <a:lnTo>
                      <a:pt x="52" y="37"/>
                    </a:lnTo>
                    <a:lnTo>
                      <a:pt x="42" y="30"/>
                    </a:lnTo>
                    <a:lnTo>
                      <a:pt x="33" y="23"/>
                    </a:lnTo>
                    <a:lnTo>
                      <a:pt x="22" y="15"/>
                    </a:lnTo>
                    <a:lnTo>
                      <a:pt x="12" y="7"/>
                    </a:lnTo>
                    <a:lnTo>
                      <a:pt x="0" y="1"/>
                    </a:lnTo>
                    <a:lnTo>
                      <a:pt x="7" y="0"/>
                    </a:lnTo>
                    <a:lnTo>
                      <a:pt x="14" y="1"/>
                    </a:lnTo>
                    <a:lnTo>
                      <a:pt x="21" y="2"/>
                    </a:lnTo>
                    <a:lnTo>
                      <a:pt x="29" y="3"/>
                    </a:lnTo>
                    <a:lnTo>
                      <a:pt x="36" y="7"/>
                    </a:lnTo>
                    <a:lnTo>
                      <a:pt x="44" y="10"/>
                    </a:lnTo>
                    <a:lnTo>
                      <a:pt x="52" y="14"/>
                    </a:lnTo>
                    <a:lnTo>
                      <a:pt x="60" y="17"/>
                    </a:lnTo>
                    <a:lnTo>
                      <a:pt x="66" y="25"/>
                    </a:lnTo>
                    <a:lnTo>
                      <a:pt x="74" y="27"/>
                    </a:lnTo>
                    <a:lnTo>
                      <a:pt x="82" y="29"/>
                    </a:lnTo>
                    <a:lnTo>
                      <a:pt x="89" y="3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482"/>
              <p:cNvSpPr>
                <a:spLocks/>
              </p:cNvSpPr>
              <p:nvPr/>
            </p:nvSpPr>
            <p:spPr bwMode="auto">
              <a:xfrm>
                <a:off x="2855" y="1689"/>
                <a:ext cx="42" cy="26"/>
              </a:xfrm>
              <a:custGeom>
                <a:avLst/>
                <a:gdLst>
                  <a:gd name="T0" fmla="*/ 5 w 84"/>
                  <a:gd name="T1" fmla="*/ 3 h 52"/>
                  <a:gd name="T2" fmla="*/ 5 w 84"/>
                  <a:gd name="T3" fmla="*/ 3 h 52"/>
                  <a:gd name="T4" fmla="*/ 3 w 84"/>
                  <a:gd name="T5" fmla="*/ 3 h 52"/>
                  <a:gd name="T6" fmla="*/ 3 w 84"/>
                  <a:gd name="T7" fmla="*/ 3 h 52"/>
                  <a:gd name="T8" fmla="*/ 3 w 84"/>
                  <a:gd name="T9" fmla="*/ 3 h 52"/>
                  <a:gd name="T10" fmla="*/ 3 w 84"/>
                  <a:gd name="T11" fmla="*/ 3 h 52"/>
                  <a:gd name="T12" fmla="*/ 1 w 84"/>
                  <a:gd name="T13" fmla="*/ 3 h 52"/>
                  <a:gd name="T14" fmla="*/ 1 w 84"/>
                  <a:gd name="T15" fmla="*/ 3 h 52"/>
                  <a:gd name="T16" fmla="*/ 1 w 84"/>
                  <a:gd name="T17" fmla="*/ 2 h 52"/>
                  <a:gd name="T18" fmla="*/ 1 w 84"/>
                  <a:gd name="T19" fmla="*/ 2 h 52"/>
                  <a:gd name="T20" fmla="*/ 1 w 84"/>
                  <a:gd name="T21" fmla="*/ 1 h 52"/>
                  <a:gd name="T22" fmla="*/ 0 w 84"/>
                  <a:gd name="T23" fmla="*/ 1 h 52"/>
                  <a:gd name="T24" fmla="*/ 1 w 84"/>
                  <a:gd name="T25" fmla="*/ 0 h 52"/>
                  <a:gd name="T26" fmla="*/ 1 w 84"/>
                  <a:gd name="T27" fmla="*/ 1 h 52"/>
                  <a:gd name="T28" fmla="*/ 1 w 84"/>
                  <a:gd name="T29" fmla="*/ 1 h 52"/>
                  <a:gd name="T30" fmla="*/ 3 w 84"/>
                  <a:gd name="T31" fmla="*/ 1 h 52"/>
                  <a:gd name="T32" fmla="*/ 3 w 84"/>
                  <a:gd name="T33" fmla="*/ 2 h 52"/>
                  <a:gd name="T34" fmla="*/ 3 w 84"/>
                  <a:gd name="T35" fmla="*/ 2 h 52"/>
                  <a:gd name="T36" fmla="*/ 4 w 84"/>
                  <a:gd name="T37" fmla="*/ 2 h 52"/>
                  <a:gd name="T38" fmla="*/ 5 w 84"/>
                  <a:gd name="T39" fmla="*/ 3 h 52"/>
                  <a:gd name="T40" fmla="*/ 5 w 84"/>
                  <a:gd name="T41" fmla="*/ 3 h 52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84"/>
                  <a:gd name="T64" fmla="*/ 0 h 52"/>
                  <a:gd name="T65" fmla="*/ 84 w 84"/>
                  <a:gd name="T66" fmla="*/ 52 h 52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84" h="52">
                    <a:moveTo>
                      <a:pt x="84" y="42"/>
                    </a:moveTo>
                    <a:lnTo>
                      <a:pt x="72" y="46"/>
                    </a:lnTo>
                    <a:lnTo>
                      <a:pt x="62" y="50"/>
                    </a:lnTo>
                    <a:lnTo>
                      <a:pt x="51" y="52"/>
                    </a:lnTo>
                    <a:lnTo>
                      <a:pt x="42" y="52"/>
                    </a:lnTo>
                    <a:lnTo>
                      <a:pt x="33" y="50"/>
                    </a:lnTo>
                    <a:lnTo>
                      <a:pt x="25" y="45"/>
                    </a:lnTo>
                    <a:lnTo>
                      <a:pt x="17" y="37"/>
                    </a:lnTo>
                    <a:lnTo>
                      <a:pt x="10" y="26"/>
                    </a:lnTo>
                    <a:lnTo>
                      <a:pt x="9" y="18"/>
                    </a:lnTo>
                    <a:lnTo>
                      <a:pt x="3" y="12"/>
                    </a:lnTo>
                    <a:lnTo>
                      <a:pt x="0" y="7"/>
                    </a:lnTo>
                    <a:lnTo>
                      <a:pt x="5" y="0"/>
                    </a:lnTo>
                    <a:lnTo>
                      <a:pt x="18" y="1"/>
                    </a:lnTo>
                    <a:lnTo>
                      <a:pt x="28" y="5"/>
                    </a:lnTo>
                    <a:lnTo>
                      <a:pt x="38" y="11"/>
                    </a:lnTo>
                    <a:lnTo>
                      <a:pt x="47" y="18"/>
                    </a:lnTo>
                    <a:lnTo>
                      <a:pt x="55" y="24"/>
                    </a:lnTo>
                    <a:lnTo>
                      <a:pt x="64" y="31"/>
                    </a:lnTo>
                    <a:lnTo>
                      <a:pt x="73" y="37"/>
                    </a:lnTo>
                    <a:lnTo>
                      <a:pt x="84" y="4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483"/>
              <p:cNvSpPr>
                <a:spLocks/>
              </p:cNvSpPr>
              <p:nvPr/>
            </p:nvSpPr>
            <p:spPr bwMode="auto">
              <a:xfrm>
                <a:off x="2967" y="1695"/>
                <a:ext cx="22" cy="13"/>
              </a:xfrm>
              <a:custGeom>
                <a:avLst/>
                <a:gdLst>
                  <a:gd name="T0" fmla="*/ 3 w 44"/>
                  <a:gd name="T1" fmla="*/ 1 h 25"/>
                  <a:gd name="T2" fmla="*/ 3 w 44"/>
                  <a:gd name="T3" fmla="*/ 1 h 25"/>
                  <a:gd name="T4" fmla="*/ 3 w 44"/>
                  <a:gd name="T5" fmla="*/ 1 h 25"/>
                  <a:gd name="T6" fmla="*/ 1 w 44"/>
                  <a:gd name="T7" fmla="*/ 1 h 25"/>
                  <a:gd name="T8" fmla="*/ 1 w 44"/>
                  <a:gd name="T9" fmla="*/ 2 h 25"/>
                  <a:gd name="T10" fmla="*/ 1 w 44"/>
                  <a:gd name="T11" fmla="*/ 2 h 25"/>
                  <a:gd name="T12" fmla="*/ 1 w 44"/>
                  <a:gd name="T13" fmla="*/ 2 h 25"/>
                  <a:gd name="T14" fmla="*/ 1 w 44"/>
                  <a:gd name="T15" fmla="*/ 2 h 25"/>
                  <a:gd name="T16" fmla="*/ 0 w 44"/>
                  <a:gd name="T17" fmla="*/ 2 h 25"/>
                  <a:gd name="T18" fmla="*/ 1 w 44"/>
                  <a:gd name="T19" fmla="*/ 2 h 25"/>
                  <a:gd name="T20" fmla="*/ 1 w 44"/>
                  <a:gd name="T21" fmla="*/ 1 h 25"/>
                  <a:gd name="T22" fmla="*/ 1 w 44"/>
                  <a:gd name="T23" fmla="*/ 1 h 25"/>
                  <a:gd name="T24" fmla="*/ 1 w 44"/>
                  <a:gd name="T25" fmla="*/ 1 h 25"/>
                  <a:gd name="T26" fmla="*/ 1 w 44"/>
                  <a:gd name="T27" fmla="*/ 0 h 25"/>
                  <a:gd name="T28" fmla="*/ 1 w 44"/>
                  <a:gd name="T29" fmla="*/ 0 h 25"/>
                  <a:gd name="T30" fmla="*/ 3 w 44"/>
                  <a:gd name="T31" fmla="*/ 1 h 25"/>
                  <a:gd name="T32" fmla="*/ 3 w 44"/>
                  <a:gd name="T33" fmla="*/ 1 h 2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44"/>
                  <a:gd name="T52" fmla="*/ 0 h 25"/>
                  <a:gd name="T53" fmla="*/ 44 w 44"/>
                  <a:gd name="T54" fmla="*/ 25 h 25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44" h="25">
                    <a:moveTo>
                      <a:pt x="44" y="6"/>
                    </a:moveTo>
                    <a:lnTo>
                      <a:pt x="38" y="8"/>
                    </a:lnTo>
                    <a:lnTo>
                      <a:pt x="33" y="11"/>
                    </a:lnTo>
                    <a:lnTo>
                      <a:pt x="29" y="15"/>
                    </a:lnTo>
                    <a:lnTo>
                      <a:pt x="25" y="19"/>
                    </a:lnTo>
                    <a:lnTo>
                      <a:pt x="21" y="23"/>
                    </a:lnTo>
                    <a:lnTo>
                      <a:pt x="15" y="25"/>
                    </a:lnTo>
                    <a:lnTo>
                      <a:pt x="9" y="25"/>
                    </a:lnTo>
                    <a:lnTo>
                      <a:pt x="0" y="23"/>
                    </a:lnTo>
                    <a:lnTo>
                      <a:pt x="2" y="17"/>
                    </a:lnTo>
                    <a:lnTo>
                      <a:pt x="6" y="12"/>
                    </a:lnTo>
                    <a:lnTo>
                      <a:pt x="10" y="7"/>
                    </a:lnTo>
                    <a:lnTo>
                      <a:pt x="16" y="3"/>
                    </a:lnTo>
                    <a:lnTo>
                      <a:pt x="22" y="0"/>
                    </a:lnTo>
                    <a:lnTo>
                      <a:pt x="29" y="0"/>
                    </a:lnTo>
                    <a:lnTo>
                      <a:pt x="37" y="1"/>
                    </a:lnTo>
                    <a:lnTo>
                      <a:pt x="44" y="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484"/>
              <p:cNvSpPr>
                <a:spLocks/>
              </p:cNvSpPr>
              <p:nvPr/>
            </p:nvSpPr>
            <p:spPr bwMode="auto">
              <a:xfrm>
                <a:off x="2829" y="1697"/>
                <a:ext cx="10" cy="29"/>
              </a:xfrm>
              <a:custGeom>
                <a:avLst/>
                <a:gdLst>
                  <a:gd name="T0" fmla="*/ 2 w 19"/>
                  <a:gd name="T1" fmla="*/ 3 h 59"/>
                  <a:gd name="T2" fmla="*/ 0 w 19"/>
                  <a:gd name="T3" fmla="*/ 3 h 59"/>
                  <a:gd name="T4" fmla="*/ 0 w 19"/>
                  <a:gd name="T5" fmla="*/ 2 h 59"/>
                  <a:gd name="T6" fmla="*/ 1 w 19"/>
                  <a:gd name="T7" fmla="*/ 1 h 59"/>
                  <a:gd name="T8" fmla="*/ 1 w 19"/>
                  <a:gd name="T9" fmla="*/ 0 h 59"/>
                  <a:gd name="T10" fmla="*/ 1 w 19"/>
                  <a:gd name="T11" fmla="*/ 0 h 59"/>
                  <a:gd name="T12" fmla="*/ 1 w 19"/>
                  <a:gd name="T13" fmla="*/ 0 h 59"/>
                  <a:gd name="T14" fmla="*/ 2 w 19"/>
                  <a:gd name="T15" fmla="*/ 1 h 59"/>
                  <a:gd name="T16" fmla="*/ 2 w 19"/>
                  <a:gd name="T17" fmla="*/ 2 h 59"/>
                  <a:gd name="T18" fmla="*/ 2 w 19"/>
                  <a:gd name="T19" fmla="*/ 3 h 5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9"/>
                  <a:gd name="T31" fmla="*/ 0 h 59"/>
                  <a:gd name="T32" fmla="*/ 19 w 19"/>
                  <a:gd name="T33" fmla="*/ 59 h 5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9" h="59">
                    <a:moveTo>
                      <a:pt x="18" y="53"/>
                    </a:moveTo>
                    <a:lnTo>
                      <a:pt x="0" y="59"/>
                    </a:lnTo>
                    <a:lnTo>
                      <a:pt x="0" y="43"/>
                    </a:lnTo>
                    <a:lnTo>
                      <a:pt x="1" y="28"/>
                    </a:lnTo>
                    <a:lnTo>
                      <a:pt x="2" y="14"/>
                    </a:lnTo>
                    <a:lnTo>
                      <a:pt x="8" y="0"/>
                    </a:lnTo>
                    <a:lnTo>
                      <a:pt x="14" y="12"/>
                    </a:lnTo>
                    <a:lnTo>
                      <a:pt x="18" y="26"/>
                    </a:lnTo>
                    <a:lnTo>
                      <a:pt x="19" y="39"/>
                    </a:lnTo>
                    <a:lnTo>
                      <a:pt x="18" y="5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485"/>
              <p:cNvSpPr>
                <a:spLocks/>
              </p:cNvSpPr>
              <p:nvPr/>
            </p:nvSpPr>
            <p:spPr bwMode="auto">
              <a:xfrm>
                <a:off x="2848" y="1702"/>
                <a:ext cx="13" cy="19"/>
              </a:xfrm>
              <a:custGeom>
                <a:avLst/>
                <a:gdLst>
                  <a:gd name="T0" fmla="*/ 1 w 25"/>
                  <a:gd name="T1" fmla="*/ 3 h 37"/>
                  <a:gd name="T2" fmla="*/ 0 w 25"/>
                  <a:gd name="T3" fmla="*/ 0 h 37"/>
                  <a:gd name="T4" fmla="*/ 2 w 25"/>
                  <a:gd name="T5" fmla="*/ 2 h 37"/>
                  <a:gd name="T6" fmla="*/ 1 w 25"/>
                  <a:gd name="T7" fmla="*/ 3 h 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"/>
                  <a:gd name="T13" fmla="*/ 0 h 37"/>
                  <a:gd name="T14" fmla="*/ 25 w 25"/>
                  <a:gd name="T15" fmla="*/ 37 h 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" h="37">
                    <a:moveTo>
                      <a:pt x="4" y="37"/>
                    </a:moveTo>
                    <a:lnTo>
                      <a:pt x="0" y="0"/>
                    </a:lnTo>
                    <a:lnTo>
                      <a:pt x="25" y="26"/>
                    </a:lnTo>
                    <a:lnTo>
                      <a:pt x="4" y="3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486"/>
              <p:cNvSpPr>
                <a:spLocks/>
              </p:cNvSpPr>
              <p:nvPr/>
            </p:nvSpPr>
            <p:spPr bwMode="auto">
              <a:xfrm>
                <a:off x="2779" y="1705"/>
                <a:ext cx="28" cy="31"/>
              </a:xfrm>
              <a:custGeom>
                <a:avLst/>
                <a:gdLst>
                  <a:gd name="T0" fmla="*/ 3 w 57"/>
                  <a:gd name="T1" fmla="*/ 0 h 63"/>
                  <a:gd name="T2" fmla="*/ 3 w 57"/>
                  <a:gd name="T3" fmla="*/ 0 h 63"/>
                  <a:gd name="T4" fmla="*/ 3 w 57"/>
                  <a:gd name="T5" fmla="*/ 1 h 63"/>
                  <a:gd name="T6" fmla="*/ 2 w 57"/>
                  <a:gd name="T7" fmla="*/ 2 h 63"/>
                  <a:gd name="T8" fmla="*/ 2 w 57"/>
                  <a:gd name="T9" fmla="*/ 2 h 63"/>
                  <a:gd name="T10" fmla="*/ 2 w 57"/>
                  <a:gd name="T11" fmla="*/ 3 h 63"/>
                  <a:gd name="T12" fmla="*/ 1 w 57"/>
                  <a:gd name="T13" fmla="*/ 3 h 63"/>
                  <a:gd name="T14" fmla="*/ 0 w 57"/>
                  <a:gd name="T15" fmla="*/ 3 h 63"/>
                  <a:gd name="T16" fmla="*/ 0 w 57"/>
                  <a:gd name="T17" fmla="*/ 3 h 63"/>
                  <a:gd name="T18" fmla="*/ 0 w 57"/>
                  <a:gd name="T19" fmla="*/ 3 h 63"/>
                  <a:gd name="T20" fmla="*/ 0 w 57"/>
                  <a:gd name="T21" fmla="*/ 3 h 63"/>
                  <a:gd name="T22" fmla="*/ 0 w 57"/>
                  <a:gd name="T23" fmla="*/ 2 h 63"/>
                  <a:gd name="T24" fmla="*/ 0 w 57"/>
                  <a:gd name="T25" fmla="*/ 2 h 63"/>
                  <a:gd name="T26" fmla="*/ 0 w 57"/>
                  <a:gd name="T27" fmla="*/ 2 h 63"/>
                  <a:gd name="T28" fmla="*/ 1 w 57"/>
                  <a:gd name="T29" fmla="*/ 1 h 63"/>
                  <a:gd name="T30" fmla="*/ 1 w 57"/>
                  <a:gd name="T31" fmla="*/ 1 h 63"/>
                  <a:gd name="T32" fmla="*/ 1 w 57"/>
                  <a:gd name="T33" fmla="*/ 1 h 63"/>
                  <a:gd name="T34" fmla="*/ 2 w 57"/>
                  <a:gd name="T35" fmla="*/ 0 h 63"/>
                  <a:gd name="T36" fmla="*/ 2 w 57"/>
                  <a:gd name="T37" fmla="*/ 0 h 63"/>
                  <a:gd name="T38" fmla="*/ 3 w 57"/>
                  <a:gd name="T39" fmla="*/ 0 h 63"/>
                  <a:gd name="T40" fmla="*/ 3 w 57"/>
                  <a:gd name="T41" fmla="*/ 0 h 63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57"/>
                  <a:gd name="T64" fmla="*/ 0 h 63"/>
                  <a:gd name="T65" fmla="*/ 57 w 57"/>
                  <a:gd name="T66" fmla="*/ 63 h 63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57" h="63">
                    <a:moveTo>
                      <a:pt x="57" y="0"/>
                    </a:moveTo>
                    <a:lnTo>
                      <a:pt x="52" y="10"/>
                    </a:lnTo>
                    <a:lnTo>
                      <a:pt x="48" y="21"/>
                    </a:lnTo>
                    <a:lnTo>
                      <a:pt x="43" y="33"/>
                    </a:lnTo>
                    <a:lnTo>
                      <a:pt x="37" y="43"/>
                    </a:lnTo>
                    <a:lnTo>
                      <a:pt x="32" y="53"/>
                    </a:lnTo>
                    <a:lnTo>
                      <a:pt x="23" y="60"/>
                    </a:lnTo>
                    <a:lnTo>
                      <a:pt x="15" y="63"/>
                    </a:lnTo>
                    <a:lnTo>
                      <a:pt x="6" y="61"/>
                    </a:lnTo>
                    <a:lnTo>
                      <a:pt x="0" y="57"/>
                    </a:lnTo>
                    <a:lnTo>
                      <a:pt x="0" y="50"/>
                    </a:lnTo>
                    <a:lnTo>
                      <a:pt x="3" y="42"/>
                    </a:lnTo>
                    <a:lnTo>
                      <a:pt x="7" y="37"/>
                    </a:lnTo>
                    <a:lnTo>
                      <a:pt x="13" y="33"/>
                    </a:lnTo>
                    <a:lnTo>
                      <a:pt x="19" y="28"/>
                    </a:lnTo>
                    <a:lnTo>
                      <a:pt x="25" y="22"/>
                    </a:lnTo>
                    <a:lnTo>
                      <a:pt x="29" y="16"/>
                    </a:lnTo>
                    <a:lnTo>
                      <a:pt x="35" y="11"/>
                    </a:lnTo>
                    <a:lnTo>
                      <a:pt x="41" y="6"/>
                    </a:lnTo>
                    <a:lnTo>
                      <a:pt x="48" y="3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487"/>
              <p:cNvSpPr>
                <a:spLocks/>
              </p:cNvSpPr>
              <p:nvPr/>
            </p:nvSpPr>
            <p:spPr bwMode="auto">
              <a:xfrm>
                <a:off x="2967" y="1713"/>
                <a:ext cx="6" cy="1"/>
              </a:xfrm>
              <a:custGeom>
                <a:avLst/>
                <a:gdLst>
                  <a:gd name="T0" fmla="*/ 0 w 13"/>
                  <a:gd name="T1" fmla="*/ 0 h 1"/>
                  <a:gd name="T2" fmla="*/ 0 w 13"/>
                  <a:gd name="T3" fmla="*/ 1 h 1"/>
                  <a:gd name="T4" fmla="*/ 0 w 1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3"/>
                  <a:gd name="T10" fmla="*/ 0 h 1"/>
                  <a:gd name="T11" fmla="*/ 13 w 1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" h="1">
                    <a:moveTo>
                      <a:pt x="0" y="0"/>
                    </a:moveTo>
                    <a:lnTo>
                      <a:pt x="13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488"/>
              <p:cNvSpPr>
                <a:spLocks/>
              </p:cNvSpPr>
              <p:nvPr/>
            </p:nvSpPr>
            <p:spPr bwMode="auto">
              <a:xfrm>
                <a:off x="2806" y="1710"/>
                <a:ext cx="14" cy="22"/>
              </a:xfrm>
              <a:custGeom>
                <a:avLst/>
                <a:gdLst>
                  <a:gd name="T0" fmla="*/ 2 w 28"/>
                  <a:gd name="T1" fmla="*/ 3 h 44"/>
                  <a:gd name="T2" fmla="*/ 1 w 28"/>
                  <a:gd name="T3" fmla="*/ 3 h 44"/>
                  <a:gd name="T4" fmla="*/ 0 w 28"/>
                  <a:gd name="T5" fmla="*/ 3 h 44"/>
                  <a:gd name="T6" fmla="*/ 1 w 28"/>
                  <a:gd name="T7" fmla="*/ 2 h 44"/>
                  <a:gd name="T8" fmla="*/ 1 w 28"/>
                  <a:gd name="T9" fmla="*/ 1 h 44"/>
                  <a:gd name="T10" fmla="*/ 1 w 28"/>
                  <a:gd name="T11" fmla="*/ 1 h 44"/>
                  <a:gd name="T12" fmla="*/ 1 w 28"/>
                  <a:gd name="T13" fmla="*/ 1 h 44"/>
                  <a:gd name="T14" fmla="*/ 2 w 28"/>
                  <a:gd name="T15" fmla="*/ 1 h 44"/>
                  <a:gd name="T16" fmla="*/ 2 w 28"/>
                  <a:gd name="T17" fmla="*/ 1 h 44"/>
                  <a:gd name="T18" fmla="*/ 2 w 28"/>
                  <a:gd name="T19" fmla="*/ 0 h 44"/>
                  <a:gd name="T20" fmla="*/ 2 w 28"/>
                  <a:gd name="T21" fmla="*/ 1 h 44"/>
                  <a:gd name="T22" fmla="*/ 2 w 28"/>
                  <a:gd name="T23" fmla="*/ 1 h 44"/>
                  <a:gd name="T24" fmla="*/ 2 w 28"/>
                  <a:gd name="T25" fmla="*/ 1 h 44"/>
                  <a:gd name="T26" fmla="*/ 2 w 28"/>
                  <a:gd name="T27" fmla="*/ 3 h 4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8"/>
                  <a:gd name="T43" fmla="*/ 0 h 44"/>
                  <a:gd name="T44" fmla="*/ 28 w 28"/>
                  <a:gd name="T45" fmla="*/ 44 h 4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8" h="44">
                    <a:moveTo>
                      <a:pt x="23" y="40"/>
                    </a:moveTo>
                    <a:lnTo>
                      <a:pt x="2" y="44"/>
                    </a:lnTo>
                    <a:lnTo>
                      <a:pt x="0" y="38"/>
                    </a:lnTo>
                    <a:lnTo>
                      <a:pt x="1" y="32"/>
                    </a:lnTo>
                    <a:lnTo>
                      <a:pt x="4" y="28"/>
                    </a:lnTo>
                    <a:lnTo>
                      <a:pt x="9" y="23"/>
                    </a:lnTo>
                    <a:lnTo>
                      <a:pt x="15" y="18"/>
                    </a:lnTo>
                    <a:lnTo>
                      <a:pt x="20" y="14"/>
                    </a:lnTo>
                    <a:lnTo>
                      <a:pt x="24" y="7"/>
                    </a:lnTo>
                    <a:lnTo>
                      <a:pt x="26" y="0"/>
                    </a:lnTo>
                    <a:lnTo>
                      <a:pt x="27" y="6"/>
                    </a:lnTo>
                    <a:lnTo>
                      <a:pt x="28" y="16"/>
                    </a:lnTo>
                    <a:lnTo>
                      <a:pt x="27" y="29"/>
                    </a:lnTo>
                    <a:lnTo>
                      <a:pt x="23" y="4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489"/>
              <p:cNvSpPr>
                <a:spLocks/>
              </p:cNvSpPr>
              <p:nvPr/>
            </p:nvSpPr>
            <p:spPr bwMode="auto">
              <a:xfrm>
                <a:off x="2924" y="1716"/>
                <a:ext cx="17" cy="11"/>
              </a:xfrm>
              <a:custGeom>
                <a:avLst/>
                <a:gdLst>
                  <a:gd name="T0" fmla="*/ 3 w 32"/>
                  <a:gd name="T1" fmla="*/ 1 h 21"/>
                  <a:gd name="T2" fmla="*/ 2 w 32"/>
                  <a:gd name="T3" fmla="*/ 2 h 21"/>
                  <a:gd name="T4" fmla="*/ 0 w 32"/>
                  <a:gd name="T5" fmla="*/ 1 h 21"/>
                  <a:gd name="T6" fmla="*/ 1 w 32"/>
                  <a:gd name="T7" fmla="*/ 1 h 21"/>
                  <a:gd name="T8" fmla="*/ 2 w 32"/>
                  <a:gd name="T9" fmla="*/ 0 h 21"/>
                  <a:gd name="T10" fmla="*/ 2 w 32"/>
                  <a:gd name="T11" fmla="*/ 0 h 21"/>
                  <a:gd name="T12" fmla="*/ 3 w 32"/>
                  <a:gd name="T13" fmla="*/ 1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2"/>
                  <a:gd name="T22" fmla="*/ 0 h 21"/>
                  <a:gd name="T23" fmla="*/ 32 w 32"/>
                  <a:gd name="T24" fmla="*/ 21 h 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2" h="21">
                    <a:moveTo>
                      <a:pt x="32" y="5"/>
                    </a:moveTo>
                    <a:lnTo>
                      <a:pt x="24" y="21"/>
                    </a:lnTo>
                    <a:lnTo>
                      <a:pt x="0" y="4"/>
                    </a:lnTo>
                    <a:lnTo>
                      <a:pt x="8" y="2"/>
                    </a:lnTo>
                    <a:lnTo>
                      <a:pt x="17" y="0"/>
                    </a:lnTo>
                    <a:lnTo>
                      <a:pt x="26" y="0"/>
                    </a:lnTo>
                    <a:lnTo>
                      <a:pt x="32" y="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490"/>
              <p:cNvSpPr>
                <a:spLocks/>
              </p:cNvSpPr>
              <p:nvPr/>
            </p:nvSpPr>
            <p:spPr bwMode="auto">
              <a:xfrm>
                <a:off x="2884" y="1720"/>
                <a:ext cx="66" cy="42"/>
              </a:xfrm>
              <a:custGeom>
                <a:avLst/>
                <a:gdLst>
                  <a:gd name="T0" fmla="*/ 8 w 134"/>
                  <a:gd name="T1" fmla="*/ 5 h 84"/>
                  <a:gd name="T2" fmla="*/ 7 w 134"/>
                  <a:gd name="T3" fmla="*/ 5 h 84"/>
                  <a:gd name="T4" fmla="*/ 7 w 134"/>
                  <a:gd name="T5" fmla="*/ 5 h 84"/>
                  <a:gd name="T6" fmla="*/ 6 w 134"/>
                  <a:gd name="T7" fmla="*/ 5 h 84"/>
                  <a:gd name="T8" fmla="*/ 5 w 134"/>
                  <a:gd name="T9" fmla="*/ 5 h 84"/>
                  <a:gd name="T10" fmla="*/ 4 w 134"/>
                  <a:gd name="T11" fmla="*/ 5 h 84"/>
                  <a:gd name="T12" fmla="*/ 3 w 134"/>
                  <a:gd name="T13" fmla="*/ 5 h 84"/>
                  <a:gd name="T14" fmla="*/ 3 w 134"/>
                  <a:gd name="T15" fmla="*/ 5 h 84"/>
                  <a:gd name="T16" fmla="*/ 2 w 134"/>
                  <a:gd name="T17" fmla="*/ 5 h 84"/>
                  <a:gd name="T18" fmla="*/ 2 w 134"/>
                  <a:gd name="T19" fmla="*/ 5 h 84"/>
                  <a:gd name="T20" fmla="*/ 1 w 134"/>
                  <a:gd name="T21" fmla="*/ 4 h 84"/>
                  <a:gd name="T22" fmla="*/ 1 w 134"/>
                  <a:gd name="T23" fmla="*/ 3 h 84"/>
                  <a:gd name="T24" fmla="*/ 1 w 134"/>
                  <a:gd name="T25" fmla="*/ 3 h 84"/>
                  <a:gd name="T26" fmla="*/ 0 w 134"/>
                  <a:gd name="T27" fmla="*/ 3 h 84"/>
                  <a:gd name="T28" fmla="*/ 0 w 134"/>
                  <a:gd name="T29" fmla="*/ 3 h 84"/>
                  <a:gd name="T30" fmla="*/ 0 w 134"/>
                  <a:gd name="T31" fmla="*/ 1 h 84"/>
                  <a:gd name="T32" fmla="*/ 0 w 134"/>
                  <a:gd name="T33" fmla="*/ 1 h 84"/>
                  <a:gd name="T34" fmla="*/ 0 w 134"/>
                  <a:gd name="T35" fmla="*/ 1 h 84"/>
                  <a:gd name="T36" fmla="*/ 0 w 134"/>
                  <a:gd name="T37" fmla="*/ 1 h 84"/>
                  <a:gd name="T38" fmla="*/ 1 w 134"/>
                  <a:gd name="T39" fmla="*/ 1 h 84"/>
                  <a:gd name="T40" fmla="*/ 1 w 134"/>
                  <a:gd name="T41" fmla="*/ 1 h 84"/>
                  <a:gd name="T42" fmla="*/ 1 w 134"/>
                  <a:gd name="T43" fmla="*/ 1 h 84"/>
                  <a:gd name="T44" fmla="*/ 2 w 134"/>
                  <a:gd name="T45" fmla="*/ 1 h 84"/>
                  <a:gd name="T46" fmla="*/ 2 w 134"/>
                  <a:gd name="T47" fmla="*/ 1 h 84"/>
                  <a:gd name="T48" fmla="*/ 2 w 134"/>
                  <a:gd name="T49" fmla="*/ 0 h 84"/>
                  <a:gd name="T50" fmla="*/ 3 w 134"/>
                  <a:gd name="T51" fmla="*/ 1 h 84"/>
                  <a:gd name="T52" fmla="*/ 4 w 134"/>
                  <a:gd name="T53" fmla="*/ 1 h 84"/>
                  <a:gd name="T54" fmla="*/ 5 w 134"/>
                  <a:gd name="T55" fmla="*/ 1 h 84"/>
                  <a:gd name="T56" fmla="*/ 5 w 134"/>
                  <a:gd name="T57" fmla="*/ 1 h 84"/>
                  <a:gd name="T58" fmla="*/ 6 w 134"/>
                  <a:gd name="T59" fmla="*/ 3 h 84"/>
                  <a:gd name="T60" fmla="*/ 7 w 134"/>
                  <a:gd name="T61" fmla="*/ 3 h 84"/>
                  <a:gd name="T62" fmla="*/ 7 w 134"/>
                  <a:gd name="T63" fmla="*/ 3 h 84"/>
                  <a:gd name="T64" fmla="*/ 8 w 134"/>
                  <a:gd name="T65" fmla="*/ 5 h 8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34"/>
                  <a:gd name="T100" fmla="*/ 0 h 84"/>
                  <a:gd name="T101" fmla="*/ 134 w 134"/>
                  <a:gd name="T102" fmla="*/ 84 h 8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34" h="84">
                    <a:moveTo>
                      <a:pt x="134" y="66"/>
                    </a:moveTo>
                    <a:lnTo>
                      <a:pt x="124" y="69"/>
                    </a:lnTo>
                    <a:lnTo>
                      <a:pt x="114" y="73"/>
                    </a:lnTo>
                    <a:lnTo>
                      <a:pt x="101" y="74"/>
                    </a:lnTo>
                    <a:lnTo>
                      <a:pt x="89" y="75"/>
                    </a:lnTo>
                    <a:lnTo>
                      <a:pt x="75" y="76"/>
                    </a:lnTo>
                    <a:lnTo>
                      <a:pt x="62" y="79"/>
                    </a:lnTo>
                    <a:lnTo>
                      <a:pt x="51" y="81"/>
                    </a:lnTo>
                    <a:lnTo>
                      <a:pt x="40" y="84"/>
                    </a:lnTo>
                    <a:lnTo>
                      <a:pt x="37" y="73"/>
                    </a:lnTo>
                    <a:lnTo>
                      <a:pt x="31" y="64"/>
                    </a:lnTo>
                    <a:lnTo>
                      <a:pt x="24" y="56"/>
                    </a:lnTo>
                    <a:lnTo>
                      <a:pt x="17" y="49"/>
                    </a:lnTo>
                    <a:lnTo>
                      <a:pt x="10" y="42"/>
                    </a:lnTo>
                    <a:lnTo>
                      <a:pt x="5" y="34"/>
                    </a:lnTo>
                    <a:lnTo>
                      <a:pt x="0" y="24"/>
                    </a:lnTo>
                    <a:lnTo>
                      <a:pt x="0" y="13"/>
                    </a:lnTo>
                    <a:lnTo>
                      <a:pt x="5" y="8"/>
                    </a:lnTo>
                    <a:lnTo>
                      <a:pt x="9" y="5"/>
                    </a:lnTo>
                    <a:lnTo>
                      <a:pt x="16" y="4"/>
                    </a:lnTo>
                    <a:lnTo>
                      <a:pt x="22" y="4"/>
                    </a:lnTo>
                    <a:lnTo>
                      <a:pt x="29" y="4"/>
                    </a:lnTo>
                    <a:lnTo>
                      <a:pt x="36" y="4"/>
                    </a:lnTo>
                    <a:lnTo>
                      <a:pt x="42" y="3"/>
                    </a:lnTo>
                    <a:lnTo>
                      <a:pt x="47" y="0"/>
                    </a:lnTo>
                    <a:lnTo>
                      <a:pt x="60" y="7"/>
                    </a:lnTo>
                    <a:lnTo>
                      <a:pt x="70" y="14"/>
                    </a:lnTo>
                    <a:lnTo>
                      <a:pt x="82" y="21"/>
                    </a:lnTo>
                    <a:lnTo>
                      <a:pt x="92" y="29"/>
                    </a:lnTo>
                    <a:lnTo>
                      <a:pt x="103" y="37"/>
                    </a:lnTo>
                    <a:lnTo>
                      <a:pt x="113" y="46"/>
                    </a:lnTo>
                    <a:lnTo>
                      <a:pt x="123" y="56"/>
                    </a:lnTo>
                    <a:lnTo>
                      <a:pt x="134" y="6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491"/>
              <p:cNvSpPr>
                <a:spLocks/>
              </p:cNvSpPr>
              <p:nvPr/>
            </p:nvSpPr>
            <p:spPr bwMode="auto">
              <a:xfrm>
                <a:off x="2752" y="1716"/>
                <a:ext cx="25" cy="22"/>
              </a:xfrm>
              <a:custGeom>
                <a:avLst/>
                <a:gdLst>
                  <a:gd name="T0" fmla="*/ 3 w 50"/>
                  <a:gd name="T1" fmla="*/ 0 h 44"/>
                  <a:gd name="T2" fmla="*/ 3 w 50"/>
                  <a:gd name="T3" fmla="*/ 1 h 44"/>
                  <a:gd name="T4" fmla="*/ 3 w 50"/>
                  <a:gd name="T5" fmla="*/ 1 h 44"/>
                  <a:gd name="T6" fmla="*/ 3 w 50"/>
                  <a:gd name="T7" fmla="*/ 1 h 44"/>
                  <a:gd name="T8" fmla="*/ 2 w 50"/>
                  <a:gd name="T9" fmla="*/ 1 h 44"/>
                  <a:gd name="T10" fmla="*/ 2 w 50"/>
                  <a:gd name="T11" fmla="*/ 1 h 44"/>
                  <a:gd name="T12" fmla="*/ 1 w 50"/>
                  <a:gd name="T13" fmla="*/ 3 h 44"/>
                  <a:gd name="T14" fmla="*/ 1 w 50"/>
                  <a:gd name="T15" fmla="*/ 3 h 44"/>
                  <a:gd name="T16" fmla="*/ 0 w 50"/>
                  <a:gd name="T17" fmla="*/ 3 h 44"/>
                  <a:gd name="T18" fmla="*/ 0 w 50"/>
                  <a:gd name="T19" fmla="*/ 3 h 44"/>
                  <a:gd name="T20" fmla="*/ 1 w 50"/>
                  <a:gd name="T21" fmla="*/ 1 h 44"/>
                  <a:gd name="T22" fmla="*/ 1 w 50"/>
                  <a:gd name="T23" fmla="*/ 1 h 44"/>
                  <a:gd name="T24" fmla="*/ 2 w 50"/>
                  <a:gd name="T25" fmla="*/ 1 h 44"/>
                  <a:gd name="T26" fmla="*/ 2 w 50"/>
                  <a:gd name="T27" fmla="*/ 1 h 44"/>
                  <a:gd name="T28" fmla="*/ 3 w 50"/>
                  <a:gd name="T29" fmla="*/ 1 h 44"/>
                  <a:gd name="T30" fmla="*/ 3 w 50"/>
                  <a:gd name="T31" fmla="*/ 1 h 44"/>
                  <a:gd name="T32" fmla="*/ 3 w 50"/>
                  <a:gd name="T33" fmla="*/ 0 h 4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0"/>
                  <a:gd name="T52" fmla="*/ 0 h 44"/>
                  <a:gd name="T53" fmla="*/ 50 w 50"/>
                  <a:gd name="T54" fmla="*/ 44 h 4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0" h="44">
                    <a:moveTo>
                      <a:pt x="50" y="0"/>
                    </a:moveTo>
                    <a:lnTo>
                      <a:pt x="45" y="7"/>
                    </a:lnTo>
                    <a:lnTo>
                      <a:pt x="40" y="13"/>
                    </a:lnTo>
                    <a:lnTo>
                      <a:pt x="34" y="20"/>
                    </a:lnTo>
                    <a:lnTo>
                      <a:pt x="28" y="26"/>
                    </a:lnTo>
                    <a:lnTo>
                      <a:pt x="22" y="30"/>
                    </a:lnTo>
                    <a:lnTo>
                      <a:pt x="15" y="36"/>
                    </a:lnTo>
                    <a:lnTo>
                      <a:pt x="9" y="41"/>
                    </a:lnTo>
                    <a:lnTo>
                      <a:pt x="0" y="44"/>
                    </a:lnTo>
                    <a:lnTo>
                      <a:pt x="0" y="33"/>
                    </a:lnTo>
                    <a:lnTo>
                      <a:pt x="4" y="25"/>
                    </a:lnTo>
                    <a:lnTo>
                      <a:pt x="11" y="19"/>
                    </a:lnTo>
                    <a:lnTo>
                      <a:pt x="18" y="14"/>
                    </a:lnTo>
                    <a:lnTo>
                      <a:pt x="26" y="11"/>
                    </a:lnTo>
                    <a:lnTo>
                      <a:pt x="35" y="7"/>
                    </a:lnTo>
                    <a:lnTo>
                      <a:pt x="43" y="5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492"/>
              <p:cNvSpPr>
                <a:spLocks/>
              </p:cNvSpPr>
              <p:nvPr/>
            </p:nvSpPr>
            <p:spPr bwMode="auto">
              <a:xfrm>
                <a:off x="2855" y="1726"/>
                <a:ext cx="37" cy="43"/>
              </a:xfrm>
              <a:custGeom>
                <a:avLst/>
                <a:gdLst>
                  <a:gd name="T0" fmla="*/ 5 w 74"/>
                  <a:gd name="T1" fmla="*/ 5 h 85"/>
                  <a:gd name="T2" fmla="*/ 5 w 74"/>
                  <a:gd name="T3" fmla="*/ 5 h 85"/>
                  <a:gd name="T4" fmla="*/ 3 w 74"/>
                  <a:gd name="T5" fmla="*/ 5 h 85"/>
                  <a:gd name="T6" fmla="*/ 3 w 74"/>
                  <a:gd name="T7" fmla="*/ 5 h 85"/>
                  <a:gd name="T8" fmla="*/ 3 w 74"/>
                  <a:gd name="T9" fmla="*/ 6 h 85"/>
                  <a:gd name="T10" fmla="*/ 2 w 74"/>
                  <a:gd name="T11" fmla="*/ 6 h 85"/>
                  <a:gd name="T12" fmla="*/ 2 w 74"/>
                  <a:gd name="T13" fmla="*/ 6 h 85"/>
                  <a:gd name="T14" fmla="*/ 1 w 74"/>
                  <a:gd name="T15" fmla="*/ 6 h 85"/>
                  <a:gd name="T16" fmla="*/ 1 w 74"/>
                  <a:gd name="T17" fmla="*/ 6 h 85"/>
                  <a:gd name="T18" fmla="*/ 1 w 74"/>
                  <a:gd name="T19" fmla="*/ 5 h 85"/>
                  <a:gd name="T20" fmla="*/ 1 w 74"/>
                  <a:gd name="T21" fmla="*/ 3 h 85"/>
                  <a:gd name="T22" fmla="*/ 1 w 74"/>
                  <a:gd name="T23" fmla="*/ 2 h 85"/>
                  <a:gd name="T24" fmla="*/ 0 w 74"/>
                  <a:gd name="T25" fmla="*/ 1 h 85"/>
                  <a:gd name="T26" fmla="*/ 1 w 74"/>
                  <a:gd name="T27" fmla="*/ 0 h 85"/>
                  <a:gd name="T28" fmla="*/ 5 w 74"/>
                  <a:gd name="T29" fmla="*/ 5 h 8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4"/>
                  <a:gd name="T46" fmla="*/ 0 h 85"/>
                  <a:gd name="T47" fmla="*/ 74 w 74"/>
                  <a:gd name="T48" fmla="*/ 85 h 85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4" h="85">
                    <a:moveTo>
                      <a:pt x="74" y="75"/>
                    </a:moveTo>
                    <a:lnTo>
                      <a:pt x="67" y="76"/>
                    </a:lnTo>
                    <a:lnTo>
                      <a:pt x="62" y="78"/>
                    </a:lnTo>
                    <a:lnTo>
                      <a:pt x="55" y="79"/>
                    </a:lnTo>
                    <a:lnTo>
                      <a:pt x="48" y="82"/>
                    </a:lnTo>
                    <a:lnTo>
                      <a:pt x="41" y="83"/>
                    </a:lnTo>
                    <a:lnTo>
                      <a:pt x="34" y="84"/>
                    </a:lnTo>
                    <a:lnTo>
                      <a:pt x="27" y="85"/>
                    </a:lnTo>
                    <a:lnTo>
                      <a:pt x="20" y="85"/>
                    </a:lnTo>
                    <a:lnTo>
                      <a:pt x="17" y="66"/>
                    </a:lnTo>
                    <a:lnTo>
                      <a:pt x="12" y="46"/>
                    </a:lnTo>
                    <a:lnTo>
                      <a:pt x="5" y="26"/>
                    </a:lnTo>
                    <a:lnTo>
                      <a:pt x="0" y="8"/>
                    </a:lnTo>
                    <a:lnTo>
                      <a:pt x="27" y="0"/>
                    </a:lnTo>
                    <a:lnTo>
                      <a:pt x="74" y="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493"/>
              <p:cNvSpPr>
                <a:spLocks/>
              </p:cNvSpPr>
              <p:nvPr/>
            </p:nvSpPr>
            <p:spPr bwMode="auto">
              <a:xfrm>
                <a:off x="2824" y="1733"/>
                <a:ext cx="21" cy="28"/>
              </a:xfrm>
              <a:custGeom>
                <a:avLst/>
                <a:gdLst>
                  <a:gd name="T0" fmla="*/ 3 w 42"/>
                  <a:gd name="T1" fmla="*/ 1 h 54"/>
                  <a:gd name="T2" fmla="*/ 3 w 42"/>
                  <a:gd name="T3" fmla="*/ 2 h 54"/>
                  <a:gd name="T4" fmla="*/ 3 w 42"/>
                  <a:gd name="T5" fmla="*/ 3 h 54"/>
                  <a:gd name="T6" fmla="*/ 1 w 42"/>
                  <a:gd name="T7" fmla="*/ 4 h 54"/>
                  <a:gd name="T8" fmla="*/ 1 w 42"/>
                  <a:gd name="T9" fmla="*/ 4 h 54"/>
                  <a:gd name="T10" fmla="*/ 1 w 42"/>
                  <a:gd name="T11" fmla="*/ 4 h 54"/>
                  <a:gd name="T12" fmla="*/ 1 w 42"/>
                  <a:gd name="T13" fmla="*/ 4 h 54"/>
                  <a:gd name="T14" fmla="*/ 0 w 42"/>
                  <a:gd name="T15" fmla="*/ 3 h 54"/>
                  <a:gd name="T16" fmla="*/ 1 w 42"/>
                  <a:gd name="T17" fmla="*/ 3 h 54"/>
                  <a:gd name="T18" fmla="*/ 1 w 42"/>
                  <a:gd name="T19" fmla="*/ 3 h 54"/>
                  <a:gd name="T20" fmla="*/ 1 w 42"/>
                  <a:gd name="T21" fmla="*/ 2 h 54"/>
                  <a:gd name="T22" fmla="*/ 1 w 42"/>
                  <a:gd name="T23" fmla="*/ 2 h 54"/>
                  <a:gd name="T24" fmla="*/ 1 w 42"/>
                  <a:gd name="T25" fmla="*/ 2 h 54"/>
                  <a:gd name="T26" fmla="*/ 1 w 42"/>
                  <a:gd name="T27" fmla="*/ 0 h 54"/>
                  <a:gd name="T28" fmla="*/ 3 w 42"/>
                  <a:gd name="T29" fmla="*/ 1 h 54"/>
                  <a:gd name="T30" fmla="*/ 3 w 42"/>
                  <a:gd name="T31" fmla="*/ 1 h 54"/>
                  <a:gd name="T32" fmla="*/ 3 w 42"/>
                  <a:gd name="T33" fmla="*/ 1 h 54"/>
                  <a:gd name="T34" fmla="*/ 3 w 42"/>
                  <a:gd name="T35" fmla="*/ 1 h 5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42"/>
                  <a:gd name="T55" fmla="*/ 0 h 54"/>
                  <a:gd name="T56" fmla="*/ 42 w 42"/>
                  <a:gd name="T57" fmla="*/ 54 h 5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42" h="54">
                    <a:moveTo>
                      <a:pt x="42" y="16"/>
                    </a:moveTo>
                    <a:lnTo>
                      <a:pt x="36" y="25"/>
                    </a:lnTo>
                    <a:lnTo>
                      <a:pt x="34" y="37"/>
                    </a:lnTo>
                    <a:lnTo>
                      <a:pt x="28" y="48"/>
                    </a:lnTo>
                    <a:lnTo>
                      <a:pt x="14" y="54"/>
                    </a:lnTo>
                    <a:lnTo>
                      <a:pt x="10" y="52"/>
                    </a:lnTo>
                    <a:lnTo>
                      <a:pt x="4" y="49"/>
                    </a:lnTo>
                    <a:lnTo>
                      <a:pt x="0" y="46"/>
                    </a:lnTo>
                    <a:lnTo>
                      <a:pt x="2" y="39"/>
                    </a:lnTo>
                    <a:lnTo>
                      <a:pt x="7" y="32"/>
                    </a:lnTo>
                    <a:lnTo>
                      <a:pt x="12" y="25"/>
                    </a:lnTo>
                    <a:lnTo>
                      <a:pt x="18" y="22"/>
                    </a:lnTo>
                    <a:lnTo>
                      <a:pt x="28" y="24"/>
                    </a:lnTo>
                    <a:lnTo>
                      <a:pt x="30" y="0"/>
                    </a:lnTo>
                    <a:lnTo>
                      <a:pt x="37" y="1"/>
                    </a:lnTo>
                    <a:lnTo>
                      <a:pt x="41" y="6"/>
                    </a:lnTo>
                    <a:lnTo>
                      <a:pt x="42" y="11"/>
                    </a:lnTo>
                    <a:lnTo>
                      <a:pt x="42" y="1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494"/>
              <p:cNvSpPr>
                <a:spLocks/>
              </p:cNvSpPr>
              <p:nvPr/>
            </p:nvSpPr>
            <p:spPr bwMode="auto">
              <a:xfrm>
                <a:off x="2984" y="1744"/>
                <a:ext cx="10" cy="9"/>
              </a:xfrm>
              <a:custGeom>
                <a:avLst/>
                <a:gdLst>
                  <a:gd name="T0" fmla="*/ 1 w 21"/>
                  <a:gd name="T1" fmla="*/ 2 h 17"/>
                  <a:gd name="T2" fmla="*/ 0 w 21"/>
                  <a:gd name="T3" fmla="*/ 1 h 17"/>
                  <a:gd name="T4" fmla="*/ 0 w 21"/>
                  <a:gd name="T5" fmla="*/ 0 h 17"/>
                  <a:gd name="T6" fmla="*/ 0 w 21"/>
                  <a:gd name="T7" fmla="*/ 1 h 17"/>
                  <a:gd name="T8" fmla="*/ 1 w 21"/>
                  <a:gd name="T9" fmla="*/ 1 h 17"/>
                  <a:gd name="T10" fmla="*/ 1 w 21"/>
                  <a:gd name="T11" fmla="*/ 1 h 17"/>
                  <a:gd name="T12" fmla="*/ 1 w 21"/>
                  <a:gd name="T13" fmla="*/ 2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"/>
                  <a:gd name="T22" fmla="*/ 0 h 17"/>
                  <a:gd name="T23" fmla="*/ 21 w 21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" h="17">
                    <a:moveTo>
                      <a:pt x="21" y="17"/>
                    </a:moveTo>
                    <a:lnTo>
                      <a:pt x="0" y="13"/>
                    </a:lnTo>
                    <a:lnTo>
                      <a:pt x="10" y="0"/>
                    </a:lnTo>
                    <a:lnTo>
                      <a:pt x="12" y="4"/>
                    </a:lnTo>
                    <a:lnTo>
                      <a:pt x="17" y="7"/>
                    </a:lnTo>
                    <a:lnTo>
                      <a:pt x="20" y="11"/>
                    </a:lnTo>
                    <a:lnTo>
                      <a:pt x="21" y="1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495"/>
              <p:cNvSpPr>
                <a:spLocks/>
              </p:cNvSpPr>
              <p:nvPr/>
            </p:nvSpPr>
            <p:spPr bwMode="auto">
              <a:xfrm>
                <a:off x="2782" y="1747"/>
                <a:ext cx="31" cy="30"/>
              </a:xfrm>
              <a:custGeom>
                <a:avLst/>
                <a:gdLst>
                  <a:gd name="T0" fmla="*/ 3 w 61"/>
                  <a:gd name="T1" fmla="*/ 0 h 58"/>
                  <a:gd name="T2" fmla="*/ 3 w 61"/>
                  <a:gd name="T3" fmla="*/ 1 h 58"/>
                  <a:gd name="T4" fmla="*/ 3 w 61"/>
                  <a:gd name="T5" fmla="*/ 1 h 58"/>
                  <a:gd name="T6" fmla="*/ 3 w 61"/>
                  <a:gd name="T7" fmla="*/ 1 h 58"/>
                  <a:gd name="T8" fmla="*/ 3 w 61"/>
                  <a:gd name="T9" fmla="*/ 2 h 58"/>
                  <a:gd name="T10" fmla="*/ 3 w 61"/>
                  <a:gd name="T11" fmla="*/ 2 h 58"/>
                  <a:gd name="T12" fmla="*/ 3 w 61"/>
                  <a:gd name="T13" fmla="*/ 2 h 58"/>
                  <a:gd name="T14" fmla="*/ 4 w 61"/>
                  <a:gd name="T15" fmla="*/ 2 h 58"/>
                  <a:gd name="T16" fmla="*/ 4 w 61"/>
                  <a:gd name="T17" fmla="*/ 2 h 58"/>
                  <a:gd name="T18" fmla="*/ 4 w 61"/>
                  <a:gd name="T19" fmla="*/ 3 h 58"/>
                  <a:gd name="T20" fmla="*/ 4 w 61"/>
                  <a:gd name="T21" fmla="*/ 3 h 58"/>
                  <a:gd name="T22" fmla="*/ 4 w 61"/>
                  <a:gd name="T23" fmla="*/ 4 h 58"/>
                  <a:gd name="T24" fmla="*/ 3 w 61"/>
                  <a:gd name="T25" fmla="*/ 4 h 58"/>
                  <a:gd name="T26" fmla="*/ 0 w 61"/>
                  <a:gd name="T27" fmla="*/ 4 h 58"/>
                  <a:gd name="T28" fmla="*/ 1 w 61"/>
                  <a:gd name="T29" fmla="*/ 3 h 58"/>
                  <a:gd name="T30" fmla="*/ 1 w 61"/>
                  <a:gd name="T31" fmla="*/ 3 h 58"/>
                  <a:gd name="T32" fmla="*/ 1 w 61"/>
                  <a:gd name="T33" fmla="*/ 2 h 58"/>
                  <a:gd name="T34" fmla="*/ 1 w 61"/>
                  <a:gd name="T35" fmla="*/ 2 h 58"/>
                  <a:gd name="T36" fmla="*/ 2 w 61"/>
                  <a:gd name="T37" fmla="*/ 1 h 58"/>
                  <a:gd name="T38" fmla="*/ 2 w 61"/>
                  <a:gd name="T39" fmla="*/ 1 h 58"/>
                  <a:gd name="T40" fmla="*/ 2 w 61"/>
                  <a:gd name="T41" fmla="*/ 1 h 58"/>
                  <a:gd name="T42" fmla="*/ 3 w 61"/>
                  <a:gd name="T43" fmla="*/ 0 h 5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1"/>
                  <a:gd name="T67" fmla="*/ 0 h 58"/>
                  <a:gd name="T68" fmla="*/ 61 w 61"/>
                  <a:gd name="T69" fmla="*/ 58 h 58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1" h="58">
                    <a:moveTo>
                      <a:pt x="38" y="0"/>
                    </a:moveTo>
                    <a:lnTo>
                      <a:pt x="34" y="3"/>
                    </a:lnTo>
                    <a:lnTo>
                      <a:pt x="33" y="9"/>
                    </a:lnTo>
                    <a:lnTo>
                      <a:pt x="33" y="15"/>
                    </a:lnTo>
                    <a:lnTo>
                      <a:pt x="33" y="21"/>
                    </a:lnTo>
                    <a:lnTo>
                      <a:pt x="38" y="27"/>
                    </a:lnTo>
                    <a:lnTo>
                      <a:pt x="45" y="27"/>
                    </a:lnTo>
                    <a:lnTo>
                      <a:pt x="51" y="25"/>
                    </a:lnTo>
                    <a:lnTo>
                      <a:pt x="60" y="26"/>
                    </a:lnTo>
                    <a:lnTo>
                      <a:pt x="61" y="38"/>
                    </a:lnTo>
                    <a:lnTo>
                      <a:pt x="57" y="46"/>
                    </a:lnTo>
                    <a:lnTo>
                      <a:pt x="50" y="53"/>
                    </a:lnTo>
                    <a:lnTo>
                      <a:pt x="43" y="58"/>
                    </a:lnTo>
                    <a:lnTo>
                      <a:pt x="0" y="50"/>
                    </a:lnTo>
                    <a:lnTo>
                      <a:pt x="4" y="45"/>
                    </a:lnTo>
                    <a:lnTo>
                      <a:pt x="7" y="36"/>
                    </a:lnTo>
                    <a:lnTo>
                      <a:pt x="11" y="28"/>
                    </a:lnTo>
                    <a:lnTo>
                      <a:pt x="15" y="19"/>
                    </a:lnTo>
                    <a:lnTo>
                      <a:pt x="20" y="11"/>
                    </a:lnTo>
                    <a:lnTo>
                      <a:pt x="26" y="4"/>
                    </a:lnTo>
                    <a:lnTo>
                      <a:pt x="31" y="1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496"/>
              <p:cNvSpPr>
                <a:spLocks/>
              </p:cNvSpPr>
              <p:nvPr/>
            </p:nvSpPr>
            <p:spPr bwMode="auto">
              <a:xfrm>
                <a:off x="2991" y="1761"/>
                <a:ext cx="19" cy="31"/>
              </a:xfrm>
              <a:custGeom>
                <a:avLst/>
                <a:gdLst>
                  <a:gd name="T0" fmla="*/ 2 w 39"/>
                  <a:gd name="T1" fmla="*/ 3 h 61"/>
                  <a:gd name="T2" fmla="*/ 1 w 39"/>
                  <a:gd name="T3" fmla="*/ 3 h 61"/>
                  <a:gd name="T4" fmla="*/ 1 w 39"/>
                  <a:gd name="T5" fmla="*/ 3 h 61"/>
                  <a:gd name="T6" fmla="*/ 1 w 39"/>
                  <a:gd name="T7" fmla="*/ 4 h 61"/>
                  <a:gd name="T8" fmla="*/ 0 w 39"/>
                  <a:gd name="T9" fmla="*/ 4 h 61"/>
                  <a:gd name="T10" fmla="*/ 0 w 39"/>
                  <a:gd name="T11" fmla="*/ 3 h 61"/>
                  <a:gd name="T12" fmla="*/ 0 w 39"/>
                  <a:gd name="T13" fmla="*/ 2 h 61"/>
                  <a:gd name="T14" fmla="*/ 0 w 39"/>
                  <a:gd name="T15" fmla="*/ 1 h 61"/>
                  <a:gd name="T16" fmla="*/ 0 w 39"/>
                  <a:gd name="T17" fmla="*/ 0 h 61"/>
                  <a:gd name="T18" fmla="*/ 1 w 39"/>
                  <a:gd name="T19" fmla="*/ 1 h 61"/>
                  <a:gd name="T20" fmla="*/ 1 w 39"/>
                  <a:gd name="T21" fmla="*/ 1 h 61"/>
                  <a:gd name="T22" fmla="*/ 2 w 39"/>
                  <a:gd name="T23" fmla="*/ 2 h 61"/>
                  <a:gd name="T24" fmla="*/ 2 w 39"/>
                  <a:gd name="T25" fmla="*/ 3 h 6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9"/>
                  <a:gd name="T40" fmla="*/ 0 h 61"/>
                  <a:gd name="T41" fmla="*/ 39 w 39"/>
                  <a:gd name="T42" fmla="*/ 61 h 6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9" h="61">
                    <a:moveTo>
                      <a:pt x="39" y="37"/>
                    </a:moveTo>
                    <a:lnTo>
                      <a:pt x="31" y="41"/>
                    </a:lnTo>
                    <a:lnTo>
                      <a:pt x="23" y="47"/>
                    </a:lnTo>
                    <a:lnTo>
                      <a:pt x="18" y="56"/>
                    </a:lnTo>
                    <a:lnTo>
                      <a:pt x="14" y="61"/>
                    </a:lnTo>
                    <a:lnTo>
                      <a:pt x="7" y="46"/>
                    </a:lnTo>
                    <a:lnTo>
                      <a:pt x="1" y="30"/>
                    </a:lnTo>
                    <a:lnTo>
                      <a:pt x="0" y="14"/>
                    </a:lnTo>
                    <a:lnTo>
                      <a:pt x="6" y="0"/>
                    </a:lnTo>
                    <a:lnTo>
                      <a:pt x="18" y="6"/>
                    </a:lnTo>
                    <a:lnTo>
                      <a:pt x="26" y="15"/>
                    </a:lnTo>
                    <a:lnTo>
                      <a:pt x="33" y="26"/>
                    </a:lnTo>
                    <a:lnTo>
                      <a:pt x="39" y="3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497"/>
              <p:cNvSpPr>
                <a:spLocks/>
              </p:cNvSpPr>
              <p:nvPr/>
            </p:nvSpPr>
            <p:spPr bwMode="auto">
              <a:xfrm>
                <a:off x="2910" y="1765"/>
                <a:ext cx="82" cy="43"/>
              </a:xfrm>
              <a:custGeom>
                <a:avLst/>
                <a:gdLst>
                  <a:gd name="T0" fmla="*/ 9 w 165"/>
                  <a:gd name="T1" fmla="*/ 3 h 87"/>
                  <a:gd name="T2" fmla="*/ 10 w 165"/>
                  <a:gd name="T3" fmla="*/ 3 h 87"/>
                  <a:gd name="T4" fmla="*/ 10 w 165"/>
                  <a:gd name="T5" fmla="*/ 4 h 87"/>
                  <a:gd name="T6" fmla="*/ 9 w 165"/>
                  <a:gd name="T7" fmla="*/ 4 h 87"/>
                  <a:gd name="T8" fmla="*/ 9 w 165"/>
                  <a:gd name="T9" fmla="*/ 5 h 87"/>
                  <a:gd name="T10" fmla="*/ 8 w 165"/>
                  <a:gd name="T11" fmla="*/ 5 h 87"/>
                  <a:gd name="T12" fmla="*/ 7 w 165"/>
                  <a:gd name="T13" fmla="*/ 5 h 87"/>
                  <a:gd name="T14" fmla="*/ 6 w 165"/>
                  <a:gd name="T15" fmla="*/ 5 h 87"/>
                  <a:gd name="T16" fmla="*/ 6 w 165"/>
                  <a:gd name="T17" fmla="*/ 5 h 87"/>
                  <a:gd name="T18" fmla="*/ 5 w 165"/>
                  <a:gd name="T19" fmla="*/ 5 h 87"/>
                  <a:gd name="T20" fmla="*/ 4 w 165"/>
                  <a:gd name="T21" fmla="*/ 5 h 87"/>
                  <a:gd name="T22" fmla="*/ 4 w 165"/>
                  <a:gd name="T23" fmla="*/ 4 h 87"/>
                  <a:gd name="T24" fmla="*/ 4 w 165"/>
                  <a:gd name="T25" fmla="*/ 3 h 87"/>
                  <a:gd name="T26" fmla="*/ 3 w 165"/>
                  <a:gd name="T27" fmla="*/ 3 h 87"/>
                  <a:gd name="T28" fmla="*/ 2 w 165"/>
                  <a:gd name="T29" fmla="*/ 3 h 87"/>
                  <a:gd name="T30" fmla="*/ 2 w 165"/>
                  <a:gd name="T31" fmla="*/ 3 h 87"/>
                  <a:gd name="T32" fmla="*/ 1 w 165"/>
                  <a:gd name="T33" fmla="*/ 3 h 87"/>
                  <a:gd name="T34" fmla="*/ 1 w 165"/>
                  <a:gd name="T35" fmla="*/ 3 h 87"/>
                  <a:gd name="T36" fmla="*/ 1 w 165"/>
                  <a:gd name="T37" fmla="*/ 2 h 87"/>
                  <a:gd name="T38" fmla="*/ 0 w 165"/>
                  <a:gd name="T39" fmla="*/ 2 h 87"/>
                  <a:gd name="T40" fmla="*/ 0 w 165"/>
                  <a:gd name="T41" fmla="*/ 1 h 87"/>
                  <a:gd name="T42" fmla="*/ 0 w 165"/>
                  <a:gd name="T43" fmla="*/ 1 h 87"/>
                  <a:gd name="T44" fmla="*/ 0 w 165"/>
                  <a:gd name="T45" fmla="*/ 0 h 87"/>
                  <a:gd name="T46" fmla="*/ 1 w 165"/>
                  <a:gd name="T47" fmla="*/ 0 h 87"/>
                  <a:gd name="T48" fmla="*/ 2 w 165"/>
                  <a:gd name="T49" fmla="*/ 0 h 87"/>
                  <a:gd name="T50" fmla="*/ 3 w 165"/>
                  <a:gd name="T51" fmla="*/ 0 h 87"/>
                  <a:gd name="T52" fmla="*/ 3 w 165"/>
                  <a:gd name="T53" fmla="*/ 0 h 87"/>
                  <a:gd name="T54" fmla="*/ 4 w 165"/>
                  <a:gd name="T55" fmla="*/ 0 h 87"/>
                  <a:gd name="T56" fmla="*/ 5 w 165"/>
                  <a:gd name="T57" fmla="*/ 0 h 87"/>
                  <a:gd name="T58" fmla="*/ 6 w 165"/>
                  <a:gd name="T59" fmla="*/ 0 h 87"/>
                  <a:gd name="T60" fmla="*/ 6 w 165"/>
                  <a:gd name="T61" fmla="*/ 1 h 87"/>
                  <a:gd name="T62" fmla="*/ 6 w 165"/>
                  <a:gd name="T63" fmla="*/ 2 h 87"/>
                  <a:gd name="T64" fmla="*/ 6 w 165"/>
                  <a:gd name="T65" fmla="*/ 3 h 87"/>
                  <a:gd name="T66" fmla="*/ 7 w 165"/>
                  <a:gd name="T67" fmla="*/ 3 h 87"/>
                  <a:gd name="T68" fmla="*/ 7 w 165"/>
                  <a:gd name="T69" fmla="*/ 4 h 87"/>
                  <a:gd name="T70" fmla="*/ 8 w 165"/>
                  <a:gd name="T71" fmla="*/ 4 h 87"/>
                  <a:gd name="T72" fmla="*/ 8 w 165"/>
                  <a:gd name="T73" fmla="*/ 4 h 87"/>
                  <a:gd name="T74" fmla="*/ 9 w 165"/>
                  <a:gd name="T75" fmla="*/ 4 h 87"/>
                  <a:gd name="T76" fmla="*/ 9 w 165"/>
                  <a:gd name="T77" fmla="*/ 3 h 87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65"/>
                  <a:gd name="T118" fmla="*/ 0 h 87"/>
                  <a:gd name="T119" fmla="*/ 165 w 165"/>
                  <a:gd name="T120" fmla="*/ 87 h 87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65" h="87">
                    <a:moveTo>
                      <a:pt x="159" y="60"/>
                    </a:moveTo>
                    <a:lnTo>
                      <a:pt x="165" y="63"/>
                    </a:lnTo>
                    <a:lnTo>
                      <a:pt x="160" y="69"/>
                    </a:lnTo>
                    <a:lnTo>
                      <a:pt x="153" y="75"/>
                    </a:lnTo>
                    <a:lnTo>
                      <a:pt x="144" y="80"/>
                    </a:lnTo>
                    <a:lnTo>
                      <a:pt x="134" y="82"/>
                    </a:lnTo>
                    <a:lnTo>
                      <a:pt x="122" y="84"/>
                    </a:lnTo>
                    <a:lnTo>
                      <a:pt x="111" y="86"/>
                    </a:lnTo>
                    <a:lnTo>
                      <a:pt x="99" y="87"/>
                    </a:lnTo>
                    <a:lnTo>
                      <a:pt x="89" y="87"/>
                    </a:lnTo>
                    <a:lnTo>
                      <a:pt x="75" y="83"/>
                    </a:lnTo>
                    <a:lnTo>
                      <a:pt x="69" y="73"/>
                    </a:lnTo>
                    <a:lnTo>
                      <a:pt x="65" y="60"/>
                    </a:lnTo>
                    <a:lnTo>
                      <a:pt x="56" y="51"/>
                    </a:lnTo>
                    <a:lnTo>
                      <a:pt x="44" y="58"/>
                    </a:lnTo>
                    <a:lnTo>
                      <a:pt x="35" y="59"/>
                    </a:lnTo>
                    <a:lnTo>
                      <a:pt x="27" y="56"/>
                    </a:lnTo>
                    <a:lnTo>
                      <a:pt x="21" y="50"/>
                    </a:lnTo>
                    <a:lnTo>
                      <a:pt x="16" y="42"/>
                    </a:lnTo>
                    <a:lnTo>
                      <a:pt x="12" y="33"/>
                    </a:lnTo>
                    <a:lnTo>
                      <a:pt x="6" y="25"/>
                    </a:lnTo>
                    <a:lnTo>
                      <a:pt x="0" y="19"/>
                    </a:lnTo>
                    <a:lnTo>
                      <a:pt x="1" y="11"/>
                    </a:lnTo>
                    <a:lnTo>
                      <a:pt x="17" y="11"/>
                    </a:lnTo>
                    <a:lnTo>
                      <a:pt x="32" y="7"/>
                    </a:lnTo>
                    <a:lnTo>
                      <a:pt x="48" y="4"/>
                    </a:lnTo>
                    <a:lnTo>
                      <a:pt x="63" y="1"/>
                    </a:lnTo>
                    <a:lnTo>
                      <a:pt x="76" y="0"/>
                    </a:lnTo>
                    <a:lnTo>
                      <a:pt x="89" y="3"/>
                    </a:lnTo>
                    <a:lnTo>
                      <a:pt x="99" y="11"/>
                    </a:lnTo>
                    <a:lnTo>
                      <a:pt x="107" y="25"/>
                    </a:lnTo>
                    <a:lnTo>
                      <a:pt x="105" y="36"/>
                    </a:lnTo>
                    <a:lnTo>
                      <a:pt x="107" y="48"/>
                    </a:lnTo>
                    <a:lnTo>
                      <a:pt x="112" y="57"/>
                    </a:lnTo>
                    <a:lnTo>
                      <a:pt x="120" y="64"/>
                    </a:lnTo>
                    <a:lnTo>
                      <a:pt x="129" y="68"/>
                    </a:lnTo>
                    <a:lnTo>
                      <a:pt x="139" y="69"/>
                    </a:lnTo>
                    <a:lnTo>
                      <a:pt x="150" y="67"/>
                    </a:lnTo>
                    <a:lnTo>
                      <a:pt x="159" y="6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498"/>
              <p:cNvSpPr>
                <a:spLocks/>
              </p:cNvSpPr>
              <p:nvPr/>
            </p:nvSpPr>
            <p:spPr bwMode="auto">
              <a:xfrm>
                <a:off x="2764" y="1762"/>
                <a:ext cx="12" cy="5"/>
              </a:xfrm>
              <a:custGeom>
                <a:avLst/>
                <a:gdLst>
                  <a:gd name="T0" fmla="*/ 2 w 23"/>
                  <a:gd name="T1" fmla="*/ 0 h 12"/>
                  <a:gd name="T2" fmla="*/ 1 w 23"/>
                  <a:gd name="T3" fmla="*/ 0 h 12"/>
                  <a:gd name="T4" fmla="*/ 1 w 23"/>
                  <a:gd name="T5" fmla="*/ 0 h 12"/>
                  <a:gd name="T6" fmla="*/ 1 w 23"/>
                  <a:gd name="T7" fmla="*/ 0 h 12"/>
                  <a:gd name="T8" fmla="*/ 0 w 23"/>
                  <a:gd name="T9" fmla="*/ 0 h 12"/>
                  <a:gd name="T10" fmla="*/ 1 w 23"/>
                  <a:gd name="T11" fmla="*/ 0 h 12"/>
                  <a:gd name="T12" fmla="*/ 1 w 23"/>
                  <a:gd name="T13" fmla="*/ 0 h 12"/>
                  <a:gd name="T14" fmla="*/ 1 w 23"/>
                  <a:gd name="T15" fmla="*/ 0 h 12"/>
                  <a:gd name="T16" fmla="*/ 2 w 23"/>
                  <a:gd name="T17" fmla="*/ 0 h 12"/>
                  <a:gd name="T18" fmla="*/ 2 w 23"/>
                  <a:gd name="T19" fmla="*/ 0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3"/>
                  <a:gd name="T31" fmla="*/ 0 h 12"/>
                  <a:gd name="T32" fmla="*/ 23 w 23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3" h="12">
                    <a:moveTo>
                      <a:pt x="22" y="10"/>
                    </a:moveTo>
                    <a:lnTo>
                      <a:pt x="16" y="12"/>
                    </a:lnTo>
                    <a:lnTo>
                      <a:pt x="10" y="11"/>
                    </a:lnTo>
                    <a:lnTo>
                      <a:pt x="4" y="8"/>
                    </a:lnTo>
                    <a:lnTo>
                      <a:pt x="0" y="5"/>
                    </a:lnTo>
                    <a:lnTo>
                      <a:pt x="2" y="4"/>
                    </a:lnTo>
                    <a:lnTo>
                      <a:pt x="8" y="3"/>
                    </a:lnTo>
                    <a:lnTo>
                      <a:pt x="16" y="2"/>
                    </a:lnTo>
                    <a:lnTo>
                      <a:pt x="23" y="0"/>
                    </a:lnTo>
                    <a:lnTo>
                      <a:pt x="22" y="1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499"/>
              <p:cNvSpPr>
                <a:spLocks/>
              </p:cNvSpPr>
              <p:nvPr/>
            </p:nvSpPr>
            <p:spPr bwMode="auto">
              <a:xfrm>
                <a:off x="2866" y="1774"/>
                <a:ext cx="51" cy="49"/>
              </a:xfrm>
              <a:custGeom>
                <a:avLst/>
                <a:gdLst>
                  <a:gd name="T0" fmla="*/ 7 w 101"/>
                  <a:gd name="T1" fmla="*/ 4 h 97"/>
                  <a:gd name="T2" fmla="*/ 7 w 101"/>
                  <a:gd name="T3" fmla="*/ 5 h 97"/>
                  <a:gd name="T4" fmla="*/ 6 w 101"/>
                  <a:gd name="T5" fmla="*/ 5 h 97"/>
                  <a:gd name="T6" fmla="*/ 6 w 101"/>
                  <a:gd name="T7" fmla="*/ 6 h 97"/>
                  <a:gd name="T8" fmla="*/ 5 w 101"/>
                  <a:gd name="T9" fmla="*/ 6 h 97"/>
                  <a:gd name="T10" fmla="*/ 4 w 101"/>
                  <a:gd name="T11" fmla="*/ 6 h 97"/>
                  <a:gd name="T12" fmla="*/ 3 w 101"/>
                  <a:gd name="T13" fmla="*/ 6 h 97"/>
                  <a:gd name="T14" fmla="*/ 2 w 101"/>
                  <a:gd name="T15" fmla="*/ 6 h 97"/>
                  <a:gd name="T16" fmla="*/ 2 w 101"/>
                  <a:gd name="T17" fmla="*/ 7 h 97"/>
                  <a:gd name="T18" fmla="*/ 1 w 101"/>
                  <a:gd name="T19" fmla="*/ 5 h 97"/>
                  <a:gd name="T20" fmla="*/ 1 w 101"/>
                  <a:gd name="T21" fmla="*/ 4 h 97"/>
                  <a:gd name="T22" fmla="*/ 1 w 101"/>
                  <a:gd name="T23" fmla="*/ 2 h 97"/>
                  <a:gd name="T24" fmla="*/ 0 w 101"/>
                  <a:gd name="T25" fmla="*/ 1 h 97"/>
                  <a:gd name="T26" fmla="*/ 1 w 101"/>
                  <a:gd name="T27" fmla="*/ 1 h 97"/>
                  <a:gd name="T28" fmla="*/ 2 w 101"/>
                  <a:gd name="T29" fmla="*/ 1 h 97"/>
                  <a:gd name="T30" fmla="*/ 2 w 101"/>
                  <a:gd name="T31" fmla="*/ 1 h 97"/>
                  <a:gd name="T32" fmla="*/ 3 w 101"/>
                  <a:gd name="T33" fmla="*/ 1 h 97"/>
                  <a:gd name="T34" fmla="*/ 3 w 101"/>
                  <a:gd name="T35" fmla="*/ 1 h 97"/>
                  <a:gd name="T36" fmla="*/ 4 w 101"/>
                  <a:gd name="T37" fmla="*/ 1 h 97"/>
                  <a:gd name="T38" fmla="*/ 4 w 101"/>
                  <a:gd name="T39" fmla="*/ 0 h 97"/>
                  <a:gd name="T40" fmla="*/ 4 w 101"/>
                  <a:gd name="T41" fmla="*/ 0 h 97"/>
                  <a:gd name="T42" fmla="*/ 7 w 101"/>
                  <a:gd name="T43" fmla="*/ 4 h 9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01"/>
                  <a:gd name="T67" fmla="*/ 0 h 97"/>
                  <a:gd name="T68" fmla="*/ 101 w 101"/>
                  <a:gd name="T69" fmla="*/ 97 h 9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01" h="97">
                    <a:moveTo>
                      <a:pt x="97" y="50"/>
                    </a:moveTo>
                    <a:lnTo>
                      <a:pt x="101" y="67"/>
                    </a:lnTo>
                    <a:lnTo>
                      <a:pt x="96" y="77"/>
                    </a:lnTo>
                    <a:lnTo>
                      <a:pt x="87" y="83"/>
                    </a:lnTo>
                    <a:lnTo>
                      <a:pt x="74" y="86"/>
                    </a:lnTo>
                    <a:lnTo>
                      <a:pt x="61" y="87"/>
                    </a:lnTo>
                    <a:lnTo>
                      <a:pt x="46" y="88"/>
                    </a:lnTo>
                    <a:lnTo>
                      <a:pt x="32" y="91"/>
                    </a:lnTo>
                    <a:lnTo>
                      <a:pt x="20" y="97"/>
                    </a:lnTo>
                    <a:lnTo>
                      <a:pt x="11" y="77"/>
                    </a:lnTo>
                    <a:lnTo>
                      <a:pt x="5" y="55"/>
                    </a:lnTo>
                    <a:lnTo>
                      <a:pt x="2" y="32"/>
                    </a:lnTo>
                    <a:lnTo>
                      <a:pt x="0" y="12"/>
                    </a:lnTo>
                    <a:lnTo>
                      <a:pt x="8" y="10"/>
                    </a:lnTo>
                    <a:lnTo>
                      <a:pt x="18" y="8"/>
                    </a:lnTo>
                    <a:lnTo>
                      <a:pt x="28" y="6"/>
                    </a:lnTo>
                    <a:lnTo>
                      <a:pt x="38" y="4"/>
                    </a:lnTo>
                    <a:lnTo>
                      <a:pt x="47" y="2"/>
                    </a:lnTo>
                    <a:lnTo>
                      <a:pt x="55" y="1"/>
                    </a:lnTo>
                    <a:lnTo>
                      <a:pt x="59" y="0"/>
                    </a:lnTo>
                    <a:lnTo>
                      <a:pt x="62" y="0"/>
                    </a:lnTo>
                    <a:lnTo>
                      <a:pt x="97" y="5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500"/>
              <p:cNvSpPr>
                <a:spLocks/>
              </p:cNvSpPr>
              <p:nvPr/>
            </p:nvSpPr>
            <p:spPr bwMode="auto">
              <a:xfrm>
                <a:off x="2708" y="1771"/>
                <a:ext cx="60" cy="57"/>
              </a:xfrm>
              <a:custGeom>
                <a:avLst/>
                <a:gdLst>
                  <a:gd name="T0" fmla="*/ 8 w 119"/>
                  <a:gd name="T1" fmla="*/ 3 h 114"/>
                  <a:gd name="T2" fmla="*/ 7 w 119"/>
                  <a:gd name="T3" fmla="*/ 4 h 114"/>
                  <a:gd name="T4" fmla="*/ 7 w 119"/>
                  <a:gd name="T5" fmla="*/ 5 h 114"/>
                  <a:gd name="T6" fmla="*/ 6 w 119"/>
                  <a:gd name="T7" fmla="*/ 5 h 114"/>
                  <a:gd name="T8" fmla="*/ 5 w 119"/>
                  <a:gd name="T9" fmla="*/ 6 h 114"/>
                  <a:gd name="T10" fmla="*/ 4 w 119"/>
                  <a:gd name="T11" fmla="*/ 6 h 114"/>
                  <a:gd name="T12" fmla="*/ 3 w 119"/>
                  <a:gd name="T13" fmla="*/ 6 h 114"/>
                  <a:gd name="T14" fmla="*/ 2 w 119"/>
                  <a:gd name="T15" fmla="*/ 7 h 114"/>
                  <a:gd name="T16" fmla="*/ 1 w 119"/>
                  <a:gd name="T17" fmla="*/ 7 h 114"/>
                  <a:gd name="T18" fmla="*/ 1 w 119"/>
                  <a:gd name="T19" fmla="*/ 7 h 114"/>
                  <a:gd name="T20" fmla="*/ 0 w 119"/>
                  <a:gd name="T21" fmla="*/ 7 h 114"/>
                  <a:gd name="T22" fmla="*/ 1 w 119"/>
                  <a:gd name="T23" fmla="*/ 6 h 114"/>
                  <a:gd name="T24" fmla="*/ 1 w 119"/>
                  <a:gd name="T25" fmla="*/ 6 h 114"/>
                  <a:gd name="T26" fmla="*/ 1 w 119"/>
                  <a:gd name="T27" fmla="*/ 5 h 114"/>
                  <a:gd name="T28" fmla="*/ 2 w 119"/>
                  <a:gd name="T29" fmla="*/ 5 h 114"/>
                  <a:gd name="T30" fmla="*/ 3 w 119"/>
                  <a:gd name="T31" fmla="*/ 5 h 114"/>
                  <a:gd name="T32" fmla="*/ 4 w 119"/>
                  <a:gd name="T33" fmla="*/ 4 h 114"/>
                  <a:gd name="T34" fmla="*/ 4 w 119"/>
                  <a:gd name="T35" fmla="*/ 4 h 114"/>
                  <a:gd name="T36" fmla="*/ 5 w 119"/>
                  <a:gd name="T37" fmla="*/ 4 h 114"/>
                  <a:gd name="T38" fmla="*/ 6 w 119"/>
                  <a:gd name="T39" fmla="*/ 3 h 114"/>
                  <a:gd name="T40" fmla="*/ 6 w 119"/>
                  <a:gd name="T41" fmla="*/ 3 h 114"/>
                  <a:gd name="T42" fmla="*/ 7 w 119"/>
                  <a:gd name="T43" fmla="*/ 2 h 114"/>
                  <a:gd name="T44" fmla="*/ 6 w 119"/>
                  <a:gd name="T45" fmla="*/ 2 h 114"/>
                  <a:gd name="T46" fmla="*/ 6 w 119"/>
                  <a:gd name="T47" fmla="*/ 2 h 114"/>
                  <a:gd name="T48" fmla="*/ 6 w 119"/>
                  <a:gd name="T49" fmla="*/ 1 h 114"/>
                  <a:gd name="T50" fmla="*/ 4 w 119"/>
                  <a:gd name="T51" fmla="*/ 1 h 114"/>
                  <a:gd name="T52" fmla="*/ 5 w 119"/>
                  <a:gd name="T53" fmla="*/ 1 h 114"/>
                  <a:gd name="T54" fmla="*/ 5 w 119"/>
                  <a:gd name="T55" fmla="*/ 1 h 114"/>
                  <a:gd name="T56" fmla="*/ 6 w 119"/>
                  <a:gd name="T57" fmla="*/ 1 h 114"/>
                  <a:gd name="T58" fmla="*/ 7 w 119"/>
                  <a:gd name="T59" fmla="*/ 0 h 114"/>
                  <a:gd name="T60" fmla="*/ 7 w 119"/>
                  <a:gd name="T61" fmla="*/ 1 h 114"/>
                  <a:gd name="T62" fmla="*/ 8 w 119"/>
                  <a:gd name="T63" fmla="*/ 1 h 114"/>
                  <a:gd name="T64" fmla="*/ 8 w 119"/>
                  <a:gd name="T65" fmla="*/ 2 h 114"/>
                  <a:gd name="T66" fmla="*/ 8 w 119"/>
                  <a:gd name="T67" fmla="*/ 3 h 114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19"/>
                  <a:gd name="T103" fmla="*/ 0 h 114"/>
                  <a:gd name="T104" fmla="*/ 119 w 119"/>
                  <a:gd name="T105" fmla="*/ 114 h 114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19" h="114">
                    <a:moveTo>
                      <a:pt x="116" y="33"/>
                    </a:moveTo>
                    <a:lnTo>
                      <a:pt x="112" y="53"/>
                    </a:lnTo>
                    <a:lnTo>
                      <a:pt x="101" y="67"/>
                    </a:lnTo>
                    <a:lnTo>
                      <a:pt x="87" y="76"/>
                    </a:lnTo>
                    <a:lnTo>
                      <a:pt x="71" y="83"/>
                    </a:lnTo>
                    <a:lnTo>
                      <a:pt x="54" y="89"/>
                    </a:lnTo>
                    <a:lnTo>
                      <a:pt x="37" y="95"/>
                    </a:lnTo>
                    <a:lnTo>
                      <a:pt x="21" y="104"/>
                    </a:lnTo>
                    <a:lnTo>
                      <a:pt x="6" y="114"/>
                    </a:lnTo>
                    <a:lnTo>
                      <a:pt x="1" y="109"/>
                    </a:lnTo>
                    <a:lnTo>
                      <a:pt x="0" y="101"/>
                    </a:lnTo>
                    <a:lnTo>
                      <a:pt x="1" y="93"/>
                    </a:lnTo>
                    <a:lnTo>
                      <a:pt x="1" y="85"/>
                    </a:lnTo>
                    <a:lnTo>
                      <a:pt x="13" y="77"/>
                    </a:lnTo>
                    <a:lnTo>
                      <a:pt x="25" y="70"/>
                    </a:lnTo>
                    <a:lnTo>
                      <a:pt x="38" y="66"/>
                    </a:lnTo>
                    <a:lnTo>
                      <a:pt x="51" y="61"/>
                    </a:lnTo>
                    <a:lnTo>
                      <a:pt x="63" y="57"/>
                    </a:lnTo>
                    <a:lnTo>
                      <a:pt x="75" y="52"/>
                    </a:lnTo>
                    <a:lnTo>
                      <a:pt x="86" y="46"/>
                    </a:lnTo>
                    <a:lnTo>
                      <a:pt x="96" y="37"/>
                    </a:lnTo>
                    <a:lnTo>
                      <a:pt x="97" y="30"/>
                    </a:lnTo>
                    <a:lnTo>
                      <a:pt x="94" y="23"/>
                    </a:lnTo>
                    <a:lnTo>
                      <a:pt x="89" y="17"/>
                    </a:lnTo>
                    <a:lnTo>
                      <a:pt x="83" y="14"/>
                    </a:lnTo>
                    <a:lnTo>
                      <a:pt x="64" y="13"/>
                    </a:lnTo>
                    <a:lnTo>
                      <a:pt x="69" y="6"/>
                    </a:lnTo>
                    <a:lnTo>
                      <a:pt x="78" y="2"/>
                    </a:lnTo>
                    <a:lnTo>
                      <a:pt x="89" y="1"/>
                    </a:lnTo>
                    <a:lnTo>
                      <a:pt x="97" y="0"/>
                    </a:lnTo>
                    <a:lnTo>
                      <a:pt x="108" y="3"/>
                    </a:lnTo>
                    <a:lnTo>
                      <a:pt x="116" y="10"/>
                    </a:lnTo>
                    <a:lnTo>
                      <a:pt x="119" y="21"/>
                    </a:lnTo>
                    <a:lnTo>
                      <a:pt x="116" y="3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501"/>
              <p:cNvSpPr>
                <a:spLocks/>
              </p:cNvSpPr>
              <p:nvPr/>
            </p:nvSpPr>
            <p:spPr bwMode="auto">
              <a:xfrm>
                <a:off x="2772" y="1797"/>
                <a:ext cx="37" cy="52"/>
              </a:xfrm>
              <a:custGeom>
                <a:avLst/>
                <a:gdLst>
                  <a:gd name="T0" fmla="*/ 5 w 73"/>
                  <a:gd name="T1" fmla="*/ 0 h 105"/>
                  <a:gd name="T2" fmla="*/ 5 w 73"/>
                  <a:gd name="T3" fmla="*/ 1 h 105"/>
                  <a:gd name="T4" fmla="*/ 5 w 73"/>
                  <a:gd name="T5" fmla="*/ 3 h 105"/>
                  <a:gd name="T6" fmla="*/ 5 w 73"/>
                  <a:gd name="T7" fmla="*/ 4 h 105"/>
                  <a:gd name="T8" fmla="*/ 5 w 73"/>
                  <a:gd name="T9" fmla="*/ 5 h 105"/>
                  <a:gd name="T10" fmla="*/ 4 w 73"/>
                  <a:gd name="T11" fmla="*/ 6 h 105"/>
                  <a:gd name="T12" fmla="*/ 4 w 73"/>
                  <a:gd name="T13" fmla="*/ 6 h 105"/>
                  <a:gd name="T14" fmla="*/ 4 w 73"/>
                  <a:gd name="T15" fmla="*/ 6 h 105"/>
                  <a:gd name="T16" fmla="*/ 3 w 73"/>
                  <a:gd name="T17" fmla="*/ 6 h 105"/>
                  <a:gd name="T18" fmla="*/ 3 w 73"/>
                  <a:gd name="T19" fmla="*/ 6 h 105"/>
                  <a:gd name="T20" fmla="*/ 3 w 73"/>
                  <a:gd name="T21" fmla="*/ 6 h 105"/>
                  <a:gd name="T22" fmla="*/ 2 w 73"/>
                  <a:gd name="T23" fmla="*/ 6 h 105"/>
                  <a:gd name="T24" fmla="*/ 2 w 73"/>
                  <a:gd name="T25" fmla="*/ 6 h 105"/>
                  <a:gd name="T26" fmla="*/ 2 w 73"/>
                  <a:gd name="T27" fmla="*/ 5 h 105"/>
                  <a:gd name="T28" fmla="*/ 1 w 73"/>
                  <a:gd name="T29" fmla="*/ 4 h 105"/>
                  <a:gd name="T30" fmla="*/ 1 w 73"/>
                  <a:gd name="T31" fmla="*/ 4 h 105"/>
                  <a:gd name="T32" fmla="*/ 1 w 73"/>
                  <a:gd name="T33" fmla="*/ 3 h 105"/>
                  <a:gd name="T34" fmla="*/ 1 w 73"/>
                  <a:gd name="T35" fmla="*/ 2 h 105"/>
                  <a:gd name="T36" fmla="*/ 0 w 73"/>
                  <a:gd name="T37" fmla="*/ 2 h 105"/>
                  <a:gd name="T38" fmla="*/ 1 w 73"/>
                  <a:gd name="T39" fmla="*/ 1 h 105"/>
                  <a:gd name="T40" fmla="*/ 1 w 73"/>
                  <a:gd name="T41" fmla="*/ 1 h 105"/>
                  <a:gd name="T42" fmla="*/ 2 w 73"/>
                  <a:gd name="T43" fmla="*/ 1 h 105"/>
                  <a:gd name="T44" fmla="*/ 2 w 73"/>
                  <a:gd name="T45" fmla="*/ 1 h 105"/>
                  <a:gd name="T46" fmla="*/ 3 w 73"/>
                  <a:gd name="T47" fmla="*/ 0 h 105"/>
                  <a:gd name="T48" fmla="*/ 3 w 73"/>
                  <a:gd name="T49" fmla="*/ 0 h 105"/>
                  <a:gd name="T50" fmla="*/ 4 w 73"/>
                  <a:gd name="T51" fmla="*/ 0 h 105"/>
                  <a:gd name="T52" fmla="*/ 4 w 73"/>
                  <a:gd name="T53" fmla="*/ 0 h 105"/>
                  <a:gd name="T54" fmla="*/ 4 w 73"/>
                  <a:gd name="T55" fmla="*/ 0 h 105"/>
                  <a:gd name="T56" fmla="*/ 5 w 73"/>
                  <a:gd name="T57" fmla="*/ 0 h 10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3"/>
                  <a:gd name="T88" fmla="*/ 0 h 105"/>
                  <a:gd name="T89" fmla="*/ 73 w 73"/>
                  <a:gd name="T90" fmla="*/ 105 h 105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3" h="105">
                    <a:moveTo>
                      <a:pt x="72" y="0"/>
                    </a:moveTo>
                    <a:lnTo>
                      <a:pt x="73" y="26"/>
                    </a:lnTo>
                    <a:lnTo>
                      <a:pt x="71" y="52"/>
                    </a:lnTo>
                    <a:lnTo>
                      <a:pt x="68" y="76"/>
                    </a:lnTo>
                    <a:lnTo>
                      <a:pt x="65" y="95"/>
                    </a:lnTo>
                    <a:lnTo>
                      <a:pt x="61" y="96"/>
                    </a:lnTo>
                    <a:lnTo>
                      <a:pt x="55" y="98"/>
                    </a:lnTo>
                    <a:lnTo>
                      <a:pt x="50" y="100"/>
                    </a:lnTo>
                    <a:lnTo>
                      <a:pt x="45" y="101"/>
                    </a:lnTo>
                    <a:lnTo>
                      <a:pt x="39" y="103"/>
                    </a:lnTo>
                    <a:lnTo>
                      <a:pt x="33" y="105"/>
                    </a:lnTo>
                    <a:lnTo>
                      <a:pt x="27" y="105"/>
                    </a:lnTo>
                    <a:lnTo>
                      <a:pt x="20" y="103"/>
                    </a:lnTo>
                    <a:lnTo>
                      <a:pt x="19" y="92"/>
                    </a:lnTo>
                    <a:lnTo>
                      <a:pt x="15" y="79"/>
                    </a:lnTo>
                    <a:lnTo>
                      <a:pt x="9" y="69"/>
                    </a:lnTo>
                    <a:lnTo>
                      <a:pt x="4" y="57"/>
                    </a:lnTo>
                    <a:lnTo>
                      <a:pt x="1" y="47"/>
                    </a:lnTo>
                    <a:lnTo>
                      <a:pt x="0" y="38"/>
                    </a:lnTo>
                    <a:lnTo>
                      <a:pt x="3" y="28"/>
                    </a:lnTo>
                    <a:lnTo>
                      <a:pt x="14" y="20"/>
                    </a:lnTo>
                    <a:lnTo>
                      <a:pt x="23" y="20"/>
                    </a:lnTo>
                    <a:lnTo>
                      <a:pt x="30" y="18"/>
                    </a:lnTo>
                    <a:lnTo>
                      <a:pt x="37" y="15"/>
                    </a:lnTo>
                    <a:lnTo>
                      <a:pt x="44" y="10"/>
                    </a:lnTo>
                    <a:lnTo>
                      <a:pt x="49" y="5"/>
                    </a:lnTo>
                    <a:lnTo>
                      <a:pt x="56" y="2"/>
                    </a:lnTo>
                    <a:lnTo>
                      <a:pt x="63" y="0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502"/>
              <p:cNvSpPr>
                <a:spLocks/>
              </p:cNvSpPr>
              <p:nvPr/>
            </p:nvSpPr>
            <p:spPr bwMode="auto">
              <a:xfrm>
                <a:off x="2816" y="1808"/>
                <a:ext cx="9" cy="30"/>
              </a:xfrm>
              <a:custGeom>
                <a:avLst/>
                <a:gdLst>
                  <a:gd name="T0" fmla="*/ 1 w 19"/>
                  <a:gd name="T1" fmla="*/ 4 h 60"/>
                  <a:gd name="T2" fmla="*/ 0 w 19"/>
                  <a:gd name="T3" fmla="*/ 4 h 60"/>
                  <a:gd name="T4" fmla="*/ 0 w 19"/>
                  <a:gd name="T5" fmla="*/ 3 h 60"/>
                  <a:gd name="T6" fmla="*/ 0 w 19"/>
                  <a:gd name="T7" fmla="*/ 2 h 60"/>
                  <a:gd name="T8" fmla="*/ 0 w 19"/>
                  <a:gd name="T9" fmla="*/ 1 h 60"/>
                  <a:gd name="T10" fmla="*/ 0 w 19"/>
                  <a:gd name="T11" fmla="*/ 0 h 60"/>
                  <a:gd name="T12" fmla="*/ 0 w 19"/>
                  <a:gd name="T13" fmla="*/ 1 h 60"/>
                  <a:gd name="T14" fmla="*/ 0 w 19"/>
                  <a:gd name="T15" fmla="*/ 2 h 60"/>
                  <a:gd name="T16" fmla="*/ 0 w 19"/>
                  <a:gd name="T17" fmla="*/ 3 h 60"/>
                  <a:gd name="T18" fmla="*/ 1 w 19"/>
                  <a:gd name="T19" fmla="*/ 4 h 6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9"/>
                  <a:gd name="T31" fmla="*/ 0 h 60"/>
                  <a:gd name="T32" fmla="*/ 19 w 19"/>
                  <a:gd name="T33" fmla="*/ 60 h 6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9" h="60">
                    <a:moveTo>
                      <a:pt x="19" y="60"/>
                    </a:moveTo>
                    <a:lnTo>
                      <a:pt x="3" y="58"/>
                    </a:lnTo>
                    <a:lnTo>
                      <a:pt x="0" y="44"/>
                    </a:lnTo>
                    <a:lnTo>
                      <a:pt x="3" y="31"/>
                    </a:lnTo>
                    <a:lnTo>
                      <a:pt x="5" y="16"/>
                    </a:lnTo>
                    <a:lnTo>
                      <a:pt x="3" y="0"/>
                    </a:lnTo>
                    <a:lnTo>
                      <a:pt x="10" y="14"/>
                    </a:lnTo>
                    <a:lnTo>
                      <a:pt x="10" y="30"/>
                    </a:lnTo>
                    <a:lnTo>
                      <a:pt x="11" y="47"/>
                    </a:lnTo>
                    <a:lnTo>
                      <a:pt x="19" y="6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503"/>
              <p:cNvSpPr>
                <a:spLocks/>
              </p:cNvSpPr>
              <p:nvPr/>
            </p:nvSpPr>
            <p:spPr bwMode="auto">
              <a:xfrm>
                <a:off x="2956" y="1815"/>
                <a:ext cx="32" cy="43"/>
              </a:xfrm>
              <a:custGeom>
                <a:avLst/>
                <a:gdLst>
                  <a:gd name="T0" fmla="*/ 4 w 65"/>
                  <a:gd name="T1" fmla="*/ 0 h 85"/>
                  <a:gd name="T2" fmla="*/ 3 w 65"/>
                  <a:gd name="T3" fmla="*/ 1 h 85"/>
                  <a:gd name="T4" fmla="*/ 2 w 65"/>
                  <a:gd name="T5" fmla="*/ 2 h 85"/>
                  <a:gd name="T6" fmla="*/ 2 w 65"/>
                  <a:gd name="T7" fmla="*/ 2 h 85"/>
                  <a:gd name="T8" fmla="*/ 1 w 65"/>
                  <a:gd name="T9" fmla="*/ 3 h 85"/>
                  <a:gd name="T10" fmla="*/ 1 w 65"/>
                  <a:gd name="T11" fmla="*/ 4 h 85"/>
                  <a:gd name="T12" fmla="*/ 0 w 65"/>
                  <a:gd name="T13" fmla="*/ 4 h 85"/>
                  <a:gd name="T14" fmla="*/ 0 w 65"/>
                  <a:gd name="T15" fmla="*/ 5 h 85"/>
                  <a:gd name="T16" fmla="*/ 0 w 65"/>
                  <a:gd name="T17" fmla="*/ 6 h 85"/>
                  <a:gd name="T18" fmla="*/ 0 w 65"/>
                  <a:gd name="T19" fmla="*/ 5 h 85"/>
                  <a:gd name="T20" fmla="*/ 0 w 65"/>
                  <a:gd name="T21" fmla="*/ 5 h 85"/>
                  <a:gd name="T22" fmla="*/ 0 w 65"/>
                  <a:gd name="T23" fmla="*/ 4 h 85"/>
                  <a:gd name="T24" fmla="*/ 0 w 65"/>
                  <a:gd name="T25" fmla="*/ 3 h 85"/>
                  <a:gd name="T26" fmla="*/ 0 w 65"/>
                  <a:gd name="T27" fmla="*/ 3 h 85"/>
                  <a:gd name="T28" fmla="*/ 0 w 65"/>
                  <a:gd name="T29" fmla="*/ 2 h 85"/>
                  <a:gd name="T30" fmla="*/ 1 w 65"/>
                  <a:gd name="T31" fmla="*/ 2 h 85"/>
                  <a:gd name="T32" fmla="*/ 1 w 65"/>
                  <a:gd name="T33" fmla="*/ 1 h 85"/>
                  <a:gd name="T34" fmla="*/ 1 w 65"/>
                  <a:gd name="T35" fmla="*/ 1 h 85"/>
                  <a:gd name="T36" fmla="*/ 1 w 65"/>
                  <a:gd name="T37" fmla="*/ 1 h 85"/>
                  <a:gd name="T38" fmla="*/ 1 w 65"/>
                  <a:gd name="T39" fmla="*/ 1 h 85"/>
                  <a:gd name="T40" fmla="*/ 1 w 65"/>
                  <a:gd name="T41" fmla="*/ 1 h 85"/>
                  <a:gd name="T42" fmla="*/ 1 w 65"/>
                  <a:gd name="T43" fmla="*/ 1 h 85"/>
                  <a:gd name="T44" fmla="*/ 2 w 65"/>
                  <a:gd name="T45" fmla="*/ 0 h 85"/>
                  <a:gd name="T46" fmla="*/ 2 w 65"/>
                  <a:gd name="T47" fmla="*/ 0 h 85"/>
                  <a:gd name="T48" fmla="*/ 2 w 65"/>
                  <a:gd name="T49" fmla="*/ 0 h 85"/>
                  <a:gd name="T50" fmla="*/ 3 w 65"/>
                  <a:gd name="T51" fmla="*/ 0 h 85"/>
                  <a:gd name="T52" fmla="*/ 3 w 65"/>
                  <a:gd name="T53" fmla="*/ 0 h 85"/>
                  <a:gd name="T54" fmla="*/ 3 w 65"/>
                  <a:gd name="T55" fmla="*/ 0 h 85"/>
                  <a:gd name="T56" fmla="*/ 4 w 65"/>
                  <a:gd name="T57" fmla="*/ 0 h 8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65"/>
                  <a:gd name="T88" fmla="*/ 0 h 85"/>
                  <a:gd name="T89" fmla="*/ 65 w 65"/>
                  <a:gd name="T90" fmla="*/ 85 h 85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65" h="85">
                    <a:moveTo>
                      <a:pt x="65" y="0"/>
                    </a:moveTo>
                    <a:lnTo>
                      <a:pt x="55" y="10"/>
                    </a:lnTo>
                    <a:lnTo>
                      <a:pt x="47" y="20"/>
                    </a:lnTo>
                    <a:lnTo>
                      <a:pt x="38" y="30"/>
                    </a:lnTo>
                    <a:lnTo>
                      <a:pt x="30" y="40"/>
                    </a:lnTo>
                    <a:lnTo>
                      <a:pt x="22" y="50"/>
                    </a:lnTo>
                    <a:lnTo>
                      <a:pt x="15" y="62"/>
                    </a:lnTo>
                    <a:lnTo>
                      <a:pt x="9" y="72"/>
                    </a:lnTo>
                    <a:lnTo>
                      <a:pt x="3" y="85"/>
                    </a:lnTo>
                    <a:lnTo>
                      <a:pt x="0" y="77"/>
                    </a:lnTo>
                    <a:lnTo>
                      <a:pt x="0" y="65"/>
                    </a:lnTo>
                    <a:lnTo>
                      <a:pt x="0" y="54"/>
                    </a:lnTo>
                    <a:lnTo>
                      <a:pt x="0" y="42"/>
                    </a:lnTo>
                    <a:lnTo>
                      <a:pt x="8" y="36"/>
                    </a:lnTo>
                    <a:lnTo>
                      <a:pt x="13" y="30"/>
                    </a:lnTo>
                    <a:lnTo>
                      <a:pt x="16" y="23"/>
                    </a:lnTo>
                    <a:lnTo>
                      <a:pt x="23" y="15"/>
                    </a:lnTo>
                    <a:lnTo>
                      <a:pt x="20" y="13"/>
                    </a:lnTo>
                    <a:lnTo>
                      <a:pt x="21" y="9"/>
                    </a:lnTo>
                    <a:lnTo>
                      <a:pt x="23" y="5"/>
                    </a:lnTo>
                    <a:lnTo>
                      <a:pt x="22" y="3"/>
                    </a:lnTo>
                    <a:lnTo>
                      <a:pt x="28" y="1"/>
                    </a:lnTo>
                    <a:lnTo>
                      <a:pt x="33" y="0"/>
                    </a:lnTo>
                    <a:lnTo>
                      <a:pt x="38" y="0"/>
                    </a:lnTo>
                    <a:lnTo>
                      <a:pt x="44" y="0"/>
                    </a:lnTo>
                    <a:lnTo>
                      <a:pt x="48" y="0"/>
                    </a:lnTo>
                    <a:lnTo>
                      <a:pt x="53" y="0"/>
                    </a:lnTo>
                    <a:lnTo>
                      <a:pt x="59" y="0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504"/>
              <p:cNvSpPr>
                <a:spLocks/>
              </p:cNvSpPr>
              <p:nvPr/>
            </p:nvSpPr>
            <p:spPr bwMode="auto">
              <a:xfrm>
                <a:off x="2848" y="1811"/>
                <a:ext cx="17" cy="18"/>
              </a:xfrm>
              <a:custGeom>
                <a:avLst/>
                <a:gdLst>
                  <a:gd name="T0" fmla="*/ 3 w 32"/>
                  <a:gd name="T1" fmla="*/ 1 h 36"/>
                  <a:gd name="T2" fmla="*/ 2 w 32"/>
                  <a:gd name="T3" fmla="*/ 1 h 36"/>
                  <a:gd name="T4" fmla="*/ 2 w 32"/>
                  <a:gd name="T5" fmla="*/ 2 h 36"/>
                  <a:gd name="T6" fmla="*/ 1 w 32"/>
                  <a:gd name="T7" fmla="*/ 2 h 36"/>
                  <a:gd name="T8" fmla="*/ 0 w 32"/>
                  <a:gd name="T9" fmla="*/ 2 h 36"/>
                  <a:gd name="T10" fmla="*/ 1 w 32"/>
                  <a:gd name="T11" fmla="*/ 1 h 36"/>
                  <a:gd name="T12" fmla="*/ 1 w 32"/>
                  <a:gd name="T13" fmla="*/ 1 h 36"/>
                  <a:gd name="T14" fmla="*/ 1 w 32"/>
                  <a:gd name="T15" fmla="*/ 1 h 36"/>
                  <a:gd name="T16" fmla="*/ 2 w 32"/>
                  <a:gd name="T17" fmla="*/ 0 h 36"/>
                  <a:gd name="T18" fmla="*/ 2 w 32"/>
                  <a:gd name="T19" fmla="*/ 1 h 36"/>
                  <a:gd name="T20" fmla="*/ 3 w 32"/>
                  <a:gd name="T21" fmla="*/ 1 h 36"/>
                  <a:gd name="T22" fmla="*/ 3 w 32"/>
                  <a:gd name="T23" fmla="*/ 1 h 36"/>
                  <a:gd name="T24" fmla="*/ 3 w 32"/>
                  <a:gd name="T25" fmla="*/ 1 h 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2"/>
                  <a:gd name="T40" fmla="*/ 0 h 36"/>
                  <a:gd name="T41" fmla="*/ 32 w 32"/>
                  <a:gd name="T42" fmla="*/ 36 h 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2" h="36">
                    <a:moveTo>
                      <a:pt x="32" y="28"/>
                    </a:moveTo>
                    <a:lnTo>
                      <a:pt x="24" y="31"/>
                    </a:lnTo>
                    <a:lnTo>
                      <a:pt x="16" y="35"/>
                    </a:lnTo>
                    <a:lnTo>
                      <a:pt x="8" y="36"/>
                    </a:lnTo>
                    <a:lnTo>
                      <a:pt x="0" y="36"/>
                    </a:lnTo>
                    <a:lnTo>
                      <a:pt x="3" y="26"/>
                    </a:lnTo>
                    <a:lnTo>
                      <a:pt x="7" y="16"/>
                    </a:lnTo>
                    <a:lnTo>
                      <a:pt x="12" y="7"/>
                    </a:lnTo>
                    <a:lnTo>
                      <a:pt x="21" y="0"/>
                    </a:lnTo>
                    <a:lnTo>
                      <a:pt x="26" y="5"/>
                    </a:lnTo>
                    <a:lnTo>
                      <a:pt x="30" y="12"/>
                    </a:lnTo>
                    <a:lnTo>
                      <a:pt x="31" y="20"/>
                    </a:lnTo>
                    <a:lnTo>
                      <a:pt x="32" y="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Freeform 505"/>
              <p:cNvSpPr>
                <a:spLocks/>
              </p:cNvSpPr>
              <p:nvPr/>
            </p:nvSpPr>
            <p:spPr bwMode="auto">
              <a:xfrm>
                <a:off x="2877" y="1826"/>
                <a:ext cx="74" cy="59"/>
              </a:xfrm>
              <a:custGeom>
                <a:avLst/>
                <a:gdLst>
                  <a:gd name="T0" fmla="*/ 3 w 149"/>
                  <a:gd name="T1" fmla="*/ 0 h 119"/>
                  <a:gd name="T2" fmla="*/ 4 w 149"/>
                  <a:gd name="T3" fmla="*/ 1 h 119"/>
                  <a:gd name="T4" fmla="*/ 4 w 149"/>
                  <a:gd name="T5" fmla="*/ 2 h 119"/>
                  <a:gd name="T6" fmla="*/ 5 w 149"/>
                  <a:gd name="T7" fmla="*/ 3 h 119"/>
                  <a:gd name="T8" fmla="*/ 5 w 149"/>
                  <a:gd name="T9" fmla="*/ 3 h 119"/>
                  <a:gd name="T10" fmla="*/ 6 w 149"/>
                  <a:gd name="T11" fmla="*/ 3 h 119"/>
                  <a:gd name="T12" fmla="*/ 6 w 149"/>
                  <a:gd name="T13" fmla="*/ 3 h 119"/>
                  <a:gd name="T14" fmla="*/ 7 w 149"/>
                  <a:gd name="T15" fmla="*/ 3 h 119"/>
                  <a:gd name="T16" fmla="*/ 7 w 149"/>
                  <a:gd name="T17" fmla="*/ 3 h 119"/>
                  <a:gd name="T18" fmla="*/ 7 w 149"/>
                  <a:gd name="T19" fmla="*/ 3 h 119"/>
                  <a:gd name="T20" fmla="*/ 7 w 149"/>
                  <a:gd name="T21" fmla="*/ 3 h 119"/>
                  <a:gd name="T22" fmla="*/ 8 w 149"/>
                  <a:gd name="T23" fmla="*/ 3 h 119"/>
                  <a:gd name="T24" fmla="*/ 8 w 149"/>
                  <a:gd name="T25" fmla="*/ 3 h 119"/>
                  <a:gd name="T26" fmla="*/ 8 w 149"/>
                  <a:gd name="T27" fmla="*/ 4 h 119"/>
                  <a:gd name="T28" fmla="*/ 9 w 149"/>
                  <a:gd name="T29" fmla="*/ 5 h 119"/>
                  <a:gd name="T30" fmla="*/ 9 w 149"/>
                  <a:gd name="T31" fmla="*/ 5 h 119"/>
                  <a:gd name="T32" fmla="*/ 8 w 149"/>
                  <a:gd name="T33" fmla="*/ 6 h 119"/>
                  <a:gd name="T34" fmla="*/ 7 w 149"/>
                  <a:gd name="T35" fmla="*/ 6 h 119"/>
                  <a:gd name="T36" fmla="*/ 7 w 149"/>
                  <a:gd name="T37" fmla="*/ 6 h 119"/>
                  <a:gd name="T38" fmla="*/ 6 w 149"/>
                  <a:gd name="T39" fmla="*/ 6 h 119"/>
                  <a:gd name="T40" fmla="*/ 5 w 149"/>
                  <a:gd name="T41" fmla="*/ 6 h 119"/>
                  <a:gd name="T42" fmla="*/ 4 w 149"/>
                  <a:gd name="T43" fmla="*/ 6 h 119"/>
                  <a:gd name="T44" fmla="*/ 3 w 149"/>
                  <a:gd name="T45" fmla="*/ 7 h 119"/>
                  <a:gd name="T46" fmla="*/ 2 w 149"/>
                  <a:gd name="T47" fmla="*/ 7 h 119"/>
                  <a:gd name="T48" fmla="*/ 1 w 149"/>
                  <a:gd name="T49" fmla="*/ 7 h 119"/>
                  <a:gd name="T50" fmla="*/ 0 w 149"/>
                  <a:gd name="T51" fmla="*/ 0 h 119"/>
                  <a:gd name="T52" fmla="*/ 0 w 149"/>
                  <a:gd name="T53" fmla="*/ 0 h 119"/>
                  <a:gd name="T54" fmla="*/ 1 w 149"/>
                  <a:gd name="T55" fmla="*/ 0 h 119"/>
                  <a:gd name="T56" fmla="*/ 1 w 149"/>
                  <a:gd name="T57" fmla="*/ 0 h 119"/>
                  <a:gd name="T58" fmla="*/ 2 w 149"/>
                  <a:gd name="T59" fmla="*/ 0 h 119"/>
                  <a:gd name="T60" fmla="*/ 2 w 149"/>
                  <a:gd name="T61" fmla="*/ 0 h 119"/>
                  <a:gd name="T62" fmla="*/ 3 w 149"/>
                  <a:gd name="T63" fmla="*/ 0 h 119"/>
                  <a:gd name="T64" fmla="*/ 3 w 149"/>
                  <a:gd name="T65" fmla="*/ 0 h 119"/>
                  <a:gd name="T66" fmla="*/ 4 w 149"/>
                  <a:gd name="T67" fmla="*/ 0 h 119"/>
                  <a:gd name="T68" fmla="*/ 3 w 149"/>
                  <a:gd name="T69" fmla="*/ 0 h 119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149"/>
                  <a:gd name="T106" fmla="*/ 0 h 119"/>
                  <a:gd name="T107" fmla="*/ 149 w 149"/>
                  <a:gd name="T108" fmla="*/ 119 h 119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149" h="119">
                    <a:moveTo>
                      <a:pt x="63" y="11"/>
                    </a:moveTo>
                    <a:lnTo>
                      <a:pt x="66" y="26"/>
                    </a:lnTo>
                    <a:lnTo>
                      <a:pt x="71" y="39"/>
                    </a:lnTo>
                    <a:lnTo>
                      <a:pt x="80" y="52"/>
                    </a:lnTo>
                    <a:lnTo>
                      <a:pt x="95" y="59"/>
                    </a:lnTo>
                    <a:lnTo>
                      <a:pt x="101" y="56"/>
                    </a:lnTo>
                    <a:lnTo>
                      <a:pt x="106" y="52"/>
                    </a:lnTo>
                    <a:lnTo>
                      <a:pt x="112" y="51"/>
                    </a:lnTo>
                    <a:lnTo>
                      <a:pt x="117" y="51"/>
                    </a:lnTo>
                    <a:lnTo>
                      <a:pt x="122" y="52"/>
                    </a:lnTo>
                    <a:lnTo>
                      <a:pt x="127" y="54"/>
                    </a:lnTo>
                    <a:lnTo>
                      <a:pt x="132" y="58"/>
                    </a:lnTo>
                    <a:lnTo>
                      <a:pt x="135" y="63"/>
                    </a:lnTo>
                    <a:lnTo>
                      <a:pt x="141" y="71"/>
                    </a:lnTo>
                    <a:lnTo>
                      <a:pt x="148" y="81"/>
                    </a:lnTo>
                    <a:lnTo>
                      <a:pt x="149" y="91"/>
                    </a:lnTo>
                    <a:lnTo>
                      <a:pt x="141" y="98"/>
                    </a:lnTo>
                    <a:lnTo>
                      <a:pt x="127" y="101"/>
                    </a:lnTo>
                    <a:lnTo>
                      <a:pt x="112" y="102"/>
                    </a:lnTo>
                    <a:lnTo>
                      <a:pt x="97" y="104"/>
                    </a:lnTo>
                    <a:lnTo>
                      <a:pt x="82" y="106"/>
                    </a:lnTo>
                    <a:lnTo>
                      <a:pt x="67" y="110"/>
                    </a:lnTo>
                    <a:lnTo>
                      <a:pt x="52" y="112"/>
                    </a:lnTo>
                    <a:lnTo>
                      <a:pt x="37" y="116"/>
                    </a:lnTo>
                    <a:lnTo>
                      <a:pt x="22" y="119"/>
                    </a:lnTo>
                    <a:lnTo>
                      <a:pt x="0" y="13"/>
                    </a:lnTo>
                    <a:lnTo>
                      <a:pt x="8" y="12"/>
                    </a:lnTo>
                    <a:lnTo>
                      <a:pt x="18" y="10"/>
                    </a:lnTo>
                    <a:lnTo>
                      <a:pt x="27" y="6"/>
                    </a:lnTo>
                    <a:lnTo>
                      <a:pt x="36" y="3"/>
                    </a:lnTo>
                    <a:lnTo>
                      <a:pt x="45" y="0"/>
                    </a:lnTo>
                    <a:lnTo>
                      <a:pt x="53" y="0"/>
                    </a:lnTo>
                    <a:lnTo>
                      <a:pt x="60" y="4"/>
                    </a:lnTo>
                    <a:lnTo>
                      <a:pt x="65" y="11"/>
                    </a:lnTo>
                    <a:lnTo>
                      <a:pt x="63" y="1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Freeform 506"/>
              <p:cNvSpPr>
                <a:spLocks/>
              </p:cNvSpPr>
              <p:nvPr/>
            </p:nvSpPr>
            <p:spPr bwMode="auto">
              <a:xfrm>
                <a:off x="2814" y="1835"/>
                <a:ext cx="67" cy="68"/>
              </a:xfrm>
              <a:custGeom>
                <a:avLst/>
                <a:gdLst>
                  <a:gd name="T0" fmla="*/ 7 w 132"/>
                  <a:gd name="T1" fmla="*/ 0 h 136"/>
                  <a:gd name="T2" fmla="*/ 8 w 132"/>
                  <a:gd name="T3" fmla="*/ 1 h 136"/>
                  <a:gd name="T4" fmla="*/ 8 w 132"/>
                  <a:gd name="T5" fmla="*/ 3 h 136"/>
                  <a:gd name="T6" fmla="*/ 8 w 132"/>
                  <a:gd name="T7" fmla="*/ 4 h 136"/>
                  <a:gd name="T8" fmla="*/ 9 w 132"/>
                  <a:gd name="T9" fmla="*/ 6 h 136"/>
                  <a:gd name="T10" fmla="*/ 8 w 132"/>
                  <a:gd name="T11" fmla="*/ 6 h 136"/>
                  <a:gd name="T12" fmla="*/ 7 w 132"/>
                  <a:gd name="T13" fmla="*/ 6 h 136"/>
                  <a:gd name="T14" fmla="*/ 6 w 132"/>
                  <a:gd name="T15" fmla="*/ 7 h 136"/>
                  <a:gd name="T16" fmla="*/ 5 w 132"/>
                  <a:gd name="T17" fmla="*/ 7 h 136"/>
                  <a:gd name="T18" fmla="*/ 4 w 132"/>
                  <a:gd name="T19" fmla="*/ 7 h 136"/>
                  <a:gd name="T20" fmla="*/ 3 w 132"/>
                  <a:gd name="T21" fmla="*/ 7 h 136"/>
                  <a:gd name="T22" fmla="*/ 2 w 132"/>
                  <a:gd name="T23" fmla="*/ 9 h 136"/>
                  <a:gd name="T24" fmla="*/ 1 w 132"/>
                  <a:gd name="T25" fmla="*/ 9 h 136"/>
                  <a:gd name="T26" fmla="*/ 1 w 132"/>
                  <a:gd name="T27" fmla="*/ 6 h 136"/>
                  <a:gd name="T28" fmla="*/ 0 w 132"/>
                  <a:gd name="T29" fmla="*/ 5 h 136"/>
                  <a:gd name="T30" fmla="*/ 1 w 132"/>
                  <a:gd name="T31" fmla="*/ 4 h 136"/>
                  <a:gd name="T32" fmla="*/ 1 w 132"/>
                  <a:gd name="T33" fmla="*/ 2 h 136"/>
                  <a:gd name="T34" fmla="*/ 1 w 132"/>
                  <a:gd name="T35" fmla="*/ 2 h 136"/>
                  <a:gd name="T36" fmla="*/ 1 w 132"/>
                  <a:gd name="T37" fmla="*/ 2 h 136"/>
                  <a:gd name="T38" fmla="*/ 1 w 132"/>
                  <a:gd name="T39" fmla="*/ 1 h 136"/>
                  <a:gd name="T40" fmla="*/ 1 w 132"/>
                  <a:gd name="T41" fmla="*/ 1 h 136"/>
                  <a:gd name="T42" fmla="*/ 2 w 132"/>
                  <a:gd name="T43" fmla="*/ 1 h 136"/>
                  <a:gd name="T44" fmla="*/ 2 w 132"/>
                  <a:gd name="T45" fmla="*/ 1 h 136"/>
                  <a:gd name="T46" fmla="*/ 3 w 132"/>
                  <a:gd name="T47" fmla="*/ 1 h 136"/>
                  <a:gd name="T48" fmla="*/ 3 w 132"/>
                  <a:gd name="T49" fmla="*/ 1 h 136"/>
                  <a:gd name="T50" fmla="*/ 4 w 132"/>
                  <a:gd name="T51" fmla="*/ 1 h 136"/>
                  <a:gd name="T52" fmla="*/ 4 w 132"/>
                  <a:gd name="T53" fmla="*/ 1 h 136"/>
                  <a:gd name="T54" fmla="*/ 5 w 132"/>
                  <a:gd name="T55" fmla="*/ 1 h 136"/>
                  <a:gd name="T56" fmla="*/ 5 w 132"/>
                  <a:gd name="T57" fmla="*/ 1 h 136"/>
                  <a:gd name="T58" fmla="*/ 6 w 132"/>
                  <a:gd name="T59" fmla="*/ 1 h 136"/>
                  <a:gd name="T60" fmla="*/ 6 w 132"/>
                  <a:gd name="T61" fmla="*/ 1 h 136"/>
                  <a:gd name="T62" fmla="*/ 7 w 132"/>
                  <a:gd name="T63" fmla="*/ 1 h 136"/>
                  <a:gd name="T64" fmla="*/ 7 w 132"/>
                  <a:gd name="T65" fmla="*/ 0 h 1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32"/>
                  <a:gd name="T100" fmla="*/ 0 h 136"/>
                  <a:gd name="T101" fmla="*/ 132 w 132"/>
                  <a:gd name="T102" fmla="*/ 136 h 1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32" h="136">
                    <a:moveTo>
                      <a:pt x="107" y="0"/>
                    </a:moveTo>
                    <a:lnTo>
                      <a:pt x="112" y="30"/>
                    </a:lnTo>
                    <a:lnTo>
                      <a:pt x="116" y="53"/>
                    </a:lnTo>
                    <a:lnTo>
                      <a:pt x="123" y="76"/>
                    </a:lnTo>
                    <a:lnTo>
                      <a:pt x="132" y="102"/>
                    </a:lnTo>
                    <a:lnTo>
                      <a:pt x="117" y="106"/>
                    </a:lnTo>
                    <a:lnTo>
                      <a:pt x="102" y="109"/>
                    </a:lnTo>
                    <a:lnTo>
                      <a:pt x="86" y="114"/>
                    </a:lnTo>
                    <a:lnTo>
                      <a:pt x="69" y="117"/>
                    </a:lnTo>
                    <a:lnTo>
                      <a:pt x="53" y="122"/>
                    </a:lnTo>
                    <a:lnTo>
                      <a:pt x="36" y="127"/>
                    </a:lnTo>
                    <a:lnTo>
                      <a:pt x="19" y="131"/>
                    </a:lnTo>
                    <a:lnTo>
                      <a:pt x="4" y="136"/>
                    </a:lnTo>
                    <a:lnTo>
                      <a:pt x="1" y="108"/>
                    </a:lnTo>
                    <a:lnTo>
                      <a:pt x="0" y="87"/>
                    </a:lnTo>
                    <a:lnTo>
                      <a:pt x="1" y="68"/>
                    </a:lnTo>
                    <a:lnTo>
                      <a:pt x="2" y="47"/>
                    </a:lnTo>
                    <a:lnTo>
                      <a:pt x="1" y="39"/>
                    </a:lnTo>
                    <a:lnTo>
                      <a:pt x="3" y="34"/>
                    </a:lnTo>
                    <a:lnTo>
                      <a:pt x="8" y="30"/>
                    </a:lnTo>
                    <a:lnTo>
                      <a:pt x="15" y="28"/>
                    </a:lnTo>
                    <a:lnTo>
                      <a:pt x="23" y="25"/>
                    </a:lnTo>
                    <a:lnTo>
                      <a:pt x="31" y="22"/>
                    </a:lnTo>
                    <a:lnTo>
                      <a:pt x="38" y="18"/>
                    </a:lnTo>
                    <a:lnTo>
                      <a:pt x="42" y="14"/>
                    </a:lnTo>
                    <a:lnTo>
                      <a:pt x="51" y="11"/>
                    </a:lnTo>
                    <a:lnTo>
                      <a:pt x="59" y="10"/>
                    </a:lnTo>
                    <a:lnTo>
                      <a:pt x="67" y="8"/>
                    </a:lnTo>
                    <a:lnTo>
                      <a:pt x="74" y="7"/>
                    </a:lnTo>
                    <a:lnTo>
                      <a:pt x="82" y="4"/>
                    </a:lnTo>
                    <a:lnTo>
                      <a:pt x="90" y="3"/>
                    </a:lnTo>
                    <a:lnTo>
                      <a:pt x="98" y="1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507"/>
              <p:cNvSpPr>
                <a:spLocks/>
              </p:cNvSpPr>
              <p:nvPr/>
            </p:nvSpPr>
            <p:spPr bwMode="auto">
              <a:xfrm>
                <a:off x="2708" y="1831"/>
                <a:ext cx="11" cy="23"/>
              </a:xfrm>
              <a:custGeom>
                <a:avLst/>
                <a:gdLst>
                  <a:gd name="T0" fmla="*/ 1 w 23"/>
                  <a:gd name="T1" fmla="*/ 0 h 46"/>
                  <a:gd name="T2" fmla="*/ 1 w 23"/>
                  <a:gd name="T3" fmla="*/ 1 h 46"/>
                  <a:gd name="T4" fmla="*/ 1 w 23"/>
                  <a:gd name="T5" fmla="*/ 1 h 46"/>
                  <a:gd name="T6" fmla="*/ 1 w 23"/>
                  <a:gd name="T7" fmla="*/ 3 h 46"/>
                  <a:gd name="T8" fmla="*/ 0 w 23"/>
                  <a:gd name="T9" fmla="*/ 3 h 46"/>
                  <a:gd name="T10" fmla="*/ 0 w 23"/>
                  <a:gd name="T11" fmla="*/ 3 h 46"/>
                  <a:gd name="T12" fmla="*/ 0 w 23"/>
                  <a:gd name="T13" fmla="*/ 3 h 46"/>
                  <a:gd name="T14" fmla="*/ 0 w 23"/>
                  <a:gd name="T15" fmla="*/ 1 h 46"/>
                  <a:gd name="T16" fmla="*/ 0 w 23"/>
                  <a:gd name="T17" fmla="*/ 1 h 46"/>
                  <a:gd name="T18" fmla="*/ 0 w 23"/>
                  <a:gd name="T19" fmla="*/ 1 h 46"/>
                  <a:gd name="T20" fmla="*/ 0 w 23"/>
                  <a:gd name="T21" fmla="*/ 1 h 46"/>
                  <a:gd name="T22" fmla="*/ 0 w 23"/>
                  <a:gd name="T23" fmla="*/ 1 h 46"/>
                  <a:gd name="T24" fmla="*/ 1 w 23"/>
                  <a:gd name="T25" fmla="*/ 0 h 4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3"/>
                  <a:gd name="T40" fmla="*/ 0 h 46"/>
                  <a:gd name="T41" fmla="*/ 23 w 23"/>
                  <a:gd name="T42" fmla="*/ 46 h 4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3" h="46">
                    <a:moveTo>
                      <a:pt x="23" y="0"/>
                    </a:moveTo>
                    <a:lnTo>
                      <a:pt x="22" y="9"/>
                    </a:lnTo>
                    <a:lnTo>
                      <a:pt x="22" y="24"/>
                    </a:lnTo>
                    <a:lnTo>
                      <a:pt x="18" y="38"/>
                    </a:lnTo>
                    <a:lnTo>
                      <a:pt x="8" y="46"/>
                    </a:lnTo>
                    <a:lnTo>
                      <a:pt x="2" y="41"/>
                    </a:lnTo>
                    <a:lnTo>
                      <a:pt x="0" y="33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7" y="12"/>
                    </a:lnTo>
                    <a:lnTo>
                      <a:pt x="11" y="7"/>
                    </a:lnTo>
                    <a:lnTo>
                      <a:pt x="15" y="1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508"/>
              <p:cNvSpPr>
                <a:spLocks/>
              </p:cNvSpPr>
              <p:nvPr/>
            </p:nvSpPr>
            <p:spPr bwMode="auto">
              <a:xfrm>
                <a:off x="2736" y="1856"/>
                <a:ext cx="71" cy="84"/>
              </a:xfrm>
              <a:custGeom>
                <a:avLst/>
                <a:gdLst>
                  <a:gd name="T0" fmla="*/ 8 w 143"/>
                  <a:gd name="T1" fmla="*/ 6 h 170"/>
                  <a:gd name="T2" fmla="*/ 7 w 143"/>
                  <a:gd name="T3" fmla="*/ 7 h 170"/>
                  <a:gd name="T4" fmla="*/ 6 w 143"/>
                  <a:gd name="T5" fmla="*/ 7 h 170"/>
                  <a:gd name="T6" fmla="*/ 5 w 143"/>
                  <a:gd name="T7" fmla="*/ 8 h 170"/>
                  <a:gd name="T8" fmla="*/ 4 w 143"/>
                  <a:gd name="T9" fmla="*/ 8 h 170"/>
                  <a:gd name="T10" fmla="*/ 3 w 143"/>
                  <a:gd name="T11" fmla="*/ 9 h 170"/>
                  <a:gd name="T12" fmla="*/ 2 w 143"/>
                  <a:gd name="T13" fmla="*/ 9 h 170"/>
                  <a:gd name="T14" fmla="*/ 1 w 143"/>
                  <a:gd name="T15" fmla="*/ 10 h 170"/>
                  <a:gd name="T16" fmla="*/ 0 w 143"/>
                  <a:gd name="T17" fmla="*/ 10 h 170"/>
                  <a:gd name="T18" fmla="*/ 0 w 143"/>
                  <a:gd name="T19" fmla="*/ 9 h 170"/>
                  <a:gd name="T20" fmla="*/ 0 w 143"/>
                  <a:gd name="T21" fmla="*/ 7 h 170"/>
                  <a:gd name="T22" fmla="*/ 0 w 143"/>
                  <a:gd name="T23" fmla="*/ 6 h 170"/>
                  <a:gd name="T24" fmla="*/ 1 w 143"/>
                  <a:gd name="T25" fmla="*/ 5 h 170"/>
                  <a:gd name="T26" fmla="*/ 1 w 143"/>
                  <a:gd name="T27" fmla="*/ 5 h 170"/>
                  <a:gd name="T28" fmla="*/ 2 w 143"/>
                  <a:gd name="T29" fmla="*/ 5 h 170"/>
                  <a:gd name="T30" fmla="*/ 2 w 143"/>
                  <a:gd name="T31" fmla="*/ 5 h 170"/>
                  <a:gd name="T32" fmla="*/ 3 w 143"/>
                  <a:gd name="T33" fmla="*/ 5 h 170"/>
                  <a:gd name="T34" fmla="*/ 3 w 143"/>
                  <a:gd name="T35" fmla="*/ 4 h 170"/>
                  <a:gd name="T36" fmla="*/ 3 w 143"/>
                  <a:gd name="T37" fmla="*/ 4 h 170"/>
                  <a:gd name="T38" fmla="*/ 4 w 143"/>
                  <a:gd name="T39" fmla="*/ 4 h 170"/>
                  <a:gd name="T40" fmla="*/ 4 w 143"/>
                  <a:gd name="T41" fmla="*/ 3 h 170"/>
                  <a:gd name="T42" fmla="*/ 3 w 143"/>
                  <a:gd name="T43" fmla="*/ 2 h 170"/>
                  <a:gd name="T44" fmla="*/ 4 w 143"/>
                  <a:gd name="T45" fmla="*/ 1 h 170"/>
                  <a:gd name="T46" fmla="*/ 4 w 143"/>
                  <a:gd name="T47" fmla="*/ 1 h 170"/>
                  <a:gd name="T48" fmla="*/ 5 w 143"/>
                  <a:gd name="T49" fmla="*/ 1 h 170"/>
                  <a:gd name="T50" fmla="*/ 6 w 143"/>
                  <a:gd name="T51" fmla="*/ 0 h 170"/>
                  <a:gd name="T52" fmla="*/ 6 w 143"/>
                  <a:gd name="T53" fmla="*/ 0 h 170"/>
                  <a:gd name="T54" fmla="*/ 7 w 143"/>
                  <a:gd name="T55" fmla="*/ 0 h 170"/>
                  <a:gd name="T56" fmla="*/ 8 w 143"/>
                  <a:gd name="T57" fmla="*/ 0 h 170"/>
                  <a:gd name="T58" fmla="*/ 8 w 143"/>
                  <a:gd name="T59" fmla="*/ 0 h 170"/>
                  <a:gd name="T60" fmla="*/ 8 w 143"/>
                  <a:gd name="T61" fmla="*/ 0 h 170"/>
                  <a:gd name="T62" fmla="*/ 8 w 143"/>
                  <a:gd name="T63" fmla="*/ 3 h 170"/>
                  <a:gd name="T64" fmla="*/ 8 w 143"/>
                  <a:gd name="T65" fmla="*/ 5 h 170"/>
                  <a:gd name="T66" fmla="*/ 8 w 143"/>
                  <a:gd name="T67" fmla="*/ 6 h 17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43"/>
                  <a:gd name="T103" fmla="*/ 0 h 170"/>
                  <a:gd name="T104" fmla="*/ 143 w 143"/>
                  <a:gd name="T105" fmla="*/ 170 h 17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43" h="170">
                    <a:moveTo>
                      <a:pt x="143" y="110"/>
                    </a:moveTo>
                    <a:lnTo>
                      <a:pt x="126" y="117"/>
                    </a:lnTo>
                    <a:lnTo>
                      <a:pt x="108" y="123"/>
                    </a:lnTo>
                    <a:lnTo>
                      <a:pt x="91" y="132"/>
                    </a:lnTo>
                    <a:lnTo>
                      <a:pt x="74" y="140"/>
                    </a:lnTo>
                    <a:lnTo>
                      <a:pt x="55" y="147"/>
                    </a:lnTo>
                    <a:lnTo>
                      <a:pt x="38" y="155"/>
                    </a:lnTo>
                    <a:lnTo>
                      <a:pt x="21" y="163"/>
                    </a:lnTo>
                    <a:lnTo>
                      <a:pt x="5" y="170"/>
                    </a:lnTo>
                    <a:lnTo>
                      <a:pt x="0" y="149"/>
                    </a:lnTo>
                    <a:lnTo>
                      <a:pt x="5" y="127"/>
                    </a:lnTo>
                    <a:lnTo>
                      <a:pt x="14" y="107"/>
                    </a:lnTo>
                    <a:lnTo>
                      <a:pt x="24" y="89"/>
                    </a:lnTo>
                    <a:lnTo>
                      <a:pt x="30" y="85"/>
                    </a:lnTo>
                    <a:lnTo>
                      <a:pt x="37" y="83"/>
                    </a:lnTo>
                    <a:lnTo>
                      <a:pt x="44" y="82"/>
                    </a:lnTo>
                    <a:lnTo>
                      <a:pt x="52" y="80"/>
                    </a:lnTo>
                    <a:lnTo>
                      <a:pt x="59" y="77"/>
                    </a:lnTo>
                    <a:lnTo>
                      <a:pt x="63" y="75"/>
                    </a:lnTo>
                    <a:lnTo>
                      <a:pt x="67" y="69"/>
                    </a:lnTo>
                    <a:lnTo>
                      <a:pt x="68" y="62"/>
                    </a:lnTo>
                    <a:lnTo>
                      <a:pt x="56" y="34"/>
                    </a:lnTo>
                    <a:lnTo>
                      <a:pt x="66" y="28"/>
                    </a:lnTo>
                    <a:lnTo>
                      <a:pt x="75" y="22"/>
                    </a:lnTo>
                    <a:lnTo>
                      <a:pt x="85" y="17"/>
                    </a:lnTo>
                    <a:lnTo>
                      <a:pt x="96" y="13"/>
                    </a:lnTo>
                    <a:lnTo>
                      <a:pt x="106" y="9"/>
                    </a:lnTo>
                    <a:lnTo>
                      <a:pt x="116" y="6"/>
                    </a:lnTo>
                    <a:lnTo>
                      <a:pt x="128" y="3"/>
                    </a:lnTo>
                    <a:lnTo>
                      <a:pt x="138" y="0"/>
                    </a:lnTo>
                    <a:lnTo>
                      <a:pt x="138" y="15"/>
                    </a:lnTo>
                    <a:lnTo>
                      <a:pt x="141" y="49"/>
                    </a:lnTo>
                    <a:lnTo>
                      <a:pt x="142" y="85"/>
                    </a:lnTo>
                    <a:lnTo>
                      <a:pt x="143" y="11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509"/>
              <p:cNvSpPr>
                <a:spLocks/>
              </p:cNvSpPr>
              <p:nvPr/>
            </p:nvSpPr>
            <p:spPr bwMode="auto">
              <a:xfrm>
                <a:off x="3220" y="1874"/>
                <a:ext cx="21" cy="10"/>
              </a:xfrm>
              <a:custGeom>
                <a:avLst/>
                <a:gdLst>
                  <a:gd name="T0" fmla="*/ 1 w 40"/>
                  <a:gd name="T1" fmla="*/ 0 h 21"/>
                  <a:gd name="T2" fmla="*/ 1 w 40"/>
                  <a:gd name="T3" fmla="*/ 0 h 21"/>
                  <a:gd name="T4" fmla="*/ 1 w 40"/>
                  <a:gd name="T5" fmla="*/ 0 h 21"/>
                  <a:gd name="T6" fmla="*/ 2 w 40"/>
                  <a:gd name="T7" fmla="*/ 0 h 21"/>
                  <a:gd name="T8" fmla="*/ 3 w 40"/>
                  <a:gd name="T9" fmla="*/ 0 h 21"/>
                  <a:gd name="T10" fmla="*/ 3 w 40"/>
                  <a:gd name="T11" fmla="*/ 1 h 21"/>
                  <a:gd name="T12" fmla="*/ 3 w 40"/>
                  <a:gd name="T13" fmla="*/ 1 h 21"/>
                  <a:gd name="T14" fmla="*/ 2 w 40"/>
                  <a:gd name="T15" fmla="*/ 1 h 21"/>
                  <a:gd name="T16" fmla="*/ 2 w 40"/>
                  <a:gd name="T17" fmla="*/ 1 h 21"/>
                  <a:gd name="T18" fmla="*/ 1 w 40"/>
                  <a:gd name="T19" fmla="*/ 1 h 21"/>
                  <a:gd name="T20" fmla="*/ 1 w 40"/>
                  <a:gd name="T21" fmla="*/ 1 h 21"/>
                  <a:gd name="T22" fmla="*/ 1 w 40"/>
                  <a:gd name="T23" fmla="*/ 0 h 21"/>
                  <a:gd name="T24" fmla="*/ 1 w 40"/>
                  <a:gd name="T25" fmla="*/ 0 h 21"/>
                  <a:gd name="T26" fmla="*/ 0 w 40"/>
                  <a:gd name="T27" fmla="*/ 0 h 21"/>
                  <a:gd name="T28" fmla="*/ 1 w 40"/>
                  <a:gd name="T29" fmla="*/ 0 h 21"/>
                  <a:gd name="T30" fmla="*/ 1 w 40"/>
                  <a:gd name="T31" fmla="*/ 0 h 2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40"/>
                  <a:gd name="T49" fmla="*/ 0 h 21"/>
                  <a:gd name="T50" fmla="*/ 40 w 40"/>
                  <a:gd name="T51" fmla="*/ 21 h 21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40" h="21">
                    <a:moveTo>
                      <a:pt x="14" y="7"/>
                    </a:moveTo>
                    <a:lnTo>
                      <a:pt x="13" y="5"/>
                    </a:lnTo>
                    <a:lnTo>
                      <a:pt x="16" y="4"/>
                    </a:lnTo>
                    <a:lnTo>
                      <a:pt x="25" y="7"/>
                    </a:lnTo>
                    <a:lnTo>
                      <a:pt x="34" y="12"/>
                    </a:lnTo>
                    <a:lnTo>
                      <a:pt x="40" y="20"/>
                    </a:lnTo>
                    <a:lnTo>
                      <a:pt x="33" y="21"/>
                    </a:lnTo>
                    <a:lnTo>
                      <a:pt x="26" y="21"/>
                    </a:lnTo>
                    <a:lnTo>
                      <a:pt x="19" y="21"/>
                    </a:lnTo>
                    <a:lnTo>
                      <a:pt x="14" y="19"/>
                    </a:lnTo>
                    <a:lnTo>
                      <a:pt x="8" y="16"/>
                    </a:lnTo>
                    <a:lnTo>
                      <a:pt x="3" y="13"/>
                    </a:lnTo>
                    <a:lnTo>
                      <a:pt x="1" y="7"/>
                    </a:lnTo>
                    <a:lnTo>
                      <a:pt x="0" y="0"/>
                    </a:lnTo>
                    <a:lnTo>
                      <a:pt x="10" y="10"/>
                    </a:lnTo>
                    <a:lnTo>
                      <a:pt x="14" y="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510"/>
              <p:cNvSpPr>
                <a:spLocks/>
              </p:cNvSpPr>
              <p:nvPr/>
            </p:nvSpPr>
            <p:spPr bwMode="auto">
              <a:xfrm>
                <a:off x="3030" y="1884"/>
                <a:ext cx="27" cy="23"/>
              </a:xfrm>
              <a:custGeom>
                <a:avLst/>
                <a:gdLst>
                  <a:gd name="T0" fmla="*/ 3 w 54"/>
                  <a:gd name="T1" fmla="*/ 3 h 45"/>
                  <a:gd name="T2" fmla="*/ 3 w 54"/>
                  <a:gd name="T3" fmla="*/ 3 h 45"/>
                  <a:gd name="T4" fmla="*/ 3 w 54"/>
                  <a:gd name="T5" fmla="*/ 3 h 45"/>
                  <a:gd name="T6" fmla="*/ 3 w 54"/>
                  <a:gd name="T7" fmla="*/ 3 h 45"/>
                  <a:gd name="T8" fmla="*/ 3 w 54"/>
                  <a:gd name="T9" fmla="*/ 3 h 45"/>
                  <a:gd name="T10" fmla="*/ 2 w 54"/>
                  <a:gd name="T11" fmla="*/ 2 h 45"/>
                  <a:gd name="T12" fmla="*/ 2 w 54"/>
                  <a:gd name="T13" fmla="*/ 2 h 45"/>
                  <a:gd name="T14" fmla="*/ 2 w 54"/>
                  <a:gd name="T15" fmla="*/ 2 h 45"/>
                  <a:gd name="T16" fmla="*/ 1 w 54"/>
                  <a:gd name="T17" fmla="*/ 1 h 45"/>
                  <a:gd name="T18" fmla="*/ 1 w 54"/>
                  <a:gd name="T19" fmla="*/ 1 h 45"/>
                  <a:gd name="T20" fmla="*/ 1 w 54"/>
                  <a:gd name="T21" fmla="*/ 1 h 45"/>
                  <a:gd name="T22" fmla="*/ 1 w 54"/>
                  <a:gd name="T23" fmla="*/ 2 h 45"/>
                  <a:gd name="T24" fmla="*/ 0 w 54"/>
                  <a:gd name="T25" fmla="*/ 2 h 45"/>
                  <a:gd name="T26" fmla="*/ 1 w 54"/>
                  <a:gd name="T27" fmla="*/ 1 h 45"/>
                  <a:gd name="T28" fmla="*/ 1 w 54"/>
                  <a:gd name="T29" fmla="*/ 1 h 45"/>
                  <a:gd name="T30" fmla="*/ 2 w 54"/>
                  <a:gd name="T31" fmla="*/ 0 h 45"/>
                  <a:gd name="T32" fmla="*/ 2 w 54"/>
                  <a:gd name="T33" fmla="*/ 1 h 45"/>
                  <a:gd name="T34" fmla="*/ 2 w 54"/>
                  <a:gd name="T35" fmla="*/ 1 h 45"/>
                  <a:gd name="T36" fmla="*/ 3 w 54"/>
                  <a:gd name="T37" fmla="*/ 2 h 45"/>
                  <a:gd name="T38" fmla="*/ 3 w 54"/>
                  <a:gd name="T39" fmla="*/ 2 h 45"/>
                  <a:gd name="T40" fmla="*/ 3 w 54"/>
                  <a:gd name="T41" fmla="*/ 3 h 4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54"/>
                  <a:gd name="T64" fmla="*/ 0 h 45"/>
                  <a:gd name="T65" fmla="*/ 54 w 54"/>
                  <a:gd name="T66" fmla="*/ 45 h 4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54" h="45">
                    <a:moveTo>
                      <a:pt x="54" y="37"/>
                    </a:moveTo>
                    <a:lnTo>
                      <a:pt x="54" y="45"/>
                    </a:lnTo>
                    <a:lnTo>
                      <a:pt x="48" y="40"/>
                    </a:lnTo>
                    <a:lnTo>
                      <a:pt x="41" y="37"/>
                    </a:lnTo>
                    <a:lnTo>
                      <a:pt x="34" y="33"/>
                    </a:lnTo>
                    <a:lnTo>
                      <a:pt x="27" y="31"/>
                    </a:lnTo>
                    <a:lnTo>
                      <a:pt x="22" y="26"/>
                    </a:lnTo>
                    <a:lnTo>
                      <a:pt x="17" y="22"/>
                    </a:lnTo>
                    <a:lnTo>
                      <a:pt x="15" y="16"/>
                    </a:lnTo>
                    <a:lnTo>
                      <a:pt x="15" y="7"/>
                    </a:lnTo>
                    <a:lnTo>
                      <a:pt x="7" y="7"/>
                    </a:lnTo>
                    <a:lnTo>
                      <a:pt x="7" y="19"/>
                    </a:lnTo>
                    <a:lnTo>
                      <a:pt x="0" y="19"/>
                    </a:lnTo>
                    <a:lnTo>
                      <a:pt x="2" y="10"/>
                    </a:lnTo>
                    <a:lnTo>
                      <a:pt x="8" y="3"/>
                    </a:lnTo>
                    <a:lnTo>
                      <a:pt x="17" y="0"/>
                    </a:lnTo>
                    <a:lnTo>
                      <a:pt x="25" y="1"/>
                    </a:lnTo>
                    <a:lnTo>
                      <a:pt x="32" y="12"/>
                    </a:lnTo>
                    <a:lnTo>
                      <a:pt x="37" y="24"/>
                    </a:lnTo>
                    <a:lnTo>
                      <a:pt x="42" y="32"/>
                    </a:lnTo>
                    <a:lnTo>
                      <a:pt x="54" y="3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Freeform 511"/>
              <p:cNvSpPr>
                <a:spLocks/>
              </p:cNvSpPr>
              <p:nvPr/>
            </p:nvSpPr>
            <p:spPr bwMode="auto">
              <a:xfrm>
                <a:off x="3064" y="1886"/>
                <a:ext cx="71" cy="30"/>
              </a:xfrm>
              <a:custGeom>
                <a:avLst/>
                <a:gdLst>
                  <a:gd name="T0" fmla="*/ 6 w 140"/>
                  <a:gd name="T1" fmla="*/ 2 h 60"/>
                  <a:gd name="T2" fmla="*/ 6 w 140"/>
                  <a:gd name="T3" fmla="*/ 2 h 60"/>
                  <a:gd name="T4" fmla="*/ 6 w 140"/>
                  <a:gd name="T5" fmla="*/ 2 h 60"/>
                  <a:gd name="T6" fmla="*/ 7 w 140"/>
                  <a:gd name="T7" fmla="*/ 2 h 60"/>
                  <a:gd name="T8" fmla="*/ 7 w 140"/>
                  <a:gd name="T9" fmla="*/ 2 h 60"/>
                  <a:gd name="T10" fmla="*/ 8 w 140"/>
                  <a:gd name="T11" fmla="*/ 2 h 60"/>
                  <a:gd name="T12" fmla="*/ 8 w 140"/>
                  <a:gd name="T13" fmla="*/ 2 h 60"/>
                  <a:gd name="T14" fmla="*/ 9 w 140"/>
                  <a:gd name="T15" fmla="*/ 2 h 60"/>
                  <a:gd name="T16" fmla="*/ 9 w 140"/>
                  <a:gd name="T17" fmla="*/ 3 h 60"/>
                  <a:gd name="T18" fmla="*/ 9 w 140"/>
                  <a:gd name="T19" fmla="*/ 4 h 60"/>
                  <a:gd name="T20" fmla="*/ 8 w 140"/>
                  <a:gd name="T21" fmla="*/ 4 h 60"/>
                  <a:gd name="T22" fmla="*/ 7 w 140"/>
                  <a:gd name="T23" fmla="*/ 4 h 60"/>
                  <a:gd name="T24" fmla="*/ 6 w 140"/>
                  <a:gd name="T25" fmla="*/ 4 h 60"/>
                  <a:gd name="T26" fmla="*/ 5 w 140"/>
                  <a:gd name="T27" fmla="*/ 4 h 60"/>
                  <a:gd name="T28" fmla="*/ 4 w 140"/>
                  <a:gd name="T29" fmla="*/ 4 h 60"/>
                  <a:gd name="T30" fmla="*/ 3 w 140"/>
                  <a:gd name="T31" fmla="*/ 4 h 60"/>
                  <a:gd name="T32" fmla="*/ 2 w 140"/>
                  <a:gd name="T33" fmla="*/ 4 h 60"/>
                  <a:gd name="T34" fmla="*/ 2 w 140"/>
                  <a:gd name="T35" fmla="*/ 4 h 60"/>
                  <a:gd name="T36" fmla="*/ 1 w 140"/>
                  <a:gd name="T37" fmla="*/ 3 h 60"/>
                  <a:gd name="T38" fmla="*/ 1 w 140"/>
                  <a:gd name="T39" fmla="*/ 2 h 60"/>
                  <a:gd name="T40" fmla="*/ 0 w 140"/>
                  <a:gd name="T41" fmla="*/ 1 h 60"/>
                  <a:gd name="T42" fmla="*/ 1 w 140"/>
                  <a:gd name="T43" fmla="*/ 1 h 60"/>
                  <a:gd name="T44" fmla="*/ 1 w 140"/>
                  <a:gd name="T45" fmla="*/ 1 h 60"/>
                  <a:gd name="T46" fmla="*/ 2 w 140"/>
                  <a:gd name="T47" fmla="*/ 1 h 60"/>
                  <a:gd name="T48" fmla="*/ 2 w 140"/>
                  <a:gd name="T49" fmla="*/ 1 h 60"/>
                  <a:gd name="T50" fmla="*/ 2 w 140"/>
                  <a:gd name="T51" fmla="*/ 2 h 60"/>
                  <a:gd name="T52" fmla="*/ 3 w 140"/>
                  <a:gd name="T53" fmla="*/ 2 h 60"/>
                  <a:gd name="T54" fmla="*/ 3 w 140"/>
                  <a:gd name="T55" fmla="*/ 2 h 60"/>
                  <a:gd name="T56" fmla="*/ 3 w 140"/>
                  <a:gd name="T57" fmla="*/ 2 h 60"/>
                  <a:gd name="T58" fmla="*/ 4 w 140"/>
                  <a:gd name="T59" fmla="*/ 0 h 60"/>
                  <a:gd name="T60" fmla="*/ 4 w 140"/>
                  <a:gd name="T61" fmla="*/ 1 h 60"/>
                  <a:gd name="T62" fmla="*/ 5 w 140"/>
                  <a:gd name="T63" fmla="*/ 1 h 60"/>
                  <a:gd name="T64" fmla="*/ 5 w 140"/>
                  <a:gd name="T65" fmla="*/ 2 h 60"/>
                  <a:gd name="T66" fmla="*/ 6 w 140"/>
                  <a:gd name="T67" fmla="*/ 2 h 6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40"/>
                  <a:gd name="T103" fmla="*/ 0 h 60"/>
                  <a:gd name="T104" fmla="*/ 140 w 140"/>
                  <a:gd name="T105" fmla="*/ 60 h 6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40" h="60">
                    <a:moveTo>
                      <a:pt x="82" y="21"/>
                    </a:moveTo>
                    <a:lnTo>
                      <a:pt x="88" y="24"/>
                    </a:lnTo>
                    <a:lnTo>
                      <a:pt x="95" y="27"/>
                    </a:lnTo>
                    <a:lnTo>
                      <a:pt x="103" y="27"/>
                    </a:lnTo>
                    <a:lnTo>
                      <a:pt x="110" y="27"/>
                    </a:lnTo>
                    <a:lnTo>
                      <a:pt x="118" y="27"/>
                    </a:lnTo>
                    <a:lnTo>
                      <a:pt x="125" y="28"/>
                    </a:lnTo>
                    <a:lnTo>
                      <a:pt x="133" y="30"/>
                    </a:lnTo>
                    <a:lnTo>
                      <a:pt x="140" y="35"/>
                    </a:lnTo>
                    <a:lnTo>
                      <a:pt x="130" y="50"/>
                    </a:lnTo>
                    <a:lnTo>
                      <a:pt x="117" y="57"/>
                    </a:lnTo>
                    <a:lnTo>
                      <a:pt x="103" y="58"/>
                    </a:lnTo>
                    <a:lnTo>
                      <a:pt x="88" y="56"/>
                    </a:lnTo>
                    <a:lnTo>
                      <a:pt x="72" y="52"/>
                    </a:lnTo>
                    <a:lnTo>
                      <a:pt x="56" y="50"/>
                    </a:lnTo>
                    <a:lnTo>
                      <a:pt x="41" y="52"/>
                    </a:lnTo>
                    <a:lnTo>
                      <a:pt x="27" y="60"/>
                    </a:lnTo>
                    <a:lnTo>
                      <a:pt x="18" y="51"/>
                    </a:lnTo>
                    <a:lnTo>
                      <a:pt x="9" y="39"/>
                    </a:lnTo>
                    <a:lnTo>
                      <a:pt x="2" y="24"/>
                    </a:lnTo>
                    <a:lnTo>
                      <a:pt x="0" y="8"/>
                    </a:lnTo>
                    <a:lnTo>
                      <a:pt x="5" y="7"/>
                    </a:lnTo>
                    <a:lnTo>
                      <a:pt x="11" y="9"/>
                    </a:lnTo>
                    <a:lnTo>
                      <a:pt x="17" y="12"/>
                    </a:lnTo>
                    <a:lnTo>
                      <a:pt x="23" y="16"/>
                    </a:lnTo>
                    <a:lnTo>
                      <a:pt x="30" y="20"/>
                    </a:lnTo>
                    <a:lnTo>
                      <a:pt x="35" y="23"/>
                    </a:lnTo>
                    <a:lnTo>
                      <a:pt x="41" y="26"/>
                    </a:lnTo>
                    <a:lnTo>
                      <a:pt x="46" y="26"/>
                    </a:lnTo>
                    <a:lnTo>
                      <a:pt x="50" y="0"/>
                    </a:lnTo>
                    <a:lnTo>
                      <a:pt x="61" y="4"/>
                    </a:lnTo>
                    <a:lnTo>
                      <a:pt x="67" y="11"/>
                    </a:lnTo>
                    <a:lnTo>
                      <a:pt x="72" y="18"/>
                    </a:lnTo>
                    <a:lnTo>
                      <a:pt x="82" y="2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Freeform 512"/>
              <p:cNvSpPr>
                <a:spLocks/>
              </p:cNvSpPr>
              <p:nvPr/>
            </p:nvSpPr>
            <p:spPr bwMode="auto">
              <a:xfrm>
                <a:off x="2892" y="1882"/>
                <a:ext cx="84" cy="74"/>
              </a:xfrm>
              <a:custGeom>
                <a:avLst/>
                <a:gdLst>
                  <a:gd name="T0" fmla="*/ 8 w 170"/>
                  <a:gd name="T1" fmla="*/ 0 h 149"/>
                  <a:gd name="T2" fmla="*/ 8 w 170"/>
                  <a:gd name="T3" fmla="*/ 2 h 149"/>
                  <a:gd name="T4" fmla="*/ 8 w 170"/>
                  <a:gd name="T5" fmla="*/ 3 h 149"/>
                  <a:gd name="T6" fmla="*/ 9 w 170"/>
                  <a:gd name="T7" fmla="*/ 4 h 149"/>
                  <a:gd name="T8" fmla="*/ 10 w 170"/>
                  <a:gd name="T9" fmla="*/ 5 h 149"/>
                  <a:gd name="T10" fmla="*/ 10 w 170"/>
                  <a:gd name="T11" fmla="*/ 5 h 149"/>
                  <a:gd name="T12" fmla="*/ 10 w 170"/>
                  <a:gd name="T13" fmla="*/ 6 h 149"/>
                  <a:gd name="T14" fmla="*/ 10 w 170"/>
                  <a:gd name="T15" fmla="*/ 7 h 149"/>
                  <a:gd name="T16" fmla="*/ 8 w 170"/>
                  <a:gd name="T17" fmla="*/ 8 h 149"/>
                  <a:gd name="T18" fmla="*/ 7 w 170"/>
                  <a:gd name="T19" fmla="*/ 8 h 149"/>
                  <a:gd name="T20" fmla="*/ 7 w 170"/>
                  <a:gd name="T21" fmla="*/ 8 h 149"/>
                  <a:gd name="T22" fmla="*/ 6 w 170"/>
                  <a:gd name="T23" fmla="*/ 8 h 149"/>
                  <a:gd name="T24" fmla="*/ 5 w 170"/>
                  <a:gd name="T25" fmla="*/ 8 h 149"/>
                  <a:gd name="T26" fmla="*/ 4 w 170"/>
                  <a:gd name="T27" fmla="*/ 8 h 149"/>
                  <a:gd name="T28" fmla="*/ 3 w 170"/>
                  <a:gd name="T29" fmla="*/ 8 h 149"/>
                  <a:gd name="T30" fmla="*/ 2 w 170"/>
                  <a:gd name="T31" fmla="*/ 9 h 149"/>
                  <a:gd name="T32" fmla="*/ 2 w 170"/>
                  <a:gd name="T33" fmla="*/ 9 h 149"/>
                  <a:gd name="T34" fmla="*/ 1 w 170"/>
                  <a:gd name="T35" fmla="*/ 7 h 149"/>
                  <a:gd name="T36" fmla="*/ 1 w 170"/>
                  <a:gd name="T37" fmla="*/ 5 h 149"/>
                  <a:gd name="T38" fmla="*/ 0 w 170"/>
                  <a:gd name="T39" fmla="*/ 3 h 149"/>
                  <a:gd name="T40" fmla="*/ 0 w 170"/>
                  <a:gd name="T41" fmla="*/ 1 h 149"/>
                  <a:gd name="T42" fmla="*/ 0 w 170"/>
                  <a:gd name="T43" fmla="*/ 1 h 149"/>
                  <a:gd name="T44" fmla="*/ 1 w 170"/>
                  <a:gd name="T45" fmla="*/ 1 h 149"/>
                  <a:gd name="T46" fmla="*/ 2 w 170"/>
                  <a:gd name="T47" fmla="*/ 1 h 149"/>
                  <a:gd name="T48" fmla="*/ 3 w 170"/>
                  <a:gd name="T49" fmla="*/ 0 h 149"/>
                  <a:gd name="T50" fmla="*/ 4 w 170"/>
                  <a:gd name="T51" fmla="*/ 0 h 149"/>
                  <a:gd name="T52" fmla="*/ 5 w 170"/>
                  <a:gd name="T53" fmla="*/ 0 h 149"/>
                  <a:gd name="T54" fmla="*/ 7 w 170"/>
                  <a:gd name="T55" fmla="*/ 0 h 149"/>
                  <a:gd name="T56" fmla="*/ 8 w 170"/>
                  <a:gd name="T57" fmla="*/ 0 h 149"/>
                  <a:gd name="T58" fmla="*/ 8 w 170"/>
                  <a:gd name="T59" fmla="*/ 0 h 149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70"/>
                  <a:gd name="T91" fmla="*/ 0 h 149"/>
                  <a:gd name="T92" fmla="*/ 170 w 170"/>
                  <a:gd name="T93" fmla="*/ 149 h 149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70" h="149">
                    <a:moveTo>
                      <a:pt x="137" y="15"/>
                    </a:moveTo>
                    <a:lnTo>
                      <a:pt x="136" y="32"/>
                    </a:lnTo>
                    <a:lnTo>
                      <a:pt x="142" y="50"/>
                    </a:lnTo>
                    <a:lnTo>
                      <a:pt x="151" y="66"/>
                    </a:lnTo>
                    <a:lnTo>
                      <a:pt x="161" y="81"/>
                    </a:lnTo>
                    <a:lnTo>
                      <a:pt x="168" y="95"/>
                    </a:lnTo>
                    <a:lnTo>
                      <a:pt x="170" y="107"/>
                    </a:lnTo>
                    <a:lnTo>
                      <a:pt x="163" y="119"/>
                    </a:lnTo>
                    <a:lnTo>
                      <a:pt x="143" y="128"/>
                    </a:lnTo>
                    <a:lnTo>
                      <a:pt x="128" y="129"/>
                    </a:lnTo>
                    <a:lnTo>
                      <a:pt x="113" y="130"/>
                    </a:lnTo>
                    <a:lnTo>
                      <a:pt x="99" y="132"/>
                    </a:lnTo>
                    <a:lnTo>
                      <a:pt x="85" y="134"/>
                    </a:lnTo>
                    <a:lnTo>
                      <a:pt x="73" y="137"/>
                    </a:lnTo>
                    <a:lnTo>
                      <a:pt x="59" y="141"/>
                    </a:lnTo>
                    <a:lnTo>
                      <a:pt x="46" y="144"/>
                    </a:lnTo>
                    <a:lnTo>
                      <a:pt x="32" y="149"/>
                    </a:lnTo>
                    <a:lnTo>
                      <a:pt x="23" y="120"/>
                    </a:lnTo>
                    <a:lnTo>
                      <a:pt x="16" y="89"/>
                    </a:lnTo>
                    <a:lnTo>
                      <a:pt x="9" y="58"/>
                    </a:lnTo>
                    <a:lnTo>
                      <a:pt x="0" y="30"/>
                    </a:lnTo>
                    <a:lnTo>
                      <a:pt x="14" y="24"/>
                    </a:lnTo>
                    <a:lnTo>
                      <a:pt x="29" y="20"/>
                    </a:lnTo>
                    <a:lnTo>
                      <a:pt x="45" y="16"/>
                    </a:lnTo>
                    <a:lnTo>
                      <a:pt x="62" y="12"/>
                    </a:lnTo>
                    <a:lnTo>
                      <a:pt x="79" y="8"/>
                    </a:lnTo>
                    <a:lnTo>
                      <a:pt x="96" y="6"/>
                    </a:lnTo>
                    <a:lnTo>
                      <a:pt x="113" y="3"/>
                    </a:lnTo>
                    <a:lnTo>
                      <a:pt x="129" y="0"/>
                    </a:lnTo>
                    <a:lnTo>
                      <a:pt x="137" y="1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Freeform 513"/>
              <p:cNvSpPr>
                <a:spLocks/>
              </p:cNvSpPr>
              <p:nvPr/>
            </p:nvSpPr>
            <p:spPr bwMode="auto">
              <a:xfrm>
                <a:off x="3237" y="1897"/>
                <a:ext cx="31" cy="57"/>
              </a:xfrm>
              <a:custGeom>
                <a:avLst/>
                <a:gdLst>
                  <a:gd name="T0" fmla="*/ 4 w 61"/>
                  <a:gd name="T1" fmla="*/ 7 h 114"/>
                  <a:gd name="T2" fmla="*/ 4 w 61"/>
                  <a:gd name="T3" fmla="*/ 7 h 114"/>
                  <a:gd name="T4" fmla="*/ 3 w 61"/>
                  <a:gd name="T5" fmla="*/ 7 h 114"/>
                  <a:gd name="T6" fmla="*/ 3 w 61"/>
                  <a:gd name="T7" fmla="*/ 7 h 114"/>
                  <a:gd name="T8" fmla="*/ 2 w 61"/>
                  <a:gd name="T9" fmla="*/ 7 h 114"/>
                  <a:gd name="T10" fmla="*/ 2 w 61"/>
                  <a:gd name="T11" fmla="*/ 7 h 114"/>
                  <a:gd name="T12" fmla="*/ 1 w 61"/>
                  <a:gd name="T13" fmla="*/ 7 h 114"/>
                  <a:gd name="T14" fmla="*/ 1 w 61"/>
                  <a:gd name="T15" fmla="*/ 7 h 114"/>
                  <a:gd name="T16" fmla="*/ 0 w 61"/>
                  <a:gd name="T17" fmla="*/ 7 h 114"/>
                  <a:gd name="T18" fmla="*/ 1 w 61"/>
                  <a:gd name="T19" fmla="*/ 5 h 114"/>
                  <a:gd name="T20" fmla="*/ 1 w 61"/>
                  <a:gd name="T21" fmla="*/ 4 h 114"/>
                  <a:gd name="T22" fmla="*/ 1 w 61"/>
                  <a:gd name="T23" fmla="*/ 2 h 114"/>
                  <a:gd name="T24" fmla="*/ 1 w 61"/>
                  <a:gd name="T25" fmla="*/ 0 h 114"/>
                  <a:gd name="T26" fmla="*/ 2 w 61"/>
                  <a:gd name="T27" fmla="*/ 1 h 114"/>
                  <a:gd name="T28" fmla="*/ 3 w 61"/>
                  <a:gd name="T29" fmla="*/ 2 h 114"/>
                  <a:gd name="T30" fmla="*/ 3 w 61"/>
                  <a:gd name="T31" fmla="*/ 3 h 114"/>
                  <a:gd name="T32" fmla="*/ 3 w 61"/>
                  <a:gd name="T33" fmla="*/ 4 h 114"/>
                  <a:gd name="T34" fmla="*/ 3 w 61"/>
                  <a:gd name="T35" fmla="*/ 5 h 114"/>
                  <a:gd name="T36" fmla="*/ 4 w 61"/>
                  <a:gd name="T37" fmla="*/ 6 h 114"/>
                  <a:gd name="T38" fmla="*/ 4 w 61"/>
                  <a:gd name="T39" fmla="*/ 7 h 114"/>
                  <a:gd name="T40" fmla="*/ 4 w 61"/>
                  <a:gd name="T41" fmla="*/ 7 h 11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1"/>
                  <a:gd name="T64" fmla="*/ 0 h 114"/>
                  <a:gd name="T65" fmla="*/ 61 w 61"/>
                  <a:gd name="T66" fmla="*/ 114 h 11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1" h="114">
                    <a:moveTo>
                      <a:pt x="61" y="114"/>
                    </a:moveTo>
                    <a:lnTo>
                      <a:pt x="53" y="114"/>
                    </a:lnTo>
                    <a:lnTo>
                      <a:pt x="46" y="113"/>
                    </a:lnTo>
                    <a:lnTo>
                      <a:pt x="38" y="112"/>
                    </a:lnTo>
                    <a:lnTo>
                      <a:pt x="31" y="110"/>
                    </a:lnTo>
                    <a:lnTo>
                      <a:pt x="23" y="106"/>
                    </a:lnTo>
                    <a:lnTo>
                      <a:pt x="15" y="104"/>
                    </a:lnTo>
                    <a:lnTo>
                      <a:pt x="8" y="103"/>
                    </a:lnTo>
                    <a:lnTo>
                      <a:pt x="0" y="102"/>
                    </a:lnTo>
                    <a:lnTo>
                      <a:pt x="3" y="79"/>
                    </a:lnTo>
                    <a:lnTo>
                      <a:pt x="7" y="52"/>
                    </a:lnTo>
                    <a:lnTo>
                      <a:pt x="12" y="26"/>
                    </a:lnTo>
                    <a:lnTo>
                      <a:pt x="16" y="0"/>
                    </a:lnTo>
                    <a:lnTo>
                      <a:pt x="27" y="12"/>
                    </a:lnTo>
                    <a:lnTo>
                      <a:pt x="35" y="26"/>
                    </a:lnTo>
                    <a:lnTo>
                      <a:pt x="41" y="39"/>
                    </a:lnTo>
                    <a:lnTo>
                      <a:pt x="44" y="55"/>
                    </a:lnTo>
                    <a:lnTo>
                      <a:pt x="47" y="70"/>
                    </a:lnTo>
                    <a:lnTo>
                      <a:pt x="51" y="87"/>
                    </a:lnTo>
                    <a:lnTo>
                      <a:pt x="56" y="100"/>
                    </a:lnTo>
                    <a:lnTo>
                      <a:pt x="61" y="11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Freeform 514"/>
              <p:cNvSpPr>
                <a:spLocks/>
              </p:cNvSpPr>
              <p:nvPr/>
            </p:nvSpPr>
            <p:spPr bwMode="auto">
              <a:xfrm>
                <a:off x="2783" y="1891"/>
                <a:ext cx="10" cy="10"/>
              </a:xfrm>
              <a:custGeom>
                <a:avLst/>
                <a:gdLst>
                  <a:gd name="T0" fmla="*/ 1 w 21"/>
                  <a:gd name="T1" fmla="*/ 1 h 19"/>
                  <a:gd name="T2" fmla="*/ 1 w 21"/>
                  <a:gd name="T3" fmla="*/ 1 h 19"/>
                  <a:gd name="T4" fmla="*/ 0 w 21"/>
                  <a:gd name="T5" fmla="*/ 2 h 19"/>
                  <a:gd name="T6" fmla="*/ 0 w 21"/>
                  <a:gd name="T7" fmla="*/ 2 h 19"/>
                  <a:gd name="T8" fmla="*/ 0 w 21"/>
                  <a:gd name="T9" fmla="*/ 1 h 19"/>
                  <a:gd name="T10" fmla="*/ 0 w 21"/>
                  <a:gd name="T11" fmla="*/ 1 h 19"/>
                  <a:gd name="T12" fmla="*/ 0 w 21"/>
                  <a:gd name="T13" fmla="*/ 0 h 19"/>
                  <a:gd name="T14" fmla="*/ 0 w 21"/>
                  <a:gd name="T15" fmla="*/ 0 h 19"/>
                  <a:gd name="T16" fmla="*/ 1 w 21"/>
                  <a:gd name="T17" fmla="*/ 1 h 1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1"/>
                  <a:gd name="T28" fmla="*/ 0 h 19"/>
                  <a:gd name="T29" fmla="*/ 21 w 21"/>
                  <a:gd name="T30" fmla="*/ 19 h 1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1" h="19">
                    <a:moveTo>
                      <a:pt x="21" y="9"/>
                    </a:moveTo>
                    <a:lnTo>
                      <a:pt x="17" y="13"/>
                    </a:lnTo>
                    <a:lnTo>
                      <a:pt x="13" y="18"/>
                    </a:lnTo>
                    <a:lnTo>
                      <a:pt x="7" y="19"/>
                    </a:lnTo>
                    <a:lnTo>
                      <a:pt x="0" y="16"/>
                    </a:lnTo>
                    <a:lnTo>
                      <a:pt x="2" y="7"/>
                    </a:lnTo>
                    <a:lnTo>
                      <a:pt x="7" y="0"/>
                    </a:lnTo>
                    <a:lnTo>
                      <a:pt x="15" y="0"/>
                    </a:lnTo>
                    <a:lnTo>
                      <a:pt x="21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 515"/>
              <p:cNvSpPr>
                <a:spLocks/>
              </p:cNvSpPr>
              <p:nvPr/>
            </p:nvSpPr>
            <p:spPr bwMode="auto">
              <a:xfrm>
                <a:off x="2819" y="1899"/>
                <a:ext cx="77" cy="81"/>
              </a:xfrm>
              <a:custGeom>
                <a:avLst/>
                <a:gdLst>
                  <a:gd name="T0" fmla="*/ 8 w 153"/>
                  <a:gd name="T1" fmla="*/ 0 h 162"/>
                  <a:gd name="T2" fmla="*/ 9 w 153"/>
                  <a:gd name="T3" fmla="*/ 1 h 162"/>
                  <a:gd name="T4" fmla="*/ 9 w 153"/>
                  <a:gd name="T5" fmla="*/ 3 h 162"/>
                  <a:gd name="T6" fmla="*/ 10 w 153"/>
                  <a:gd name="T7" fmla="*/ 5 h 162"/>
                  <a:gd name="T8" fmla="*/ 10 w 153"/>
                  <a:gd name="T9" fmla="*/ 7 h 162"/>
                  <a:gd name="T10" fmla="*/ 9 w 153"/>
                  <a:gd name="T11" fmla="*/ 7 h 162"/>
                  <a:gd name="T12" fmla="*/ 8 w 153"/>
                  <a:gd name="T13" fmla="*/ 9 h 162"/>
                  <a:gd name="T14" fmla="*/ 7 w 153"/>
                  <a:gd name="T15" fmla="*/ 9 h 162"/>
                  <a:gd name="T16" fmla="*/ 5 w 153"/>
                  <a:gd name="T17" fmla="*/ 9 h 162"/>
                  <a:gd name="T18" fmla="*/ 4 w 153"/>
                  <a:gd name="T19" fmla="*/ 10 h 162"/>
                  <a:gd name="T20" fmla="*/ 3 w 153"/>
                  <a:gd name="T21" fmla="*/ 10 h 162"/>
                  <a:gd name="T22" fmla="*/ 2 w 153"/>
                  <a:gd name="T23" fmla="*/ 10 h 162"/>
                  <a:gd name="T24" fmla="*/ 1 w 153"/>
                  <a:gd name="T25" fmla="*/ 10 h 162"/>
                  <a:gd name="T26" fmla="*/ 0 w 153"/>
                  <a:gd name="T27" fmla="*/ 3 h 162"/>
                  <a:gd name="T28" fmla="*/ 1 w 153"/>
                  <a:gd name="T29" fmla="*/ 1 h 162"/>
                  <a:gd name="T30" fmla="*/ 2 w 153"/>
                  <a:gd name="T31" fmla="*/ 1 h 162"/>
                  <a:gd name="T32" fmla="*/ 3 w 153"/>
                  <a:gd name="T33" fmla="*/ 1 h 162"/>
                  <a:gd name="T34" fmla="*/ 4 w 153"/>
                  <a:gd name="T35" fmla="*/ 1 h 162"/>
                  <a:gd name="T36" fmla="*/ 5 w 153"/>
                  <a:gd name="T37" fmla="*/ 1 h 162"/>
                  <a:gd name="T38" fmla="*/ 6 w 153"/>
                  <a:gd name="T39" fmla="*/ 1 h 162"/>
                  <a:gd name="T40" fmla="*/ 7 w 153"/>
                  <a:gd name="T41" fmla="*/ 1 h 162"/>
                  <a:gd name="T42" fmla="*/ 8 w 153"/>
                  <a:gd name="T43" fmla="*/ 0 h 16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53"/>
                  <a:gd name="T67" fmla="*/ 0 h 162"/>
                  <a:gd name="T68" fmla="*/ 153 w 153"/>
                  <a:gd name="T69" fmla="*/ 162 h 162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53" h="162">
                    <a:moveTo>
                      <a:pt x="127" y="0"/>
                    </a:moveTo>
                    <a:lnTo>
                      <a:pt x="135" y="30"/>
                    </a:lnTo>
                    <a:lnTo>
                      <a:pt x="141" y="60"/>
                    </a:lnTo>
                    <a:lnTo>
                      <a:pt x="146" y="89"/>
                    </a:lnTo>
                    <a:lnTo>
                      <a:pt x="153" y="118"/>
                    </a:lnTo>
                    <a:lnTo>
                      <a:pt x="136" y="124"/>
                    </a:lnTo>
                    <a:lnTo>
                      <a:pt x="118" y="130"/>
                    </a:lnTo>
                    <a:lnTo>
                      <a:pt x="98" y="136"/>
                    </a:lnTo>
                    <a:lnTo>
                      <a:pt x="80" y="141"/>
                    </a:lnTo>
                    <a:lnTo>
                      <a:pt x="61" y="147"/>
                    </a:lnTo>
                    <a:lnTo>
                      <a:pt x="43" y="153"/>
                    </a:lnTo>
                    <a:lnTo>
                      <a:pt x="25" y="157"/>
                    </a:lnTo>
                    <a:lnTo>
                      <a:pt x="9" y="162"/>
                    </a:lnTo>
                    <a:lnTo>
                      <a:pt x="0" y="34"/>
                    </a:lnTo>
                    <a:lnTo>
                      <a:pt x="13" y="28"/>
                    </a:lnTo>
                    <a:lnTo>
                      <a:pt x="28" y="23"/>
                    </a:lnTo>
                    <a:lnTo>
                      <a:pt x="43" y="18"/>
                    </a:lnTo>
                    <a:lnTo>
                      <a:pt x="60" y="13"/>
                    </a:lnTo>
                    <a:lnTo>
                      <a:pt x="76" y="9"/>
                    </a:lnTo>
                    <a:lnTo>
                      <a:pt x="93" y="5"/>
                    </a:lnTo>
                    <a:lnTo>
                      <a:pt x="111" y="2"/>
                    </a:lnTo>
                    <a:lnTo>
                      <a:pt x="12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Freeform 516"/>
              <p:cNvSpPr>
                <a:spLocks/>
              </p:cNvSpPr>
              <p:nvPr/>
            </p:nvSpPr>
            <p:spPr bwMode="auto">
              <a:xfrm>
                <a:off x="2734" y="1921"/>
                <a:ext cx="82" cy="99"/>
              </a:xfrm>
              <a:custGeom>
                <a:avLst/>
                <a:gdLst>
                  <a:gd name="T0" fmla="*/ 11 w 163"/>
                  <a:gd name="T1" fmla="*/ 8 h 200"/>
                  <a:gd name="T2" fmla="*/ 9 w 163"/>
                  <a:gd name="T3" fmla="*/ 8 h 200"/>
                  <a:gd name="T4" fmla="*/ 8 w 163"/>
                  <a:gd name="T5" fmla="*/ 8 h 200"/>
                  <a:gd name="T6" fmla="*/ 7 w 163"/>
                  <a:gd name="T7" fmla="*/ 9 h 200"/>
                  <a:gd name="T8" fmla="*/ 6 w 163"/>
                  <a:gd name="T9" fmla="*/ 10 h 200"/>
                  <a:gd name="T10" fmla="*/ 5 w 163"/>
                  <a:gd name="T11" fmla="*/ 10 h 200"/>
                  <a:gd name="T12" fmla="*/ 3 w 163"/>
                  <a:gd name="T13" fmla="*/ 11 h 200"/>
                  <a:gd name="T14" fmla="*/ 2 w 163"/>
                  <a:gd name="T15" fmla="*/ 11 h 200"/>
                  <a:gd name="T16" fmla="*/ 1 w 163"/>
                  <a:gd name="T17" fmla="*/ 12 h 200"/>
                  <a:gd name="T18" fmla="*/ 1 w 163"/>
                  <a:gd name="T19" fmla="*/ 10 h 200"/>
                  <a:gd name="T20" fmla="*/ 1 w 163"/>
                  <a:gd name="T21" fmla="*/ 8 h 200"/>
                  <a:gd name="T22" fmla="*/ 0 w 163"/>
                  <a:gd name="T23" fmla="*/ 6 h 200"/>
                  <a:gd name="T24" fmla="*/ 1 w 163"/>
                  <a:gd name="T25" fmla="*/ 4 h 200"/>
                  <a:gd name="T26" fmla="*/ 2 w 163"/>
                  <a:gd name="T27" fmla="*/ 3 h 200"/>
                  <a:gd name="T28" fmla="*/ 3 w 163"/>
                  <a:gd name="T29" fmla="*/ 3 h 200"/>
                  <a:gd name="T30" fmla="*/ 4 w 163"/>
                  <a:gd name="T31" fmla="*/ 2 h 200"/>
                  <a:gd name="T32" fmla="*/ 5 w 163"/>
                  <a:gd name="T33" fmla="*/ 2 h 200"/>
                  <a:gd name="T34" fmla="*/ 6 w 163"/>
                  <a:gd name="T35" fmla="*/ 1 h 200"/>
                  <a:gd name="T36" fmla="*/ 7 w 163"/>
                  <a:gd name="T37" fmla="*/ 0 h 200"/>
                  <a:gd name="T38" fmla="*/ 8 w 163"/>
                  <a:gd name="T39" fmla="*/ 0 h 200"/>
                  <a:gd name="T40" fmla="*/ 10 w 163"/>
                  <a:gd name="T41" fmla="*/ 0 h 200"/>
                  <a:gd name="T42" fmla="*/ 10 w 163"/>
                  <a:gd name="T43" fmla="*/ 2 h 200"/>
                  <a:gd name="T44" fmla="*/ 10 w 163"/>
                  <a:gd name="T45" fmla="*/ 4 h 200"/>
                  <a:gd name="T46" fmla="*/ 10 w 163"/>
                  <a:gd name="T47" fmla="*/ 6 h 200"/>
                  <a:gd name="T48" fmla="*/ 11 w 163"/>
                  <a:gd name="T49" fmla="*/ 8 h 20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63"/>
                  <a:gd name="T76" fmla="*/ 0 h 200"/>
                  <a:gd name="T77" fmla="*/ 163 w 163"/>
                  <a:gd name="T78" fmla="*/ 200 h 200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63" h="200">
                    <a:moveTo>
                      <a:pt x="163" y="131"/>
                    </a:moveTo>
                    <a:lnTo>
                      <a:pt x="142" y="138"/>
                    </a:lnTo>
                    <a:lnTo>
                      <a:pt x="123" y="144"/>
                    </a:lnTo>
                    <a:lnTo>
                      <a:pt x="103" y="154"/>
                    </a:lnTo>
                    <a:lnTo>
                      <a:pt x="85" y="162"/>
                    </a:lnTo>
                    <a:lnTo>
                      <a:pt x="65" y="171"/>
                    </a:lnTo>
                    <a:lnTo>
                      <a:pt x="47" y="181"/>
                    </a:lnTo>
                    <a:lnTo>
                      <a:pt x="27" y="191"/>
                    </a:lnTo>
                    <a:lnTo>
                      <a:pt x="9" y="200"/>
                    </a:lnTo>
                    <a:lnTo>
                      <a:pt x="5" y="166"/>
                    </a:lnTo>
                    <a:lnTo>
                      <a:pt x="2" y="135"/>
                    </a:lnTo>
                    <a:lnTo>
                      <a:pt x="0" y="104"/>
                    </a:lnTo>
                    <a:lnTo>
                      <a:pt x="1" y="68"/>
                    </a:lnTo>
                    <a:lnTo>
                      <a:pt x="18" y="59"/>
                    </a:lnTo>
                    <a:lnTo>
                      <a:pt x="35" y="50"/>
                    </a:lnTo>
                    <a:lnTo>
                      <a:pt x="51" y="41"/>
                    </a:lnTo>
                    <a:lnTo>
                      <a:pt x="70" y="33"/>
                    </a:lnTo>
                    <a:lnTo>
                      <a:pt x="87" y="23"/>
                    </a:lnTo>
                    <a:lnTo>
                      <a:pt x="106" y="15"/>
                    </a:lnTo>
                    <a:lnTo>
                      <a:pt x="124" y="8"/>
                    </a:lnTo>
                    <a:lnTo>
                      <a:pt x="145" y="0"/>
                    </a:lnTo>
                    <a:lnTo>
                      <a:pt x="147" y="36"/>
                    </a:lnTo>
                    <a:lnTo>
                      <a:pt x="150" y="70"/>
                    </a:lnTo>
                    <a:lnTo>
                      <a:pt x="155" y="101"/>
                    </a:lnTo>
                    <a:lnTo>
                      <a:pt x="163" y="13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Freeform 517"/>
              <p:cNvSpPr>
                <a:spLocks/>
              </p:cNvSpPr>
              <p:nvPr/>
            </p:nvSpPr>
            <p:spPr bwMode="auto">
              <a:xfrm>
                <a:off x="3216" y="1957"/>
                <a:ext cx="26" cy="67"/>
              </a:xfrm>
              <a:custGeom>
                <a:avLst/>
                <a:gdLst>
                  <a:gd name="T0" fmla="*/ 3 w 50"/>
                  <a:gd name="T1" fmla="*/ 4 h 135"/>
                  <a:gd name="T2" fmla="*/ 4 w 50"/>
                  <a:gd name="T3" fmla="*/ 8 h 135"/>
                  <a:gd name="T4" fmla="*/ 3 w 50"/>
                  <a:gd name="T5" fmla="*/ 8 h 135"/>
                  <a:gd name="T6" fmla="*/ 3 w 50"/>
                  <a:gd name="T7" fmla="*/ 8 h 135"/>
                  <a:gd name="T8" fmla="*/ 2 w 50"/>
                  <a:gd name="T9" fmla="*/ 7 h 135"/>
                  <a:gd name="T10" fmla="*/ 2 w 50"/>
                  <a:gd name="T11" fmla="*/ 7 h 135"/>
                  <a:gd name="T12" fmla="*/ 1 w 50"/>
                  <a:gd name="T13" fmla="*/ 7 h 135"/>
                  <a:gd name="T14" fmla="*/ 1 w 50"/>
                  <a:gd name="T15" fmla="*/ 6 h 135"/>
                  <a:gd name="T16" fmla="*/ 1 w 50"/>
                  <a:gd name="T17" fmla="*/ 6 h 135"/>
                  <a:gd name="T18" fmla="*/ 0 w 50"/>
                  <a:gd name="T19" fmla="*/ 5 h 135"/>
                  <a:gd name="T20" fmla="*/ 0 w 50"/>
                  <a:gd name="T21" fmla="*/ 4 h 135"/>
                  <a:gd name="T22" fmla="*/ 0 w 50"/>
                  <a:gd name="T23" fmla="*/ 2 h 135"/>
                  <a:gd name="T24" fmla="*/ 1 w 50"/>
                  <a:gd name="T25" fmla="*/ 1 h 135"/>
                  <a:gd name="T26" fmla="*/ 1 w 50"/>
                  <a:gd name="T27" fmla="*/ 0 h 135"/>
                  <a:gd name="T28" fmla="*/ 2 w 50"/>
                  <a:gd name="T29" fmla="*/ 0 h 135"/>
                  <a:gd name="T30" fmla="*/ 2 w 50"/>
                  <a:gd name="T31" fmla="*/ 0 h 135"/>
                  <a:gd name="T32" fmla="*/ 3 w 50"/>
                  <a:gd name="T33" fmla="*/ 1 h 135"/>
                  <a:gd name="T34" fmla="*/ 3 w 50"/>
                  <a:gd name="T35" fmla="*/ 1 h 135"/>
                  <a:gd name="T36" fmla="*/ 3 w 50"/>
                  <a:gd name="T37" fmla="*/ 2 h 135"/>
                  <a:gd name="T38" fmla="*/ 3 w 50"/>
                  <a:gd name="T39" fmla="*/ 3 h 135"/>
                  <a:gd name="T40" fmla="*/ 3 w 50"/>
                  <a:gd name="T41" fmla="*/ 3 h 135"/>
                  <a:gd name="T42" fmla="*/ 3 w 50"/>
                  <a:gd name="T43" fmla="*/ 4 h 13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50"/>
                  <a:gd name="T67" fmla="*/ 0 h 135"/>
                  <a:gd name="T68" fmla="*/ 50 w 50"/>
                  <a:gd name="T69" fmla="*/ 135 h 135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50" h="135">
                    <a:moveTo>
                      <a:pt x="40" y="70"/>
                    </a:moveTo>
                    <a:lnTo>
                      <a:pt x="50" y="134"/>
                    </a:lnTo>
                    <a:lnTo>
                      <a:pt x="40" y="135"/>
                    </a:lnTo>
                    <a:lnTo>
                      <a:pt x="32" y="133"/>
                    </a:lnTo>
                    <a:lnTo>
                      <a:pt x="25" y="127"/>
                    </a:lnTo>
                    <a:lnTo>
                      <a:pt x="21" y="120"/>
                    </a:lnTo>
                    <a:lnTo>
                      <a:pt x="15" y="112"/>
                    </a:lnTo>
                    <a:lnTo>
                      <a:pt x="10" y="104"/>
                    </a:lnTo>
                    <a:lnTo>
                      <a:pt x="6" y="96"/>
                    </a:lnTo>
                    <a:lnTo>
                      <a:pt x="0" y="90"/>
                    </a:lnTo>
                    <a:lnTo>
                      <a:pt x="0" y="68"/>
                    </a:lnTo>
                    <a:lnTo>
                      <a:pt x="0" y="43"/>
                    </a:lnTo>
                    <a:lnTo>
                      <a:pt x="2" y="20"/>
                    </a:lnTo>
                    <a:lnTo>
                      <a:pt x="9" y="0"/>
                    </a:lnTo>
                    <a:lnTo>
                      <a:pt x="21" y="2"/>
                    </a:lnTo>
                    <a:lnTo>
                      <a:pt x="27" y="8"/>
                    </a:lnTo>
                    <a:lnTo>
                      <a:pt x="32" y="17"/>
                    </a:lnTo>
                    <a:lnTo>
                      <a:pt x="34" y="26"/>
                    </a:lnTo>
                    <a:lnTo>
                      <a:pt x="36" y="38"/>
                    </a:lnTo>
                    <a:lnTo>
                      <a:pt x="36" y="50"/>
                    </a:lnTo>
                    <a:lnTo>
                      <a:pt x="38" y="60"/>
                    </a:lnTo>
                    <a:lnTo>
                      <a:pt x="40" y="7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Freeform 518"/>
              <p:cNvSpPr>
                <a:spLocks/>
              </p:cNvSpPr>
              <p:nvPr/>
            </p:nvSpPr>
            <p:spPr bwMode="auto">
              <a:xfrm>
                <a:off x="3241" y="1959"/>
                <a:ext cx="36" cy="77"/>
              </a:xfrm>
              <a:custGeom>
                <a:avLst/>
                <a:gdLst>
                  <a:gd name="T0" fmla="*/ 3 w 72"/>
                  <a:gd name="T1" fmla="*/ 1 h 155"/>
                  <a:gd name="T2" fmla="*/ 4 w 72"/>
                  <a:gd name="T3" fmla="*/ 3 h 155"/>
                  <a:gd name="T4" fmla="*/ 5 w 72"/>
                  <a:gd name="T5" fmla="*/ 5 h 155"/>
                  <a:gd name="T6" fmla="*/ 5 w 72"/>
                  <a:gd name="T7" fmla="*/ 7 h 155"/>
                  <a:gd name="T8" fmla="*/ 5 w 72"/>
                  <a:gd name="T9" fmla="*/ 9 h 155"/>
                  <a:gd name="T10" fmla="*/ 1 w 72"/>
                  <a:gd name="T11" fmla="*/ 8 h 155"/>
                  <a:gd name="T12" fmla="*/ 1 w 72"/>
                  <a:gd name="T13" fmla="*/ 6 h 155"/>
                  <a:gd name="T14" fmla="*/ 1 w 72"/>
                  <a:gd name="T15" fmla="*/ 4 h 155"/>
                  <a:gd name="T16" fmla="*/ 1 w 72"/>
                  <a:gd name="T17" fmla="*/ 2 h 155"/>
                  <a:gd name="T18" fmla="*/ 0 w 72"/>
                  <a:gd name="T19" fmla="*/ 0 h 155"/>
                  <a:gd name="T20" fmla="*/ 1 w 72"/>
                  <a:gd name="T21" fmla="*/ 0 h 155"/>
                  <a:gd name="T22" fmla="*/ 1 w 72"/>
                  <a:gd name="T23" fmla="*/ 0 h 155"/>
                  <a:gd name="T24" fmla="*/ 1 w 72"/>
                  <a:gd name="T25" fmla="*/ 0 h 155"/>
                  <a:gd name="T26" fmla="*/ 1 w 72"/>
                  <a:gd name="T27" fmla="*/ 0 h 155"/>
                  <a:gd name="T28" fmla="*/ 2 w 72"/>
                  <a:gd name="T29" fmla="*/ 0 h 155"/>
                  <a:gd name="T30" fmla="*/ 2 w 72"/>
                  <a:gd name="T31" fmla="*/ 0 h 155"/>
                  <a:gd name="T32" fmla="*/ 3 w 72"/>
                  <a:gd name="T33" fmla="*/ 1 h 155"/>
                  <a:gd name="T34" fmla="*/ 3 w 72"/>
                  <a:gd name="T35" fmla="*/ 1 h 15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72"/>
                  <a:gd name="T55" fmla="*/ 0 h 155"/>
                  <a:gd name="T56" fmla="*/ 72 w 72"/>
                  <a:gd name="T57" fmla="*/ 155 h 15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72" h="155">
                    <a:moveTo>
                      <a:pt x="60" y="18"/>
                    </a:moveTo>
                    <a:lnTo>
                      <a:pt x="64" y="56"/>
                    </a:lnTo>
                    <a:lnTo>
                      <a:pt x="68" y="90"/>
                    </a:lnTo>
                    <a:lnTo>
                      <a:pt x="72" y="124"/>
                    </a:lnTo>
                    <a:lnTo>
                      <a:pt x="69" y="155"/>
                    </a:lnTo>
                    <a:lnTo>
                      <a:pt x="21" y="141"/>
                    </a:lnTo>
                    <a:lnTo>
                      <a:pt x="16" y="104"/>
                    </a:lnTo>
                    <a:lnTo>
                      <a:pt x="13" y="70"/>
                    </a:lnTo>
                    <a:lnTo>
                      <a:pt x="8" y="35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15" y="3"/>
                    </a:lnTo>
                    <a:lnTo>
                      <a:pt x="22" y="5"/>
                    </a:lnTo>
                    <a:lnTo>
                      <a:pt x="29" y="9"/>
                    </a:lnTo>
                    <a:lnTo>
                      <a:pt x="36" y="12"/>
                    </a:lnTo>
                    <a:lnTo>
                      <a:pt x="44" y="15"/>
                    </a:lnTo>
                    <a:lnTo>
                      <a:pt x="52" y="18"/>
                    </a:lnTo>
                    <a:lnTo>
                      <a:pt x="60" y="1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Freeform 519"/>
              <p:cNvSpPr>
                <a:spLocks/>
              </p:cNvSpPr>
              <p:nvPr/>
            </p:nvSpPr>
            <p:spPr bwMode="auto">
              <a:xfrm>
                <a:off x="2909" y="1954"/>
                <a:ext cx="72" cy="76"/>
              </a:xfrm>
              <a:custGeom>
                <a:avLst/>
                <a:gdLst>
                  <a:gd name="T0" fmla="*/ 9 w 144"/>
                  <a:gd name="T1" fmla="*/ 1 h 153"/>
                  <a:gd name="T2" fmla="*/ 7 w 144"/>
                  <a:gd name="T3" fmla="*/ 2 h 153"/>
                  <a:gd name="T4" fmla="*/ 7 w 144"/>
                  <a:gd name="T5" fmla="*/ 3 h 153"/>
                  <a:gd name="T6" fmla="*/ 7 w 144"/>
                  <a:gd name="T7" fmla="*/ 4 h 153"/>
                  <a:gd name="T8" fmla="*/ 7 w 144"/>
                  <a:gd name="T9" fmla="*/ 4 h 153"/>
                  <a:gd name="T10" fmla="*/ 9 w 144"/>
                  <a:gd name="T11" fmla="*/ 5 h 153"/>
                  <a:gd name="T12" fmla="*/ 9 w 144"/>
                  <a:gd name="T13" fmla="*/ 6 h 153"/>
                  <a:gd name="T14" fmla="*/ 9 w 144"/>
                  <a:gd name="T15" fmla="*/ 7 h 153"/>
                  <a:gd name="T16" fmla="*/ 9 w 144"/>
                  <a:gd name="T17" fmla="*/ 7 h 153"/>
                  <a:gd name="T18" fmla="*/ 9 w 144"/>
                  <a:gd name="T19" fmla="*/ 8 h 153"/>
                  <a:gd name="T20" fmla="*/ 7 w 144"/>
                  <a:gd name="T21" fmla="*/ 8 h 153"/>
                  <a:gd name="T22" fmla="*/ 6 w 144"/>
                  <a:gd name="T23" fmla="*/ 8 h 153"/>
                  <a:gd name="T24" fmla="*/ 5 w 144"/>
                  <a:gd name="T25" fmla="*/ 8 h 153"/>
                  <a:gd name="T26" fmla="*/ 5 w 144"/>
                  <a:gd name="T27" fmla="*/ 8 h 153"/>
                  <a:gd name="T28" fmla="*/ 3 w 144"/>
                  <a:gd name="T29" fmla="*/ 9 h 153"/>
                  <a:gd name="T30" fmla="*/ 3 w 144"/>
                  <a:gd name="T31" fmla="*/ 9 h 153"/>
                  <a:gd name="T32" fmla="*/ 2 w 144"/>
                  <a:gd name="T33" fmla="*/ 9 h 153"/>
                  <a:gd name="T34" fmla="*/ 2 w 144"/>
                  <a:gd name="T35" fmla="*/ 9 h 153"/>
                  <a:gd name="T36" fmla="*/ 2 w 144"/>
                  <a:gd name="T37" fmla="*/ 8 h 153"/>
                  <a:gd name="T38" fmla="*/ 1 w 144"/>
                  <a:gd name="T39" fmla="*/ 7 h 153"/>
                  <a:gd name="T40" fmla="*/ 1 w 144"/>
                  <a:gd name="T41" fmla="*/ 5 h 153"/>
                  <a:gd name="T42" fmla="*/ 1 w 144"/>
                  <a:gd name="T43" fmla="*/ 4 h 153"/>
                  <a:gd name="T44" fmla="*/ 1 w 144"/>
                  <a:gd name="T45" fmla="*/ 2 h 153"/>
                  <a:gd name="T46" fmla="*/ 1 w 144"/>
                  <a:gd name="T47" fmla="*/ 1 h 153"/>
                  <a:gd name="T48" fmla="*/ 0 w 144"/>
                  <a:gd name="T49" fmla="*/ 1 h 153"/>
                  <a:gd name="T50" fmla="*/ 1 w 144"/>
                  <a:gd name="T51" fmla="*/ 1 h 153"/>
                  <a:gd name="T52" fmla="*/ 1 w 144"/>
                  <a:gd name="T53" fmla="*/ 1 h 153"/>
                  <a:gd name="T54" fmla="*/ 2 w 144"/>
                  <a:gd name="T55" fmla="*/ 0 h 153"/>
                  <a:gd name="T56" fmla="*/ 3 w 144"/>
                  <a:gd name="T57" fmla="*/ 0 h 153"/>
                  <a:gd name="T58" fmla="*/ 5 w 144"/>
                  <a:gd name="T59" fmla="*/ 0 h 153"/>
                  <a:gd name="T60" fmla="*/ 5 w 144"/>
                  <a:gd name="T61" fmla="*/ 0 h 153"/>
                  <a:gd name="T62" fmla="*/ 6 w 144"/>
                  <a:gd name="T63" fmla="*/ 0 h 153"/>
                  <a:gd name="T64" fmla="*/ 7 w 144"/>
                  <a:gd name="T65" fmla="*/ 0 h 153"/>
                  <a:gd name="T66" fmla="*/ 9 w 144"/>
                  <a:gd name="T67" fmla="*/ 1 h 153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44"/>
                  <a:gd name="T103" fmla="*/ 0 h 153"/>
                  <a:gd name="T104" fmla="*/ 144 w 144"/>
                  <a:gd name="T105" fmla="*/ 153 h 153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44" h="153">
                    <a:moveTo>
                      <a:pt x="131" y="24"/>
                    </a:moveTo>
                    <a:lnTo>
                      <a:pt x="125" y="38"/>
                    </a:lnTo>
                    <a:lnTo>
                      <a:pt x="122" y="51"/>
                    </a:lnTo>
                    <a:lnTo>
                      <a:pt x="122" y="65"/>
                    </a:lnTo>
                    <a:lnTo>
                      <a:pt x="125" y="78"/>
                    </a:lnTo>
                    <a:lnTo>
                      <a:pt x="129" y="91"/>
                    </a:lnTo>
                    <a:lnTo>
                      <a:pt x="133" y="104"/>
                    </a:lnTo>
                    <a:lnTo>
                      <a:pt x="139" y="115"/>
                    </a:lnTo>
                    <a:lnTo>
                      <a:pt x="144" y="127"/>
                    </a:lnTo>
                    <a:lnTo>
                      <a:pt x="131" y="128"/>
                    </a:lnTo>
                    <a:lnTo>
                      <a:pt x="118" y="130"/>
                    </a:lnTo>
                    <a:lnTo>
                      <a:pt x="105" y="133"/>
                    </a:lnTo>
                    <a:lnTo>
                      <a:pt x="91" y="136"/>
                    </a:lnTo>
                    <a:lnTo>
                      <a:pt x="77" y="140"/>
                    </a:lnTo>
                    <a:lnTo>
                      <a:pt x="63" y="144"/>
                    </a:lnTo>
                    <a:lnTo>
                      <a:pt x="50" y="149"/>
                    </a:lnTo>
                    <a:lnTo>
                      <a:pt x="39" y="153"/>
                    </a:lnTo>
                    <a:lnTo>
                      <a:pt x="37" y="148"/>
                    </a:lnTo>
                    <a:lnTo>
                      <a:pt x="33" y="134"/>
                    </a:lnTo>
                    <a:lnTo>
                      <a:pt x="26" y="113"/>
                    </a:lnTo>
                    <a:lnTo>
                      <a:pt x="19" y="90"/>
                    </a:lnTo>
                    <a:lnTo>
                      <a:pt x="11" y="66"/>
                    </a:lnTo>
                    <a:lnTo>
                      <a:pt x="6" y="45"/>
                    </a:lnTo>
                    <a:lnTo>
                      <a:pt x="1" y="29"/>
                    </a:lnTo>
                    <a:lnTo>
                      <a:pt x="0" y="22"/>
                    </a:lnTo>
                    <a:lnTo>
                      <a:pt x="15" y="19"/>
                    </a:lnTo>
                    <a:lnTo>
                      <a:pt x="29" y="16"/>
                    </a:lnTo>
                    <a:lnTo>
                      <a:pt x="44" y="13"/>
                    </a:lnTo>
                    <a:lnTo>
                      <a:pt x="58" y="9"/>
                    </a:lnTo>
                    <a:lnTo>
                      <a:pt x="73" y="7"/>
                    </a:lnTo>
                    <a:lnTo>
                      <a:pt x="90" y="5"/>
                    </a:lnTo>
                    <a:lnTo>
                      <a:pt x="105" y="2"/>
                    </a:lnTo>
                    <a:lnTo>
                      <a:pt x="120" y="0"/>
                    </a:lnTo>
                    <a:lnTo>
                      <a:pt x="131" y="2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520"/>
              <p:cNvSpPr>
                <a:spLocks/>
              </p:cNvSpPr>
              <p:nvPr/>
            </p:nvSpPr>
            <p:spPr bwMode="auto">
              <a:xfrm>
                <a:off x="2674" y="1959"/>
                <a:ext cx="56" cy="77"/>
              </a:xfrm>
              <a:custGeom>
                <a:avLst/>
                <a:gdLst>
                  <a:gd name="T0" fmla="*/ 7 w 112"/>
                  <a:gd name="T1" fmla="*/ 1 h 153"/>
                  <a:gd name="T2" fmla="*/ 7 w 112"/>
                  <a:gd name="T3" fmla="*/ 1 h 153"/>
                  <a:gd name="T4" fmla="*/ 7 w 112"/>
                  <a:gd name="T5" fmla="*/ 2 h 153"/>
                  <a:gd name="T6" fmla="*/ 7 w 112"/>
                  <a:gd name="T7" fmla="*/ 3 h 153"/>
                  <a:gd name="T8" fmla="*/ 7 w 112"/>
                  <a:gd name="T9" fmla="*/ 3 h 153"/>
                  <a:gd name="T10" fmla="*/ 7 w 112"/>
                  <a:gd name="T11" fmla="*/ 5 h 153"/>
                  <a:gd name="T12" fmla="*/ 7 w 112"/>
                  <a:gd name="T13" fmla="*/ 6 h 153"/>
                  <a:gd name="T14" fmla="*/ 7 w 112"/>
                  <a:gd name="T15" fmla="*/ 7 h 153"/>
                  <a:gd name="T16" fmla="*/ 7 w 112"/>
                  <a:gd name="T17" fmla="*/ 8 h 153"/>
                  <a:gd name="T18" fmla="*/ 7 w 112"/>
                  <a:gd name="T19" fmla="*/ 9 h 153"/>
                  <a:gd name="T20" fmla="*/ 7 w 112"/>
                  <a:gd name="T21" fmla="*/ 9 h 153"/>
                  <a:gd name="T22" fmla="*/ 7 w 112"/>
                  <a:gd name="T23" fmla="*/ 9 h 153"/>
                  <a:gd name="T24" fmla="*/ 7 w 112"/>
                  <a:gd name="T25" fmla="*/ 9 h 153"/>
                  <a:gd name="T26" fmla="*/ 6 w 112"/>
                  <a:gd name="T27" fmla="*/ 9 h 153"/>
                  <a:gd name="T28" fmla="*/ 6 w 112"/>
                  <a:gd name="T29" fmla="*/ 10 h 153"/>
                  <a:gd name="T30" fmla="*/ 6 w 112"/>
                  <a:gd name="T31" fmla="*/ 10 h 153"/>
                  <a:gd name="T32" fmla="*/ 5 w 112"/>
                  <a:gd name="T33" fmla="*/ 10 h 153"/>
                  <a:gd name="T34" fmla="*/ 5 w 112"/>
                  <a:gd name="T35" fmla="*/ 10 h 153"/>
                  <a:gd name="T36" fmla="*/ 4 w 112"/>
                  <a:gd name="T37" fmla="*/ 10 h 153"/>
                  <a:gd name="T38" fmla="*/ 4 w 112"/>
                  <a:gd name="T39" fmla="*/ 9 h 153"/>
                  <a:gd name="T40" fmla="*/ 3 w 112"/>
                  <a:gd name="T41" fmla="*/ 9 h 153"/>
                  <a:gd name="T42" fmla="*/ 3 w 112"/>
                  <a:gd name="T43" fmla="*/ 8 h 153"/>
                  <a:gd name="T44" fmla="*/ 3 w 112"/>
                  <a:gd name="T45" fmla="*/ 8 h 153"/>
                  <a:gd name="T46" fmla="*/ 2 w 112"/>
                  <a:gd name="T47" fmla="*/ 7 h 153"/>
                  <a:gd name="T48" fmla="*/ 2 w 112"/>
                  <a:gd name="T49" fmla="*/ 7 h 153"/>
                  <a:gd name="T50" fmla="*/ 2 w 112"/>
                  <a:gd name="T51" fmla="*/ 6 h 153"/>
                  <a:gd name="T52" fmla="*/ 1 w 112"/>
                  <a:gd name="T53" fmla="*/ 6 h 153"/>
                  <a:gd name="T54" fmla="*/ 1 w 112"/>
                  <a:gd name="T55" fmla="*/ 6 h 153"/>
                  <a:gd name="T56" fmla="*/ 1 w 112"/>
                  <a:gd name="T57" fmla="*/ 6 h 153"/>
                  <a:gd name="T58" fmla="*/ 1 w 112"/>
                  <a:gd name="T59" fmla="*/ 6 h 153"/>
                  <a:gd name="T60" fmla="*/ 1 w 112"/>
                  <a:gd name="T61" fmla="*/ 5 h 153"/>
                  <a:gd name="T62" fmla="*/ 1 w 112"/>
                  <a:gd name="T63" fmla="*/ 5 h 153"/>
                  <a:gd name="T64" fmla="*/ 1 w 112"/>
                  <a:gd name="T65" fmla="*/ 5 h 153"/>
                  <a:gd name="T66" fmla="*/ 1 w 112"/>
                  <a:gd name="T67" fmla="*/ 5 h 153"/>
                  <a:gd name="T68" fmla="*/ 0 w 112"/>
                  <a:gd name="T69" fmla="*/ 4 h 153"/>
                  <a:gd name="T70" fmla="*/ 1 w 112"/>
                  <a:gd name="T71" fmla="*/ 4 h 153"/>
                  <a:gd name="T72" fmla="*/ 1 w 112"/>
                  <a:gd name="T73" fmla="*/ 4 h 153"/>
                  <a:gd name="T74" fmla="*/ 3 w 112"/>
                  <a:gd name="T75" fmla="*/ 3 h 153"/>
                  <a:gd name="T76" fmla="*/ 3 w 112"/>
                  <a:gd name="T77" fmla="*/ 3 h 153"/>
                  <a:gd name="T78" fmla="*/ 4 w 112"/>
                  <a:gd name="T79" fmla="*/ 4 h 153"/>
                  <a:gd name="T80" fmla="*/ 4 w 112"/>
                  <a:gd name="T81" fmla="*/ 5 h 153"/>
                  <a:gd name="T82" fmla="*/ 4 w 112"/>
                  <a:gd name="T83" fmla="*/ 5 h 153"/>
                  <a:gd name="T84" fmla="*/ 5 w 112"/>
                  <a:gd name="T85" fmla="*/ 5 h 153"/>
                  <a:gd name="T86" fmla="*/ 5 w 112"/>
                  <a:gd name="T87" fmla="*/ 4 h 153"/>
                  <a:gd name="T88" fmla="*/ 6 w 112"/>
                  <a:gd name="T89" fmla="*/ 4 h 153"/>
                  <a:gd name="T90" fmla="*/ 6 w 112"/>
                  <a:gd name="T91" fmla="*/ 3 h 153"/>
                  <a:gd name="T92" fmla="*/ 6 w 112"/>
                  <a:gd name="T93" fmla="*/ 3 h 153"/>
                  <a:gd name="T94" fmla="*/ 5 w 112"/>
                  <a:gd name="T95" fmla="*/ 2 h 153"/>
                  <a:gd name="T96" fmla="*/ 6 w 112"/>
                  <a:gd name="T97" fmla="*/ 1 h 153"/>
                  <a:gd name="T98" fmla="*/ 6 w 112"/>
                  <a:gd name="T99" fmla="*/ 0 h 153"/>
                  <a:gd name="T100" fmla="*/ 7 w 112"/>
                  <a:gd name="T101" fmla="*/ 0 h 153"/>
                  <a:gd name="T102" fmla="*/ 7 w 112"/>
                  <a:gd name="T103" fmla="*/ 1 h 153"/>
                  <a:gd name="T104" fmla="*/ 7 w 112"/>
                  <a:gd name="T105" fmla="*/ 1 h 153"/>
                  <a:gd name="T106" fmla="*/ 7 w 112"/>
                  <a:gd name="T107" fmla="*/ 1 h 153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112"/>
                  <a:gd name="T163" fmla="*/ 0 h 153"/>
                  <a:gd name="T164" fmla="*/ 112 w 112"/>
                  <a:gd name="T165" fmla="*/ 153 h 153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112" h="153">
                    <a:moveTo>
                      <a:pt x="105" y="5"/>
                    </a:moveTo>
                    <a:lnTo>
                      <a:pt x="101" y="15"/>
                    </a:lnTo>
                    <a:lnTo>
                      <a:pt x="104" y="25"/>
                    </a:lnTo>
                    <a:lnTo>
                      <a:pt x="106" y="35"/>
                    </a:lnTo>
                    <a:lnTo>
                      <a:pt x="106" y="46"/>
                    </a:lnTo>
                    <a:lnTo>
                      <a:pt x="104" y="65"/>
                    </a:lnTo>
                    <a:lnTo>
                      <a:pt x="104" y="86"/>
                    </a:lnTo>
                    <a:lnTo>
                      <a:pt x="106" y="104"/>
                    </a:lnTo>
                    <a:lnTo>
                      <a:pt x="112" y="122"/>
                    </a:lnTo>
                    <a:lnTo>
                      <a:pt x="109" y="129"/>
                    </a:lnTo>
                    <a:lnTo>
                      <a:pt x="106" y="133"/>
                    </a:lnTo>
                    <a:lnTo>
                      <a:pt x="102" y="138"/>
                    </a:lnTo>
                    <a:lnTo>
                      <a:pt x="98" y="140"/>
                    </a:lnTo>
                    <a:lnTo>
                      <a:pt x="92" y="144"/>
                    </a:lnTo>
                    <a:lnTo>
                      <a:pt x="86" y="146"/>
                    </a:lnTo>
                    <a:lnTo>
                      <a:pt x="81" y="149"/>
                    </a:lnTo>
                    <a:lnTo>
                      <a:pt x="76" y="153"/>
                    </a:lnTo>
                    <a:lnTo>
                      <a:pt x="66" y="152"/>
                    </a:lnTo>
                    <a:lnTo>
                      <a:pt x="59" y="147"/>
                    </a:lnTo>
                    <a:lnTo>
                      <a:pt x="53" y="140"/>
                    </a:lnTo>
                    <a:lnTo>
                      <a:pt x="48" y="131"/>
                    </a:lnTo>
                    <a:lnTo>
                      <a:pt x="44" y="122"/>
                    </a:lnTo>
                    <a:lnTo>
                      <a:pt x="38" y="113"/>
                    </a:lnTo>
                    <a:lnTo>
                      <a:pt x="30" y="106"/>
                    </a:lnTo>
                    <a:lnTo>
                      <a:pt x="18" y="102"/>
                    </a:lnTo>
                    <a:lnTo>
                      <a:pt x="21" y="93"/>
                    </a:lnTo>
                    <a:lnTo>
                      <a:pt x="15" y="89"/>
                    </a:lnTo>
                    <a:lnTo>
                      <a:pt x="8" y="88"/>
                    </a:lnTo>
                    <a:lnTo>
                      <a:pt x="1" y="87"/>
                    </a:lnTo>
                    <a:lnTo>
                      <a:pt x="7" y="83"/>
                    </a:lnTo>
                    <a:lnTo>
                      <a:pt x="9" y="78"/>
                    </a:lnTo>
                    <a:lnTo>
                      <a:pt x="8" y="75"/>
                    </a:lnTo>
                    <a:lnTo>
                      <a:pt x="5" y="70"/>
                    </a:lnTo>
                    <a:lnTo>
                      <a:pt x="2" y="65"/>
                    </a:lnTo>
                    <a:lnTo>
                      <a:pt x="0" y="61"/>
                    </a:lnTo>
                    <a:lnTo>
                      <a:pt x="1" y="55"/>
                    </a:lnTo>
                    <a:lnTo>
                      <a:pt x="7" y="50"/>
                    </a:lnTo>
                    <a:lnTo>
                      <a:pt x="46" y="34"/>
                    </a:lnTo>
                    <a:lnTo>
                      <a:pt x="47" y="43"/>
                    </a:lnTo>
                    <a:lnTo>
                      <a:pt x="51" y="55"/>
                    </a:lnTo>
                    <a:lnTo>
                      <a:pt x="56" y="65"/>
                    </a:lnTo>
                    <a:lnTo>
                      <a:pt x="64" y="73"/>
                    </a:lnTo>
                    <a:lnTo>
                      <a:pt x="71" y="69"/>
                    </a:lnTo>
                    <a:lnTo>
                      <a:pt x="78" y="63"/>
                    </a:lnTo>
                    <a:lnTo>
                      <a:pt x="83" y="56"/>
                    </a:lnTo>
                    <a:lnTo>
                      <a:pt x="87" y="48"/>
                    </a:lnTo>
                    <a:lnTo>
                      <a:pt x="82" y="33"/>
                    </a:lnTo>
                    <a:lnTo>
                      <a:pt x="77" y="19"/>
                    </a:lnTo>
                    <a:lnTo>
                      <a:pt x="81" y="8"/>
                    </a:lnTo>
                    <a:lnTo>
                      <a:pt x="96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3"/>
                    </a:lnTo>
                    <a:lnTo>
                      <a:pt x="105" y="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521"/>
              <p:cNvSpPr>
                <a:spLocks/>
              </p:cNvSpPr>
              <p:nvPr/>
            </p:nvSpPr>
            <p:spPr bwMode="auto">
              <a:xfrm>
                <a:off x="2827" y="1969"/>
                <a:ext cx="86" cy="85"/>
              </a:xfrm>
              <a:custGeom>
                <a:avLst/>
                <a:gdLst>
                  <a:gd name="T0" fmla="*/ 10 w 173"/>
                  <a:gd name="T1" fmla="*/ 7 h 172"/>
                  <a:gd name="T2" fmla="*/ 9 w 173"/>
                  <a:gd name="T3" fmla="*/ 8 h 172"/>
                  <a:gd name="T4" fmla="*/ 8 w 173"/>
                  <a:gd name="T5" fmla="*/ 8 h 172"/>
                  <a:gd name="T6" fmla="*/ 7 w 173"/>
                  <a:gd name="T7" fmla="*/ 8 h 172"/>
                  <a:gd name="T8" fmla="*/ 6 w 173"/>
                  <a:gd name="T9" fmla="*/ 9 h 172"/>
                  <a:gd name="T10" fmla="*/ 5 w 173"/>
                  <a:gd name="T11" fmla="*/ 9 h 172"/>
                  <a:gd name="T12" fmla="*/ 4 w 173"/>
                  <a:gd name="T13" fmla="*/ 9 h 172"/>
                  <a:gd name="T14" fmla="*/ 2 w 173"/>
                  <a:gd name="T15" fmla="*/ 10 h 172"/>
                  <a:gd name="T16" fmla="*/ 1 w 173"/>
                  <a:gd name="T17" fmla="*/ 10 h 172"/>
                  <a:gd name="T18" fmla="*/ 1 w 173"/>
                  <a:gd name="T19" fmla="*/ 9 h 172"/>
                  <a:gd name="T20" fmla="*/ 0 w 173"/>
                  <a:gd name="T21" fmla="*/ 6 h 172"/>
                  <a:gd name="T22" fmla="*/ 0 w 173"/>
                  <a:gd name="T23" fmla="*/ 4 h 172"/>
                  <a:gd name="T24" fmla="*/ 0 w 173"/>
                  <a:gd name="T25" fmla="*/ 2 h 172"/>
                  <a:gd name="T26" fmla="*/ 1 w 173"/>
                  <a:gd name="T27" fmla="*/ 2 h 172"/>
                  <a:gd name="T28" fmla="*/ 2 w 173"/>
                  <a:gd name="T29" fmla="*/ 1 h 172"/>
                  <a:gd name="T30" fmla="*/ 3 w 173"/>
                  <a:gd name="T31" fmla="*/ 1 h 172"/>
                  <a:gd name="T32" fmla="*/ 4 w 173"/>
                  <a:gd name="T33" fmla="*/ 1 h 172"/>
                  <a:gd name="T34" fmla="*/ 5 w 173"/>
                  <a:gd name="T35" fmla="*/ 0 h 172"/>
                  <a:gd name="T36" fmla="*/ 6 w 173"/>
                  <a:gd name="T37" fmla="*/ 0 h 172"/>
                  <a:gd name="T38" fmla="*/ 7 w 173"/>
                  <a:gd name="T39" fmla="*/ 0 h 172"/>
                  <a:gd name="T40" fmla="*/ 8 w 173"/>
                  <a:gd name="T41" fmla="*/ 0 h 172"/>
                  <a:gd name="T42" fmla="*/ 9 w 173"/>
                  <a:gd name="T43" fmla="*/ 1 h 172"/>
                  <a:gd name="T44" fmla="*/ 10 w 173"/>
                  <a:gd name="T45" fmla="*/ 4 h 172"/>
                  <a:gd name="T46" fmla="*/ 10 w 173"/>
                  <a:gd name="T47" fmla="*/ 6 h 172"/>
                  <a:gd name="T48" fmla="*/ 10 w 173"/>
                  <a:gd name="T49" fmla="*/ 7 h 17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73"/>
                  <a:gd name="T76" fmla="*/ 0 h 172"/>
                  <a:gd name="T77" fmla="*/ 173 w 173"/>
                  <a:gd name="T78" fmla="*/ 172 h 17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73" h="172">
                    <a:moveTo>
                      <a:pt x="173" y="122"/>
                    </a:moveTo>
                    <a:lnTo>
                      <a:pt x="157" y="129"/>
                    </a:lnTo>
                    <a:lnTo>
                      <a:pt x="138" y="135"/>
                    </a:lnTo>
                    <a:lnTo>
                      <a:pt x="120" y="139"/>
                    </a:lnTo>
                    <a:lnTo>
                      <a:pt x="102" y="145"/>
                    </a:lnTo>
                    <a:lnTo>
                      <a:pt x="82" y="150"/>
                    </a:lnTo>
                    <a:lnTo>
                      <a:pt x="64" y="157"/>
                    </a:lnTo>
                    <a:lnTo>
                      <a:pt x="46" y="164"/>
                    </a:lnTo>
                    <a:lnTo>
                      <a:pt x="30" y="172"/>
                    </a:lnTo>
                    <a:lnTo>
                      <a:pt x="20" y="146"/>
                    </a:lnTo>
                    <a:lnTo>
                      <a:pt x="11" y="111"/>
                    </a:lnTo>
                    <a:lnTo>
                      <a:pt x="4" y="74"/>
                    </a:lnTo>
                    <a:lnTo>
                      <a:pt x="0" y="43"/>
                    </a:lnTo>
                    <a:lnTo>
                      <a:pt x="17" y="37"/>
                    </a:lnTo>
                    <a:lnTo>
                      <a:pt x="36" y="31"/>
                    </a:lnTo>
                    <a:lnTo>
                      <a:pt x="53" y="25"/>
                    </a:lnTo>
                    <a:lnTo>
                      <a:pt x="70" y="20"/>
                    </a:lnTo>
                    <a:lnTo>
                      <a:pt x="89" y="14"/>
                    </a:lnTo>
                    <a:lnTo>
                      <a:pt x="106" y="9"/>
                    </a:lnTo>
                    <a:lnTo>
                      <a:pt x="123" y="5"/>
                    </a:lnTo>
                    <a:lnTo>
                      <a:pt x="141" y="0"/>
                    </a:lnTo>
                    <a:lnTo>
                      <a:pt x="151" y="25"/>
                    </a:lnTo>
                    <a:lnTo>
                      <a:pt x="163" y="67"/>
                    </a:lnTo>
                    <a:lnTo>
                      <a:pt x="170" y="105"/>
                    </a:lnTo>
                    <a:lnTo>
                      <a:pt x="173" y="12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Freeform 522"/>
              <p:cNvSpPr>
                <a:spLocks/>
              </p:cNvSpPr>
              <p:nvPr/>
            </p:nvSpPr>
            <p:spPr bwMode="auto">
              <a:xfrm>
                <a:off x="2579" y="1967"/>
                <a:ext cx="3" cy="10"/>
              </a:xfrm>
              <a:custGeom>
                <a:avLst/>
                <a:gdLst>
                  <a:gd name="T0" fmla="*/ 0 w 7"/>
                  <a:gd name="T1" fmla="*/ 0 h 18"/>
                  <a:gd name="T2" fmla="*/ 0 w 7"/>
                  <a:gd name="T3" fmla="*/ 1 h 18"/>
                  <a:gd name="T4" fmla="*/ 0 w 7"/>
                  <a:gd name="T5" fmla="*/ 1 h 18"/>
                  <a:gd name="T6" fmla="*/ 0 w 7"/>
                  <a:gd name="T7" fmla="*/ 1 h 18"/>
                  <a:gd name="T8" fmla="*/ 0 w 7"/>
                  <a:gd name="T9" fmla="*/ 2 h 18"/>
                  <a:gd name="T10" fmla="*/ 0 w 7"/>
                  <a:gd name="T11" fmla="*/ 1 h 18"/>
                  <a:gd name="T12" fmla="*/ 0 w 7"/>
                  <a:gd name="T13" fmla="*/ 1 h 18"/>
                  <a:gd name="T14" fmla="*/ 0 w 7"/>
                  <a:gd name="T15" fmla="*/ 1 h 18"/>
                  <a:gd name="T16" fmla="*/ 0 w 7"/>
                  <a:gd name="T17" fmla="*/ 0 h 1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"/>
                  <a:gd name="T28" fmla="*/ 0 h 18"/>
                  <a:gd name="T29" fmla="*/ 7 w 7"/>
                  <a:gd name="T30" fmla="*/ 18 h 1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" h="18">
                    <a:moveTo>
                      <a:pt x="7" y="0"/>
                    </a:moveTo>
                    <a:lnTo>
                      <a:pt x="7" y="4"/>
                    </a:lnTo>
                    <a:lnTo>
                      <a:pt x="7" y="9"/>
                    </a:lnTo>
                    <a:lnTo>
                      <a:pt x="6" y="15"/>
                    </a:lnTo>
                    <a:lnTo>
                      <a:pt x="2" y="18"/>
                    </a:lnTo>
                    <a:lnTo>
                      <a:pt x="0" y="15"/>
                    </a:lnTo>
                    <a:lnTo>
                      <a:pt x="0" y="8"/>
                    </a:lnTo>
                    <a:lnTo>
                      <a:pt x="3" y="2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 523"/>
              <p:cNvSpPr>
                <a:spLocks/>
              </p:cNvSpPr>
              <p:nvPr/>
            </p:nvSpPr>
            <p:spPr bwMode="auto">
              <a:xfrm>
                <a:off x="2590" y="1974"/>
                <a:ext cx="45" cy="60"/>
              </a:xfrm>
              <a:custGeom>
                <a:avLst/>
                <a:gdLst>
                  <a:gd name="T0" fmla="*/ 6 w 90"/>
                  <a:gd name="T1" fmla="*/ 4 h 119"/>
                  <a:gd name="T2" fmla="*/ 1 w 90"/>
                  <a:gd name="T3" fmla="*/ 8 h 119"/>
                  <a:gd name="T4" fmla="*/ 1 w 90"/>
                  <a:gd name="T5" fmla="*/ 7 h 119"/>
                  <a:gd name="T6" fmla="*/ 0 w 90"/>
                  <a:gd name="T7" fmla="*/ 5 h 119"/>
                  <a:gd name="T8" fmla="*/ 1 w 90"/>
                  <a:gd name="T9" fmla="*/ 3 h 119"/>
                  <a:gd name="T10" fmla="*/ 1 w 90"/>
                  <a:gd name="T11" fmla="*/ 1 h 119"/>
                  <a:gd name="T12" fmla="*/ 1 w 90"/>
                  <a:gd name="T13" fmla="*/ 2 h 119"/>
                  <a:gd name="T14" fmla="*/ 1 w 90"/>
                  <a:gd name="T15" fmla="*/ 2 h 119"/>
                  <a:gd name="T16" fmla="*/ 1 w 90"/>
                  <a:gd name="T17" fmla="*/ 2 h 119"/>
                  <a:gd name="T18" fmla="*/ 1 w 90"/>
                  <a:gd name="T19" fmla="*/ 3 h 119"/>
                  <a:gd name="T20" fmla="*/ 3 w 90"/>
                  <a:gd name="T21" fmla="*/ 3 h 119"/>
                  <a:gd name="T22" fmla="*/ 3 w 90"/>
                  <a:gd name="T23" fmla="*/ 3 h 119"/>
                  <a:gd name="T24" fmla="*/ 3 w 90"/>
                  <a:gd name="T25" fmla="*/ 3 h 119"/>
                  <a:gd name="T26" fmla="*/ 3 w 90"/>
                  <a:gd name="T27" fmla="*/ 3 h 119"/>
                  <a:gd name="T28" fmla="*/ 3 w 90"/>
                  <a:gd name="T29" fmla="*/ 3 h 119"/>
                  <a:gd name="T30" fmla="*/ 3 w 90"/>
                  <a:gd name="T31" fmla="*/ 2 h 119"/>
                  <a:gd name="T32" fmla="*/ 3 w 90"/>
                  <a:gd name="T33" fmla="*/ 1 h 119"/>
                  <a:gd name="T34" fmla="*/ 3 w 90"/>
                  <a:gd name="T35" fmla="*/ 0 h 119"/>
                  <a:gd name="T36" fmla="*/ 3 w 90"/>
                  <a:gd name="T37" fmla="*/ 1 h 119"/>
                  <a:gd name="T38" fmla="*/ 3 w 90"/>
                  <a:gd name="T39" fmla="*/ 1 h 119"/>
                  <a:gd name="T40" fmla="*/ 3 w 90"/>
                  <a:gd name="T41" fmla="*/ 2 h 119"/>
                  <a:gd name="T42" fmla="*/ 5 w 90"/>
                  <a:gd name="T43" fmla="*/ 2 h 119"/>
                  <a:gd name="T44" fmla="*/ 5 w 90"/>
                  <a:gd name="T45" fmla="*/ 3 h 119"/>
                  <a:gd name="T46" fmla="*/ 5 w 90"/>
                  <a:gd name="T47" fmla="*/ 3 h 119"/>
                  <a:gd name="T48" fmla="*/ 6 w 90"/>
                  <a:gd name="T49" fmla="*/ 3 h 119"/>
                  <a:gd name="T50" fmla="*/ 6 w 90"/>
                  <a:gd name="T51" fmla="*/ 4 h 11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90"/>
                  <a:gd name="T79" fmla="*/ 0 h 119"/>
                  <a:gd name="T80" fmla="*/ 90 w 90"/>
                  <a:gd name="T81" fmla="*/ 119 h 11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90" h="119">
                    <a:moveTo>
                      <a:pt x="90" y="56"/>
                    </a:moveTo>
                    <a:lnTo>
                      <a:pt x="3" y="119"/>
                    </a:lnTo>
                    <a:lnTo>
                      <a:pt x="2" y="104"/>
                    </a:lnTo>
                    <a:lnTo>
                      <a:pt x="0" y="72"/>
                    </a:lnTo>
                    <a:lnTo>
                      <a:pt x="2" y="35"/>
                    </a:lnTo>
                    <a:lnTo>
                      <a:pt x="11" y="11"/>
                    </a:lnTo>
                    <a:lnTo>
                      <a:pt x="15" y="18"/>
                    </a:lnTo>
                    <a:lnTo>
                      <a:pt x="19" y="25"/>
                    </a:lnTo>
                    <a:lnTo>
                      <a:pt x="24" y="32"/>
                    </a:lnTo>
                    <a:lnTo>
                      <a:pt x="30" y="38"/>
                    </a:lnTo>
                    <a:lnTo>
                      <a:pt x="34" y="43"/>
                    </a:lnTo>
                    <a:lnTo>
                      <a:pt x="41" y="47"/>
                    </a:lnTo>
                    <a:lnTo>
                      <a:pt x="47" y="48"/>
                    </a:lnTo>
                    <a:lnTo>
                      <a:pt x="54" y="47"/>
                    </a:lnTo>
                    <a:lnTo>
                      <a:pt x="57" y="33"/>
                    </a:lnTo>
                    <a:lnTo>
                      <a:pt x="55" y="21"/>
                    </a:lnTo>
                    <a:lnTo>
                      <a:pt x="48" y="10"/>
                    </a:lnTo>
                    <a:lnTo>
                      <a:pt x="41" y="0"/>
                    </a:lnTo>
                    <a:lnTo>
                      <a:pt x="46" y="8"/>
                    </a:lnTo>
                    <a:lnTo>
                      <a:pt x="53" y="15"/>
                    </a:lnTo>
                    <a:lnTo>
                      <a:pt x="60" y="21"/>
                    </a:lnTo>
                    <a:lnTo>
                      <a:pt x="67" y="27"/>
                    </a:lnTo>
                    <a:lnTo>
                      <a:pt x="74" y="34"/>
                    </a:lnTo>
                    <a:lnTo>
                      <a:pt x="79" y="41"/>
                    </a:lnTo>
                    <a:lnTo>
                      <a:pt x="85" y="48"/>
                    </a:lnTo>
                    <a:lnTo>
                      <a:pt x="90" y="5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Freeform 524"/>
              <p:cNvSpPr>
                <a:spLocks/>
              </p:cNvSpPr>
              <p:nvPr/>
            </p:nvSpPr>
            <p:spPr bwMode="auto">
              <a:xfrm>
                <a:off x="2571" y="1985"/>
                <a:ext cx="15" cy="66"/>
              </a:xfrm>
              <a:custGeom>
                <a:avLst/>
                <a:gdLst>
                  <a:gd name="T0" fmla="*/ 2 w 29"/>
                  <a:gd name="T1" fmla="*/ 0 h 133"/>
                  <a:gd name="T2" fmla="*/ 2 w 29"/>
                  <a:gd name="T3" fmla="*/ 2 h 133"/>
                  <a:gd name="T4" fmla="*/ 2 w 29"/>
                  <a:gd name="T5" fmla="*/ 4 h 133"/>
                  <a:gd name="T6" fmla="*/ 1 w 29"/>
                  <a:gd name="T7" fmla="*/ 6 h 133"/>
                  <a:gd name="T8" fmla="*/ 1 w 29"/>
                  <a:gd name="T9" fmla="*/ 8 h 133"/>
                  <a:gd name="T10" fmla="*/ 1 w 29"/>
                  <a:gd name="T11" fmla="*/ 8 h 133"/>
                  <a:gd name="T12" fmla="*/ 1 w 29"/>
                  <a:gd name="T13" fmla="*/ 8 h 133"/>
                  <a:gd name="T14" fmla="*/ 1 w 29"/>
                  <a:gd name="T15" fmla="*/ 8 h 133"/>
                  <a:gd name="T16" fmla="*/ 1 w 29"/>
                  <a:gd name="T17" fmla="*/ 8 h 133"/>
                  <a:gd name="T18" fmla="*/ 0 w 29"/>
                  <a:gd name="T19" fmla="*/ 7 h 133"/>
                  <a:gd name="T20" fmla="*/ 0 w 29"/>
                  <a:gd name="T21" fmla="*/ 5 h 133"/>
                  <a:gd name="T22" fmla="*/ 1 w 29"/>
                  <a:gd name="T23" fmla="*/ 2 h 133"/>
                  <a:gd name="T24" fmla="*/ 1 w 29"/>
                  <a:gd name="T25" fmla="*/ 0 h 133"/>
                  <a:gd name="T26" fmla="*/ 1 w 29"/>
                  <a:gd name="T27" fmla="*/ 0 h 133"/>
                  <a:gd name="T28" fmla="*/ 2 w 29"/>
                  <a:gd name="T29" fmla="*/ 0 h 133"/>
                  <a:gd name="T30" fmla="*/ 2 w 29"/>
                  <a:gd name="T31" fmla="*/ 0 h 133"/>
                  <a:gd name="T32" fmla="*/ 2 w 29"/>
                  <a:gd name="T33" fmla="*/ 0 h 13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9"/>
                  <a:gd name="T52" fmla="*/ 0 h 133"/>
                  <a:gd name="T53" fmla="*/ 29 w 29"/>
                  <a:gd name="T54" fmla="*/ 133 h 13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9" h="133">
                    <a:moveTo>
                      <a:pt x="29" y="3"/>
                    </a:moveTo>
                    <a:lnTo>
                      <a:pt x="22" y="35"/>
                    </a:lnTo>
                    <a:lnTo>
                      <a:pt x="18" y="66"/>
                    </a:lnTo>
                    <a:lnTo>
                      <a:pt x="16" y="98"/>
                    </a:lnTo>
                    <a:lnTo>
                      <a:pt x="14" y="129"/>
                    </a:lnTo>
                    <a:lnTo>
                      <a:pt x="10" y="131"/>
                    </a:lnTo>
                    <a:lnTo>
                      <a:pt x="8" y="132"/>
                    </a:lnTo>
                    <a:lnTo>
                      <a:pt x="4" y="133"/>
                    </a:lnTo>
                    <a:lnTo>
                      <a:pt x="1" y="132"/>
                    </a:lnTo>
                    <a:lnTo>
                      <a:pt x="0" y="118"/>
                    </a:lnTo>
                    <a:lnTo>
                      <a:pt x="0" y="86"/>
                    </a:lnTo>
                    <a:lnTo>
                      <a:pt x="2" y="45"/>
                    </a:lnTo>
                    <a:lnTo>
                      <a:pt x="11" y="8"/>
                    </a:lnTo>
                    <a:lnTo>
                      <a:pt x="15" y="5"/>
                    </a:lnTo>
                    <a:lnTo>
                      <a:pt x="19" y="1"/>
                    </a:lnTo>
                    <a:lnTo>
                      <a:pt x="24" y="0"/>
                    </a:lnTo>
                    <a:lnTo>
                      <a:pt x="29" y="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Freeform 525"/>
              <p:cNvSpPr>
                <a:spLocks/>
              </p:cNvSpPr>
              <p:nvPr/>
            </p:nvSpPr>
            <p:spPr bwMode="auto">
              <a:xfrm>
                <a:off x="2738" y="1996"/>
                <a:ext cx="90" cy="75"/>
              </a:xfrm>
              <a:custGeom>
                <a:avLst/>
                <a:gdLst>
                  <a:gd name="T0" fmla="*/ 10 w 179"/>
                  <a:gd name="T1" fmla="*/ 0 h 151"/>
                  <a:gd name="T2" fmla="*/ 11 w 179"/>
                  <a:gd name="T3" fmla="*/ 2 h 151"/>
                  <a:gd name="T4" fmla="*/ 11 w 179"/>
                  <a:gd name="T5" fmla="*/ 4 h 151"/>
                  <a:gd name="T6" fmla="*/ 11 w 179"/>
                  <a:gd name="T7" fmla="*/ 6 h 151"/>
                  <a:gd name="T8" fmla="*/ 12 w 179"/>
                  <a:gd name="T9" fmla="*/ 7 h 151"/>
                  <a:gd name="T10" fmla="*/ 11 w 179"/>
                  <a:gd name="T11" fmla="*/ 8 h 151"/>
                  <a:gd name="T12" fmla="*/ 11 w 179"/>
                  <a:gd name="T13" fmla="*/ 8 h 151"/>
                  <a:gd name="T14" fmla="*/ 10 w 179"/>
                  <a:gd name="T15" fmla="*/ 8 h 151"/>
                  <a:gd name="T16" fmla="*/ 10 w 179"/>
                  <a:gd name="T17" fmla="*/ 9 h 151"/>
                  <a:gd name="T18" fmla="*/ 9 w 179"/>
                  <a:gd name="T19" fmla="*/ 9 h 151"/>
                  <a:gd name="T20" fmla="*/ 9 w 179"/>
                  <a:gd name="T21" fmla="*/ 9 h 151"/>
                  <a:gd name="T22" fmla="*/ 8 w 179"/>
                  <a:gd name="T23" fmla="*/ 9 h 151"/>
                  <a:gd name="T24" fmla="*/ 8 w 179"/>
                  <a:gd name="T25" fmla="*/ 9 h 151"/>
                  <a:gd name="T26" fmla="*/ 7 w 179"/>
                  <a:gd name="T27" fmla="*/ 9 h 151"/>
                  <a:gd name="T28" fmla="*/ 6 w 179"/>
                  <a:gd name="T29" fmla="*/ 9 h 151"/>
                  <a:gd name="T30" fmla="*/ 5 w 179"/>
                  <a:gd name="T31" fmla="*/ 8 h 151"/>
                  <a:gd name="T32" fmla="*/ 4 w 179"/>
                  <a:gd name="T33" fmla="*/ 8 h 151"/>
                  <a:gd name="T34" fmla="*/ 4 w 179"/>
                  <a:gd name="T35" fmla="*/ 8 h 151"/>
                  <a:gd name="T36" fmla="*/ 3 w 179"/>
                  <a:gd name="T37" fmla="*/ 7 h 151"/>
                  <a:gd name="T38" fmla="*/ 2 w 179"/>
                  <a:gd name="T39" fmla="*/ 7 h 151"/>
                  <a:gd name="T40" fmla="*/ 1 w 179"/>
                  <a:gd name="T41" fmla="*/ 7 h 151"/>
                  <a:gd name="T42" fmla="*/ 1 w 179"/>
                  <a:gd name="T43" fmla="*/ 6 h 151"/>
                  <a:gd name="T44" fmla="*/ 0 w 179"/>
                  <a:gd name="T45" fmla="*/ 5 h 151"/>
                  <a:gd name="T46" fmla="*/ 0 w 179"/>
                  <a:gd name="T47" fmla="*/ 5 h 151"/>
                  <a:gd name="T48" fmla="*/ 1 w 179"/>
                  <a:gd name="T49" fmla="*/ 4 h 151"/>
                  <a:gd name="T50" fmla="*/ 2 w 179"/>
                  <a:gd name="T51" fmla="*/ 3 h 151"/>
                  <a:gd name="T52" fmla="*/ 3 w 179"/>
                  <a:gd name="T53" fmla="*/ 3 h 151"/>
                  <a:gd name="T54" fmla="*/ 4 w 179"/>
                  <a:gd name="T55" fmla="*/ 2 h 151"/>
                  <a:gd name="T56" fmla="*/ 5 w 179"/>
                  <a:gd name="T57" fmla="*/ 2 h 151"/>
                  <a:gd name="T58" fmla="*/ 6 w 179"/>
                  <a:gd name="T59" fmla="*/ 1 h 151"/>
                  <a:gd name="T60" fmla="*/ 8 w 179"/>
                  <a:gd name="T61" fmla="*/ 1 h 151"/>
                  <a:gd name="T62" fmla="*/ 9 w 179"/>
                  <a:gd name="T63" fmla="*/ 0 h 151"/>
                  <a:gd name="T64" fmla="*/ 10 w 179"/>
                  <a:gd name="T65" fmla="*/ 0 h 15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79"/>
                  <a:gd name="T100" fmla="*/ 0 h 151"/>
                  <a:gd name="T101" fmla="*/ 179 w 179"/>
                  <a:gd name="T102" fmla="*/ 151 h 15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79" h="151">
                    <a:moveTo>
                      <a:pt x="155" y="0"/>
                    </a:moveTo>
                    <a:lnTo>
                      <a:pt x="163" y="32"/>
                    </a:lnTo>
                    <a:lnTo>
                      <a:pt x="169" y="67"/>
                    </a:lnTo>
                    <a:lnTo>
                      <a:pt x="173" y="99"/>
                    </a:lnTo>
                    <a:lnTo>
                      <a:pt x="179" y="127"/>
                    </a:lnTo>
                    <a:lnTo>
                      <a:pt x="173" y="130"/>
                    </a:lnTo>
                    <a:lnTo>
                      <a:pt x="165" y="135"/>
                    </a:lnTo>
                    <a:lnTo>
                      <a:pt x="158" y="140"/>
                    </a:lnTo>
                    <a:lnTo>
                      <a:pt x="150" y="145"/>
                    </a:lnTo>
                    <a:lnTo>
                      <a:pt x="141" y="149"/>
                    </a:lnTo>
                    <a:lnTo>
                      <a:pt x="133" y="151"/>
                    </a:lnTo>
                    <a:lnTo>
                      <a:pt x="124" y="150"/>
                    </a:lnTo>
                    <a:lnTo>
                      <a:pt x="116" y="145"/>
                    </a:lnTo>
                    <a:lnTo>
                      <a:pt x="102" y="148"/>
                    </a:lnTo>
                    <a:lnTo>
                      <a:pt x="90" y="147"/>
                    </a:lnTo>
                    <a:lnTo>
                      <a:pt x="77" y="142"/>
                    </a:lnTo>
                    <a:lnTo>
                      <a:pt x="63" y="135"/>
                    </a:lnTo>
                    <a:lnTo>
                      <a:pt x="50" y="129"/>
                    </a:lnTo>
                    <a:lnTo>
                      <a:pt x="37" y="123"/>
                    </a:lnTo>
                    <a:lnTo>
                      <a:pt x="22" y="121"/>
                    </a:lnTo>
                    <a:lnTo>
                      <a:pt x="7" y="121"/>
                    </a:lnTo>
                    <a:lnTo>
                      <a:pt x="4" y="106"/>
                    </a:lnTo>
                    <a:lnTo>
                      <a:pt x="0" y="92"/>
                    </a:lnTo>
                    <a:lnTo>
                      <a:pt x="0" y="80"/>
                    </a:lnTo>
                    <a:lnTo>
                      <a:pt x="7" y="65"/>
                    </a:lnTo>
                    <a:lnTo>
                      <a:pt x="24" y="57"/>
                    </a:lnTo>
                    <a:lnTo>
                      <a:pt x="41" y="49"/>
                    </a:lnTo>
                    <a:lnTo>
                      <a:pt x="59" y="41"/>
                    </a:lnTo>
                    <a:lnTo>
                      <a:pt x="77" y="32"/>
                    </a:lnTo>
                    <a:lnTo>
                      <a:pt x="95" y="24"/>
                    </a:lnTo>
                    <a:lnTo>
                      <a:pt x="115" y="16"/>
                    </a:lnTo>
                    <a:lnTo>
                      <a:pt x="135" y="8"/>
                    </a:lnTo>
                    <a:lnTo>
                      <a:pt x="1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526"/>
              <p:cNvSpPr>
                <a:spLocks/>
              </p:cNvSpPr>
              <p:nvPr/>
            </p:nvSpPr>
            <p:spPr bwMode="auto">
              <a:xfrm>
                <a:off x="2589" y="2013"/>
                <a:ext cx="61" cy="100"/>
              </a:xfrm>
              <a:custGeom>
                <a:avLst/>
                <a:gdLst>
                  <a:gd name="T0" fmla="*/ 7 w 123"/>
                  <a:gd name="T1" fmla="*/ 8 h 199"/>
                  <a:gd name="T2" fmla="*/ 6 w 123"/>
                  <a:gd name="T3" fmla="*/ 9 h 199"/>
                  <a:gd name="T4" fmla="*/ 5 w 123"/>
                  <a:gd name="T5" fmla="*/ 10 h 199"/>
                  <a:gd name="T6" fmla="*/ 4 w 123"/>
                  <a:gd name="T7" fmla="*/ 10 h 199"/>
                  <a:gd name="T8" fmla="*/ 3 w 123"/>
                  <a:gd name="T9" fmla="*/ 11 h 199"/>
                  <a:gd name="T10" fmla="*/ 2 w 123"/>
                  <a:gd name="T11" fmla="*/ 12 h 199"/>
                  <a:gd name="T12" fmla="*/ 2 w 123"/>
                  <a:gd name="T13" fmla="*/ 12 h 199"/>
                  <a:gd name="T14" fmla="*/ 1 w 123"/>
                  <a:gd name="T15" fmla="*/ 13 h 199"/>
                  <a:gd name="T16" fmla="*/ 1 w 123"/>
                  <a:gd name="T17" fmla="*/ 13 h 199"/>
                  <a:gd name="T18" fmla="*/ 1 w 123"/>
                  <a:gd name="T19" fmla="*/ 12 h 199"/>
                  <a:gd name="T20" fmla="*/ 0 w 123"/>
                  <a:gd name="T21" fmla="*/ 9 h 199"/>
                  <a:gd name="T22" fmla="*/ 0 w 123"/>
                  <a:gd name="T23" fmla="*/ 7 h 199"/>
                  <a:gd name="T24" fmla="*/ 0 w 123"/>
                  <a:gd name="T25" fmla="*/ 5 h 199"/>
                  <a:gd name="T26" fmla="*/ 0 w 123"/>
                  <a:gd name="T27" fmla="*/ 5 h 199"/>
                  <a:gd name="T28" fmla="*/ 1 w 123"/>
                  <a:gd name="T29" fmla="*/ 4 h 199"/>
                  <a:gd name="T30" fmla="*/ 2 w 123"/>
                  <a:gd name="T31" fmla="*/ 3 h 199"/>
                  <a:gd name="T32" fmla="*/ 3 w 123"/>
                  <a:gd name="T33" fmla="*/ 3 h 199"/>
                  <a:gd name="T34" fmla="*/ 4 w 123"/>
                  <a:gd name="T35" fmla="*/ 2 h 199"/>
                  <a:gd name="T36" fmla="*/ 5 w 123"/>
                  <a:gd name="T37" fmla="*/ 1 h 199"/>
                  <a:gd name="T38" fmla="*/ 6 w 123"/>
                  <a:gd name="T39" fmla="*/ 1 h 199"/>
                  <a:gd name="T40" fmla="*/ 6 w 123"/>
                  <a:gd name="T41" fmla="*/ 0 h 199"/>
                  <a:gd name="T42" fmla="*/ 6 w 123"/>
                  <a:gd name="T43" fmla="*/ 3 h 199"/>
                  <a:gd name="T44" fmla="*/ 7 w 123"/>
                  <a:gd name="T45" fmla="*/ 5 h 199"/>
                  <a:gd name="T46" fmla="*/ 7 w 123"/>
                  <a:gd name="T47" fmla="*/ 7 h 199"/>
                  <a:gd name="T48" fmla="*/ 7 w 123"/>
                  <a:gd name="T49" fmla="*/ 8 h 199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23"/>
                  <a:gd name="T76" fmla="*/ 0 h 199"/>
                  <a:gd name="T77" fmla="*/ 123 w 123"/>
                  <a:gd name="T78" fmla="*/ 199 h 199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23" h="199">
                    <a:moveTo>
                      <a:pt x="123" y="126"/>
                    </a:moveTo>
                    <a:lnTo>
                      <a:pt x="109" y="136"/>
                    </a:lnTo>
                    <a:lnTo>
                      <a:pt x="93" y="147"/>
                    </a:lnTo>
                    <a:lnTo>
                      <a:pt x="77" y="160"/>
                    </a:lnTo>
                    <a:lnTo>
                      <a:pt x="60" y="172"/>
                    </a:lnTo>
                    <a:lnTo>
                      <a:pt x="47" y="183"/>
                    </a:lnTo>
                    <a:lnTo>
                      <a:pt x="34" y="191"/>
                    </a:lnTo>
                    <a:lnTo>
                      <a:pt x="27" y="197"/>
                    </a:lnTo>
                    <a:lnTo>
                      <a:pt x="24" y="199"/>
                    </a:lnTo>
                    <a:lnTo>
                      <a:pt x="20" y="182"/>
                    </a:lnTo>
                    <a:lnTo>
                      <a:pt x="12" y="144"/>
                    </a:lnTo>
                    <a:lnTo>
                      <a:pt x="4" y="104"/>
                    </a:lnTo>
                    <a:lnTo>
                      <a:pt x="0" y="78"/>
                    </a:lnTo>
                    <a:lnTo>
                      <a:pt x="5" y="70"/>
                    </a:lnTo>
                    <a:lnTo>
                      <a:pt x="17" y="60"/>
                    </a:lnTo>
                    <a:lnTo>
                      <a:pt x="34" y="47"/>
                    </a:lnTo>
                    <a:lnTo>
                      <a:pt x="52" y="33"/>
                    </a:lnTo>
                    <a:lnTo>
                      <a:pt x="72" y="21"/>
                    </a:lnTo>
                    <a:lnTo>
                      <a:pt x="88" y="10"/>
                    </a:lnTo>
                    <a:lnTo>
                      <a:pt x="100" y="2"/>
                    </a:lnTo>
                    <a:lnTo>
                      <a:pt x="104" y="0"/>
                    </a:lnTo>
                    <a:lnTo>
                      <a:pt x="108" y="34"/>
                    </a:lnTo>
                    <a:lnTo>
                      <a:pt x="113" y="75"/>
                    </a:lnTo>
                    <a:lnTo>
                      <a:pt x="120" y="109"/>
                    </a:lnTo>
                    <a:lnTo>
                      <a:pt x="123" y="12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527"/>
              <p:cNvSpPr>
                <a:spLocks/>
              </p:cNvSpPr>
              <p:nvPr/>
            </p:nvSpPr>
            <p:spPr bwMode="auto">
              <a:xfrm>
                <a:off x="2931" y="2023"/>
                <a:ext cx="87" cy="77"/>
              </a:xfrm>
              <a:custGeom>
                <a:avLst/>
                <a:gdLst>
                  <a:gd name="T0" fmla="*/ 11 w 172"/>
                  <a:gd name="T1" fmla="*/ 9 h 154"/>
                  <a:gd name="T2" fmla="*/ 10 w 172"/>
                  <a:gd name="T3" fmla="*/ 9 h 154"/>
                  <a:gd name="T4" fmla="*/ 9 w 172"/>
                  <a:gd name="T5" fmla="*/ 9 h 154"/>
                  <a:gd name="T6" fmla="*/ 8 w 172"/>
                  <a:gd name="T7" fmla="*/ 9 h 154"/>
                  <a:gd name="T8" fmla="*/ 7 w 172"/>
                  <a:gd name="T9" fmla="*/ 9 h 154"/>
                  <a:gd name="T10" fmla="*/ 5 w 172"/>
                  <a:gd name="T11" fmla="*/ 9 h 154"/>
                  <a:gd name="T12" fmla="*/ 4 w 172"/>
                  <a:gd name="T13" fmla="*/ 10 h 154"/>
                  <a:gd name="T14" fmla="*/ 3 w 172"/>
                  <a:gd name="T15" fmla="*/ 10 h 154"/>
                  <a:gd name="T16" fmla="*/ 2 w 172"/>
                  <a:gd name="T17" fmla="*/ 10 h 154"/>
                  <a:gd name="T18" fmla="*/ 2 w 172"/>
                  <a:gd name="T19" fmla="*/ 7 h 154"/>
                  <a:gd name="T20" fmla="*/ 1 w 172"/>
                  <a:gd name="T21" fmla="*/ 5 h 154"/>
                  <a:gd name="T22" fmla="*/ 1 w 172"/>
                  <a:gd name="T23" fmla="*/ 5 h 154"/>
                  <a:gd name="T24" fmla="*/ 0 w 172"/>
                  <a:gd name="T25" fmla="*/ 1 h 154"/>
                  <a:gd name="T26" fmla="*/ 8 w 172"/>
                  <a:gd name="T27" fmla="*/ 0 h 154"/>
                  <a:gd name="T28" fmla="*/ 9 w 172"/>
                  <a:gd name="T29" fmla="*/ 1 h 154"/>
                  <a:gd name="T30" fmla="*/ 9 w 172"/>
                  <a:gd name="T31" fmla="*/ 1 h 154"/>
                  <a:gd name="T32" fmla="*/ 10 w 172"/>
                  <a:gd name="T33" fmla="*/ 2 h 154"/>
                  <a:gd name="T34" fmla="*/ 10 w 172"/>
                  <a:gd name="T35" fmla="*/ 3 h 154"/>
                  <a:gd name="T36" fmla="*/ 11 w 172"/>
                  <a:gd name="T37" fmla="*/ 5 h 154"/>
                  <a:gd name="T38" fmla="*/ 11 w 172"/>
                  <a:gd name="T39" fmla="*/ 5 h 154"/>
                  <a:gd name="T40" fmla="*/ 11 w 172"/>
                  <a:gd name="T41" fmla="*/ 7 h 154"/>
                  <a:gd name="T42" fmla="*/ 11 w 172"/>
                  <a:gd name="T43" fmla="*/ 9 h 15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72"/>
                  <a:gd name="T67" fmla="*/ 0 h 154"/>
                  <a:gd name="T68" fmla="*/ 172 w 172"/>
                  <a:gd name="T69" fmla="*/ 154 h 154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72" h="154">
                    <a:moveTo>
                      <a:pt x="172" y="131"/>
                    </a:moveTo>
                    <a:lnTo>
                      <a:pt x="152" y="131"/>
                    </a:lnTo>
                    <a:lnTo>
                      <a:pt x="132" y="133"/>
                    </a:lnTo>
                    <a:lnTo>
                      <a:pt x="114" y="135"/>
                    </a:lnTo>
                    <a:lnTo>
                      <a:pt x="96" y="139"/>
                    </a:lnTo>
                    <a:lnTo>
                      <a:pt x="79" y="144"/>
                    </a:lnTo>
                    <a:lnTo>
                      <a:pt x="62" y="147"/>
                    </a:lnTo>
                    <a:lnTo>
                      <a:pt x="43" y="152"/>
                    </a:lnTo>
                    <a:lnTo>
                      <a:pt x="24" y="154"/>
                    </a:lnTo>
                    <a:lnTo>
                      <a:pt x="18" y="120"/>
                    </a:lnTo>
                    <a:lnTo>
                      <a:pt x="11" y="93"/>
                    </a:lnTo>
                    <a:lnTo>
                      <a:pt x="5" y="65"/>
                    </a:lnTo>
                    <a:lnTo>
                      <a:pt x="0" y="29"/>
                    </a:lnTo>
                    <a:lnTo>
                      <a:pt x="121" y="0"/>
                    </a:lnTo>
                    <a:lnTo>
                      <a:pt x="132" y="13"/>
                    </a:lnTo>
                    <a:lnTo>
                      <a:pt x="141" y="27"/>
                    </a:lnTo>
                    <a:lnTo>
                      <a:pt x="149" y="43"/>
                    </a:lnTo>
                    <a:lnTo>
                      <a:pt x="156" y="59"/>
                    </a:lnTo>
                    <a:lnTo>
                      <a:pt x="162" y="78"/>
                    </a:lnTo>
                    <a:lnTo>
                      <a:pt x="167" y="95"/>
                    </a:lnTo>
                    <a:lnTo>
                      <a:pt x="170" y="114"/>
                    </a:lnTo>
                    <a:lnTo>
                      <a:pt x="172" y="13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 528"/>
              <p:cNvSpPr>
                <a:spLocks/>
              </p:cNvSpPr>
              <p:nvPr/>
            </p:nvSpPr>
            <p:spPr bwMode="auto">
              <a:xfrm>
                <a:off x="2653" y="2015"/>
                <a:ext cx="42" cy="53"/>
              </a:xfrm>
              <a:custGeom>
                <a:avLst/>
                <a:gdLst>
                  <a:gd name="T0" fmla="*/ 3 w 84"/>
                  <a:gd name="T1" fmla="*/ 3 h 106"/>
                  <a:gd name="T2" fmla="*/ 3 w 84"/>
                  <a:gd name="T3" fmla="*/ 3 h 106"/>
                  <a:gd name="T4" fmla="*/ 3 w 84"/>
                  <a:gd name="T5" fmla="*/ 3 h 106"/>
                  <a:gd name="T6" fmla="*/ 5 w 84"/>
                  <a:gd name="T7" fmla="*/ 3 h 106"/>
                  <a:gd name="T8" fmla="*/ 5 w 84"/>
                  <a:gd name="T9" fmla="*/ 3 h 106"/>
                  <a:gd name="T10" fmla="*/ 5 w 84"/>
                  <a:gd name="T11" fmla="*/ 3 h 106"/>
                  <a:gd name="T12" fmla="*/ 5 w 84"/>
                  <a:gd name="T13" fmla="*/ 3 h 106"/>
                  <a:gd name="T14" fmla="*/ 5 w 84"/>
                  <a:gd name="T15" fmla="*/ 3 h 106"/>
                  <a:gd name="T16" fmla="*/ 5 w 84"/>
                  <a:gd name="T17" fmla="*/ 5 h 106"/>
                  <a:gd name="T18" fmla="*/ 5 w 84"/>
                  <a:gd name="T19" fmla="*/ 5 h 106"/>
                  <a:gd name="T20" fmla="*/ 5 w 84"/>
                  <a:gd name="T21" fmla="*/ 5 h 106"/>
                  <a:gd name="T22" fmla="*/ 3 w 84"/>
                  <a:gd name="T23" fmla="*/ 5 h 106"/>
                  <a:gd name="T24" fmla="*/ 3 w 84"/>
                  <a:gd name="T25" fmla="*/ 6 h 106"/>
                  <a:gd name="T26" fmla="*/ 3 w 84"/>
                  <a:gd name="T27" fmla="*/ 6 h 106"/>
                  <a:gd name="T28" fmla="*/ 3 w 84"/>
                  <a:gd name="T29" fmla="*/ 7 h 106"/>
                  <a:gd name="T30" fmla="*/ 1 w 84"/>
                  <a:gd name="T31" fmla="*/ 7 h 106"/>
                  <a:gd name="T32" fmla="*/ 1 w 84"/>
                  <a:gd name="T33" fmla="*/ 7 h 106"/>
                  <a:gd name="T34" fmla="*/ 1 w 84"/>
                  <a:gd name="T35" fmla="*/ 6 h 106"/>
                  <a:gd name="T36" fmla="*/ 1 w 84"/>
                  <a:gd name="T37" fmla="*/ 5 h 106"/>
                  <a:gd name="T38" fmla="*/ 1 w 84"/>
                  <a:gd name="T39" fmla="*/ 2 h 106"/>
                  <a:gd name="T40" fmla="*/ 0 w 84"/>
                  <a:gd name="T41" fmla="*/ 0 h 106"/>
                  <a:gd name="T42" fmla="*/ 1 w 84"/>
                  <a:gd name="T43" fmla="*/ 1 h 106"/>
                  <a:gd name="T44" fmla="*/ 1 w 84"/>
                  <a:gd name="T45" fmla="*/ 1 h 106"/>
                  <a:gd name="T46" fmla="*/ 1 w 84"/>
                  <a:gd name="T47" fmla="*/ 1 h 106"/>
                  <a:gd name="T48" fmla="*/ 1 w 84"/>
                  <a:gd name="T49" fmla="*/ 2 h 106"/>
                  <a:gd name="T50" fmla="*/ 1 w 84"/>
                  <a:gd name="T51" fmla="*/ 2 h 106"/>
                  <a:gd name="T52" fmla="*/ 3 w 84"/>
                  <a:gd name="T53" fmla="*/ 2 h 106"/>
                  <a:gd name="T54" fmla="*/ 3 w 84"/>
                  <a:gd name="T55" fmla="*/ 3 h 106"/>
                  <a:gd name="T56" fmla="*/ 3 w 84"/>
                  <a:gd name="T57" fmla="*/ 3 h 10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84"/>
                  <a:gd name="T88" fmla="*/ 0 h 106"/>
                  <a:gd name="T89" fmla="*/ 84 w 84"/>
                  <a:gd name="T90" fmla="*/ 106 h 10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84" h="106">
                    <a:moveTo>
                      <a:pt x="49" y="38"/>
                    </a:moveTo>
                    <a:lnTo>
                      <a:pt x="57" y="37"/>
                    </a:lnTo>
                    <a:lnTo>
                      <a:pt x="62" y="38"/>
                    </a:lnTo>
                    <a:lnTo>
                      <a:pt x="68" y="42"/>
                    </a:lnTo>
                    <a:lnTo>
                      <a:pt x="73" y="46"/>
                    </a:lnTo>
                    <a:lnTo>
                      <a:pt x="76" y="51"/>
                    </a:lnTo>
                    <a:lnTo>
                      <a:pt x="79" y="57"/>
                    </a:lnTo>
                    <a:lnTo>
                      <a:pt x="82" y="61"/>
                    </a:lnTo>
                    <a:lnTo>
                      <a:pt x="84" y="66"/>
                    </a:lnTo>
                    <a:lnTo>
                      <a:pt x="76" y="69"/>
                    </a:lnTo>
                    <a:lnTo>
                      <a:pt x="68" y="74"/>
                    </a:lnTo>
                    <a:lnTo>
                      <a:pt x="60" y="80"/>
                    </a:lnTo>
                    <a:lnTo>
                      <a:pt x="53" y="85"/>
                    </a:lnTo>
                    <a:lnTo>
                      <a:pt x="45" y="91"/>
                    </a:lnTo>
                    <a:lnTo>
                      <a:pt x="37" y="97"/>
                    </a:lnTo>
                    <a:lnTo>
                      <a:pt x="29" y="102"/>
                    </a:lnTo>
                    <a:lnTo>
                      <a:pt x="21" y="106"/>
                    </a:lnTo>
                    <a:lnTo>
                      <a:pt x="16" y="96"/>
                    </a:lnTo>
                    <a:lnTo>
                      <a:pt x="9" y="67"/>
                    </a:lnTo>
                    <a:lnTo>
                      <a:pt x="4" y="32"/>
                    </a:lnTo>
                    <a:lnTo>
                      <a:pt x="0" y="0"/>
                    </a:lnTo>
                    <a:lnTo>
                      <a:pt x="7" y="1"/>
                    </a:lnTo>
                    <a:lnTo>
                      <a:pt x="13" y="5"/>
                    </a:lnTo>
                    <a:lnTo>
                      <a:pt x="19" y="11"/>
                    </a:lnTo>
                    <a:lnTo>
                      <a:pt x="23" y="18"/>
                    </a:lnTo>
                    <a:lnTo>
                      <a:pt x="28" y="23"/>
                    </a:lnTo>
                    <a:lnTo>
                      <a:pt x="34" y="30"/>
                    </a:lnTo>
                    <a:lnTo>
                      <a:pt x="41" y="35"/>
                    </a:lnTo>
                    <a:lnTo>
                      <a:pt x="49" y="3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 529"/>
              <p:cNvSpPr>
                <a:spLocks/>
              </p:cNvSpPr>
              <p:nvPr/>
            </p:nvSpPr>
            <p:spPr bwMode="auto">
              <a:xfrm>
                <a:off x="3252" y="2040"/>
                <a:ext cx="25" cy="71"/>
              </a:xfrm>
              <a:custGeom>
                <a:avLst/>
                <a:gdLst>
                  <a:gd name="T0" fmla="*/ 3 w 52"/>
                  <a:gd name="T1" fmla="*/ 0 h 143"/>
                  <a:gd name="T2" fmla="*/ 3 w 52"/>
                  <a:gd name="T3" fmla="*/ 2 h 143"/>
                  <a:gd name="T4" fmla="*/ 2 w 52"/>
                  <a:gd name="T5" fmla="*/ 4 h 143"/>
                  <a:gd name="T6" fmla="*/ 2 w 52"/>
                  <a:gd name="T7" fmla="*/ 6 h 143"/>
                  <a:gd name="T8" fmla="*/ 2 w 52"/>
                  <a:gd name="T9" fmla="*/ 8 h 143"/>
                  <a:gd name="T10" fmla="*/ 2 w 52"/>
                  <a:gd name="T11" fmla="*/ 8 h 143"/>
                  <a:gd name="T12" fmla="*/ 2 w 52"/>
                  <a:gd name="T13" fmla="*/ 8 h 143"/>
                  <a:gd name="T14" fmla="*/ 1 w 52"/>
                  <a:gd name="T15" fmla="*/ 8 h 143"/>
                  <a:gd name="T16" fmla="*/ 1 w 52"/>
                  <a:gd name="T17" fmla="*/ 8 h 143"/>
                  <a:gd name="T18" fmla="*/ 1 w 52"/>
                  <a:gd name="T19" fmla="*/ 8 h 143"/>
                  <a:gd name="T20" fmla="*/ 0 w 52"/>
                  <a:gd name="T21" fmla="*/ 8 h 143"/>
                  <a:gd name="T22" fmla="*/ 0 w 52"/>
                  <a:gd name="T23" fmla="*/ 8 h 143"/>
                  <a:gd name="T24" fmla="*/ 0 w 52"/>
                  <a:gd name="T25" fmla="*/ 8 h 143"/>
                  <a:gd name="T26" fmla="*/ 0 w 52"/>
                  <a:gd name="T27" fmla="*/ 6 h 143"/>
                  <a:gd name="T28" fmla="*/ 0 w 52"/>
                  <a:gd name="T29" fmla="*/ 4 h 143"/>
                  <a:gd name="T30" fmla="*/ 0 w 52"/>
                  <a:gd name="T31" fmla="*/ 2 h 143"/>
                  <a:gd name="T32" fmla="*/ 0 w 52"/>
                  <a:gd name="T33" fmla="*/ 0 h 143"/>
                  <a:gd name="T34" fmla="*/ 0 w 52"/>
                  <a:gd name="T35" fmla="*/ 0 h 143"/>
                  <a:gd name="T36" fmla="*/ 0 w 52"/>
                  <a:gd name="T37" fmla="*/ 0 h 143"/>
                  <a:gd name="T38" fmla="*/ 1 w 52"/>
                  <a:gd name="T39" fmla="*/ 0 h 143"/>
                  <a:gd name="T40" fmla="*/ 1 w 52"/>
                  <a:gd name="T41" fmla="*/ 0 h 143"/>
                  <a:gd name="T42" fmla="*/ 1 w 52"/>
                  <a:gd name="T43" fmla="*/ 0 h 143"/>
                  <a:gd name="T44" fmla="*/ 2 w 52"/>
                  <a:gd name="T45" fmla="*/ 0 h 143"/>
                  <a:gd name="T46" fmla="*/ 2 w 52"/>
                  <a:gd name="T47" fmla="*/ 0 h 143"/>
                  <a:gd name="T48" fmla="*/ 3 w 52"/>
                  <a:gd name="T49" fmla="*/ 0 h 143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2"/>
                  <a:gd name="T76" fmla="*/ 0 h 143"/>
                  <a:gd name="T77" fmla="*/ 52 w 52"/>
                  <a:gd name="T78" fmla="*/ 143 h 143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2" h="143">
                    <a:moveTo>
                      <a:pt x="52" y="13"/>
                    </a:moveTo>
                    <a:lnTo>
                      <a:pt x="52" y="45"/>
                    </a:lnTo>
                    <a:lnTo>
                      <a:pt x="48" y="73"/>
                    </a:lnTo>
                    <a:lnTo>
                      <a:pt x="44" y="100"/>
                    </a:lnTo>
                    <a:lnTo>
                      <a:pt x="42" y="132"/>
                    </a:lnTo>
                    <a:lnTo>
                      <a:pt x="39" y="138"/>
                    </a:lnTo>
                    <a:lnTo>
                      <a:pt x="36" y="142"/>
                    </a:lnTo>
                    <a:lnTo>
                      <a:pt x="31" y="143"/>
                    </a:lnTo>
                    <a:lnTo>
                      <a:pt x="27" y="143"/>
                    </a:lnTo>
                    <a:lnTo>
                      <a:pt x="21" y="142"/>
                    </a:lnTo>
                    <a:lnTo>
                      <a:pt x="15" y="140"/>
                    </a:lnTo>
                    <a:lnTo>
                      <a:pt x="9" y="139"/>
                    </a:lnTo>
                    <a:lnTo>
                      <a:pt x="5" y="137"/>
                    </a:lnTo>
                    <a:lnTo>
                      <a:pt x="9" y="105"/>
                    </a:lnTo>
                    <a:lnTo>
                      <a:pt x="13" y="68"/>
                    </a:lnTo>
                    <a:lnTo>
                      <a:pt x="12" y="32"/>
                    </a:lnTo>
                    <a:lnTo>
                      <a:pt x="0" y="2"/>
                    </a:lnTo>
                    <a:lnTo>
                      <a:pt x="7" y="0"/>
                    </a:lnTo>
                    <a:lnTo>
                      <a:pt x="14" y="0"/>
                    </a:lnTo>
                    <a:lnTo>
                      <a:pt x="20" y="1"/>
                    </a:lnTo>
                    <a:lnTo>
                      <a:pt x="27" y="2"/>
                    </a:lnTo>
                    <a:lnTo>
                      <a:pt x="32" y="5"/>
                    </a:lnTo>
                    <a:lnTo>
                      <a:pt x="38" y="7"/>
                    </a:lnTo>
                    <a:lnTo>
                      <a:pt x="45" y="10"/>
                    </a:lnTo>
                    <a:lnTo>
                      <a:pt x="52" y="1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530"/>
              <p:cNvSpPr>
                <a:spLocks/>
              </p:cNvSpPr>
              <p:nvPr/>
            </p:nvSpPr>
            <p:spPr bwMode="auto">
              <a:xfrm>
                <a:off x="2844" y="2042"/>
                <a:ext cx="86" cy="86"/>
              </a:xfrm>
              <a:custGeom>
                <a:avLst/>
                <a:gdLst>
                  <a:gd name="T0" fmla="*/ 10 w 172"/>
                  <a:gd name="T1" fmla="*/ 1 h 173"/>
                  <a:gd name="T2" fmla="*/ 10 w 172"/>
                  <a:gd name="T3" fmla="*/ 3 h 173"/>
                  <a:gd name="T4" fmla="*/ 11 w 172"/>
                  <a:gd name="T5" fmla="*/ 4 h 173"/>
                  <a:gd name="T6" fmla="*/ 11 w 172"/>
                  <a:gd name="T7" fmla="*/ 6 h 173"/>
                  <a:gd name="T8" fmla="*/ 11 w 172"/>
                  <a:gd name="T9" fmla="*/ 7 h 173"/>
                  <a:gd name="T10" fmla="*/ 10 w 172"/>
                  <a:gd name="T11" fmla="*/ 8 h 173"/>
                  <a:gd name="T12" fmla="*/ 9 w 172"/>
                  <a:gd name="T13" fmla="*/ 8 h 173"/>
                  <a:gd name="T14" fmla="*/ 7 w 172"/>
                  <a:gd name="T15" fmla="*/ 8 h 173"/>
                  <a:gd name="T16" fmla="*/ 6 w 172"/>
                  <a:gd name="T17" fmla="*/ 9 h 173"/>
                  <a:gd name="T18" fmla="*/ 5 w 172"/>
                  <a:gd name="T19" fmla="*/ 9 h 173"/>
                  <a:gd name="T20" fmla="*/ 5 w 172"/>
                  <a:gd name="T21" fmla="*/ 10 h 173"/>
                  <a:gd name="T22" fmla="*/ 3 w 172"/>
                  <a:gd name="T23" fmla="*/ 10 h 173"/>
                  <a:gd name="T24" fmla="*/ 3 w 172"/>
                  <a:gd name="T25" fmla="*/ 10 h 173"/>
                  <a:gd name="T26" fmla="*/ 1 w 172"/>
                  <a:gd name="T27" fmla="*/ 10 h 173"/>
                  <a:gd name="T28" fmla="*/ 1 w 172"/>
                  <a:gd name="T29" fmla="*/ 9 h 173"/>
                  <a:gd name="T30" fmla="*/ 1 w 172"/>
                  <a:gd name="T31" fmla="*/ 7 h 173"/>
                  <a:gd name="T32" fmla="*/ 1 w 172"/>
                  <a:gd name="T33" fmla="*/ 6 h 173"/>
                  <a:gd name="T34" fmla="*/ 1 w 172"/>
                  <a:gd name="T35" fmla="*/ 5 h 173"/>
                  <a:gd name="T36" fmla="*/ 0 w 172"/>
                  <a:gd name="T37" fmla="*/ 4 h 173"/>
                  <a:gd name="T38" fmla="*/ 0 w 172"/>
                  <a:gd name="T39" fmla="*/ 3 h 173"/>
                  <a:gd name="T40" fmla="*/ 1 w 172"/>
                  <a:gd name="T41" fmla="*/ 2 h 173"/>
                  <a:gd name="T42" fmla="*/ 1 w 172"/>
                  <a:gd name="T43" fmla="*/ 2 h 173"/>
                  <a:gd name="T44" fmla="*/ 3 w 172"/>
                  <a:gd name="T45" fmla="*/ 1 h 173"/>
                  <a:gd name="T46" fmla="*/ 3 w 172"/>
                  <a:gd name="T47" fmla="*/ 1 h 173"/>
                  <a:gd name="T48" fmla="*/ 5 w 172"/>
                  <a:gd name="T49" fmla="*/ 1 h 173"/>
                  <a:gd name="T50" fmla="*/ 5 w 172"/>
                  <a:gd name="T51" fmla="*/ 0 h 173"/>
                  <a:gd name="T52" fmla="*/ 7 w 172"/>
                  <a:gd name="T53" fmla="*/ 0 h 173"/>
                  <a:gd name="T54" fmla="*/ 9 w 172"/>
                  <a:gd name="T55" fmla="*/ 0 h 173"/>
                  <a:gd name="T56" fmla="*/ 10 w 172"/>
                  <a:gd name="T57" fmla="*/ 0 h 173"/>
                  <a:gd name="T58" fmla="*/ 10 w 172"/>
                  <a:gd name="T59" fmla="*/ 1 h 173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72"/>
                  <a:gd name="T91" fmla="*/ 0 h 173"/>
                  <a:gd name="T92" fmla="*/ 172 w 172"/>
                  <a:gd name="T93" fmla="*/ 173 h 173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72" h="173">
                    <a:moveTo>
                      <a:pt x="152" y="29"/>
                    </a:moveTo>
                    <a:lnTo>
                      <a:pt x="159" y="52"/>
                    </a:lnTo>
                    <a:lnTo>
                      <a:pt x="163" y="76"/>
                    </a:lnTo>
                    <a:lnTo>
                      <a:pt x="168" y="101"/>
                    </a:lnTo>
                    <a:lnTo>
                      <a:pt x="172" y="127"/>
                    </a:lnTo>
                    <a:lnTo>
                      <a:pt x="155" y="132"/>
                    </a:lnTo>
                    <a:lnTo>
                      <a:pt x="138" y="137"/>
                    </a:lnTo>
                    <a:lnTo>
                      <a:pt x="121" y="142"/>
                    </a:lnTo>
                    <a:lnTo>
                      <a:pt x="103" y="148"/>
                    </a:lnTo>
                    <a:lnTo>
                      <a:pt x="86" y="154"/>
                    </a:lnTo>
                    <a:lnTo>
                      <a:pt x="70" y="161"/>
                    </a:lnTo>
                    <a:lnTo>
                      <a:pt x="53" y="166"/>
                    </a:lnTo>
                    <a:lnTo>
                      <a:pt x="36" y="173"/>
                    </a:lnTo>
                    <a:lnTo>
                      <a:pt x="25" y="161"/>
                    </a:lnTo>
                    <a:lnTo>
                      <a:pt x="19" y="144"/>
                    </a:lnTo>
                    <a:lnTo>
                      <a:pt x="16" y="127"/>
                    </a:lnTo>
                    <a:lnTo>
                      <a:pt x="10" y="110"/>
                    </a:lnTo>
                    <a:lnTo>
                      <a:pt x="5" y="90"/>
                    </a:lnTo>
                    <a:lnTo>
                      <a:pt x="0" y="72"/>
                    </a:lnTo>
                    <a:lnTo>
                      <a:pt x="0" y="56"/>
                    </a:lnTo>
                    <a:lnTo>
                      <a:pt x="12" y="41"/>
                    </a:lnTo>
                    <a:lnTo>
                      <a:pt x="28" y="35"/>
                    </a:lnTo>
                    <a:lnTo>
                      <a:pt x="45" y="29"/>
                    </a:lnTo>
                    <a:lnTo>
                      <a:pt x="62" y="23"/>
                    </a:lnTo>
                    <a:lnTo>
                      <a:pt x="79" y="19"/>
                    </a:lnTo>
                    <a:lnTo>
                      <a:pt x="95" y="13"/>
                    </a:lnTo>
                    <a:lnTo>
                      <a:pt x="112" y="8"/>
                    </a:lnTo>
                    <a:lnTo>
                      <a:pt x="131" y="4"/>
                    </a:lnTo>
                    <a:lnTo>
                      <a:pt x="148" y="0"/>
                    </a:lnTo>
                    <a:lnTo>
                      <a:pt x="152" y="2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 531"/>
              <p:cNvSpPr>
                <a:spLocks/>
              </p:cNvSpPr>
              <p:nvPr/>
            </p:nvSpPr>
            <p:spPr bwMode="auto">
              <a:xfrm>
                <a:off x="2723" y="2037"/>
                <a:ext cx="10" cy="20"/>
              </a:xfrm>
              <a:custGeom>
                <a:avLst/>
                <a:gdLst>
                  <a:gd name="T0" fmla="*/ 1 w 20"/>
                  <a:gd name="T1" fmla="*/ 3 h 39"/>
                  <a:gd name="T2" fmla="*/ 1 w 20"/>
                  <a:gd name="T3" fmla="*/ 3 h 39"/>
                  <a:gd name="T4" fmla="*/ 1 w 20"/>
                  <a:gd name="T5" fmla="*/ 2 h 39"/>
                  <a:gd name="T6" fmla="*/ 0 w 20"/>
                  <a:gd name="T7" fmla="*/ 2 h 39"/>
                  <a:gd name="T8" fmla="*/ 1 w 20"/>
                  <a:gd name="T9" fmla="*/ 1 h 39"/>
                  <a:gd name="T10" fmla="*/ 1 w 20"/>
                  <a:gd name="T11" fmla="*/ 0 h 39"/>
                  <a:gd name="T12" fmla="*/ 1 w 20"/>
                  <a:gd name="T13" fmla="*/ 1 h 39"/>
                  <a:gd name="T14" fmla="*/ 1 w 20"/>
                  <a:gd name="T15" fmla="*/ 1 h 39"/>
                  <a:gd name="T16" fmla="*/ 1 w 20"/>
                  <a:gd name="T17" fmla="*/ 2 h 39"/>
                  <a:gd name="T18" fmla="*/ 1 w 20"/>
                  <a:gd name="T19" fmla="*/ 3 h 3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0"/>
                  <a:gd name="T31" fmla="*/ 0 h 39"/>
                  <a:gd name="T32" fmla="*/ 20 w 20"/>
                  <a:gd name="T33" fmla="*/ 39 h 3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0" h="39">
                    <a:moveTo>
                      <a:pt x="20" y="36"/>
                    </a:moveTo>
                    <a:lnTo>
                      <a:pt x="11" y="39"/>
                    </a:lnTo>
                    <a:lnTo>
                      <a:pt x="4" y="31"/>
                    </a:lnTo>
                    <a:lnTo>
                      <a:pt x="0" y="20"/>
                    </a:lnTo>
                    <a:lnTo>
                      <a:pt x="1" y="8"/>
                    </a:lnTo>
                    <a:lnTo>
                      <a:pt x="5" y="0"/>
                    </a:lnTo>
                    <a:lnTo>
                      <a:pt x="14" y="5"/>
                    </a:lnTo>
                    <a:lnTo>
                      <a:pt x="16" y="14"/>
                    </a:lnTo>
                    <a:lnTo>
                      <a:pt x="16" y="26"/>
                    </a:lnTo>
                    <a:lnTo>
                      <a:pt x="20" y="3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532"/>
              <p:cNvSpPr>
                <a:spLocks/>
              </p:cNvSpPr>
              <p:nvPr/>
            </p:nvSpPr>
            <p:spPr bwMode="auto">
              <a:xfrm>
                <a:off x="3022" y="2054"/>
                <a:ext cx="78" cy="34"/>
              </a:xfrm>
              <a:custGeom>
                <a:avLst/>
                <a:gdLst>
                  <a:gd name="T0" fmla="*/ 9 w 157"/>
                  <a:gd name="T1" fmla="*/ 3 h 69"/>
                  <a:gd name="T2" fmla="*/ 9 w 157"/>
                  <a:gd name="T3" fmla="*/ 3 h 69"/>
                  <a:gd name="T4" fmla="*/ 9 w 157"/>
                  <a:gd name="T5" fmla="*/ 3 h 69"/>
                  <a:gd name="T6" fmla="*/ 9 w 157"/>
                  <a:gd name="T7" fmla="*/ 3 h 69"/>
                  <a:gd name="T8" fmla="*/ 9 w 157"/>
                  <a:gd name="T9" fmla="*/ 3 h 69"/>
                  <a:gd name="T10" fmla="*/ 8 w 157"/>
                  <a:gd name="T11" fmla="*/ 3 h 69"/>
                  <a:gd name="T12" fmla="*/ 7 w 157"/>
                  <a:gd name="T13" fmla="*/ 3 h 69"/>
                  <a:gd name="T14" fmla="*/ 6 w 157"/>
                  <a:gd name="T15" fmla="*/ 3 h 69"/>
                  <a:gd name="T16" fmla="*/ 5 w 157"/>
                  <a:gd name="T17" fmla="*/ 3 h 69"/>
                  <a:gd name="T18" fmla="*/ 4 w 157"/>
                  <a:gd name="T19" fmla="*/ 3 h 69"/>
                  <a:gd name="T20" fmla="*/ 3 w 157"/>
                  <a:gd name="T21" fmla="*/ 4 h 69"/>
                  <a:gd name="T22" fmla="*/ 1 w 157"/>
                  <a:gd name="T23" fmla="*/ 4 h 69"/>
                  <a:gd name="T24" fmla="*/ 0 w 157"/>
                  <a:gd name="T25" fmla="*/ 4 h 69"/>
                  <a:gd name="T26" fmla="*/ 0 w 157"/>
                  <a:gd name="T27" fmla="*/ 3 h 69"/>
                  <a:gd name="T28" fmla="*/ 0 w 157"/>
                  <a:gd name="T29" fmla="*/ 2 h 69"/>
                  <a:gd name="T30" fmla="*/ 0 w 157"/>
                  <a:gd name="T31" fmla="*/ 1 h 69"/>
                  <a:gd name="T32" fmla="*/ 0 w 157"/>
                  <a:gd name="T33" fmla="*/ 0 h 69"/>
                  <a:gd name="T34" fmla="*/ 1 w 157"/>
                  <a:gd name="T35" fmla="*/ 1 h 69"/>
                  <a:gd name="T36" fmla="*/ 2 w 157"/>
                  <a:gd name="T37" fmla="*/ 1 h 69"/>
                  <a:gd name="T38" fmla="*/ 3 w 157"/>
                  <a:gd name="T39" fmla="*/ 1 h 69"/>
                  <a:gd name="T40" fmla="*/ 4 w 157"/>
                  <a:gd name="T41" fmla="*/ 0 h 69"/>
                  <a:gd name="T42" fmla="*/ 5 w 157"/>
                  <a:gd name="T43" fmla="*/ 0 h 69"/>
                  <a:gd name="T44" fmla="*/ 7 w 157"/>
                  <a:gd name="T45" fmla="*/ 0 h 69"/>
                  <a:gd name="T46" fmla="*/ 8 w 157"/>
                  <a:gd name="T47" fmla="*/ 0 h 69"/>
                  <a:gd name="T48" fmla="*/ 9 w 157"/>
                  <a:gd name="T49" fmla="*/ 0 h 69"/>
                  <a:gd name="T50" fmla="*/ 9 w 157"/>
                  <a:gd name="T51" fmla="*/ 3 h 6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57"/>
                  <a:gd name="T79" fmla="*/ 0 h 69"/>
                  <a:gd name="T80" fmla="*/ 157 w 157"/>
                  <a:gd name="T81" fmla="*/ 69 h 6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57" h="69">
                    <a:moveTo>
                      <a:pt x="157" y="49"/>
                    </a:moveTo>
                    <a:lnTo>
                      <a:pt x="155" y="51"/>
                    </a:lnTo>
                    <a:lnTo>
                      <a:pt x="155" y="55"/>
                    </a:lnTo>
                    <a:lnTo>
                      <a:pt x="155" y="58"/>
                    </a:lnTo>
                    <a:lnTo>
                      <a:pt x="155" y="62"/>
                    </a:lnTo>
                    <a:lnTo>
                      <a:pt x="135" y="61"/>
                    </a:lnTo>
                    <a:lnTo>
                      <a:pt x="117" y="59"/>
                    </a:lnTo>
                    <a:lnTo>
                      <a:pt x="100" y="59"/>
                    </a:lnTo>
                    <a:lnTo>
                      <a:pt x="82" y="61"/>
                    </a:lnTo>
                    <a:lnTo>
                      <a:pt x="65" y="62"/>
                    </a:lnTo>
                    <a:lnTo>
                      <a:pt x="48" y="64"/>
                    </a:lnTo>
                    <a:lnTo>
                      <a:pt x="30" y="66"/>
                    </a:lnTo>
                    <a:lnTo>
                      <a:pt x="13" y="69"/>
                    </a:lnTo>
                    <a:lnTo>
                      <a:pt x="7" y="54"/>
                    </a:lnTo>
                    <a:lnTo>
                      <a:pt x="5" y="38"/>
                    </a:lnTo>
                    <a:lnTo>
                      <a:pt x="4" y="23"/>
                    </a:lnTo>
                    <a:lnTo>
                      <a:pt x="0" y="11"/>
                    </a:lnTo>
                    <a:lnTo>
                      <a:pt x="20" y="19"/>
                    </a:lnTo>
                    <a:lnTo>
                      <a:pt x="40" y="20"/>
                    </a:lnTo>
                    <a:lnTo>
                      <a:pt x="58" y="17"/>
                    </a:lnTo>
                    <a:lnTo>
                      <a:pt x="77" y="12"/>
                    </a:lnTo>
                    <a:lnTo>
                      <a:pt x="95" y="5"/>
                    </a:lnTo>
                    <a:lnTo>
                      <a:pt x="115" y="1"/>
                    </a:lnTo>
                    <a:lnTo>
                      <a:pt x="134" y="0"/>
                    </a:lnTo>
                    <a:lnTo>
                      <a:pt x="155" y="3"/>
                    </a:lnTo>
                    <a:lnTo>
                      <a:pt x="157" y="4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533"/>
              <p:cNvSpPr>
                <a:spLocks/>
              </p:cNvSpPr>
              <p:nvPr/>
            </p:nvSpPr>
            <p:spPr bwMode="auto">
              <a:xfrm>
                <a:off x="3109" y="2062"/>
                <a:ext cx="19" cy="23"/>
              </a:xfrm>
              <a:custGeom>
                <a:avLst/>
                <a:gdLst>
                  <a:gd name="T0" fmla="*/ 2 w 38"/>
                  <a:gd name="T1" fmla="*/ 2 h 47"/>
                  <a:gd name="T2" fmla="*/ 1 w 38"/>
                  <a:gd name="T3" fmla="*/ 2 h 47"/>
                  <a:gd name="T4" fmla="*/ 1 w 38"/>
                  <a:gd name="T5" fmla="*/ 1 h 47"/>
                  <a:gd name="T6" fmla="*/ 1 w 38"/>
                  <a:gd name="T7" fmla="*/ 1 h 47"/>
                  <a:gd name="T8" fmla="*/ 0 w 38"/>
                  <a:gd name="T9" fmla="*/ 0 h 47"/>
                  <a:gd name="T10" fmla="*/ 1 w 38"/>
                  <a:gd name="T11" fmla="*/ 0 h 47"/>
                  <a:gd name="T12" fmla="*/ 1 w 38"/>
                  <a:gd name="T13" fmla="*/ 0 h 47"/>
                  <a:gd name="T14" fmla="*/ 1 w 38"/>
                  <a:gd name="T15" fmla="*/ 1 h 47"/>
                  <a:gd name="T16" fmla="*/ 2 w 38"/>
                  <a:gd name="T17" fmla="*/ 2 h 47"/>
                  <a:gd name="T18" fmla="*/ 2 w 38"/>
                  <a:gd name="T19" fmla="*/ 2 h 4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8"/>
                  <a:gd name="T31" fmla="*/ 0 h 47"/>
                  <a:gd name="T32" fmla="*/ 38 w 38"/>
                  <a:gd name="T33" fmla="*/ 47 h 4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8" h="47">
                    <a:moveTo>
                      <a:pt x="38" y="47"/>
                    </a:moveTo>
                    <a:lnTo>
                      <a:pt x="3" y="42"/>
                    </a:lnTo>
                    <a:lnTo>
                      <a:pt x="3" y="31"/>
                    </a:lnTo>
                    <a:lnTo>
                      <a:pt x="1" y="19"/>
                    </a:lnTo>
                    <a:lnTo>
                      <a:pt x="0" y="9"/>
                    </a:lnTo>
                    <a:lnTo>
                      <a:pt x="4" y="0"/>
                    </a:lnTo>
                    <a:lnTo>
                      <a:pt x="16" y="9"/>
                    </a:lnTo>
                    <a:lnTo>
                      <a:pt x="25" y="19"/>
                    </a:lnTo>
                    <a:lnTo>
                      <a:pt x="32" y="33"/>
                    </a:lnTo>
                    <a:lnTo>
                      <a:pt x="38" y="4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Freeform 534"/>
              <p:cNvSpPr>
                <a:spLocks/>
              </p:cNvSpPr>
              <p:nvPr/>
            </p:nvSpPr>
            <p:spPr bwMode="auto">
              <a:xfrm>
                <a:off x="2662" y="2057"/>
                <a:ext cx="47" cy="75"/>
              </a:xfrm>
              <a:custGeom>
                <a:avLst/>
                <a:gdLst>
                  <a:gd name="T0" fmla="*/ 6 w 93"/>
                  <a:gd name="T1" fmla="*/ 2 h 149"/>
                  <a:gd name="T2" fmla="*/ 6 w 93"/>
                  <a:gd name="T3" fmla="*/ 2 h 149"/>
                  <a:gd name="T4" fmla="*/ 6 w 93"/>
                  <a:gd name="T5" fmla="*/ 3 h 149"/>
                  <a:gd name="T6" fmla="*/ 5 w 93"/>
                  <a:gd name="T7" fmla="*/ 3 h 149"/>
                  <a:gd name="T8" fmla="*/ 5 w 93"/>
                  <a:gd name="T9" fmla="*/ 4 h 149"/>
                  <a:gd name="T10" fmla="*/ 4 w 93"/>
                  <a:gd name="T11" fmla="*/ 4 h 149"/>
                  <a:gd name="T12" fmla="*/ 4 w 93"/>
                  <a:gd name="T13" fmla="*/ 4 h 149"/>
                  <a:gd name="T14" fmla="*/ 4 w 93"/>
                  <a:gd name="T15" fmla="*/ 5 h 149"/>
                  <a:gd name="T16" fmla="*/ 4 w 93"/>
                  <a:gd name="T17" fmla="*/ 6 h 149"/>
                  <a:gd name="T18" fmla="*/ 4 w 93"/>
                  <a:gd name="T19" fmla="*/ 7 h 149"/>
                  <a:gd name="T20" fmla="*/ 3 w 93"/>
                  <a:gd name="T21" fmla="*/ 8 h 149"/>
                  <a:gd name="T22" fmla="*/ 2 w 93"/>
                  <a:gd name="T23" fmla="*/ 9 h 149"/>
                  <a:gd name="T24" fmla="*/ 2 w 93"/>
                  <a:gd name="T25" fmla="*/ 10 h 149"/>
                  <a:gd name="T26" fmla="*/ 2 w 93"/>
                  <a:gd name="T27" fmla="*/ 8 h 149"/>
                  <a:gd name="T28" fmla="*/ 1 w 93"/>
                  <a:gd name="T29" fmla="*/ 7 h 149"/>
                  <a:gd name="T30" fmla="*/ 1 w 93"/>
                  <a:gd name="T31" fmla="*/ 5 h 149"/>
                  <a:gd name="T32" fmla="*/ 0 w 93"/>
                  <a:gd name="T33" fmla="*/ 4 h 149"/>
                  <a:gd name="T34" fmla="*/ 1 w 93"/>
                  <a:gd name="T35" fmla="*/ 3 h 149"/>
                  <a:gd name="T36" fmla="*/ 2 w 93"/>
                  <a:gd name="T37" fmla="*/ 2 h 149"/>
                  <a:gd name="T38" fmla="*/ 3 w 93"/>
                  <a:gd name="T39" fmla="*/ 2 h 149"/>
                  <a:gd name="T40" fmla="*/ 3 w 93"/>
                  <a:gd name="T41" fmla="*/ 1 h 149"/>
                  <a:gd name="T42" fmla="*/ 4 w 93"/>
                  <a:gd name="T43" fmla="*/ 1 h 149"/>
                  <a:gd name="T44" fmla="*/ 5 w 93"/>
                  <a:gd name="T45" fmla="*/ 0 h 149"/>
                  <a:gd name="T46" fmla="*/ 6 w 93"/>
                  <a:gd name="T47" fmla="*/ 1 h 149"/>
                  <a:gd name="T48" fmla="*/ 6 w 93"/>
                  <a:gd name="T49" fmla="*/ 2 h 149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93"/>
                  <a:gd name="T76" fmla="*/ 0 h 149"/>
                  <a:gd name="T77" fmla="*/ 93 w 93"/>
                  <a:gd name="T78" fmla="*/ 149 h 149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93" h="149">
                    <a:moveTo>
                      <a:pt x="93" y="18"/>
                    </a:moveTo>
                    <a:lnTo>
                      <a:pt x="91" y="28"/>
                    </a:lnTo>
                    <a:lnTo>
                      <a:pt x="85" y="36"/>
                    </a:lnTo>
                    <a:lnTo>
                      <a:pt x="77" y="43"/>
                    </a:lnTo>
                    <a:lnTo>
                      <a:pt x="70" y="50"/>
                    </a:lnTo>
                    <a:lnTo>
                      <a:pt x="62" y="56"/>
                    </a:lnTo>
                    <a:lnTo>
                      <a:pt x="56" y="63"/>
                    </a:lnTo>
                    <a:lnTo>
                      <a:pt x="53" y="72"/>
                    </a:lnTo>
                    <a:lnTo>
                      <a:pt x="53" y="83"/>
                    </a:lnTo>
                    <a:lnTo>
                      <a:pt x="49" y="101"/>
                    </a:lnTo>
                    <a:lnTo>
                      <a:pt x="40" y="116"/>
                    </a:lnTo>
                    <a:lnTo>
                      <a:pt x="31" y="132"/>
                    </a:lnTo>
                    <a:lnTo>
                      <a:pt x="29" y="149"/>
                    </a:lnTo>
                    <a:lnTo>
                      <a:pt x="17" y="124"/>
                    </a:lnTo>
                    <a:lnTo>
                      <a:pt x="11" y="97"/>
                    </a:lnTo>
                    <a:lnTo>
                      <a:pt x="7" y="71"/>
                    </a:lnTo>
                    <a:lnTo>
                      <a:pt x="0" y="49"/>
                    </a:lnTo>
                    <a:lnTo>
                      <a:pt x="11" y="42"/>
                    </a:lnTo>
                    <a:lnTo>
                      <a:pt x="23" y="32"/>
                    </a:lnTo>
                    <a:lnTo>
                      <a:pt x="34" y="20"/>
                    </a:lnTo>
                    <a:lnTo>
                      <a:pt x="47" y="10"/>
                    </a:lnTo>
                    <a:lnTo>
                      <a:pt x="59" y="3"/>
                    </a:lnTo>
                    <a:lnTo>
                      <a:pt x="71" y="0"/>
                    </a:lnTo>
                    <a:lnTo>
                      <a:pt x="83" y="4"/>
                    </a:lnTo>
                    <a:lnTo>
                      <a:pt x="93" y="1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Freeform 535"/>
              <p:cNvSpPr>
                <a:spLocks/>
              </p:cNvSpPr>
              <p:nvPr/>
            </p:nvSpPr>
            <p:spPr bwMode="auto">
              <a:xfrm>
                <a:off x="2573" y="2058"/>
                <a:ext cx="19" cy="72"/>
              </a:xfrm>
              <a:custGeom>
                <a:avLst/>
                <a:gdLst>
                  <a:gd name="T0" fmla="*/ 1 w 39"/>
                  <a:gd name="T1" fmla="*/ 0 h 144"/>
                  <a:gd name="T2" fmla="*/ 1 w 39"/>
                  <a:gd name="T3" fmla="*/ 2 h 144"/>
                  <a:gd name="T4" fmla="*/ 1 w 39"/>
                  <a:gd name="T5" fmla="*/ 5 h 144"/>
                  <a:gd name="T6" fmla="*/ 1 w 39"/>
                  <a:gd name="T7" fmla="*/ 6 h 144"/>
                  <a:gd name="T8" fmla="*/ 2 w 39"/>
                  <a:gd name="T9" fmla="*/ 9 h 144"/>
                  <a:gd name="T10" fmla="*/ 2 w 39"/>
                  <a:gd name="T11" fmla="*/ 9 h 144"/>
                  <a:gd name="T12" fmla="*/ 2 w 39"/>
                  <a:gd name="T13" fmla="*/ 9 h 144"/>
                  <a:gd name="T14" fmla="*/ 1 w 39"/>
                  <a:gd name="T15" fmla="*/ 9 h 144"/>
                  <a:gd name="T16" fmla="*/ 1 w 39"/>
                  <a:gd name="T17" fmla="*/ 9 h 144"/>
                  <a:gd name="T18" fmla="*/ 0 w 39"/>
                  <a:gd name="T19" fmla="*/ 6 h 144"/>
                  <a:gd name="T20" fmla="*/ 0 w 39"/>
                  <a:gd name="T21" fmla="*/ 5 h 144"/>
                  <a:gd name="T22" fmla="*/ 0 w 39"/>
                  <a:gd name="T23" fmla="*/ 2 h 144"/>
                  <a:gd name="T24" fmla="*/ 0 w 39"/>
                  <a:gd name="T25" fmla="*/ 1 h 144"/>
                  <a:gd name="T26" fmla="*/ 0 w 39"/>
                  <a:gd name="T27" fmla="*/ 1 h 144"/>
                  <a:gd name="T28" fmla="*/ 0 w 39"/>
                  <a:gd name="T29" fmla="*/ 1 h 144"/>
                  <a:gd name="T30" fmla="*/ 0 w 39"/>
                  <a:gd name="T31" fmla="*/ 0 h 144"/>
                  <a:gd name="T32" fmla="*/ 1 w 39"/>
                  <a:gd name="T33" fmla="*/ 0 h 14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9"/>
                  <a:gd name="T52" fmla="*/ 0 h 144"/>
                  <a:gd name="T53" fmla="*/ 39 w 39"/>
                  <a:gd name="T54" fmla="*/ 144 h 14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9" h="144">
                    <a:moveTo>
                      <a:pt x="21" y="0"/>
                    </a:moveTo>
                    <a:lnTo>
                      <a:pt x="20" y="36"/>
                    </a:lnTo>
                    <a:lnTo>
                      <a:pt x="24" y="67"/>
                    </a:lnTo>
                    <a:lnTo>
                      <a:pt x="31" y="97"/>
                    </a:lnTo>
                    <a:lnTo>
                      <a:pt x="39" y="130"/>
                    </a:lnTo>
                    <a:lnTo>
                      <a:pt x="35" y="133"/>
                    </a:lnTo>
                    <a:lnTo>
                      <a:pt x="32" y="138"/>
                    </a:lnTo>
                    <a:lnTo>
                      <a:pt x="30" y="143"/>
                    </a:lnTo>
                    <a:lnTo>
                      <a:pt x="24" y="144"/>
                    </a:lnTo>
                    <a:lnTo>
                      <a:pt x="15" y="109"/>
                    </a:lnTo>
                    <a:lnTo>
                      <a:pt x="6" y="78"/>
                    </a:lnTo>
                    <a:lnTo>
                      <a:pt x="0" y="45"/>
                    </a:lnTo>
                    <a:lnTo>
                      <a:pt x="0" y="8"/>
                    </a:lnTo>
                    <a:lnTo>
                      <a:pt x="6" y="6"/>
                    </a:lnTo>
                    <a:lnTo>
                      <a:pt x="10" y="2"/>
                    </a:lnTo>
                    <a:lnTo>
                      <a:pt x="15" y="0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Freeform 536"/>
              <p:cNvSpPr>
                <a:spLocks/>
              </p:cNvSpPr>
              <p:nvPr/>
            </p:nvSpPr>
            <p:spPr bwMode="auto">
              <a:xfrm>
                <a:off x="2813" y="2071"/>
                <a:ext cx="28" cy="24"/>
              </a:xfrm>
              <a:custGeom>
                <a:avLst/>
                <a:gdLst>
                  <a:gd name="T0" fmla="*/ 2 w 57"/>
                  <a:gd name="T1" fmla="*/ 2 h 47"/>
                  <a:gd name="T2" fmla="*/ 3 w 57"/>
                  <a:gd name="T3" fmla="*/ 3 h 47"/>
                  <a:gd name="T4" fmla="*/ 3 w 57"/>
                  <a:gd name="T5" fmla="*/ 3 h 47"/>
                  <a:gd name="T6" fmla="*/ 2 w 57"/>
                  <a:gd name="T7" fmla="*/ 3 h 47"/>
                  <a:gd name="T8" fmla="*/ 1 w 57"/>
                  <a:gd name="T9" fmla="*/ 3 h 47"/>
                  <a:gd name="T10" fmla="*/ 1 w 57"/>
                  <a:gd name="T11" fmla="*/ 3 h 47"/>
                  <a:gd name="T12" fmla="*/ 0 w 57"/>
                  <a:gd name="T13" fmla="*/ 3 h 47"/>
                  <a:gd name="T14" fmla="*/ 0 w 57"/>
                  <a:gd name="T15" fmla="*/ 3 h 47"/>
                  <a:gd name="T16" fmla="*/ 0 w 57"/>
                  <a:gd name="T17" fmla="*/ 2 h 47"/>
                  <a:gd name="T18" fmla="*/ 0 w 57"/>
                  <a:gd name="T19" fmla="*/ 1 h 47"/>
                  <a:gd name="T20" fmla="*/ 0 w 57"/>
                  <a:gd name="T21" fmla="*/ 1 h 47"/>
                  <a:gd name="T22" fmla="*/ 0 w 57"/>
                  <a:gd name="T23" fmla="*/ 1 h 47"/>
                  <a:gd name="T24" fmla="*/ 1 w 57"/>
                  <a:gd name="T25" fmla="*/ 1 h 47"/>
                  <a:gd name="T26" fmla="*/ 1 w 57"/>
                  <a:gd name="T27" fmla="*/ 1 h 47"/>
                  <a:gd name="T28" fmla="*/ 2 w 57"/>
                  <a:gd name="T29" fmla="*/ 0 h 47"/>
                  <a:gd name="T30" fmla="*/ 2 w 57"/>
                  <a:gd name="T31" fmla="*/ 1 h 47"/>
                  <a:gd name="T32" fmla="*/ 2 w 57"/>
                  <a:gd name="T33" fmla="*/ 1 h 47"/>
                  <a:gd name="T34" fmla="*/ 2 w 57"/>
                  <a:gd name="T35" fmla="*/ 2 h 4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57"/>
                  <a:gd name="T55" fmla="*/ 0 h 47"/>
                  <a:gd name="T56" fmla="*/ 57 w 57"/>
                  <a:gd name="T57" fmla="*/ 47 h 4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57" h="47">
                    <a:moveTo>
                      <a:pt x="45" y="21"/>
                    </a:moveTo>
                    <a:lnTo>
                      <a:pt x="57" y="47"/>
                    </a:lnTo>
                    <a:lnTo>
                      <a:pt x="50" y="39"/>
                    </a:lnTo>
                    <a:lnTo>
                      <a:pt x="41" y="36"/>
                    </a:lnTo>
                    <a:lnTo>
                      <a:pt x="30" y="37"/>
                    </a:lnTo>
                    <a:lnTo>
                      <a:pt x="20" y="39"/>
                    </a:lnTo>
                    <a:lnTo>
                      <a:pt x="11" y="40"/>
                    </a:lnTo>
                    <a:lnTo>
                      <a:pt x="4" y="38"/>
                    </a:lnTo>
                    <a:lnTo>
                      <a:pt x="0" y="30"/>
                    </a:lnTo>
                    <a:lnTo>
                      <a:pt x="2" y="14"/>
                    </a:lnTo>
                    <a:lnTo>
                      <a:pt x="7" y="11"/>
                    </a:lnTo>
                    <a:lnTo>
                      <a:pt x="15" y="7"/>
                    </a:lnTo>
                    <a:lnTo>
                      <a:pt x="23" y="4"/>
                    </a:lnTo>
                    <a:lnTo>
                      <a:pt x="30" y="1"/>
                    </a:lnTo>
                    <a:lnTo>
                      <a:pt x="37" y="0"/>
                    </a:lnTo>
                    <a:lnTo>
                      <a:pt x="43" y="2"/>
                    </a:lnTo>
                    <a:lnTo>
                      <a:pt x="45" y="9"/>
                    </a:lnTo>
                    <a:lnTo>
                      <a:pt x="45" y="2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 537"/>
              <p:cNvSpPr>
                <a:spLocks/>
              </p:cNvSpPr>
              <p:nvPr/>
            </p:nvSpPr>
            <p:spPr bwMode="auto">
              <a:xfrm>
                <a:off x="3030" y="2093"/>
                <a:ext cx="71" cy="70"/>
              </a:xfrm>
              <a:custGeom>
                <a:avLst/>
                <a:gdLst>
                  <a:gd name="T0" fmla="*/ 9 w 141"/>
                  <a:gd name="T1" fmla="*/ 1 h 139"/>
                  <a:gd name="T2" fmla="*/ 9 w 141"/>
                  <a:gd name="T3" fmla="*/ 3 h 139"/>
                  <a:gd name="T4" fmla="*/ 9 w 141"/>
                  <a:gd name="T5" fmla="*/ 5 h 139"/>
                  <a:gd name="T6" fmla="*/ 9 w 141"/>
                  <a:gd name="T7" fmla="*/ 7 h 139"/>
                  <a:gd name="T8" fmla="*/ 9 w 141"/>
                  <a:gd name="T9" fmla="*/ 9 h 139"/>
                  <a:gd name="T10" fmla="*/ 1 w 141"/>
                  <a:gd name="T11" fmla="*/ 9 h 139"/>
                  <a:gd name="T12" fmla="*/ 1 w 141"/>
                  <a:gd name="T13" fmla="*/ 8 h 139"/>
                  <a:gd name="T14" fmla="*/ 1 w 141"/>
                  <a:gd name="T15" fmla="*/ 6 h 139"/>
                  <a:gd name="T16" fmla="*/ 1 w 141"/>
                  <a:gd name="T17" fmla="*/ 4 h 139"/>
                  <a:gd name="T18" fmla="*/ 0 w 141"/>
                  <a:gd name="T19" fmla="*/ 1 h 139"/>
                  <a:gd name="T20" fmla="*/ 2 w 141"/>
                  <a:gd name="T21" fmla="*/ 1 h 139"/>
                  <a:gd name="T22" fmla="*/ 3 w 141"/>
                  <a:gd name="T23" fmla="*/ 1 h 139"/>
                  <a:gd name="T24" fmla="*/ 4 w 141"/>
                  <a:gd name="T25" fmla="*/ 1 h 139"/>
                  <a:gd name="T26" fmla="*/ 5 w 141"/>
                  <a:gd name="T27" fmla="*/ 1 h 139"/>
                  <a:gd name="T28" fmla="*/ 6 w 141"/>
                  <a:gd name="T29" fmla="*/ 0 h 139"/>
                  <a:gd name="T30" fmla="*/ 7 w 141"/>
                  <a:gd name="T31" fmla="*/ 0 h 139"/>
                  <a:gd name="T32" fmla="*/ 8 w 141"/>
                  <a:gd name="T33" fmla="*/ 1 h 139"/>
                  <a:gd name="T34" fmla="*/ 9 w 141"/>
                  <a:gd name="T35" fmla="*/ 1 h 13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41"/>
                  <a:gd name="T55" fmla="*/ 0 h 139"/>
                  <a:gd name="T56" fmla="*/ 141 w 141"/>
                  <a:gd name="T57" fmla="*/ 139 h 13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41" h="139">
                    <a:moveTo>
                      <a:pt x="140" y="2"/>
                    </a:moveTo>
                    <a:lnTo>
                      <a:pt x="140" y="37"/>
                    </a:lnTo>
                    <a:lnTo>
                      <a:pt x="141" y="74"/>
                    </a:lnTo>
                    <a:lnTo>
                      <a:pt x="138" y="108"/>
                    </a:lnTo>
                    <a:lnTo>
                      <a:pt x="131" y="137"/>
                    </a:lnTo>
                    <a:lnTo>
                      <a:pt x="11" y="139"/>
                    </a:lnTo>
                    <a:lnTo>
                      <a:pt x="14" y="122"/>
                    </a:lnTo>
                    <a:lnTo>
                      <a:pt x="11" y="92"/>
                    </a:lnTo>
                    <a:lnTo>
                      <a:pt x="7" y="54"/>
                    </a:lnTo>
                    <a:lnTo>
                      <a:pt x="0" y="11"/>
                    </a:lnTo>
                    <a:lnTo>
                      <a:pt x="18" y="8"/>
                    </a:lnTo>
                    <a:lnTo>
                      <a:pt x="37" y="5"/>
                    </a:lnTo>
                    <a:lnTo>
                      <a:pt x="54" y="2"/>
                    </a:lnTo>
                    <a:lnTo>
                      <a:pt x="71" y="1"/>
                    </a:lnTo>
                    <a:lnTo>
                      <a:pt x="88" y="0"/>
                    </a:lnTo>
                    <a:lnTo>
                      <a:pt x="106" y="0"/>
                    </a:lnTo>
                    <a:lnTo>
                      <a:pt x="123" y="1"/>
                    </a:lnTo>
                    <a:lnTo>
                      <a:pt x="140" y="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 538"/>
              <p:cNvSpPr>
                <a:spLocks/>
              </p:cNvSpPr>
              <p:nvPr/>
            </p:nvSpPr>
            <p:spPr bwMode="auto">
              <a:xfrm>
                <a:off x="3108" y="2094"/>
                <a:ext cx="62" cy="72"/>
              </a:xfrm>
              <a:custGeom>
                <a:avLst/>
                <a:gdLst>
                  <a:gd name="T0" fmla="*/ 7 w 124"/>
                  <a:gd name="T1" fmla="*/ 1 h 145"/>
                  <a:gd name="T2" fmla="*/ 7 w 124"/>
                  <a:gd name="T3" fmla="*/ 2 h 145"/>
                  <a:gd name="T4" fmla="*/ 7 w 124"/>
                  <a:gd name="T5" fmla="*/ 3 h 145"/>
                  <a:gd name="T6" fmla="*/ 7 w 124"/>
                  <a:gd name="T7" fmla="*/ 4 h 145"/>
                  <a:gd name="T8" fmla="*/ 8 w 124"/>
                  <a:gd name="T9" fmla="*/ 5 h 145"/>
                  <a:gd name="T10" fmla="*/ 8 w 124"/>
                  <a:gd name="T11" fmla="*/ 6 h 145"/>
                  <a:gd name="T12" fmla="*/ 8 w 124"/>
                  <a:gd name="T13" fmla="*/ 7 h 145"/>
                  <a:gd name="T14" fmla="*/ 8 w 124"/>
                  <a:gd name="T15" fmla="*/ 8 h 145"/>
                  <a:gd name="T16" fmla="*/ 7 w 124"/>
                  <a:gd name="T17" fmla="*/ 9 h 145"/>
                  <a:gd name="T18" fmla="*/ 7 w 124"/>
                  <a:gd name="T19" fmla="*/ 9 h 145"/>
                  <a:gd name="T20" fmla="*/ 6 w 124"/>
                  <a:gd name="T21" fmla="*/ 8 h 145"/>
                  <a:gd name="T22" fmla="*/ 5 w 124"/>
                  <a:gd name="T23" fmla="*/ 8 h 145"/>
                  <a:gd name="T24" fmla="*/ 4 w 124"/>
                  <a:gd name="T25" fmla="*/ 8 h 145"/>
                  <a:gd name="T26" fmla="*/ 3 w 124"/>
                  <a:gd name="T27" fmla="*/ 8 h 145"/>
                  <a:gd name="T28" fmla="*/ 2 w 124"/>
                  <a:gd name="T29" fmla="*/ 8 h 145"/>
                  <a:gd name="T30" fmla="*/ 1 w 124"/>
                  <a:gd name="T31" fmla="*/ 8 h 145"/>
                  <a:gd name="T32" fmla="*/ 0 w 124"/>
                  <a:gd name="T33" fmla="*/ 8 h 145"/>
                  <a:gd name="T34" fmla="*/ 1 w 124"/>
                  <a:gd name="T35" fmla="*/ 6 h 145"/>
                  <a:gd name="T36" fmla="*/ 1 w 124"/>
                  <a:gd name="T37" fmla="*/ 4 h 145"/>
                  <a:gd name="T38" fmla="*/ 1 w 124"/>
                  <a:gd name="T39" fmla="*/ 2 h 145"/>
                  <a:gd name="T40" fmla="*/ 1 w 124"/>
                  <a:gd name="T41" fmla="*/ 0 h 145"/>
                  <a:gd name="T42" fmla="*/ 1 w 124"/>
                  <a:gd name="T43" fmla="*/ 0 h 145"/>
                  <a:gd name="T44" fmla="*/ 2 w 124"/>
                  <a:gd name="T45" fmla="*/ 0 h 145"/>
                  <a:gd name="T46" fmla="*/ 3 w 124"/>
                  <a:gd name="T47" fmla="*/ 0 h 145"/>
                  <a:gd name="T48" fmla="*/ 4 w 124"/>
                  <a:gd name="T49" fmla="*/ 0 h 145"/>
                  <a:gd name="T50" fmla="*/ 5 w 124"/>
                  <a:gd name="T51" fmla="*/ 0 h 145"/>
                  <a:gd name="T52" fmla="*/ 6 w 124"/>
                  <a:gd name="T53" fmla="*/ 0 h 145"/>
                  <a:gd name="T54" fmla="*/ 6 w 124"/>
                  <a:gd name="T55" fmla="*/ 1 h 145"/>
                  <a:gd name="T56" fmla="*/ 7 w 124"/>
                  <a:gd name="T57" fmla="*/ 1 h 14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124"/>
                  <a:gd name="T88" fmla="*/ 0 h 145"/>
                  <a:gd name="T89" fmla="*/ 124 w 124"/>
                  <a:gd name="T90" fmla="*/ 145 h 145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124" h="145">
                    <a:moveTo>
                      <a:pt x="97" y="31"/>
                    </a:moveTo>
                    <a:lnTo>
                      <a:pt x="99" y="45"/>
                    </a:lnTo>
                    <a:lnTo>
                      <a:pt x="105" y="60"/>
                    </a:lnTo>
                    <a:lnTo>
                      <a:pt x="111" y="74"/>
                    </a:lnTo>
                    <a:lnTo>
                      <a:pt x="118" y="88"/>
                    </a:lnTo>
                    <a:lnTo>
                      <a:pt x="122" y="103"/>
                    </a:lnTo>
                    <a:lnTo>
                      <a:pt x="124" y="116"/>
                    </a:lnTo>
                    <a:lnTo>
                      <a:pt x="121" y="131"/>
                    </a:lnTo>
                    <a:lnTo>
                      <a:pt x="112" y="145"/>
                    </a:lnTo>
                    <a:lnTo>
                      <a:pt x="98" y="144"/>
                    </a:lnTo>
                    <a:lnTo>
                      <a:pt x="84" y="142"/>
                    </a:lnTo>
                    <a:lnTo>
                      <a:pt x="72" y="141"/>
                    </a:lnTo>
                    <a:lnTo>
                      <a:pt x="58" y="139"/>
                    </a:lnTo>
                    <a:lnTo>
                      <a:pt x="44" y="139"/>
                    </a:lnTo>
                    <a:lnTo>
                      <a:pt x="30" y="138"/>
                    </a:lnTo>
                    <a:lnTo>
                      <a:pt x="15" y="136"/>
                    </a:lnTo>
                    <a:lnTo>
                      <a:pt x="0" y="135"/>
                    </a:lnTo>
                    <a:lnTo>
                      <a:pt x="4" y="100"/>
                    </a:lnTo>
                    <a:lnTo>
                      <a:pt x="7" y="70"/>
                    </a:lnTo>
                    <a:lnTo>
                      <a:pt x="8" y="40"/>
                    </a:lnTo>
                    <a:lnTo>
                      <a:pt x="5" y="7"/>
                    </a:lnTo>
                    <a:lnTo>
                      <a:pt x="15" y="5"/>
                    </a:lnTo>
                    <a:lnTo>
                      <a:pt x="28" y="2"/>
                    </a:lnTo>
                    <a:lnTo>
                      <a:pt x="43" y="0"/>
                    </a:lnTo>
                    <a:lnTo>
                      <a:pt x="58" y="0"/>
                    </a:lnTo>
                    <a:lnTo>
                      <a:pt x="72" y="4"/>
                    </a:lnTo>
                    <a:lnTo>
                      <a:pt x="84" y="8"/>
                    </a:lnTo>
                    <a:lnTo>
                      <a:pt x="92" y="17"/>
                    </a:lnTo>
                    <a:lnTo>
                      <a:pt x="97" y="3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 539"/>
              <p:cNvSpPr>
                <a:spLocks/>
              </p:cNvSpPr>
              <p:nvPr/>
            </p:nvSpPr>
            <p:spPr bwMode="auto">
              <a:xfrm>
                <a:off x="2945" y="2100"/>
                <a:ext cx="79" cy="76"/>
              </a:xfrm>
              <a:custGeom>
                <a:avLst/>
                <a:gdLst>
                  <a:gd name="T0" fmla="*/ 10 w 158"/>
                  <a:gd name="T1" fmla="*/ 8 h 152"/>
                  <a:gd name="T2" fmla="*/ 2 w 158"/>
                  <a:gd name="T3" fmla="*/ 10 h 152"/>
                  <a:gd name="T4" fmla="*/ 1 w 158"/>
                  <a:gd name="T5" fmla="*/ 7 h 152"/>
                  <a:gd name="T6" fmla="*/ 1 w 158"/>
                  <a:gd name="T7" fmla="*/ 5 h 152"/>
                  <a:gd name="T8" fmla="*/ 1 w 158"/>
                  <a:gd name="T9" fmla="*/ 3 h 152"/>
                  <a:gd name="T10" fmla="*/ 0 w 158"/>
                  <a:gd name="T11" fmla="*/ 1 h 152"/>
                  <a:gd name="T12" fmla="*/ 1 w 158"/>
                  <a:gd name="T13" fmla="*/ 1 h 152"/>
                  <a:gd name="T14" fmla="*/ 2 w 158"/>
                  <a:gd name="T15" fmla="*/ 1 h 152"/>
                  <a:gd name="T16" fmla="*/ 3 w 158"/>
                  <a:gd name="T17" fmla="*/ 1 h 152"/>
                  <a:gd name="T18" fmla="*/ 5 w 158"/>
                  <a:gd name="T19" fmla="*/ 1 h 152"/>
                  <a:gd name="T20" fmla="*/ 5 w 158"/>
                  <a:gd name="T21" fmla="*/ 1 h 152"/>
                  <a:gd name="T22" fmla="*/ 6 w 158"/>
                  <a:gd name="T23" fmla="*/ 1 h 152"/>
                  <a:gd name="T24" fmla="*/ 7 w 158"/>
                  <a:gd name="T25" fmla="*/ 1 h 152"/>
                  <a:gd name="T26" fmla="*/ 9 w 158"/>
                  <a:gd name="T27" fmla="*/ 0 h 152"/>
                  <a:gd name="T28" fmla="*/ 10 w 158"/>
                  <a:gd name="T29" fmla="*/ 1 h 152"/>
                  <a:gd name="T30" fmla="*/ 10 w 158"/>
                  <a:gd name="T31" fmla="*/ 3 h 152"/>
                  <a:gd name="T32" fmla="*/ 10 w 158"/>
                  <a:gd name="T33" fmla="*/ 6 h 152"/>
                  <a:gd name="T34" fmla="*/ 10 w 158"/>
                  <a:gd name="T35" fmla="*/ 8 h 15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58"/>
                  <a:gd name="T55" fmla="*/ 0 h 152"/>
                  <a:gd name="T56" fmla="*/ 158 w 158"/>
                  <a:gd name="T57" fmla="*/ 152 h 152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58" h="152">
                    <a:moveTo>
                      <a:pt x="155" y="128"/>
                    </a:moveTo>
                    <a:lnTo>
                      <a:pt x="33" y="152"/>
                    </a:lnTo>
                    <a:lnTo>
                      <a:pt x="21" y="120"/>
                    </a:lnTo>
                    <a:lnTo>
                      <a:pt x="12" y="83"/>
                    </a:lnTo>
                    <a:lnTo>
                      <a:pt x="5" y="49"/>
                    </a:lnTo>
                    <a:lnTo>
                      <a:pt x="0" y="26"/>
                    </a:lnTo>
                    <a:lnTo>
                      <a:pt x="16" y="21"/>
                    </a:lnTo>
                    <a:lnTo>
                      <a:pt x="33" y="15"/>
                    </a:lnTo>
                    <a:lnTo>
                      <a:pt x="51" y="11"/>
                    </a:lnTo>
                    <a:lnTo>
                      <a:pt x="69" y="8"/>
                    </a:lnTo>
                    <a:lnTo>
                      <a:pt x="88" y="6"/>
                    </a:lnTo>
                    <a:lnTo>
                      <a:pt x="106" y="3"/>
                    </a:lnTo>
                    <a:lnTo>
                      <a:pt x="125" y="1"/>
                    </a:lnTo>
                    <a:lnTo>
                      <a:pt x="142" y="0"/>
                    </a:lnTo>
                    <a:lnTo>
                      <a:pt x="150" y="25"/>
                    </a:lnTo>
                    <a:lnTo>
                      <a:pt x="156" y="63"/>
                    </a:lnTo>
                    <a:lnTo>
                      <a:pt x="158" y="100"/>
                    </a:lnTo>
                    <a:lnTo>
                      <a:pt x="155" y="1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Freeform 540"/>
              <p:cNvSpPr>
                <a:spLocks/>
              </p:cNvSpPr>
              <p:nvPr/>
            </p:nvSpPr>
            <p:spPr bwMode="auto">
              <a:xfrm>
                <a:off x="2604" y="2090"/>
                <a:ext cx="67" cy="101"/>
              </a:xfrm>
              <a:custGeom>
                <a:avLst/>
                <a:gdLst>
                  <a:gd name="T0" fmla="*/ 6 w 134"/>
                  <a:gd name="T1" fmla="*/ 0 h 204"/>
                  <a:gd name="T2" fmla="*/ 6 w 134"/>
                  <a:gd name="T3" fmla="*/ 1 h 204"/>
                  <a:gd name="T4" fmla="*/ 6 w 134"/>
                  <a:gd name="T5" fmla="*/ 1 h 204"/>
                  <a:gd name="T6" fmla="*/ 6 w 134"/>
                  <a:gd name="T7" fmla="*/ 2 h 204"/>
                  <a:gd name="T8" fmla="*/ 7 w 134"/>
                  <a:gd name="T9" fmla="*/ 3 h 204"/>
                  <a:gd name="T10" fmla="*/ 7 w 134"/>
                  <a:gd name="T11" fmla="*/ 5 h 204"/>
                  <a:gd name="T12" fmla="*/ 7 w 134"/>
                  <a:gd name="T13" fmla="*/ 6 h 204"/>
                  <a:gd name="T14" fmla="*/ 8 w 134"/>
                  <a:gd name="T15" fmla="*/ 7 h 204"/>
                  <a:gd name="T16" fmla="*/ 8 w 134"/>
                  <a:gd name="T17" fmla="*/ 8 h 204"/>
                  <a:gd name="T18" fmla="*/ 7 w 134"/>
                  <a:gd name="T19" fmla="*/ 8 h 204"/>
                  <a:gd name="T20" fmla="*/ 7 w 134"/>
                  <a:gd name="T21" fmla="*/ 9 h 204"/>
                  <a:gd name="T22" fmla="*/ 6 w 134"/>
                  <a:gd name="T23" fmla="*/ 9 h 204"/>
                  <a:gd name="T24" fmla="*/ 5 w 134"/>
                  <a:gd name="T25" fmla="*/ 10 h 204"/>
                  <a:gd name="T26" fmla="*/ 5 w 134"/>
                  <a:gd name="T27" fmla="*/ 10 h 204"/>
                  <a:gd name="T28" fmla="*/ 4 w 134"/>
                  <a:gd name="T29" fmla="*/ 11 h 204"/>
                  <a:gd name="T30" fmla="*/ 3 w 134"/>
                  <a:gd name="T31" fmla="*/ 12 h 204"/>
                  <a:gd name="T32" fmla="*/ 3 w 134"/>
                  <a:gd name="T33" fmla="*/ 12 h 204"/>
                  <a:gd name="T34" fmla="*/ 2 w 134"/>
                  <a:gd name="T35" fmla="*/ 11 h 204"/>
                  <a:gd name="T36" fmla="*/ 1 w 134"/>
                  <a:gd name="T37" fmla="*/ 10 h 204"/>
                  <a:gd name="T38" fmla="*/ 1 w 134"/>
                  <a:gd name="T39" fmla="*/ 9 h 204"/>
                  <a:gd name="T40" fmla="*/ 1 w 134"/>
                  <a:gd name="T41" fmla="*/ 8 h 204"/>
                  <a:gd name="T42" fmla="*/ 1 w 134"/>
                  <a:gd name="T43" fmla="*/ 7 h 204"/>
                  <a:gd name="T44" fmla="*/ 1 w 134"/>
                  <a:gd name="T45" fmla="*/ 6 h 204"/>
                  <a:gd name="T46" fmla="*/ 1 w 134"/>
                  <a:gd name="T47" fmla="*/ 5 h 204"/>
                  <a:gd name="T48" fmla="*/ 0 w 134"/>
                  <a:gd name="T49" fmla="*/ 4 h 204"/>
                  <a:gd name="T50" fmla="*/ 1 w 134"/>
                  <a:gd name="T51" fmla="*/ 4 h 204"/>
                  <a:gd name="T52" fmla="*/ 1 w 134"/>
                  <a:gd name="T53" fmla="*/ 3 h 204"/>
                  <a:gd name="T54" fmla="*/ 2 w 134"/>
                  <a:gd name="T55" fmla="*/ 2 h 204"/>
                  <a:gd name="T56" fmla="*/ 2 w 134"/>
                  <a:gd name="T57" fmla="*/ 2 h 204"/>
                  <a:gd name="T58" fmla="*/ 3 w 134"/>
                  <a:gd name="T59" fmla="*/ 1 h 204"/>
                  <a:gd name="T60" fmla="*/ 4 w 134"/>
                  <a:gd name="T61" fmla="*/ 1 h 204"/>
                  <a:gd name="T62" fmla="*/ 5 w 134"/>
                  <a:gd name="T63" fmla="*/ 0 h 204"/>
                  <a:gd name="T64" fmla="*/ 6 w 134"/>
                  <a:gd name="T65" fmla="*/ 0 h 20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34"/>
                  <a:gd name="T100" fmla="*/ 0 h 204"/>
                  <a:gd name="T101" fmla="*/ 134 w 134"/>
                  <a:gd name="T102" fmla="*/ 204 h 20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34" h="204">
                    <a:moveTo>
                      <a:pt x="97" y="0"/>
                    </a:moveTo>
                    <a:lnTo>
                      <a:pt x="101" y="16"/>
                    </a:lnTo>
                    <a:lnTo>
                      <a:pt x="104" y="31"/>
                    </a:lnTo>
                    <a:lnTo>
                      <a:pt x="110" y="47"/>
                    </a:lnTo>
                    <a:lnTo>
                      <a:pt x="114" y="63"/>
                    </a:lnTo>
                    <a:lnTo>
                      <a:pt x="120" y="80"/>
                    </a:lnTo>
                    <a:lnTo>
                      <a:pt x="125" y="96"/>
                    </a:lnTo>
                    <a:lnTo>
                      <a:pt x="131" y="113"/>
                    </a:lnTo>
                    <a:lnTo>
                      <a:pt x="134" y="130"/>
                    </a:lnTo>
                    <a:lnTo>
                      <a:pt x="123" y="137"/>
                    </a:lnTo>
                    <a:lnTo>
                      <a:pt x="112" y="146"/>
                    </a:lnTo>
                    <a:lnTo>
                      <a:pt x="101" y="154"/>
                    </a:lnTo>
                    <a:lnTo>
                      <a:pt x="90" y="165"/>
                    </a:lnTo>
                    <a:lnTo>
                      <a:pt x="81" y="174"/>
                    </a:lnTo>
                    <a:lnTo>
                      <a:pt x="71" y="184"/>
                    </a:lnTo>
                    <a:lnTo>
                      <a:pt x="60" y="195"/>
                    </a:lnTo>
                    <a:lnTo>
                      <a:pt x="50" y="204"/>
                    </a:lnTo>
                    <a:lnTo>
                      <a:pt x="38" y="191"/>
                    </a:lnTo>
                    <a:lnTo>
                      <a:pt x="29" y="176"/>
                    </a:lnTo>
                    <a:lnTo>
                      <a:pt x="22" y="160"/>
                    </a:lnTo>
                    <a:lnTo>
                      <a:pt x="18" y="144"/>
                    </a:lnTo>
                    <a:lnTo>
                      <a:pt x="14" y="127"/>
                    </a:lnTo>
                    <a:lnTo>
                      <a:pt x="10" y="108"/>
                    </a:lnTo>
                    <a:lnTo>
                      <a:pt x="6" y="91"/>
                    </a:lnTo>
                    <a:lnTo>
                      <a:pt x="0" y="74"/>
                    </a:lnTo>
                    <a:lnTo>
                      <a:pt x="12" y="65"/>
                    </a:lnTo>
                    <a:lnTo>
                      <a:pt x="23" y="55"/>
                    </a:lnTo>
                    <a:lnTo>
                      <a:pt x="34" y="45"/>
                    </a:lnTo>
                    <a:lnTo>
                      <a:pt x="45" y="36"/>
                    </a:lnTo>
                    <a:lnTo>
                      <a:pt x="58" y="27"/>
                    </a:lnTo>
                    <a:lnTo>
                      <a:pt x="70" y="17"/>
                    </a:lnTo>
                    <a:lnTo>
                      <a:pt x="83" y="8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Freeform 541"/>
              <p:cNvSpPr>
                <a:spLocks/>
              </p:cNvSpPr>
              <p:nvPr/>
            </p:nvSpPr>
            <p:spPr bwMode="auto">
              <a:xfrm>
                <a:off x="3227" y="2117"/>
                <a:ext cx="38" cy="68"/>
              </a:xfrm>
              <a:custGeom>
                <a:avLst/>
                <a:gdLst>
                  <a:gd name="T0" fmla="*/ 5 w 76"/>
                  <a:gd name="T1" fmla="*/ 2 h 136"/>
                  <a:gd name="T2" fmla="*/ 5 w 76"/>
                  <a:gd name="T3" fmla="*/ 3 h 136"/>
                  <a:gd name="T4" fmla="*/ 3 w 76"/>
                  <a:gd name="T5" fmla="*/ 4 h 136"/>
                  <a:gd name="T6" fmla="*/ 3 w 76"/>
                  <a:gd name="T7" fmla="*/ 5 h 136"/>
                  <a:gd name="T8" fmla="*/ 3 w 76"/>
                  <a:gd name="T9" fmla="*/ 5 h 136"/>
                  <a:gd name="T10" fmla="*/ 3 w 76"/>
                  <a:gd name="T11" fmla="*/ 6 h 136"/>
                  <a:gd name="T12" fmla="*/ 2 w 76"/>
                  <a:gd name="T13" fmla="*/ 7 h 136"/>
                  <a:gd name="T14" fmla="*/ 2 w 76"/>
                  <a:gd name="T15" fmla="*/ 7 h 136"/>
                  <a:gd name="T16" fmla="*/ 2 w 76"/>
                  <a:gd name="T17" fmla="*/ 9 h 136"/>
                  <a:gd name="T18" fmla="*/ 1 w 76"/>
                  <a:gd name="T19" fmla="*/ 9 h 136"/>
                  <a:gd name="T20" fmla="*/ 1 w 76"/>
                  <a:gd name="T21" fmla="*/ 9 h 136"/>
                  <a:gd name="T22" fmla="*/ 1 w 76"/>
                  <a:gd name="T23" fmla="*/ 9 h 136"/>
                  <a:gd name="T24" fmla="*/ 1 w 76"/>
                  <a:gd name="T25" fmla="*/ 9 h 136"/>
                  <a:gd name="T26" fmla="*/ 1 w 76"/>
                  <a:gd name="T27" fmla="*/ 7 h 136"/>
                  <a:gd name="T28" fmla="*/ 1 w 76"/>
                  <a:gd name="T29" fmla="*/ 7 h 136"/>
                  <a:gd name="T30" fmla="*/ 0 w 76"/>
                  <a:gd name="T31" fmla="*/ 7 h 136"/>
                  <a:gd name="T32" fmla="*/ 1 w 76"/>
                  <a:gd name="T33" fmla="*/ 6 h 136"/>
                  <a:gd name="T34" fmla="*/ 1 w 76"/>
                  <a:gd name="T35" fmla="*/ 6 h 136"/>
                  <a:gd name="T36" fmla="*/ 1 w 76"/>
                  <a:gd name="T37" fmla="*/ 6 h 136"/>
                  <a:gd name="T38" fmla="*/ 1 w 76"/>
                  <a:gd name="T39" fmla="*/ 5 h 136"/>
                  <a:gd name="T40" fmla="*/ 1 w 76"/>
                  <a:gd name="T41" fmla="*/ 5 h 136"/>
                  <a:gd name="T42" fmla="*/ 2 w 76"/>
                  <a:gd name="T43" fmla="*/ 5 h 136"/>
                  <a:gd name="T44" fmla="*/ 2 w 76"/>
                  <a:gd name="T45" fmla="*/ 5 h 136"/>
                  <a:gd name="T46" fmla="*/ 2 w 76"/>
                  <a:gd name="T47" fmla="*/ 5 h 136"/>
                  <a:gd name="T48" fmla="*/ 2 w 76"/>
                  <a:gd name="T49" fmla="*/ 4 h 136"/>
                  <a:gd name="T50" fmla="*/ 3 w 76"/>
                  <a:gd name="T51" fmla="*/ 3 h 136"/>
                  <a:gd name="T52" fmla="*/ 2 w 76"/>
                  <a:gd name="T53" fmla="*/ 2 h 136"/>
                  <a:gd name="T54" fmla="*/ 2 w 76"/>
                  <a:gd name="T55" fmla="*/ 1 h 136"/>
                  <a:gd name="T56" fmla="*/ 2 w 76"/>
                  <a:gd name="T57" fmla="*/ 0 h 136"/>
                  <a:gd name="T58" fmla="*/ 3 w 76"/>
                  <a:gd name="T59" fmla="*/ 0 h 136"/>
                  <a:gd name="T60" fmla="*/ 5 w 76"/>
                  <a:gd name="T61" fmla="*/ 1 h 136"/>
                  <a:gd name="T62" fmla="*/ 5 w 76"/>
                  <a:gd name="T63" fmla="*/ 1 h 136"/>
                  <a:gd name="T64" fmla="*/ 5 w 76"/>
                  <a:gd name="T65" fmla="*/ 1 h 136"/>
                  <a:gd name="T66" fmla="*/ 5 w 76"/>
                  <a:gd name="T67" fmla="*/ 1 h 136"/>
                  <a:gd name="T68" fmla="*/ 5 w 76"/>
                  <a:gd name="T69" fmla="*/ 1 h 136"/>
                  <a:gd name="T70" fmla="*/ 5 w 76"/>
                  <a:gd name="T71" fmla="*/ 2 h 136"/>
                  <a:gd name="T72" fmla="*/ 5 w 76"/>
                  <a:gd name="T73" fmla="*/ 2 h 1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76"/>
                  <a:gd name="T112" fmla="*/ 0 h 136"/>
                  <a:gd name="T113" fmla="*/ 76 w 76"/>
                  <a:gd name="T114" fmla="*/ 136 h 1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76" h="136">
                    <a:moveTo>
                      <a:pt x="70" y="47"/>
                    </a:moveTo>
                    <a:lnTo>
                      <a:pt x="65" y="59"/>
                    </a:lnTo>
                    <a:lnTo>
                      <a:pt x="62" y="70"/>
                    </a:lnTo>
                    <a:lnTo>
                      <a:pt x="58" y="82"/>
                    </a:lnTo>
                    <a:lnTo>
                      <a:pt x="54" y="93"/>
                    </a:lnTo>
                    <a:lnTo>
                      <a:pt x="50" y="105"/>
                    </a:lnTo>
                    <a:lnTo>
                      <a:pt x="44" y="115"/>
                    </a:lnTo>
                    <a:lnTo>
                      <a:pt x="40" y="126"/>
                    </a:lnTo>
                    <a:lnTo>
                      <a:pt x="33" y="136"/>
                    </a:lnTo>
                    <a:lnTo>
                      <a:pt x="27" y="136"/>
                    </a:lnTo>
                    <a:lnTo>
                      <a:pt x="20" y="135"/>
                    </a:lnTo>
                    <a:lnTo>
                      <a:pt x="13" y="133"/>
                    </a:lnTo>
                    <a:lnTo>
                      <a:pt x="8" y="130"/>
                    </a:lnTo>
                    <a:lnTo>
                      <a:pt x="3" y="127"/>
                    </a:lnTo>
                    <a:lnTo>
                      <a:pt x="1" y="121"/>
                    </a:lnTo>
                    <a:lnTo>
                      <a:pt x="0" y="113"/>
                    </a:lnTo>
                    <a:lnTo>
                      <a:pt x="3" y="104"/>
                    </a:lnTo>
                    <a:lnTo>
                      <a:pt x="9" y="99"/>
                    </a:lnTo>
                    <a:lnTo>
                      <a:pt x="15" y="96"/>
                    </a:lnTo>
                    <a:lnTo>
                      <a:pt x="23" y="95"/>
                    </a:lnTo>
                    <a:lnTo>
                      <a:pt x="29" y="93"/>
                    </a:lnTo>
                    <a:lnTo>
                      <a:pt x="35" y="91"/>
                    </a:lnTo>
                    <a:lnTo>
                      <a:pt x="41" y="89"/>
                    </a:lnTo>
                    <a:lnTo>
                      <a:pt x="46" y="83"/>
                    </a:lnTo>
                    <a:lnTo>
                      <a:pt x="47" y="75"/>
                    </a:lnTo>
                    <a:lnTo>
                      <a:pt x="49" y="54"/>
                    </a:lnTo>
                    <a:lnTo>
                      <a:pt x="46" y="36"/>
                    </a:lnTo>
                    <a:lnTo>
                      <a:pt x="42" y="19"/>
                    </a:lnTo>
                    <a:lnTo>
                      <a:pt x="47" y="0"/>
                    </a:lnTo>
                    <a:lnTo>
                      <a:pt x="57" y="0"/>
                    </a:lnTo>
                    <a:lnTo>
                      <a:pt x="65" y="2"/>
                    </a:lnTo>
                    <a:lnTo>
                      <a:pt x="71" y="7"/>
                    </a:lnTo>
                    <a:lnTo>
                      <a:pt x="74" y="14"/>
                    </a:lnTo>
                    <a:lnTo>
                      <a:pt x="76" y="22"/>
                    </a:lnTo>
                    <a:lnTo>
                      <a:pt x="76" y="30"/>
                    </a:lnTo>
                    <a:lnTo>
                      <a:pt x="73" y="39"/>
                    </a:lnTo>
                    <a:lnTo>
                      <a:pt x="70" y="4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Freeform 542"/>
              <p:cNvSpPr>
                <a:spLocks/>
              </p:cNvSpPr>
              <p:nvPr/>
            </p:nvSpPr>
            <p:spPr bwMode="auto">
              <a:xfrm>
                <a:off x="2843" y="2113"/>
                <a:ext cx="4" cy="6"/>
              </a:xfrm>
              <a:custGeom>
                <a:avLst/>
                <a:gdLst>
                  <a:gd name="T0" fmla="*/ 0 w 8"/>
                  <a:gd name="T1" fmla="*/ 0 h 13"/>
                  <a:gd name="T2" fmla="*/ 1 w 8"/>
                  <a:gd name="T3" fmla="*/ 0 h 13"/>
                  <a:gd name="T4" fmla="*/ 0 w 8"/>
                  <a:gd name="T5" fmla="*/ 0 h 13"/>
                  <a:gd name="T6" fmla="*/ 0 60000 65536"/>
                  <a:gd name="T7" fmla="*/ 0 60000 65536"/>
                  <a:gd name="T8" fmla="*/ 0 60000 65536"/>
                  <a:gd name="T9" fmla="*/ 0 w 8"/>
                  <a:gd name="T10" fmla="*/ 0 h 13"/>
                  <a:gd name="T11" fmla="*/ 8 w 8"/>
                  <a:gd name="T12" fmla="*/ 13 h 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" h="13">
                    <a:moveTo>
                      <a:pt x="0" y="0"/>
                    </a:moveTo>
                    <a:lnTo>
                      <a:pt x="8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Freeform 543"/>
              <p:cNvSpPr>
                <a:spLocks/>
              </p:cNvSpPr>
              <p:nvPr/>
            </p:nvSpPr>
            <p:spPr bwMode="auto">
              <a:xfrm>
                <a:off x="2865" y="2117"/>
                <a:ext cx="82" cy="78"/>
              </a:xfrm>
              <a:custGeom>
                <a:avLst/>
                <a:gdLst>
                  <a:gd name="T0" fmla="*/ 3 w 166"/>
                  <a:gd name="T1" fmla="*/ 9 h 157"/>
                  <a:gd name="T2" fmla="*/ 2 w 166"/>
                  <a:gd name="T3" fmla="*/ 9 h 157"/>
                  <a:gd name="T4" fmla="*/ 2 w 166"/>
                  <a:gd name="T5" fmla="*/ 8 h 157"/>
                  <a:gd name="T6" fmla="*/ 1 w 166"/>
                  <a:gd name="T7" fmla="*/ 7 h 157"/>
                  <a:gd name="T8" fmla="*/ 1 w 166"/>
                  <a:gd name="T9" fmla="*/ 6 h 157"/>
                  <a:gd name="T10" fmla="*/ 1 w 166"/>
                  <a:gd name="T11" fmla="*/ 5 h 157"/>
                  <a:gd name="T12" fmla="*/ 0 w 166"/>
                  <a:gd name="T13" fmla="*/ 4 h 157"/>
                  <a:gd name="T14" fmla="*/ 0 w 166"/>
                  <a:gd name="T15" fmla="*/ 4 h 157"/>
                  <a:gd name="T16" fmla="*/ 0 w 166"/>
                  <a:gd name="T17" fmla="*/ 2 h 157"/>
                  <a:gd name="T18" fmla="*/ 0 w 166"/>
                  <a:gd name="T19" fmla="*/ 2 h 157"/>
                  <a:gd name="T20" fmla="*/ 1 w 166"/>
                  <a:gd name="T21" fmla="*/ 2 h 157"/>
                  <a:gd name="T22" fmla="*/ 2 w 166"/>
                  <a:gd name="T23" fmla="*/ 1 h 157"/>
                  <a:gd name="T24" fmla="*/ 4 w 166"/>
                  <a:gd name="T25" fmla="*/ 1 h 157"/>
                  <a:gd name="T26" fmla="*/ 5 w 166"/>
                  <a:gd name="T27" fmla="*/ 0 h 157"/>
                  <a:gd name="T28" fmla="*/ 6 w 166"/>
                  <a:gd name="T29" fmla="*/ 0 h 157"/>
                  <a:gd name="T30" fmla="*/ 7 w 166"/>
                  <a:gd name="T31" fmla="*/ 0 h 157"/>
                  <a:gd name="T32" fmla="*/ 8 w 166"/>
                  <a:gd name="T33" fmla="*/ 0 h 157"/>
                  <a:gd name="T34" fmla="*/ 8 w 166"/>
                  <a:gd name="T35" fmla="*/ 0 h 157"/>
                  <a:gd name="T36" fmla="*/ 9 w 166"/>
                  <a:gd name="T37" fmla="*/ 3 h 157"/>
                  <a:gd name="T38" fmla="*/ 9 w 166"/>
                  <a:gd name="T39" fmla="*/ 5 h 157"/>
                  <a:gd name="T40" fmla="*/ 10 w 166"/>
                  <a:gd name="T41" fmla="*/ 7 h 157"/>
                  <a:gd name="T42" fmla="*/ 9 w 166"/>
                  <a:gd name="T43" fmla="*/ 7 h 157"/>
                  <a:gd name="T44" fmla="*/ 8 w 166"/>
                  <a:gd name="T45" fmla="*/ 8 h 157"/>
                  <a:gd name="T46" fmla="*/ 7 w 166"/>
                  <a:gd name="T47" fmla="*/ 8 h 157"/>
                  <a:gd name="T48" fmla="*/ 6 w 166"/>
                  <a:gd name="T49" fmla="*/ 8 h 157"/>
                  <a:gd name="T50" fmla="*/ 5 w 166"/>
                  <a:gd name="T51" fmla="*/ 8 h 157"/>
                  <a:gd name="T52" fmla="*/ 4 w 166"/>
                  <a:gd name="T53" fmla="*/ 9 h 157"/>
                  <a:gd name="T54" fmla="*/ 3 w 166"/>
                  <a:gd name="T55" fmla="*/ 9 h 157"/>
                  <a:gd name="T56" fmla="*/ 3 w 166"/>
                  <a:gd name="T57" fmla="*/ 9 h 157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166"/>
                  <a:gd name="T88" fmla="*/ 0 h 157"/>
                  <a:gd name="T89" fmla="*/ 166 w 166"/>
                  <a:gd name="T90" fmla="*/ 157 h 157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166" h="157">
                    <a:moveTo>
                      <a:pt x="52" y="157"/>
                    </a:moveTo>
                    <a:lnTo>
                      <a:pt x="43" y="146"/>
                    </a:lnTo>
                    <a:lnTo>
                      <a:pt x="35" y="135"/>
                    </a:lnTo>
                    <a:lnTo>
                      <a:pt x="28" y="122"/>
                    </a:lnTo>
                    <a:lnTo>
                      <a:pt x="22" y="108"/>
                    </a:lnTo>
                    <a:lnTo>
                      <a:pt x="16" y="95"/>
                    </a:lnTo>
                    <a:lnTo>
                      <a:pt x="10" y="79"/>
                    </a:lnTo>
                    <a:lnTo>
                      <a:pt x="6" y="64"/>
                    </a:lnTo>
                    <a:lnTo>
                      <a:pt x="0" y="47"/>
                    </a:lnTo>
                    <a:lnTo>
                      <a:pt x="15" y="39"/>
                    </a:lnTo>
                    <a:lnTo>
                      <a:pt x="30" y="32"/>
                    </a:lnTo>
                    <a:lnTo>
                      <a:pt x="47" y="24"/>
                    </a:lnTo>
                    <a:lnTo>
                      <a:pt x="65" y="19"/>
                    </a:lnTo>
                    <a:lnTo>
                      <a:pt x="82" y="12"/>
                    </a:lnTo>
                    <a:lnTo>
                      <a:pt x="100" y="7"/>
                    </a:lnTo>
                    <a:lnTo>
                      <a:pt x="120" y="2"/>
                    </a:lnTo>
                    <a:lnTo>
                      <a:pt x="138" y="0"/>
                    </a:lnTo>
                    <a:lnTo>
                      <a:pt x="141" y="15"/>
                    </a:lnTo>
                    <a:lnTo>
                      <a:pt x="147" y="51"/>
                    </a:lnTo>
                    <a:lnTo>
                      <a:pt x="157" y="91"/>
                    </a:lnTo>
                    <a:lnTo>
                      <a:pt x="166" y="121"/>
                    </a:lnTo>
                    <a:lnTo>
                      <a:pt x="152" y="125"/>
                    </a:lnTo>
                    <a:lnTo>
                      <a:pt x="138" y="128"/>
                    </a:lnTo>
                    <a:lnTo>
                      <a:pt x="123" y="132"/>
                    </a:lnTo>
                    <a:lnTo>
                      <a:pt x="107" y="136"/>
                    </a:lnTo>
                    <a:lnTo>
                      <a:pt x="92" y="141"/>
                    </a:lnTo>
                    <a:lnTo>
                      <a:pt x="77" y="146"/>
                    </a:lnTo>
                    <a:lnTo>
                      <a:pt x="63" y="151"/>
                    </a:lnTo>
                    <a:lnTo>
                      <a:pt x="52" y="15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 544"/>
              <p:cNvSpPr>
                <a:spLocks/>
              </p:cNvSpPr>
              <p:nvPr/>
            </p:nvSpPr>
            <p:spPr bwMode="auto">
              <a:xfrm>
                <a:off x="2889" y="2187"/>
                <a:ext cx="73" cy="72"/>
              </a:xfrm>
              <a:custGeom>
                <a:avLst/>
                <a:gdLst>
                  <a:gd name="T0" fmla="*/ 0 w 145"/>
                  <a:gd name="T1" fmla="*/ 2 h 144"/>
                  <a:gd name="T2" fmla="*/ 1 w 145"/>
                  <a:gd name="T3" fmla="*/ 2 h 144"/>
                  <a:gd name="T4" fmla="*/ 2 w 145"/>
                  <a:gd name="T5" fmla="*/ 1 h 144"/>
                  <a:gd name="T6" fmla="*/ 3 w 145"/>
                  <a:gd name="T7" fmla="*/ 1 h 144"/>
                  <a:gd name="T8" fmla="*/ 4 w 145"/>
                  <a:gd name="T9" fmla="*/ 1 h 144"/>
                  <a:gd name="T10" fmla="*/ 5 w 145"/>
                  <a:gd name="T11" fmla="*/ 1 h 144"/>
                  <a:gd name="T12" fmla="*/ 6 w 145"/>
                  <a:gd name="T13" fmla="*/ 1 h 144"/>
                  <a:gd name="T14" fmla="*/ 7 w 145"/>
                  <a:gd name="T15" fmla="*/ 1 h 144"/>
                  <a:gd name="T16" fmla="*/ 8 w 145"/>
                  <a:gd name="T17" fmla="*/ 0 h 144"/>
                  <a:gd name="T18" fmla="*/ 10 w 145"/>
                  <a:gd name="T19" fmla="*/ 7 h 144"/>
                  <a:gd name="T20" fmla="*/ 9 w 145"/>
                  <a:gd name="T21" fmla="*/ 7 h 144"/>
                  <a:gd name="T22" fmla="*/ 8 w 145"/>
                  <a:gd name="T23" fmla="*/ 7 h 144"/>
                  <a:gd name="T24" fmla="*/ 7 w 145"/>
                  <a:gd name="T25" fmla="*/ 9 h 144"/>
                  <a:gd name="T26" fmla="*/ 6 w 145"/>
                  <a:gd name="T27" fmla="*/ 9 h 144"/>
                  <a:gd name="T28" fmla="*/ 6 w 145"/>
                  <a:gd name="T29" fmla="*/ 9 h 144"/>
                  <a:gd name="T30" fmla="*/ 5 w 145"/>
                  <a:gd name="T31" fmla="*/ 9 h 144"/>
                  <a:gd name="T32" fmla="*/ 4 w 145"/>
                  <a:gd name="T33" fmla="*/ 9 h 144"/>
                  <a:gd name="T34" fmla="*/ 3 w 145"/>
                  <a:gd name="T35" fmla="*/ 9 h 144"/>
                  <a:gd name="T36" fmla="*/ 3 w 145"/>
                  <a:gd name="T37" fmla="*/ 8 h 144"/>
                  <a:gd name="T38" fmla="*/ 3 w 145"/>
                  <a:gd name="T39" fmla="*/ 7 h 144"/>
                  <a:gd name="T40" fmla="*/ 2 w 145"/>
                  <a:gd name="T41" fmla="*/ 6 h 144"/>
                  <a:gd name="T42" fmla="*/ 2 w 145"/>
                  <a:gd name="T43" fmla="*/ 5 h 144"/>
                  <a:gd name="T44" fmla="*/ 2 w 145"/>
                  <a:gd name="T45" fmla="*/ 5 h 144"/>
                  <a:gd name="T46" fmla="*/ 1 w 145"/>
                  <a:gd name="T47" fmla="*/ 5 h 144"/>
                  <a:gd name="T48" fmla="*/ 1 w 145"/>
                  <a:gd name="T49" fmla="*/ 3 h 144"/>
                  <a:gd name="T50" fmla="*/ 1 w 145"/>
                  <a:gd name="T51" fmla="*/ 2 h 144"/>
                  <a:gd name="T52" fmla="*/ 0 w 145"/>
                  <a:gd name="T53" fmla="*/ 2 h 144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45"/>
                  <a:gd name="T82" fmla="*/ 0 h 144"/>
                  <a:gd name="T83" fmla="*/ 145 w 145"/>
                  <a:gd name="T84" fmla="*/ 144 h 144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145" h="144">
                    <a:moveTo>
                      <a:pt x="0" y="35"/>
                    </a:moveTo>
                    <a:lnTo>
                      <a:pt x="12" y="32"/>
                    </a:lnTo>
                    <a:lnTo>
                      <a:pt x="26" y="27"/>
                    </a:lnTo>
                    <a:lnTo>
                      <a:pt x="42" y="23"/>
                    </a:lnTo>
                    <a:lnTo>
                      <a:pt x="59" y="17"/>
                    </a:lnTo>
                    <a:lnTo>
                      <a:pt x="76" y="12"/>
                    </a:lnTo>
                    <a:lnTo>
                      <a:pt x="92" y="8"/>
                    </a:lnTo>
                    <a:lnTo>
                      <a:pt x="106" y="3"/>
                    </a:lnTo>
                    <a:lnTo>
                      <a:pt x="117" y="0"/>
                    </a:lnTo>
                    <a:lnTo>
                      <a:pt x="145" y="117"/>
                    </a:lnTo>
                    <a:lnTo>
                      <a:pt x="131" y="118"/>
                    </a:lnTo>
                    <a:lnTo>
                      <a:pt x="118" y="123"/>
                    </a:lnTo>
                    <a:lnTo>
                      <a:pt x="107" y="129"/>
                    </a:lnTo>
                    <a:lnTo>
                      <a:pt x="94" y="135"/>
                    </a:lnTo>
                    <a:lnTo>
                      <a:pt x="83" y="140"/>
                    </a:lnTo>
                    <a:lnTo>
                      <a:pt x="71" y="144"/>
                    </a:lnTo>
                    <a:lnTo>
                      <a:pt x="59" y="144"/>
                    </a:lnTo>
                    <a:lnTo>
                      <a:pt x="47" y="140"/>
                    </a:lnTo>
                    <a:lnTo>
                      <a:pt x="42" y="128"/>
                    </a:lnTo>
                    <a:lnTo>
                      <a:pt x="38" y="115"/>
                    </a:lnTo>
                    <a:lnTo>
                      <a:pt x="32" y="102"/>
                    </a:lnTo>
                    <a:lnTo>
                      <a:pt x="26" y="91"/>
                    </a:lnTo>
                    <a:lnTo>
                      <a:pt x="20" y="78"/>
                    </a:lnTo>
                    <a:lnTo>
                      <a:pt x="15" y="67"/>
                    </a:lnTo>
                    <a:lnTo>
                      <a:pt x="9" y="55"/>
                    </a:lnTo>
                    <a:lnTo>
                      <a:pt x="4" y="42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Freeform 545"/>
              <p:cNvSpPr>
                <a:spLocks/>
              </p:cNvSpPr>
              <p:nvPr/>
            </p:nvSpPr>
            <p:spPr bwMode="auto">
              <a:xfrm>
                <a:off x="3175" y="2151"/>
                <a:ext cx="44" cy="26"/>
              </a:xfrm>
              <a:custGeom>
                <a:avLst/>
                <a:gdLst>
                  <a:gd name="T0" fmla="*/ 5 w 89"/>
                  <a:gd name="T1" fmla="*/ 2 h 53"/>
                  <a:gd name="T2" fmla="*/ 5 w 89"/>
                  <a:gd name="T3" fmla="*/ 2 h 53"/>
                  <a:gd name="T4" fmla="*/ 5 w 89"/>
                  <a:gd name="T5" fmla="*/ 3 h 53"/>
                  <a:gd name="T6" fmla="*/ 5 w 89"/>
                  <a:gd name="T7" fmla="*/ 3 h 53"/>
                  <a:gd name="T8" fmla="*/ 4 w 89"/>
                  <a:gd name="T9" fmla="*/ 3 h 53"/>
                  <a:gd name="T10" fmla="*/ 0 w 89"/>
                  <a:gd name="T11" fmla="*/ 2 h 53"/>
                  <a:gd name="T12" fmla="*/ 0 w 89"/>
                  <a:gd name="T13" fmla="*/ 1 h 53"/>
                  <a:gd name="T14" fmla="*/ 0 w 89"/>
                  <a:gd name="T15" fmla="*/ 0 h 53"/>
                  <a:gd name="T16" fmla="*/ 0 w 89"/>
                  <a:gd name="T17" fmla="*/ 0 h 53"/>
                  <a:gd name="T18" fmla="*/ 0 w 89"/>
                  <a:gd name="T19" fmla="*/ 0 h 53"/>
                  <a:gd name="T20" fmla="*/ 1 w 89"/>
                  <a:gd name="T21" fmla="*/ 0 h 53"/>
                  <a:gd name="T22" fmla="*/ 2 w 89"/>
                  <a:gd name="T23" fmla="*/ 0 h 53"/>
                  <a:gd name="T24" fmla="*/ 2 w 89"/>
                  <a:gd name="T25" fmla="*/ 0 h 53"/>
                  <a:gd name="T26" fmla="*/ 3 w 89"/>
                  <a:gd name="T27" fmla="*/ 1 h 53"/>
                  <a:gd name="T28" fmla="*/ 3 w 89"/>
                  <a:gd name="T29" fmla="*/ 1 h 53"/>
                  <a:gd name="T30" fmla="*/ 4 w 89"/>
                  <a:gd name="T31" fmla="*/ 1 h 53"/>
                  <a:gd name="T32" fmla="*/ 4 w 89"/>
                  <a:gd name="T33" fmla="*/ 2 h 53"/>
                  <a:gd name="T34" fmla="*/ 5 w 89"/>
                  <a:gd name="T35" fmla="*/ 2 h 5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9"/>
                  <a:gd name="T55" fmla="*/ 0 h 53"/>
                  <a:gd name="T56" fmla="*/ 89 w 89"/>
                  <a:gd name="T57" fmla="*/ 53 h 5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9" h="53">
                    <a:moveTo>
                      <a:pt x="86" y="38"/>
                    </a:moveTo>
                    <a:lnTo>
                      <a:pt x="89" y="44"/>
                    </a:lnTo>
                    <a:lnTo>
                      <a:pt x="86" y="49"/>
                    </a:lnTo>
                    <a:lnTo>
                      <a:pt x="82" y="51"/>
                    </a:lnTo>
                    <a:lnTo>
                      <a:pt x="76" y="53"/>
                    </a:lnTo>
                    <a:lnTo>
                      <a:pt x="0" y="32"/>
                    </a:lnTo>
                    <a:lnTo>
                      <a:pt x="0" y="23"/>
                    </a:lnTo>
                    <a:lnTo>
                      <a:pt x="2" y="14"/>
                    </a:lnTo>
                    <a:lnTo>
                      <a:pt x="8" y="6"/>
                    </a:lnTo>
                    <a:lnTo>
                      <a:pt x="15" y="0"/>
                    </a:lnTo>
                    <a:lnTo>
                      <a:pt x="26" y="2"/>
                    </a:lnTo>
                    <a:lnTo>
                      <a:pt x="36" y="6"/>
                    </a:lnTo>
                    <a:lnTo>
                      <a:pt x="44" y="11"/>
                    </a:lnTo>
                    <a:lnTo>
                      <a:pt x="51" y="17"/>
                    </a:lnTo>
                    <a:lnTo>
                      <a:pt x="59" y="23"/>
                    </a:lnTo>
                    <a:lnTo>
                      <a:pt x="67" y="29"/>
                    </a:lnTo>
                    <a:lnTo>
                      <a:pt x="76" y="35"/>
                    </a:lnTo>
                    <a:lnTo>
                      <a:pt x="86" y="3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Freeform 546"/>
              <p:cNvSpPr>
                <a:spLocks/>
              </p:cNvSpPr>
              <p:nvPr/>
            </p:nvSpPr>
            <p:spPr bwMode="auto">
              <a:xfrm>
                <a:off x="2586" y="2137"/>
                <a:ext cx="32" cy="65"/>
              </a:xfrm>
              <a:custGeom>
                <a:avLst/>
                <a:gdLst>
                  <a:gd name="T0" fmla="*/ 4 w 63"/>
                  <a:gd name="T1" fmla="*/ 7 h 130"/>
                  <a:gd name="T2" fmla="*/ 3 w 63"/>
                  <a:gd name="T3" fmla="*/ 8 h 130"/>
                  <a:gd name="T4" fmla="*/ 0 w 63"/>
                  <a:gd name="T5" fmla="*/ 1 h 130"/>
                  <a:gd name="T6" fmla="*/ 1 w 63"/>
                  <a:gd name="T7" fmla="*/ 1 h 130"/>
                  <a:gd name="T8" fmla="*/ 1 w 63"/>
                  <a:gd name="T9" fmla="*/ 1 h 130"/>
                  <a:gd name="T10" fmla="*/ 1 w 63"/>
                  <a:gd name="T11" fmla="*/ 1 h 130"/>
                  <a:gd name="T12" fmla="*/ 2 w 63"/>
                  <a:gd name="T13" fmla="*/ 0 h 130"/>
                  <a:gd name="T14" fmla="*/ 2 w 63"/>
                  <a:gd name="T15" fmla="*/ 1 h 130"/>
                  <a:gd name="T16" fmla="*/ 2 w 63"/>
                  <a:gd name="T17" fmla="*/ 1 h 130"/>
                  <a:gd name="T18" fmla="*/ 2 w 63"/>
                  <a:gd name="T19" fmla="*/ 2 h 130"/>
                  <a:gd name="T20" fmla="*/ 3 w 63"/>
                  <a:gd name="T21" fmla="*/ 3 h 130"/>
                  <a:gd name="T22" fmla="*/ 3 w 63"/>
                  <a:gd name="T23" fmla="*/ 4 h 130"/>
                  <a:gd name="T24" fmla="*/ 3 w 63"/>
                  <a:gd name="T25" fmla="*/ 5 h 130"/>
                  <a:gd name="T26" fmla="*/ 4 w 63"/>
                  <a:gd name="T27" fmla="*/ 6 h 130"/>
                  <a:gd name="T28" fmla="*/ 4 w 63"/>
                  <a:gd name="T29" fmla="*/ 7 h 13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63"/>
                  <a:gd name="T46" fmla="*/ 0 h 130"/>
                  <a:gd name="T47" fmla="*/ 63 w 63"/>
                  <a:gd name="T48" fmla="*/ 130 h 13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63" h="130">
                    <a:moveTo>
                      <a:pt x="63" y="123"/>
                    </a:moveTo>
                    <a:lnTo>
                      <a:pt x="46" y="130"/>
                    </a:lnTo>
                    <a:lnTo>
                      <a:pt x="0" y="12"/>
                    </a:lnTo>
                    <a:lnTo>
                      <a:pt x="3" y="7"/>
                    </a:lnTo>
                    <a:lnTo>
                      <a:pt x="9" y="3"/>
                    </a:lnTo>
                    <a:lnTo>
                      <a:pt x="15" y="1"/>
                    </a:lnTo>
                    <a:lnTo>
                      <a:pt x="17" y="0"/>
                    </a:lnTo>
                    <a:lnTo>
                      <a:pt x="18" y="5"/>
                    </a:lnTo>
                    <a:lnTo>
                      <a:pt x="22" y="17"/>
                    </a:lnTo>
                    <a:lnTo>
                      <a:pt x="27" y="32"/>
                    </a:lnTo>
                    <a:lnTo>
                      <a:pt x="33" y="50"/>
                    </a:lnTo>
                    <a:lnTo>
                      <a:pt x="40" y="69"/>
                    </a:lnTo>
                    <a:lnTo>
                      <a:pt x="48" y="88"/>
                    </a:lnTo>
                    <a:lnTo>
                      <a:pt x="55" y="107"/>
                    </a:lnTo>
                    <a:lnTo>
                      <a:pt x="63" y="12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Freeform 547"/>
              <p:cNvSpPr>
                <a:spLocks/>
              </p:cNvSpPr>
              <p:nvPr/>
            </p:nvSpPr>
            <p:spPr bwMode="auto">
              <a:xfrm>
                <a:off x="2818" y="2156"/>
                <a:ext cx="57" cy="72"/>
              </a:xfrm>
              <a:custGeom>
                <a:avLst/>
                <a:gdLst>
                  <a:gd name="T0" fmla="*/ 8 w 113"/>
                  <a:gd name="T1" fmla="*/ 5 h 144"/>
                  <a:gd name="T2" fmla="*/ 7 w 113"/>
                  <a:gd name="T3" fmla="*/ 5 h 144"/>
                  <a:gd name="T4" fmla="*/ 6 w 113"/>
                  <a:gd name="T5" fmla="*/ 5 h 144"/>
                  <a:gd name="T6" fmla="*/ 5 w 113"/>
                  <a:gd name="T7" fmla="*/ 6 h 144"/>
                  <a:gd name="T8" fmla="*/ 4 w 113"/>
                  <a:gd name="T9" fmla="*/ 6 h 144"/>
                  <a:gd name="T10" fmla="*/ 4 w 113"/>
                  <a:gd name="T11" fmla="*/ 7 h 144"/>
                  <a:gd name="T12" fmla="*/ 3 w 113"/>
                  <a:gd name="T13" fmla="*/ 7 h 144"/>
                  <a:gd name="T14" fmla="*/ 2 w 113"/>
                  <a:gd name="T15" fmla="*/ 9 h 144"/>
                  <a:gd name="T16" fmla="*/ 1 w 113"/>
                  <a:gd name="T17" fmla="*/ 9 h 144"/>
                  <a:gd name="T18" fmla="*/ 1 w 113"/>
                  <a:gd name="T19" fmla="*/ 9 h 144"/>
                  <a:gd name="T20" fmla="*/ 1 w 113"/>
                  <a:gd name="T21" fmla="*/ 7 h 144"/>
                  <a:gd name="T22" fmla="*/ 1 w 113"/>
                  <a:gd name="T23" fmla="*/ 6 h 144"/>
                  <a:gd name="T24" fmla="*/ 0 w 113"/>
                  <a:gd name="T25" fmla="*/ 6 h 144"/>
                  <a:gd name="T26" fmla="*/ 1 w 113"/>
                  <a:gd name="T27" fmla="*/ 5 h 144"/>
                  <a:gd name="T28" fmla="*/ 1 w 113"/>
                  <a:gd name="T29" fmla="*/ 5 h 144"/>
                  <a:gd name="T30" fmla="*/ 2 w 113"/>
                  <a:gd name="T31" fmla="*/ 5 h 144"/>
                  <a:gd name="T32" fmla="*/ 2 w 113"/>
                  <a:gd name="T33" fmla="*/ 3 h 144"/>
                  <a:gd name="T34" fmla="*/ 2 w 113"/>
                  <a:gd name="T35" fmla="*/ 5 h 144"/>
                  <a:gd name="T36" fmla="*/ 3 w 113"/>
                  <a:gd name="T37" fmla="*/ 5 h 144"/>
                  <a:gd name="T38" fmla="*/ 3 w 113"/>
                  <a:gd name="T39" fmla="*/ 3 h 144"/>
                  <a:gd name="T40" fmla="*/ 4 w 113"/>
                  <a:gd name="T41" fmla="*/ 3 h 144"/>
                  <a:gd name="T42" fmla="*/ 4 w 113"/>
                  <a:gd name="T43" fmla="*/ 2 h 144"/>
                  <a:gd name="T44" fmla="*/ 4 w 113"/>
                  <a:gd name="T45" fmla="*/ 2 h 144"/>
                  <a:gd name="T46" fmla="*/ 4 w 113"/>
                  <a:gd name="T47" fmla="*/ 1 h 144"/>
                  <a:gd name="T48" fmla="*/ 5 w 113"/>
                  <a:gd name="T49" fmla="*/ 1 h 144"/>
                  <a:gd name="T50" fmla="*/ 5 w 113"/>
                  <a:gd name="T51" fmla="*/ 1 h 144"/>
                  <a:gd name="T52" fmla="*/ 5 w 113"/>
                  <a:gd name="T53" fmla="*/ 1 h 144"/>
                  <a:gd name="T54" fmla="*/ 5 w 113"/>
                  <a:gd name="T55" fmla="*/ 1 h 144"/>
                  <a:gd name="T56" fmla="*/ 5 w 113"/>
                  <a:gd name="T57" fmla="*/ 0 h 144"/>
                  <a:gd name="T58" fmla="*/ 5 w 113"/>
                  <a:gd name="T59" fmla="*/ 1 h 144"/>
                  <a:gd name="T60" fmla="*/ 6 w 113"/>
                  <a:gd name="T61" fmla="*/ 1 h 144"/>
                  <a:gd name="T62" fmla="*/ 6 w 113"/>
                  <a:gd name="T63" fmla="*/ 2 h 144"/>
                  <a:gd name="T64" fmla="*/ 6 w 113"/>
                  <a:gd name="T65" fmla="*/ 3 h 144"/>
                  <a:gd name="T66" fmla="*/ 7 w 113"/>
                  <a:gd name="T67" fmla="*/ 3 h 144"/>
                  <a:gd name="T68" fmla="*/ 7 w 113"/>
                  <a:gd name="T69" fmla="*/ 5 h 144"/>
                  <a:gd name="T70" fmla="*/ 7 w 113"/>
                  <a:gd name="T71" fmla="*/ 5 h 144"/>
                  <a:gd name="T72" fmla="*/ 8 w 113"/>
                  <a:gd name="T73" fmla="*/ 5 h 14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13"/>
                  <a:gd name="T112" fmla="*/ 0 h 144"/>
                  <a:gd name="T113" fmla="*/ 113 w 113"/>
                  <a:gd name="T114" fmla="*/ 144 h 14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13" h="144">
                    <a:moveTo>
                      <a:pt x="113" y="80"/>
                    </a:moveTo>
                    <a:lnTo>
                      <a:pt x="98" y="87"/>
                    </a:lnTo>
                    <a:lnTo>
                      <a:pt x="85" y="94"/>
                    </a:lnTo>
                    <a:lnTo>
                      <a:pt x="72" y="101"/>
                    </a:lnTo>
                    <a:lnTo>
                      <a:pt x="61" y="109"/>
                    </a:lnTo>
                    <a:lnTo>
                      <a:pt x="49" y="117"/>
                    </a:lnTo>
                    <a:lnTo>
                      <a:pt x="38" y="126"/>
                    </a:lnTo>
                    <a:lnTo>
                      <a:pt x="26" y="134"/>
                    </a:lnTo>
                    <a:lnTo>
                      <a:pt x="14" y="144"/>
                    </a:lnTo>
                    <a:lnTo>
                      <a:pt x="8" y="133"/>
                    </a:lnTo>
                    <a:lnTo>
                      <a:pt x="3" y="122"/>
                    </a:lnTo>
                    <a:lnTo>
                      <a:pt x="1" y="111"/>
                    </a:lnTo>
                    <a:lnTo>
                      <a:pt x="0" y="103"/>
                    </a:lnTo>
                    <a:lnTo>
                      <a:pt x="5" y="93"/>
                    </a:lnTo>
                    <a:lnTo>
                      <a:pt x="13" y="86"/>
                    </a:lnTo>
                    <a:lnTo>
                      <a:pt x="18" y="77"/>
                    </a:lnTo>
                    <a:lnTo>
                      <a:pt x="21" y="63"/>
                    </a:lnTo>
                    <a:lnTo>
                      <a:pt x="32" y="66"/>
                    </a:lnTo>
                    <a:lnTo>
                      <a:pt x="41" y="66"/>
                    </a:lnTo>
                    <a:lnTo>
                      <a:pt x="47" y="62"/>
                    </a:lnTo>
                    <a:lnTo>
                      <a:pt x="53" y="55"/>
                    </a:lnTo>
                    <a:lnTo>
                      <a:pt x="56" y="47"/>
                    </a:lnTo>
                    <a:lnTo>
                      <a:pt x="60" y="38"/>
                    </a:lnTo>
                    <a:lnTo>
                      <a:pt x="64" y="31"/>
                    </a:lnTo>
                    <a:lnTo>
                      <a:pt x="70" y="24"/>
                    </a:lnTo>
                    <a:lnTo>
                      <a:pt x="71" y="16"/>
                    </a:lnTo>
                    <a:lnTo>
                      <a:pt x="69" y="9"/>
                    </a:lnTo>
                    <a:lnTo>
                      <a:pt x="68" y="3"/>
                    </a:lnTo>
                    <a:lnTo>
                      <a:pt x="77" y="0"/>
                    </a:lnTo>
                    <a:lnTo>
                      <a:pt x="79" y="12"/>
                    </a:lnTo>
                    <a:lnTo>
                      <a:pt x="83" y="25"/>
                    </a:lnTo>
                    <a:lnTo>
                      <a:pt x="89" y="39"/>
                    </a:lnTo>
                    <a:lnTo>
                      <a:pt x="96" y="52"/>
                    </a:lnTo>
                    <a:lnTo>
                      <a:pt x="101" y="63"/>
                    </a:lnTo>
                    <a:lnTo>
                      <a:pt x="107" y="72"/>
                    </a:lnTo>
                    <a:lnTo>
                      <a:pt x="112" y="78"/>
                    </a:lnTo>
                    <a:lnTo>
                      <a:pt x="113" y="8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Freeform 548"/>
              <p:cNvSpPr>
                <a:spLocks/>
              </p:cNvSpPr>
              <p:nvPr/>
            </p:nvSpPr>
            <p:spPr bwMode="auto">
              <a:xfrm>
                <a:off x="3038" y="2171"/>
                <a:ext cx="58" cy="61"/>
              </a:xfrm>
              <a:custGeom>
                <a:avLst/>
                <a:gdLst>
                  <a:gd name="T0" fmla="*/ 8 w 115"/>
                  <a:gd name="T1" fmla="*/ 0 h 123"/>
                  <a:gd name="T2" fmla="*/ 8 w 115"/>
                  <a:gd name="T3" fmla="*/ 2 h 123"/>
                  <a:gd name="T4" fmla="*/ 7 w 115"/>
                  <a:gd name="T5" fmla="*/ 3 h 123"/>
                  <a:gd name="T6" fmla="*/ 7 w 115"/>
                  <a:gd name="T7" fmla="*/ 5 h 123"/>
                  <a:gd name="T8" fmla="*/ 6 w 115"/>
                  <a:gd name="T9" fmla="*/ 7 h 123"/>
                  <a:gd name="T10" fmla="*/ 1 w 115"/>
                  <a:gd name="T11" fmla="*/ 7 h 123"/>
                  <a:gd name="T12" fmla="*/ 1 w 115"/>
                  <a:gd name="T13" fmla="*/ 5 h 123"/>
                  <a:gd name="T14" fmla="*/ 1 w 115"/>
                  <a:gd name="T15" fmla="*/ 3 h 123"/>
                  <a:gd name="T16" fmla="*/ 0 w 115"/>
                  <a:gd name="T17" fmla="*/ 2 h 123"/>
                  <a:gd name="T18" fmla="*/ 0 w 115"/>
                  <a:gd name="T19" fmla="*/ 0 h 123"/>
                  <a:gd name="T20" fmla="*/ 1 w 115"/>
                  <a:gd name="T21" fmla="*/ 0 h 123"/>
                  <a:gd name="T22" fmla="*/ 2 w 115"/>
                  <a:gd name="T23" fmla="*/ 0 h 123"/>
                  <a:gd name="T24" fmla="*/ 3 w 115"/>
                  <a:gd name="T25" fmla="*/ 0 h 123"/>
                  <a:gd name="T26" fmla="*/ 4 w 115"/>
                  <a:gd name="T27" fmla="*/ 0 h 123"/>
                  <a:gd name="T28" fmla="*/ 5 w 115"/>
                  <a:gd name="T29" fmla="*/ 0 h 123"/>
                  <a:gd name="T30" fmla="*/ 6 w 115"/>
                  <a:gd name="T31" fmla="*/ 0 h 123"/>
                  <a:gd name="T32" fmla="*/ 7 w 115"/>
                  <a:gd name="T33" fmla="*/ 0 h 123"/>
                  <a:gd name="T34" fmla="*/ 8 w 115"/>
                  <a:gd name="T35" fmla="*/ 0 h 12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15"/>
                  <a:gd name="T55" fmla="*/ 0 h 123"/>
                  <a:gd name="T56" fmla="*/ 115 w 115"/>
                  <a:gd name="T57" fmla="*/ 123 h 12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15" h="123">
                    <a:moveTo>
                      <a:pt x="115" y="2"/>
                    </a:moveTo>
                    <a:lnTo>
                      <a:pt x="113" y="32"/>
                    </a:lnTo>
                    <a:lnTo>
                      <a:pt x="108" y="60"/>
                    </a:lnTo>
                    <a:lnTo>
                      <a:pt x="101" y="87"/>
                    </a:lnTo>
                    <a:lnTo>
                      <a:pt x="94" y="113"/>
                    </a:lnTo>
                    <a:lnTo>
                      <a:pt x="1" y="123"/>
                    </a:lnTo>
                    <a:lnTo>
                      <a:pt x="1" y="93"/>
                    </a:lnTo>
                    <a:lnTo>
                      <a:pt x="1" y="63"/>
                    </a:lnTo>
                    <a:lnTo>
                      <a:pt x="0" y="34"/>
                    </a:lnTo>
                    <a:lnTo>
                      <a:pt x="0" y="6"/>
                    </a:lnTo>
                    <a:lnTo>
                      <a:pt x="14" y="4"/>
                    </a:lnTo>
                    <a:lnTo>
                      <a:pt x="29" y="2"/>
                    </a:lnTo>
                    <a:lnTo>
                      <a:pt x="44" y="0"/>
                    </a:lnTo>
                    <a:lnTo>
                      <a:pt x="57" y="0"/>
                    </a:lnTo>
                    <a:lnTo>
                      <a:pt x="72" y="0"/>
                    </a:lnTo>
                    <a:lnTo>
                      <a:pt x="87" y="0"/>
                    </a:lnTo>
                    <a:lnTo>
                      <a:pt x="101" y="2"/>
                    </a:lnTo>
                    <a:lnTo>
                      <a:pt x="115" y="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Freeform 549"/>
              <p:cNvSpPr>
                <a:spLocks/>
              </p:cNvSpPr>
              <p:nvPr/>
            </p:nvSpPr>
            <p:spPr bwMode="auto">
              <a:xfrm>
                <a:off x="3096" y="2171"/>
                <a:ext cx="65" cy="60"/>
              </a:xfrm>
              <a:custGeom>
                <a:avLst/>
                <a:gdLst>
                  <a:gd name="T0" fmla="*/ 9 w 129"/>
                  <a:gd name="T1" fmla="*/ 0 h 121"/>
                  <a:gd name="T2" fmla="*/ 8 w 129"/>
                  <a:gd name="T3" fmla="*/ 1 h 121"/>
                  <a:gd name="T4" fmla="*/ 8 w 129"/>
                  <a:gd name="T5" fmla="*/ 2 h 121"/>
                  <a:gd name="T6" fmla="*/ 8 w 129"/>
                  <a:gd name="T7" fmla="*/ 3 h 121"/>
                  <a:gd name="T8" fmla="*/ 8 w 129"/>
                  <a:gd name="T9" fmla="*/ 4 h 121"/>
                  <a:gd name="T10" fmla="*/ 7 w 129"/>
                  <a:gd name="T11" fmla="*/ 5 h 121"/>
                  <a:gd name="T12" fmla="*/ 7 w 129"/>
                  <a:gd name="T13" fmla="*/ 6 h 121"/>
                  <a:gd name="T14" fmla="*/ 6 w 129"/>
                  <a:gd name="T15" fmla="*/ 6 h 121"/>
                  <a:gd name="T16" fmla="*/ 6 w 129"/>
                  <a:gd name="T17" fmla="*/ 7 h 121"/>
                  <a:gd name="T18" fmla="*/ 0 w 129"/>
                  <a:gd name="T19" fmla="*/ 7 h 121"/>
                  <a:gd name="T20" fmla="*/ 1 w 129"/>
                  <a:gd name="T21" fmla="*/ 3 h 121"/>
                  <a:gd name="T22" fmla="*/ 1 w 129"/>
                  <a:gd name="T23" fmla="*/ 3 h 121"/>
                  <a:gd name="T24" fmla="*/ 1 w 129"/>
                  <a:gd name="T25" fmla="*/ 3 h 121"/>
                  <a:gd name="T26" fmla="*/ 2 w 129"/>
                  <a:gd name="T27" fmla="*/ 2 h 121"/>
                  <a:gd name="T28" fmla="*/ 2 w 129"/>
                  <a:gd name="T29" fmla="*/ 0 h 121"/>
                  <a:gd name="T30" fmla="*/ 2 w 129"/>
                  <a:gd name="T31" fmla="*/ 0 h 121"/>
                  <a:gd name="T32" fmla="*/ 9 w 129"/>
                  <a:gd name="T33" fmla="*/ 0 h 12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29"/>
                  <a:gd name="T52" fmla="*/ 0 h 121"/>
                  <a:gd name="T53" fmla="*/ 129 w 129"/>
                  <a:gd name="T54" fmla="*/ 121 h 12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29" h="121">
                    <a:moveTo>
                      <a:pt x="129" y="7"/>
                    </a:moveTo>
                    <a:lnTo>
                      <a:pt x="126" y="22"/>
                    </a:lnTo>
                    <a:lnTo>
                      <a:pt x="122" y="37"/>
                    </a:lnTo>
                    <a:lnTo>
                      <a:pt x="119" y="52"/>
                    </a:lnTo>
                    <a:lnTo>
                      <a:pt x="114" y="67"/>
                    </a:lnTo>
                    <a:lnTo>
                      <a:pt x="108" y="82"/>
                    </a:lnTo>
                    <a:lnTo>
                      <a:pt x="103" y="96"/>
                    </a:lnTo>
                    <a:lnTo>
                      <a:pt x="96" y="109"/>
                    </a:lnTo>
                    <a:lnTo>
                      <a:pt x="89" y="121"/>
                    </a:lnTo>
                    <a:lnTo>
                      <a:pt x="0" y="115"/>
                    </a:lnTo>
                    <a:lnTo>
                      <a:pt x="9" y="63"/>
                    </a:lnTo>
                    <a:lnTo>
                      <a:pt x="12" y="63"/>
                    </a:lnTo>
                    <a:lnTo>
                      <a:pt x="15" y="50"/>
                    </a:lnTo>
                    <a:lnTo>
                      <a:pt x="17" y="32"/>
                    </a:lnTo>
                    <a:lnTo>
                      <a:pt x="21" y="13"/>
                    </a:lnTo>
                    <a:lnTo>
                      <a:pt x="32" y="0"/>
                    </a:lnTo>
                    <a:lnTo>
                      <a:pt x="129" y="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 550"/>
              <p:cNvSpPr>
                <a:spLocks/>
              </p:cNvSpPr>
              <p:nvPr/>
            </p:nvSpPr>
            <p:spPr bwMode="auto">
              <a:xfrm>
                <a:off x="2687" y="2157"/>
                <a:ext cx="48" cy="58"/>
              </a:xfrm>
              <a:custGeom>
                <a:avLst/>
                <a:gdLst>
                  <a:gd name="T0" fmla="*/ 6 w 96"/>
                  <a:gd name="T1" fmla="*/ 5 h 114"/>
                  <a:gd name="T2" fmla="*/ 6 w 96"/>
                  <a:gd name="T3" fmla="*/ 6 h 114"/>
                  <a:gd name="T4" fmla="*/ 6 w 96"/>
                  <a:gd name="T5" fmla="*/ 6 h 114"/>
                  <a:gd name="T6" fmla="*/ 6 w 96"/>
                  <a:gd name="T7" fmla="*/ 6 h 114"/>
                  <a:gd name="T8" fmla="*/ 5 w 96"/>
                  <a:gd name="T9" fmla="*/ 7 h 114"/>
                  <a:gd name="T10" fmla="*/ 5 w 96"/>
                  <a:gd name="T11" fmla="*/ 7 h 114"/>
                  <a:gd name="T12" fmla="*/ 5 w 96"/>
                  <a:gd name="T13" fmla="*/ 7 h 114"/>
                  <a:gd name="T14" fmla="*/ 3 w 96"/>
                  <a:gd name="T15" fmla="*/ 7 h 114"/>
                  <a:gd name="T16" fmla="*/ 3 w 96"/>
                  <a:gd name="T17" fmla="*/ 8 h 114"/>
                  <a:gd name="T18" fmla="*/ 3 w 96"/>
                  <a:gd name="T19" fmla="*/ 7 h 114"/>
                  <a:gd name="T20" fmla="*/ 3 w 96"/>
                  <a:gd name="T21" fmla="*/ 6 h 114"/>
                  <a:gd name="T22" fmla="*/ 3 w 96"/>
                  <a:gd name="T23" fmla="*/ 6 h 114"/>
                  <a:gd name="T24" fmla="*/ 3 w 96"/>
                  <a:gd name="T25" fmla="*/ 5 h 114"/>
                  <a:gd name="T26" fmla="*/ 2 w 96"/>
                  <a:gd name="T27" fmla="*/ 4 h 114"/>
                  <a:gd name="T28" fmla="*/ 1 w 96"/>
                  <a:gd name="T29" fmla="*/ 3 h 114"/>
                  <a:gd name="T30" fmla="*/ 1 w 96"/>
                  <a:gd name="T31" fmla="*/ 2 h 114"/>
                  <a:gd name="T32" fmla="*/ 0 w 96"/>
                  <a:gd name="T33" fmla="*/ 0 h 114"/>
                  <a:gd name="T34" fmla="*/ 1 w 96"/>
                  <a:gd name="T35" fmla="*/ 1 h 114"/>
                  <a:gd name="T36" fmla="*/ 1 w 96"/>
                  <a:gd name="T37" fmla="*/ 2 h 114"/>
                  <a:gd name="T38" fmla="*/ 2 w 96"/>
                  <a:gd name="T39" fmla="*/ 3 h 114"/>
                  <a:gd name="T40" fmla="*/ 3 w 96"/>
                  <a:gd name="T41" fmla="*/ 4 h 114"/>
                  <a:gd name="T42" fmla="*/ 3 w 96"/>
                  <a:gd name="T43" fmla="*/ 4 h 114"/>
                  <a:gd name="T44" fmla="*/ 4 w 96"/>
                  <a:gd name="T45" fmla="*/ 5 h 114"/>
                  <a:gd name="T46" fmla="*/ 5 w 96"/>
                  <a:gd name="T47" fmla="*/ 5 h 114"/>
                  <a:gd name="T48" fmla="*/ 6 w 96"/>
                  <a:gd name="T49" fmla="*/ 5 h 11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96"/>
                  <a:gd name="T76" fmla="*/ 0 h 114"/>
                  <a:gd name="T77" fmla="*/ 96 w 96"/>
                  <a:gd name="T78" fmla="*/ 114 h 114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96" h="114">
                    <a:moveTo>
                      <a:pt x="96" y="79"/>
                    </a:moveTo>
                    <a:lnTo>
                      <a:pt x="91" y="84"/>
                    </a:lnTo>
                    <a:lnTo>
                      <a:pt x="86" y="89"/>
                    </a:lnTo>
                    <a:lnTo>
                      <a:pt x="81" y="92"/>
                    </a:lnTo>
                    <a:lnTo>
                      <a:pt x="76" y="96"/>
                    </a:lnTo>
                    <a:lnTo>
                      <a:pt x="71" y="99"/>
                    </a:lnTo>
                    <a:lnTo>
                      <a:pt x="66" y="103"/>
                    </a:lnTo>
                    <a:lnTo>
                      <a:pt x="62" y="108"/>
                    </a:lnTo>
                    <a:lnTo>
                      <a:pt x="59" y="114"/>
                    </a:lnTo>
                    <a:lnTo>
                      <a:pt x="50" y="105"/>
                    </a:lnTo>
                    <a:lnTo>
                      <a:pt x="43" y="93"/>
                    </a:lnTo>
                    <a:lnTo>
                      <a:pt x="38" y="82"/>
                    </a:lnTo>
                    <a:lnTo>
                      <a:pt x="34" y="73"/>
                    </a:lnTo>
                    <a:lnTo>
                      <a:pt x="22" y="55"/>
                    </a:lnTo>
                    <a:lnTo>
                      <a:pt x="12" y="38"/>
                    </a:lnTo>
                    <a:lnTo>
                      <a:pt x="4" y="20"/>
                    </a:lnTo>
                    <a:lnTo>
                      <a:pt x="0" y="0"/>
                    </a:lnTo>
                    <a:lnTo>
                      <a:pt x="6" y="16"/>
                    </a:lnTo>
                    <a:lnTo>
                      <a:pt x="13" y="30"/>
                    </a:lnTo>
                    <a:lnTo>
                      <a:pt x="23" y="43"/>
                    </a:lnTo>
                    <a:lnTo>
                      <a:pt x="36" y="53"/>
                    </a:lnTo>
                    <a:lnTo>
                      <a:pt x="49" y="62"/>
                    </a:lnTo>
                    <a:lnTo>
                      <a:pt x="64" y="70"/>
                    </a:lnTo>
                    <a:lnTo>
                      <a:pt x="80" y="76"/>
                    </a:lnTo>
                    <a:lnTo>
                      <a:pt x="96" y="7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551"/>
              <p:cNvSpPr>
                <a:spLocks/>
              </p:cNvSpPr>
              <p:nvPr/>
            </p:nvSpPr>
            <p:spPr bwMode="auto">
              <a:xfrm>
                <a:off x="3151" y="2178"/>
                <a:ext cx="61" cy="60"/>
              </a:xfrm>
              <a:custGeom>
                <a:avLst/>
                <a:gdLst>
                  <a:gd name="T0" fmla="*/ 8 w 121"/>
                  <a:gd name="T1" fmla="*/ 1 h 121"/>
                  <a:gd name="T2" fmla="*/ 8 w 121"/>
                  <a:gd name="T3" fmla="*/ 1 h 121"/>
                  <a:gd name="T4" fmla="*/ 8 w 121"/>
                  <a:gd name="T5" fmla="*/ 2 h 121"/>
                  <a:gd name="T6" fmla="*/ 7 w 121"/>
                  <a:gd name="T7" fmla="*/ 3 h 121"/>
                  <a:gd name="T8" fmla="*/ 7 w 121"/>
                  <a:gd name="T9" fmla="*/ 4 h 121"/>
                  <a:gd name="T10" fmla="*/ 6 w 121"/>
                  <a:gd name="T11" fmla="*/ 4 h 121"/>
                  <a:gd name="T12" fmla="*/ 5 w 121"/>
                  <a:gd name="T13" fmla="*/ 5 h 121"/>
                  <a:gd name="T14" fmla="*/ 5 w 121"/>
                  <a:gd name="T15" fmla="*/ 5 h 121"/>
                  <a:gd name="T16" fmla="*/ 4 w 121"/>
                  <a:gd name="T17" fmla="*/ 5 h 121"/>
                  <a:gd name="T18" fmla="*/ 4 w 121"/>
                  <a:gd name="T19" fmla="*/ 6 h 121"/>
                  <a:gd name="T20" fmla="*/ 3 w 121"/>
                  <a:gd name="T21" fmla="*/ 7 h 121"/>
                  <a:gd name="T22" fmla="*/ 3 w 121"/>
                  <a:gd name="T23" fmla="*/ 7 h 121"/>
                  <a:gd name="T24" fmla="*/ 3 w 121"/>
                  <a:gd name="T25" fmla="*/ 7 h 121"/>
                  <a:gd name="T26" fmla="*/ 2 w 121"/>
                  <a:gd name="T27" fmla="*/ 7 h 121"/>
                  <a:gd name="T28" fmla="*/ 2 w 121"/>
                  <a:gd name="T29" fmla="*/ 7 h 121"/>
                  <a:gd name="T30" fmla="*/ 1 w 121"/>
                  <a:gd name="T31" fmla="*/ 7 h 121"/>
                  <a:gd name="T32" fmla="*/ 1 w 121"/>
                  <a:gd name="T33" fmla="*/ 7 h 121"/>
                  <a:gd name="T34" fmla="*/ 0 w 121"/>
                  <a:gd name="T35" fmla="*/ 6 h 121"/>
                  <a:gd name="T36" fmla="*/ 1 w 121"/>
                  <a:gd name="T37" fmla="*/ 5 h 121"/>
                  <a:gd name="T38" fmla="*/ 1 w 121"/>
                  <a:gd name="T39" fmla="*/ 4 h 121"/>
                  <a:gd name="T40" fmla="*/ 1 w 121"/>
                  <a:gd name="T41" fmla="*/ 4 h 121"/>
                  <a:gd name="T42" fmla="*/ 2 w 121"/>
                  <a:gd name="T43" fmla="*/ 2 h 121"/>
                  <a:gd name="T44" fmla="*/ 2 w 121"/>
                  <a:gd name="T45" fmla="*/ 1 h 121"/>
                  <a:gd name="T46" fmla="*/ 3 w 121"/>
                  <a:gd name="T47" fmla="*/ 1 h 121"/>
                  <a:gd name="T48" fmla="*/ 3 w 121"/>
                  <a:gd name="T49" fmla="*/ 0 h 121"/>
                  <a:gd name="T50" fmla="*/ 8 w 121"/>
                  <a:gd name="T51" fmla="*/ 1 h 121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21"/>
                  <a:gd name="T79" fmla="*/ 0 h 121"/>
                  <a:gd name="T80" fmla="*/ 121 w 121"/>
                  <a:gd name="T81" fmla="*/ 121 h 121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21" h="121">
                    <a:moveTo>
                      <a:pt x="121" y="18"/>
                    </a:moveTo>
                    <a:lnTo>
                      <a:pt x="118" y="31"/>
                    </a:lnTo>
                    <a:lnTo>
                      <a:pt x="114" y="44"/>
                    </a:lnTo>
                    <a:lnTo>
                      <a:pt x="107" y="56"/>
                    </a:lnTo>
                    <a:lnTo>
                      <a:pt x="99" y="66"/>
                    </a:lnTo>
                    <a:lnTo>
                      <a:pt x="89" y="76"/>
                    </a:lnTo>
                    <a:lnTo>
                      <a:pt x="78" y="84"/>
                    </a:lnTo>
                    <a:lnTo>
                      <a:pt x="66" y="90"/>
                    </a:lnTo>
                    <a:lnTo>
                      <a:pt x="55" y="95"/>
                    </a:lnTo>
                    <a:lnTo>
                      <a:pt x="53" y="105"/>
                    </a:lnTo>
                    <a:lnTo>
                      <a:pt x="48" y="113"/>
                    </a:lnTo>
                    <a:lnTo>
                      <a:pt x="42" y="118"/>
                    </a:lnTo>
                    <a:lnTo>
                      <a:pt x="37" y="120"/>
                    </a:lnTo>
                    <a:lnTo>
                      <a:pt x="28" y="121"/>
                    </a:lnTo>
                    <a:lnTo>
                      <a:pt x="20" y="120"/>
                    </a:lnTo>
                    <a:lnTo>
                      <a:pt x="12" y="118"/>
                    </a:lnTo>
                    <a:lnTo>
                      <a:pt x="4" y="114"/>
                    </a:lnTo>
                    <a:lnTo>
                      <a:pt x="0" y="103"/>
                    </a:lnTo>
                    <a:lnTo>
                      <a:pt x="3" y="90"/>
                    </a:lnTo>
                    <a:lnTo>
                      <a:pt x="10" y="77"/>
                    </a:lnTo>
                    <a:lnTo>
                      <a:pt x="16" y="65"/>
                    </a:lnTo>
                    <a:lnTo>
                      <a:pt x="20" y="46"/>
                    </a:lnTo>
                    <a:lnTo>
                      <a:pt x="30" y="31"/>
                    </a:lnTo>
                    <a:lnTo>
                      <a:pt x="39" y="18"/>
                    </a:lnTo>
                    <a:lnTo>
                      <a:pt x="45" y="0"/>
                    </a:lnTo>
                    <a:lnTo>
                      <a:pt x="121" y="1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Freeform 552"/>
              <p:cNvSpPr>
                <a:spLocks/>
              </p:cNvSpPr>
              <p:nvPr/>
            </p:nvSpPr>
            <p:spPr bwMode="auto">
              <a:xfrm>
                <a:off x="2962" y="2175"/>
                <a:ext cx="65" cy="65"/>
              </a:xfrm>
              <a:custGeom>
                <a:avLst/>
                <a:gdLst>
                  <a:gd name="T0" fmla="*/ 7 w 130"/>
                  <a:gd name="T1" fmla="*/ 0 h 130"/>
                  <a:gd name="T2" fmla="*/ 8 w 130"/>
                  <a:gd name="T3" fmla="*/ 1 h 130"/>
                  <a:gd name="T4" fmla="*/ 8 w 130"/>
                  <a:gd name="T5" fmla="*/ 3 h 130"/>
                  <a:gd name="T6" fmla="*/ 8 w 130"/>
                  <a:gd name="T7" fmla="*/ 5 h 130"/>
                  <a:gd name="T8" fmla="*/ 7 w 130"/>
                  <a:gd name="T9" fmla="*/ 6 h 130"/>
                  <a:gd name="T10" fmla="*/ 7 w 130"/>
                  <a:gd name="T11" fmla="*/ 7 h 130"/>
                  <a:gd name="T12" fmla="*/ 6 w 130"/>
                  <a:gd name="T13" fmla="*/ 7 h 130"/>
                  <a:gd name="T14" fmla="*/ 5 w 130"/>
                  <a:gd name="T15" fmla="*/ 7 h 130"/>
                  <a:gd name="T16" fmla="*/ 4 w 130"/>
                  <a:gd name="T17" fmla="*/ 7 h 130"/>
                  <a:gd name="T18" fmla="*/ 3 w 130"/>
                  <a:gd name="T19" fmla="*/ 7 h 130"/>
                  <a:gd name="T20" fmla="*/ 2 w 130"/>
                  <a:gd name="T21" fmla="*/ 7 h 130"/>
                  <a:gd name="T22" fmla="*/ 2 w 130"/>
                  <a:gd name="T23" fmla="*/ 7 h 130"/>
                  <a:gd name="T24" fmla="*/ 1 w 130"/>
                  <a:gd name="T25" fmla="*/ 8 h 130"/>
                  <a:gd name="T26" fmla="*/ 1 w 130"/>
                  <a:gd name="T27" fmla="*/ 6 h 130"/>
                  <a:gd name="T28" fmla="*/ 1 w 130"/>
                  <a:gd name="T29" fmla="*/ 4 h 130"/>
                  <a:gd name="T30" fmla="*/ 1 w 130"/>
                  <a:gd name="T31" fmla="*/ 2 h 130"/>
                  <a:gd name="T32" fmla="*/ 0 w 130"/>
                  <a:gd name="T33" fmla="*/ 1 h 130"/>
                  <a:gd name="T34" fmla="*/ 1 w 130"/>
                  <a:gd name="T35" fmla="*/ 1 h 130"/>
                  <a:gd name="T36" fmla="*/ 2 w 130"/>
                  <a:gd name="T37" fmla="*/ 1 h 130"/>
                  <a:gd name="T38" fmla="*/ 3 w 130"/>
                  <a:gd name="T39" fmla="*/ 1 h 130"/>
                  <a:gd name="T40" fmla="*/ 3 w 130"/>
                  <a:gd name="T41" fmla="*/ 1 h 130"/>
                  <a:gd name="T42" fmla="*/ 4 w 130"/>
                  <a:gd name="T43" fmla="*/ 1 h 130"/>
                  <a:gd name="T44" fmla="*/ 5 w 130"/>
                  <a:gd name="T45" fmla="*/ 1 h 130"/>
                  <a:gd name="T46" fmla="*/ 6 w 130"/>
                  <a:gd name="T47" fmla="*/ 0 h 130"/>
                  <a:gd name="T48" fmla="*/ 7 w 130"/>
                  <a:gd name="T49" fmla="*/ 0 h 13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30"/>
                  <a:gd name="T76" fmla="*/ 0 h 130"/>
                  <a:gd name="T77" fmla="*/ 130 w 130"/>
                  <a:gd name="T78" fmla="*/ 130 h 130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30" h="130">
                    <a:moveTo>
                      <a:pt x="125" y="0"/>
                    </a:moveTo>
                    <a:lnTo>
                      <a:pt x="129" y="29"/>
                    </a:lnTo>
                    <a:lnTo>
                      <a:pt x="130" y="58"/>
                    </a:lnTo>
                    <a:lnTo>
                      <a:pt x="129" y="87"/>
                    </a:lnTo>
                    <a:lnTo>
                      <a:pt x="126" y="111"/>
                    </a:lnTo>
                    <a:lnTo>
                      <a:pt x="114" y="112"/>
                    </a:lnTo>
                    <a:lnTo>
                      <a:pt x="100" y="114"/>
                    </a:lnTo>
                    <a:lnTo>
                      <a:pt x="87" y="116"/>
                    </a:lnTo>
                    <a:lnTo>
                      <a:pt x="73" y="118"/>
                    </a:lnTo>
                    <a:lnTo>
                      <a:pt x="60" y="121"/>
                    </a:lnTo>
                    <a:lnTo>
                      <a:pt x="46" y="124"/>
                    </a:lnTo>
                    <a:lnTo>
                      <a:pt x="33" y="126"/>
                    </a:lnTo>
                    <a:lnTo>
                      <a:pt x="20" y="130"/>
                    </a:lnTo>
                    <a:lnTo>
                      <a:pt x="14" y="104"/>
                    </a:lnTo>
                    <a:lnTo>
                      <a:pt x="9" y="76"/>
                    </a:lnTo>
                    <a:lnTo>
                      <a:pt x="4" y="47"/>
                    </a:lnTo>
                    <a:lnTo>
                      <a:pt x="0" y="21"/>
                    </a:lnTo>
                    <a:lnTo>
                      <a:pt x="17" y="19"/>
                    </a:lnTo>
                    <a:lnTo>
                      <a:pt x="32" y="16"/>
                    </a:lnTo>
                    <a:lnTo>
                      <a:pt x="48" y="12"/>
                    </a:lnTo>
                    <a:lnTo>
                      <a:pt x="63" y="8"/>
                    </a:lnTo>
                    <a:lnTo>
                      <a:pt x="77" y="4"/>
                    </a:lnTo>
                    <a:lnTo>
                      <a:pt x="93" y="2"/>
                    </a:lnTo>
                    <a:lnTo>
                      <a:pt x="108" y="0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Freeform 553"/>
              <p:cNvSpPr>
                <a:spLocks/>
              </p:cNvSpPr>
              <p:nvPr/>
            </p:nvSpPr>
            <p:spPr bwMode="auto">
              <a:xfrm>
                <a:off x="2634" y="2164"/>
                <a:ext cx="72" cy="93"/>
              </a:xfrm>
              <a:custGeom>
                <a:avLst/>
                <a:gdLst>
                  <a:gd name="T0" fmla="*/ 5 w 144"/>
                  <a:gd name="T1" fmla="*/ 0 h 185"/>
                  <a:gd name="T2" fmla="*/ 5 w 144"/>
                  <a:gd name="T3" fmla="*/ 1 h 185"/>
                  <a:gd name="T4" fmla="*/ 6 w 144"/>
                  <a:gd name="T5" fmla="*/ 2 h 185"/>
                  <a:gd name="T6" fmla="*/ 6 w 144"/>
                  <a:gd name="T7" fmla="*/ 3 h 185"/>
                  <a:gd name="T8" fmla="*/ 7 w 144"/>
                  <a:gd name="T9" fmla="*/ 4 h 185"/>
                  <a:gd name="T10" fmla="*/ 7 w 144"/>
                  <a:gd name="T11" fmla="*/ 5 h 185"/>
                  <a:gd name="T12" fmla="*/ 9 w 144"/>
                  <a:gd name="T13" fmla="*/ 6 h 185"/>
                  <a:gd name="T14" fmla="*/ 9 w 144"/>
                  <a:gd name="T15" fmla="*/ 7 h 185"/>
                  <a:gd name="T16" fmla="*/ 9 w 144"/>
                  <a:gd name="T17" fmla="*/ 8 h 185"/>
                  <a:gd name="T18" fmla="*/ 9 w 144"/>
                  <a:gd name="T19" fmla="*/ 8 h 185"/>
                  <a:gd name="T20" fmla="*/ 7 w 144"/>
                  <a:gd name="T21" fmla="*/ 9 h 185"/>
                  <a:gd name="T22" fmla="*/ 7 w 144"/>
                  <a:gd name="T23" fmla="*/ 9 h 185"/>
                  <a:gd name="T24" fmla="*/ 6 w 144"/>
                  <a:gd name="T25" fmla="*/ 10 h 185"/>
                  <a:gd name="T26" fmla="*/ 5 w 144"/>
                  <a:gd name="T27" fmla="*/ 11 h 185"/>
                  <a:gd name="T28" fmla="*/ 5 w 144"/>
                  <a:gd name="T29" fmla="*/ 11 h 185"/>
                  <a:gd name="T30" fmla="*/ 5 w 144"/>
                  <a:gd name="T31" fmla="*/ 12 h 185"/>
                  <a:gd name="T32" fmla="*/ 5 w 144"/>
                  <a:gd name="T33" fmla="*/ 12 h 185"/>
                  <a:gd name="T34" fmla="*/ 3 w 144"/>
                  <a:gd name="T35" fmla="*/ 11 h 185"/>
                  <a:gd name="T36" fmla="*/ 3 w 144"/>
                  <a:gd name="T37" fmla="*/ 10 h 185"/>
                  <a:gd name="T38" fmla="*/ 2 w 144"/>
                  <a:gd name="T39" fmla="*/ 10 h 185"/>
                  <a:gd name="T40" fmla="*/ 1 w 144"/>
                  <a:gd name="T41" fmla="*/ 9 h 185"/>
                  <a:gd name="T42" fmla="*/ 1 w 144"/>
                  <a:gd name="T43" fmla="*/ 8 h 185"/>
                  <a:gd name="T44" fmla="*/ 1 w 144"/>
                  <a:gd name="T45" fmla="*/ 7 h 185"/>
                  <a:gd name="T46" fmla="*/ 1 w 144"/>
                  <a:gd name="T47" fmla="*/ 6 h 185"/>
                  <a:gd name="T48" fmla="*/ 0 w 144"/>
                  <a:gd name="T49" fmla="*/ 5 h 185"/>
                  <a:gd name="T50" fmla="*/ 1 w 144"/>
                  <a:gd name="T51" fmla="*/ 4 h 185"/>
                  <a:gd name="T52" fmla="*/ 1 w 144"/>
                  <a:gd name="T53" fmla="*/ 4 h 185"/>
                  <a:gd name="T54" fmla="*/ 1 w 144"/>
                  <a:gd name="T55" fmla="*/ 3 h 185"/>
                  <a:gd name="T56" fmla="*/ 2 w 144"/>
                  <a:gd name="T57" fmla="*/ 3 h 185"/>
                  <a:gd name="T58" fmla="*/ 3 w 144"/>
                  <a:gd name="T59" fmla="*/ 2 h 185"/>
                  <a:gd name="T60" fmla="*/ 5 w 144"/>
                  <a:gd name="T61" fmla="*/ 1 h 185"/>
                  <a:gd name="T62" fmla="*/ 5 w 144"/>
                  <a:gd name="T63" fmla="*/ 1 h 185"/>
                  <a:gd name="T64" fmla="*/ 5 w 144"/>
                  <a:gd name="T65" fmla="*/ 0 h 185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44"/>
                  <a:gd name="T100" fmla="*/ 0 h 185"/>
                  <a:gd name="T101" fmla="*/ 144 w 144"/>
                  <a:gd name="T102" fmla="*/ 185 h 185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44" h="185">
                    <a:moveTo>
                      <a:pt x="88" y="0"/>
                    </a:moveTo>
                    <a:lnTo>
                      <a:pt x="95" y="16"/>
                    </a:lnTo>
                    <a:lnTo>
                      <a:pt x="102" y="31"/>
                    </a:lnTo>
                    <a:lnTo>
                      <a:pt x="110" y="46"/>
                    </a:lnTo>
                    <a:lnTo>
                      <a:pt x="118" y="60"/>
                    </a:lnTo>
                    <a:lnTo>
                      <a:pt x="126" y="74"/>
                    </a:lnTo>
                    <a:lnTo>
                      <a:pt x="133" y="87"/>
                    </a:lnTo>
                    <a:lnTo>
                      <a:pt x="138" y="101"/>
                    </a:lnTo>
                    <a:lnTo>
                      <a:pt x="144" y="115"/>
                    </a:lnTo>
                    <a:lnTo>
                      <a:pt x="136" y="125"/>
                    </a:lnTo>
                    <a:lnTo>
                      <a:pt x="127" y="136"/>
                    </a:lnTo>
                    <a:lnTo>
                      <a:pt x="115" y="144"/>
                    </a:lnTo>
                    <a:lnTo>
                      <a:pt x="105" y="153"/>
                    </a:lnTo>
                    <a:lnTo>
                      <a:pt x="93" y="161"/>
                    </a:lnTo>
                    <a:lnTo>
                      <a:pt x="84" y="169"/>
                    </a:lnTo>
                    <a:lnTo>
                      <a:pt x="75" y="177"/>
                    </a:lnTo>
                    <a:lnTo>
                      <a:pt x="69" y="185"/>
                    </a:lnTo>
                    <a:lnTo>
                      <a:pt x="58" y="173"/>
                    </a:lnTo>
                    <a:lnTo>
                      <a:pt x="49" y="159"/>
                    </a:lnTo>
                    <a:lnTo>
                      <a:pt x="39" y="145"/>
                    </a:lnTo>
                    <a:lnTo>
                      <a:pt x="31" y="131"/>
                    </a:lnTo>
                    <a:lnTo>
                      <a:pt x="23" y="117"/>
                    </a:lnTo>
                    <a:lnTo>
                      <a:pt x="15" y="102"/>
                    </a:lnTo>
                    <a:lnTo>
                      <a:pt x="8" y="87"/>
                    </a:lnTo>
                    <a:lnTo>
                      <a:pt x="0" y="74"/>
                    </a:lnTo>
                    <a:lnTo>
                      <a:pt x="11" y="64"/>
                    </a:lnTo>
                    <a:lnTo>
                      <a:pt x="21" y="54"/>
                    </a:lnTo>
                    <a:lnTo>
                      <a:pt x="31" y="44"/>
                    </a:lnTo>
                    <a:lnTo>
                      <a:pt x="43" y="33"/>
                    </a:lnTo>
                    <a:lnTo>
                      <a:pt x="53" y="24"/>
                    </a:lnTo>
                    <a:lnTo>
                      <a:pt x="65" y="15"/>
                    </a:lnTo>
                    <a:lnTo>
                      <a:pt x="76" y="7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Freeform 554"/>
              <p:cNvSpPr>
                <a:spLocks/>
              </p:cNvSpPr>
              <p:nvPr/>
            </p:nvSpPr>
            <p:spPr bwMode="auto">
              <a:xfrm>
                <a:off x="3215" y="2190"/>
                <a:ext cx="24" cy="36"/>
              </a:xfrm>
              <a:custGeom>
                <a:avLst/>
                <a:gdLst>
                  <a:gd name="T0" fmla="*/ 3 w 49"/>
                  <a:gd name="T1" fmla="*/ 1 h 71"/>
                  <a:gd name="T2" fmla="*/ 0 w 49"/>
                  <a:gd name="T3" fmla="*/ 5 h 71"/>
                  <a:gd name="T4" fmla="*/ 0 w 49"/>
                  <a:gd name="T5" fmla="*/ 4 h 71"/>
                  <a:gd name="T6" fmla="*/ 0 w 49"/>
                  <a:gd name="T7" fmla="*/ 3 h 71"/>
                  <a:gd name="T8" fmla="*/ 0 w 49"/>
                  <a:gd name="T9" fmla="*/ 2 h 71"/>
                  <a:gd name="T10" fmla="*/ 0 w 49"/>
                  <a:gd name="T11" fmla="*/ 1 h 71"/>
                  <a:gd name="T12" fmla="*/ 1 w 49"/>
                  <a:gd name="T13" fmla="*/ 0 h 71"/>
                  <a:gd name="T14" fmla="*/ 1 w 49"/>
                  <a:gd name="T15" fmla="*/ 1 h 71"/>
                  <a:gd name="T16" fmla="*/ 2 w 49"/>
                  <a:gd name="T17" fmla="*/ 1 h 71"/>
                  <a:gd name="T18" fmla="*/ 2 w 49"/>
                  <a:gd name="T19" fmla="*/ 1 h 71"/>
                  <a:gd name="T20" fmla="*/ 2 w 49"/>
                  <a:gd name="T21" fmla="*/ 1 h 71"/>
                  <a:gd name="T22" fmla="*/ 2 w 49"/>
                  <a:gd name="T23" fmla="*/ 1 h 71"/>
                  <a:gd name="T24" fmla="*/ 3 w 49"/>
                  <a:gd name="T25" fmla="*/ 1 h 71"/>
                  <a:gd name="T26" fmla="*/ 3 w 49"/>
                  <a:gd name="T27" fmla="*/ 1 h 7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49"/>
                  <a:gd name="T43" fmla="*/ 0 h 71"/>
                  <a:gd name="T44" fmla="*/ 49 w 49"/>
                  <a:gd name="T45" fmla="*/ 71 h 7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49" h="71">
                    <a:moveTo>
                      <a:pt x="49" y="16"/>
                    </a:moveTo>
                    <a:lnTo>
                      <a:pt x="13" y="71"/>
                    </a:lnTo>
                    <a:lnTo>
                      <a:pt x="3" y="54"/>
                    </a:lnTo>
                    <a:lnTo>
                      <a:pt x="0" y="38"/>
                    </a:lnTo>
                    <a:lnTo>
                      <a:pt x="4" y="22"/>
                    </a:lnTo>
                    <a:lnTo>
                      <a:pt x="11" y="4"/>
                    </a:lnTo>
                    <a:lnTo>
                      <a:pt x="19" y="0"/>
                    </a:lnTo>
                    <a:lnTo>
                      <a:pt x="27" y="1"/>
                    </a:lnTo>
                    <a:lnTo>
                      <a:pt x="35" y="3"/>
                    </a:lnTo>
                    <a:lnTo>
                      <a:pt x="43" y="5"/>
                    </a:lnTo>
                    <a:lnTo>
                      <a:pt x="44" y="9"/>
                    </a:lnTo>
                    <a:lnTo>
                      <a:pt x="45" y="10"/>
                    </a:lnTo>
                    <a:lnTo>
                      <a:pt x="48" y="12"/>
                    </a:lnTo>
                    <a:lnTo>
                      <a:pt x="49" y="1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Freeform 555"/>
              <p:cNvSpPr>
                <a:spLocks/>
              </p:cNvSpPr>
              <p:nvPr/>
            </p:nvSpPr>
            <p:spPr bwMode="auto">
              <a:xfrm>
                <a:off x="2826" y="2208"/>
                <a:ext cx="79" cy="78"/>
              </a:xfrm>
              <a:custGeom>
                <a:avLst/>
                <a:gdLst>
                  <a:gd name="T0" fmla="*/ 6 w 159"/>
                  <a:gd name="T1" fmla="*/ 0 h 157"/>
                  <a:gd name="T2" fmla="*/ 6 w 159"/>
                  <a:gd name="T3" fmla="*/ 0 h 157"/>
                  <a:gd name="T4" fmla="*/ 7 w 159"/>
                  <a:gd name="T5" fmla="*/ 1 h 157"/>
                  <a:gd name="T6" fmla="*/ 7 w 159"/>
                  <a:gd name="T7" fmla="*/ 2 h 157"/>
                  <a:gd name="T8" fmla="*/ 7 w 159"/>
                  <a:gd name="T9" fmla="*/ 3 h 157"/>
                  <a:gd name="T10" fmla="*/ 8 w 159"/>
                  <a:gd name="T11" fmla="*/ 4 h 157"/>
                  <a:gd name="T12" fmla="*/ 8 w 159"/>
                  <a:gd name="T13" fmla="*/ 5 h 157"/>
                  <a:gd name="T14" fmla="*/ 9 w 159"/>
                  <a:gd name="T15" fmla="*/ 6 h 157"/>
                  <a:gd name="T16" fmla="*/ 9 w 159"/>
                  <a:gd name="T17" fmla="*/ 7 h 157"/>
                  <a:gd name="T18" fmla="*/ 9 w 159"/>
                  <a:gd name="T19" fmla="*/ 8 h 157"/>
                  <a:gd name="T20" fmla="*/ 8 w 159"/>
                  <a:gd name="T21" fmla="*/ 8 h 157"/>
                  <a:gd name="T22" fmla="*/ 7 w 159"/>
                  <a:gd name="T23" fmla="*/ 8 h 157"/>
                  <a:gd name="T24" fmla="*/ 6 w 159"/>
                  <a:gd name="T25" fmla="*/ 7 h 157"/>
                  <a:gd name="T26" fmla="*/ 5 w 159"/>
                  <a:gd name="T27" fmla="*/ 7 h 157"/>
                  <a:gd name="T28" fmla="*/ 4 w 159"/>
                  <a:gd name="T29" fmla="*/ 7 h 157"/>
                  <a:gd name="T30" fmla="*/ 4 w 159"/>
                  <a:gd name="T31" fmla="*/ 8 h 157"/>
                  <a:gd name="T32" fmla="*/ 4 w 159"/>
                  <a:gd name="T33" fmla="*/ 9 h 157"/>
                  <a:gd name="T34" fmla="*/ 3 w 159"/>
                  <a:gd name="T35" fmla="*/ 9 h 157"/>
                  <a:gd name="T36" fmla="*/ 3 w 159"/>
                  <a:gd name="T37" fmla="*/ 9 h 157"/>
                  <a:gd name="T38" fmla="*/ 2 w 159"/>
                  <a:gd name="T39" fmla="*/ 9 h 157"/>
                  <a:gd name="T40" fmla="*/ 2 w 159"/>
                  <a:gd name="T41" fmla="*/ 8 h 157"/>
                  <a:gd name="T42" fmla="*/ 2 w 159"/>
                  <a:gd name="T43" fmla="*/ 8 h 157"/>
                  <a:gd name="T44" fmla="*/ 1 w 159"/>
                  <a:gd name="T45" fmla="*/ 7 h 157"/>
                  <a:gd name="T46" fmla="*/ 1 w 159"/>
                  <a:gd name="T47" fmla="*/ 7 h 157"/>
                  <a:gd name="T48" fmla="*/ 1 w 159"/>
                  <a:gd name="T49" fmla="*/ 6 h 157"/>
                  <a:gd name="T50" fmla="*/ 1 w 159"/>
                  <a:gd name="T51" fmla="*/ 5 h 157"/>
                  <a:gd name="T52" fmla="*/ 0 w 159"/>
                  <a:gd name="T53" fmla="*/ 5 h 157"/>
                  <a:gd name="T54" fmla="*/ 0 w 159"/>
                  <a:gd name="T55" fmla="*/ 4 h 157"/>
                  <a:gd name="T56" fmla="*/ 0 w 159"/>
                  <a:gd name="T57" fmla="*/ 3 h 157"/>
                  <a:gd name="T58" fmla="*/ 0 w 159"/>
                  <a:gd name="T59" fmla="*/ 3 h 157"/>
                  <a:gd name="T60" fmla="*/ 1 w 159"/>
                  <a:gd name="T61" fmla="*/ 2 h 157"/>
                  <a:gd name="T62" fmla="*/ 2 w 159"/>
                  <a:gd name="T63" fmla="*/ 2 h 157"/>
                  <a:gd name="T64" fmla="*/ 3 w 159"/>
                  <a:gd name="T65" fmla="*/ 1 h 157"/>
                  <a:gd name="T66" fmla="*/ 4 w 159"/>
                  <a:gd name="T67" fmla="*/ 1 h 157"/>
                  <a:gd name="T68" fmla="*/ 4 w 159"/>
                  <a:gd name="T69" fmla="*/ 0 h 157"/>
                  <a:gd name="T70" fmla="*/ 5 w 159"/>
                  <a:gd name="T71" fmla="*/ 0 h 157"/>
                  <a:gd name="T72" fmla="*/ 6 w 159"/>
                  <a:gd name="T73" fmla="*/ 0 h 15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59"/>
                  <a:gd name="T112" fmla="*/ 0 h 157"/>
                  <a:gd name="T113" fmla="*/ 159 w 159"/>
                  <a:gd name="T114" fmla="*/ 157 h 15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59" h="157">
                    <a:moveTo>
                      <a:pt x="108" y="0"/>
                    </a:moveTo>
                    <a:lnTo>
                      <a:pt x="110" y="8"/>
                    </a:lnTo>
                    <a:lnTo>
                      <a:pt x="114" y="19"/>
                    </a:lnTo>
                    <a:lnTo>
                      <a:pt x="120" y="34"/>
                    </a:lnTo>
                    <a:lnTo>
                      <a:pt x="127" y="50"/>
                    </a:lnTo>
                    <a:lnTo>
                      <a:pt x="135" y="67"/>
                    </a:lnTo>
                    <a:lnTo>
                      <a:pt x="143" y="84"/>
                    </a:lnTo>
                    <a:lnTo>
                      <a:pt x="151" y="100"/>
                    </a:lnTo>
                    <a:lnTo>
                      <a:pt x="159" y="117"/>
                    </a:lnTo>
                    <a:lnTo>
                      <a:pt x="146" y="129"/>
                    </a:lnTo>
                    <a:lnTo>
                      <a:pt x="130" y="132"/>
                    </a:lnTo>
                    <a:lnTo>
                      <a:pt x="114" y="128"/>
                    </a:lnTo>
                    <a:lnTo>
                      <a:pt x="99" y="122"/>
                    </a:lnTo>
                    <a:lnTo>
                      <a:pt x="85" y="118"/>
                    </a:lnTo>
                    <a:lnTo>
                      <a:pt x="75" y="120"/>
                    </a:lnTo>
                    <a:lnTo>
                      <a:pt x="70" y="130"/>
                    </a:lnTo>
                    <a:lnTo>
                      <a:pt x="71" y="156"/>
                    </a:lnTo>
                    <a:lnTo>
                      <a:pt x="61" y="157"/>
                    </a:lnTo>
                    <a:lnTo>
                      <a:pt x="52" y="155"/>
                    </a:lnTo>
                    <a:lnTo>
                      <a:pt x="46" y="149"/>
                    </a:lnTo>
                    <a:lnTo>
                      <a:pt x="40" y="141"/>
                    </a:lnTo>
                    <a:lnTo>
                      <a:pt x="36" y="132"/>
                    </a:lnTo>
                    <a:lnTo>
                      <a:pt x="31" y="121"/>
                    </a:lnTo>
                    <a:lnTo>
                      <a:pt x="26" y="113"/>
                    </a:lnTo>
                    <a:lnTo>
                      <a:pt x="21" y="105"/>
                    </a:lnTo>
                    <a:lnTo>
                      <a:pt x="16" y="92"/>
                    </a:lnTo>
                    <a:lnTo>
                      <a:pt x="9" y="83"/>
                    </a:lnTo>
                    <a:lnTo>
                      <a:pt x="2" y="75"/>
                    </a:lnTo>
                    <a:lnTo>
                      <a:pt x="0" y="62"/>
                    </a:lnTo>
                    <a:lnTo>
                      <a:pt x="14" y="54"/>
                    </a:lnTo>
                    <a:lnTo>
                      <a:pt x="28" y="45"/>
                    </a:lnTo>
                    <a:lnTo>
                      <a:pt x="40" y="37"/>
                    </a:lnTo>
                    <a:lnTo>
                      <a:pt x="54" y="29"/>
                    </a:lnTo>
                    <a:lnTo>
                      <a:pt x="67" y="21"/>
                    </a:lnTo>
                    <a:lnTo>
                      <a:pt x="79" y="14"/>
                    </a:lnTo>
                    <a:lnTo>
                      <a:pt x="93" y="7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Freeform 556"/>
              <p:cNvSpPr>
                <a:spLocks/>
              </p:cNvSpPr>
              <p:nvPr/>
            </p:nvSpPr>
            <p:spPr bwMode="auto">
              <a:xfrm>
                <a:off x="2721" y="2207"/>
                <a:ext cx="50" cy="63"/>
              </a:xfrm>
              <a:custGeom>
                <a:avLst/>
                <a:gdLst>
                  <a:gd name="T0" fmla="*/ 6 w 100"/>
                  <a:gd name="T1" fmla="*/ 6 h 126"/>
                  <a:gd name="T2" fmla="*/ 6 w 100"/>
                  <a:gd name="T3" fmla="*/ 7 h 126"/>
                  <a:gd name="T4" fmla="*/ 6 w 100"/>
                  <a:gd name="T5" fmla="*/ 7 h 126"/>
                  <a:gd name="T6" fmla="*/ 6 w 100"/>
                  <a:gd name="T7" fmla="*/ 8 h 126"/>
                  <a:gd name="T8" fmla="*/ 6 w 100"/>
                  <a:gd name="T9" fmla="*/ 8 h 126"/>
                  <a:gd name="T10" fmla="*/ 6 w 100"/>
                  <a:gd name="T11" fmla="*/ 8 h 126"/>
                  <a:gd name="T12" fmla="*/ 5 w 100"/>
                  <a:gd name="T13" fmla="*/ 8 h 126"/>
                  <a:gd name="T14" fmla="*/ 3 w 100"/>
                  <a:gd name="T15" fmla="*/ 7 h 126"/>
                  <a:gd name="T16" fmla="*/ 3 w 100"/>
                  <a:gd name="T17" fmla="*/ 6 h 126"/>
                  <a:gd name="T18" fmla="*/ 3 w 100"/>
                  <a:gd name="T19" fmla="*/ 6 h 126"/>
                  <a:gd name="T20" fmla="*/ 2 w 100"/>
                  <a:gd name="T21" fmla="*/ 5 h 126"/>
                  <a:gd name="T22" fmla="*/ 2 w 100"/>
                  <a:gd name="T23" fmla="*/ 4 h 126"/>
                  <a:gd name="T24" fmla="*/ 1 w 100"/>
                  <a:gd name="T25" fmla="*/ 3 h 126"/>
                  <a:gd name="T26" fmla="*/ 0 w 100"/>
                  <a:gd name="T27" fmla="*/ 3 h 126"/>
                  <a:gd name="T28" fmla="*/ 1 w 100"/>
                  <a:gd name="T29" fmla="*/ 2 h 126"/>
                  <a:gd name="T30" fmla="*/ 1 w 100"/>
                  <a:gd name="T31" fmla="*/ 2 h 126"/>
                  <a:gd name="T32" fmla="*/ 1 w 100"/>
                  <a:gd name="T33" fmla="*/ 2 h 126"/>
                  <a:gd name="T34" fmla="*/ 1 w 100"/>
                  <a:gd name="T35" fmla="*/ 1 h 126"/>
                  <a:gd name="T36" fmla="*/ 2 w 100"/>
                  <a:gd name="T37" fmla="*/ 1 h 126"/>
                  <a:gd name="T38" fmla="*/ 2 w 100"/>
                  <a:gd name="T39" fmla="*/ 1 h 126"/>
                  <a:gd name="T40" fmla="*/ 2 w 100"/>
                  <a:gd name="T41" fmla="*/ 1 h 126"/>
                  <a:gd name="T42" fmla="*/ 3 w 100"/>
                  <a:gd name="T43" fmla="*/ 0 h 126"/>
                  <a:gd name="T44" fmla="*/ 3 w 100"/>
                  <a:gd name="T45" fmla="*/ 1 h 126"/>
                  <a:gd name="T46" fmla="*/ 3 w 100"/>
                  <a:gd name="T47" fmla="*/ 2 h 126"/>
                  <a:gd name="T48" fmla="*/ 4 w 100"/>
                  <a:gd name="T49" fmla="*/ 2 h 126"/>
                  <a:gd name="T50" fmla="*/ 5 w 100"/>
                  <a:gd name="T51" fmla="*/ 3 h 126"/>
                  <a:gd name="T52" fmla="*/ 5 w 100"/>
                  <a:gd name="T53" fmla="*/ 3 h 126"/>
                  <a:gd name="T54" fmla="*/ 6 w 100"/>
                  <a:gd name="T55" fmla="*/ 4 h 126"/>
                  <a:gd name="T56" fmla="*/ 6 w 100"/>
                  <a:gd name="T57" fmla="*/ 5 h 126"/>
                  <a:gd name="T58" fmla="*/ 6 w 100"/>
                  <a:gd name="T59" fmla="*/ 6 h 12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00"/>
                  <a:gd name="T91" fmla="*/ 0 h 126"/>
                  <a:gd name="T92" fmla="*/ 100 w 100"/>
                  <a:gd name="T93" fmla="*/ 126 h 12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00" h="126">
                    <a:moveTo>
                      <a:pt x="83" y="89"/>
                    </a:moveTo>
                    <a:lnTo>
                      <a:pt x="100" y="104"/>
                    </a:lnTo>
                    <a:lnTo>
                      <a:pt x="97" y="110"/>
                    </a:lnTo>
                    <a:lnTo>
                      <a:pt x="92" y="115"/>
                    </a:lnTo>
                    <a:lnTo>
                      <a:pt x="87" y="121"/>
                    </a:lnTo>
                    <a:lnTo>
                      <a:pt x="82" y="126"/>
                    </a:lnTo>
                    <a:lnTo>
                      <a:pt x="69" y="116"/>
                    </a:lnTo>
                    <a:lnTo>
                      <a:pt x="59" y="106"/>
                    </a:lnTo>
                    <a:lnTo>
                      <a:pt x="49" y="93"/>
                    </a:lnTo>
                    <a:lnTo>
                      <a:pt x="39" y="82"/>
                    </a:lnTo>
                    <a:lnTo>
                      <a:pt x="30" y="69"/>
                    </a:lnTo>
                    <a:lnTo>
                      <a:pt x="21" y="58"/>
                    </a:lnTo>
                    <a:lnTo>
                      <a:pt x="12" y="47"/>
                    </a:lnTo>
                    <a:lnTo>
                      <a:pt x="0" y="38"/>
                    </a:lnTo>
                    <a:lnTo>
                      <a:pt x="4" y="31"/>
                    </a:lnTo>
                    <a:lnTo>
                      <a:pt x="7" y="25"/>
                    </a:lnTo>
                    <a:lnTo>
                      <a:pt x="11" y="20"/>
                    </a:lnTo>
                    <a:lnTo>
                      <a:pt x="15" y="15"/>
                    </a:lnTo>
                    <a:lnTo>
                      <a:pt x="20" y="12"/>
                    </a:lnTo>
                    <a:lnTo>
                      <a:pt x="26" y="8"/>
                    </a:lnTo>
                    <a:lnTo>
                      <a:pt x="31" y="5"/>
                    </a:lnTo>
                    <a:lnTo>
                      <a:pt x="37" y="0"/>
                    </a:lnTo>
                    <a:lnTo>
                      <a:pt x="45" y="8"/>
                    </a:lnTo>
                    <a:lnTo>
                      <a:pt x="54" y="17"/>
                    </a:lnTo>
                    <a:lnTo>
                      <a:pt x="64" y="27"/>
                    </a:lnTo>
                    <a:lnTo>
                      <a:pt x="73" y="36"/>
                    </a:lnTo>
                    <a:lnTo>
                      <a:pt x="80" y="46"/>
                    </a:lnTo>
                    <a:lnTo>
                      <a:pt x="84" y="59"/>
                    </a:lnTo>
                    <a:lnTo>
                      <a:pt x="85" y="73"/>
                    </a:lnTo>
                    <a:lnTo>
                      <a:pt x="83" y="8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Freeform 557"/>
              <p:cNvSpPr>
                <a:spLocks/>
              </p:cNvSpPr>
              <p:nvPr/>
            </p:nvSpPr>
            <p:spPr bwMode="auto">
              <a:xfrm>
                <a:off x="2619" y="2213"/>
                <a:ext cx="41" cy="54"/>
              </a:xfrm>
              <a:custGeom>
                <a:avLst/>
                <a:gdLst>
                  <a:gd name="T0" fmla="*/ 5 w 82"/>
                  <a:gd name="T1" fmla="*/ 6 h 107"/>
                  <a:gd name="T2" fmla="*/ 5 w 82"/>
                  <a:gd name="T3" fmla="*/ 7 h 107"/>
                  <a:gd name="T4" fmla="*/ 4 w 82"/>
                  <a:gd name="T5" fmla="*/ 7 h 107"/>
                  <a:gd name="T6" fmla="*/ 3 w 82"/>
                  <a:gd name="T7" fmla="*/ 6 h 107"/>
                  <a:gd name="T8" fmla="*/ 3 w 82"/>
                  <a:gd name="T9" fmla="*/ 5 h 107"/>
                  <a:gd name="T10" fmla="*/ 1 w 82"/>
                  <a:gd name="T11" fmla="*/ 4 h 107"/>
                  <a:gd name="T12" fmla="*/ 1 w 82"/>
                  <a:gd name="T13" fmla="*/ 3 h 107"/>
                  <a:gd name="T14" fmla="*/ 1 w 82"/>
                  <a:gd name="T15" fmla="*/ 2 h 107"/>
                  <a:gd name="T16" fmla="*/ 1 w 82"/>
                  <a:gd name="T17" fmla="*/ 2 h 107"/>
                  <a:gd name="T18" fmla="*/ 0 w 82"/>
                  <a:gd name="T19" fmla="*/ 1 h 107"/>
                  <a:gd name="T20" fmla="*/ 1 w 82"/>
                  <a:gd name="T21" fmla="*/ 0 h 107"/>
                  <a:gd name="T22" fmla="*/ 1 w 82"/>
                  <a:gd name="T23" fmla="*/ 1 h 107"/>
                  <a:gd name="T24" fmla="*/ 1 w 82"/>
                  <a:gd name="T25" fmla="*/ 2 h 107"/>
                  <a:gd name="T26" fmla="*/ 3 w 82"/>
                  <a:gd name="T27" fmla="*/ 3 h 107"/>
                  <a:gd name="T28" fmla="*/ 3 w 82"/>
                  <a:gd name="T29" fmla="*/ 4 h 107"/>
                  <a:gd name="T30" fmla="*/ 3 w 82"/>
                  <a:gd name="T31" fmla="*/ 4 h 107"/>
                  <a:gd name="T32" fmla="*/ 3 w 82"/>
                  <a:gd name="T33" fmla="*/ 5 h 107"/>
                  <a:gd name="T34" fmla="*/ 5 w 82"/>
                  <a:gd name="T35" fmla="*/ 6 h 107"/>
                  <a:gd name="T36" fmla="*/ 5 w 82"/>
                  <a:gd name="T37" fmla="*/ 6 h 10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2"/>
                  <a:gd name="T58" fmla="*/ 0 h 107"/>
                  <a:gd name="T59" fmla="*/ 82 w 82"/>
                  <a:gd name="T60" fmla="*/ 107 h 10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2" h="107">
                    <a:moveTo>
                      <a:pt x="82" y="95"/>
                    </a:moveTo>
                    <a:lnTo>
                      <a:pt x="75" y="107"/>
                    </a:lnTo>
                    <a:lnTo>
                      <a:pt x="64" y="97"/>
                    </a:lnTo>
                    <a:lnTo>
                      <a:pt x="52" y="85"/>
                    </a:lnTo>
                    <a:lnTo>
                      <a:pt x="42" y="72"/>
                    </a:lnTo>
                    <a:lnTo>
                      <a:pt x="31" y="58"/>
                    </a:lnTo>
                    <a:lnTo>
                      <a:pt x="22" y="45"/>
                    </a:lnTo>
                    <a:lnTo>
                      <a:pt x="13" y="32"/>
                    </a:lnTo>
                    <a:lnTo>
                      <a:pt x="6" y="19"/>
                    </a:lnTo>
                    <a:lnTo>
                      <a:pt x="0" y="8"/>
                    </a:lnTo>
                    <a:lnTo>
                      <a:pt x="6" y="0"/>
                    </a:lnTo>
                    <a:lnTo>
                      <a:pt x="15" y="14"/>
                    </a:lnTo>
                    <a:lnTo>
                      <a:pt x="25" y="26"/>
                    </a:lnTo>
                    <a:lnTo>
                      <a:pt x="33" y="39"/>
                    </a:lnTo>
                    <a:lnTo>
                      <a:pt x="42" y="50"/>
                    </a:lnTo>
                    <a:lnTo>
                      <a:pt x="51" y="63"/>
                    </a:lnTo>
                    <a:lnTo>
                      <a:pt x="60" y="73"/>
                    </a:lnTo>
                    <a:lnTo>
                      <a:pt x="71" y="85"/>
                    </a:lnTo>
                    <a:lnTo>
                      <a:pt x="82" y="9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Freeform 558"/>
              <p:cNvSpPr>
                <a:spLocks/>
              </p:cNvSpPr>
              <p:nvPr/>
            </p:nvSpPr>
            <p:spPr bwMode="auto">
              <a:xfrm>
                <a:off x="3071" y="2238"/>
                <a:ext cx="63" cy="61"/>
              </a:xfrm>
              <a:custGeom>
                <a:avLst/>
                <a:gdLst>
                  <a:gd name="T0" fmla="*/ 8 w 125"/>
                  <a:gd name="T1" fmla="*/ 1 h 121"/>
                  <a:gd name="T2" fmla="*/ 8 w 125"/>
                  <a:gd name="T3" fmla="*/ 2 h 121"/>
                  <a:gd name="T4" fmla="*/ 7 w 125"/>
                  <a:gd name="T5" fmla="*/ 3 h 121"/>
                  <a:gd name="T6" fmla="*/ 7 w 125"/>
                  <a:gd name="T7" fmla="*/ 4 h 121"/>
                  <a:gd name="T8" fmla="*/ 6 w 125"/>
                  <a:gd name="T9" fmla="*/ 5 h 121"/>
                  <a:gd name="T10" fmla="*/ 6 w 125"/>
                  <a:gd name="T11" fmla="*/ 5 h 121"/>
                  <a:gd name="T12" fmla="*/ 5 w 125"/>
                  <a:gd name="T13" fmla="*/ 6 h 121"/>
                  <a:gd name="T14" fmla="*/ 5 w 125"/>
                  <a:gd name="T15" fmla="*/ 7 h 121"/>
                  <a:gd name="T16" fmla="*/ 4 w 125"/>
                  <a:gd name="T17" fmla="*/ 8 h 121"/>
                  <a:gd name="T18" fmla="*/ 4 w 125"/>
                  <a:gd name="T19" fmla="*/ 8 h 121"/>
                  <a:gd name="T20" fmla="*/ 3 w 125"/>
                  <a:gd name="T21" fmla="*/ 8 h 121"/>
                  <a:gd name="T22" fmla="*/ 3 w 125"/>
                  <a:gd name="T23" fmla="*/ 8 h 121"/>
                  <a:gd name="T24" fmla="*/ 2 w 125"/>
                  <a:gd name="T25" fmla="*/ 8 h 121"/>
                  <a:gd name="T26" fmla="*/ 2 w 125"/>
                  <a:gd name="T27" fmla="*/ 8 h 121"/>
                  <a:gd name="T28" fmla="*/ 1 w 125"/>
                  <a:gd name="T29" fmla="*/ 8 h 121"/>
                  <a:gd name="T30" fmla="*/ 1 w 125"/>
                  <a:gd name="T31" fmla="*/ 8 h 121"/>
                  <a:gd name="T32" fmla="*/ 0 w 125"/>
                  <a:gd name="T33" fmla="*/ 8 h 121"/>
                  <a:gd name="T34" fmla="*/ 1 w 125"/>
                  <a:gd name="T35" fmla="*/ 7 h 121"/>
                  <a:gd name="T36" fmla="*/ 1 w 125"/>
                  <a:gd name="T37" fmla="*/ 6 h 121"/>
                  <a:gd name="T38" fmla="*/ 2 w 125"/>
                  <a:gd name="T39" fmla="*/ 5 h 121"/>
                  <a:gd name="T40" fmla="*/ 2 w 125"/>
                  <a:gd name="T41" fmla="*/ 4 h 121"/>
                  <a:gd name="T42" fmla="*/ 3 w 125"/>
                  <a:gd name="T43" fmla="*/ 3 h 121"/>
                  <a:gd name="T44" fmla="*/ 3 w 125"/>
                  <a:gd name="T45" fmla="*/ 2 h 121"/>
                  <a:gd name="T46" fmla="*/ 4 w 125"/>
                  <a:gd name="T47" fmla="*/ 1 h 121"/>
                  <a:gd name="T48" fmla="*/ 4 w 125"/>
                  <a:gd name="T49" fmla="*/ 0 h 121"/>
                  <a:gd name="T50" fmla="*/ 8 w 125"/>
                  <a:gd name="T51" fmla="*/ 1 h 121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25"/>
                  <a:gd name="T79" fmla="*/ 0 h 121"/>
                  <a:gd name="T80" fmla="*/ 125 w 125"/>
                  <a:gd name="T81" fmla="*/ 121 h 121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25" h="121">
                    <a:moveTo>
                      <a:pt x="125" y="6"/>
                    </a:moveTo>
                    <a:lnTo>
                      <a:pt x="118" y="22"/>
                    </a:lnTo>
                    <a:lnTo>
                      <a:pt x="111" y="36"/>
                    </a:lnTo>
                    <a:lnTo>
                      <a:pt x="104" y="51"/>
                    </a:lnTo>
                    <a:lnTo>
                      <a:pt x="96" y="65"/>
                    </a:lnTo>
                    <a:lnTo>
                      <a:pt x="88" y="77"/>
                    </a:lnTo>
                    <a:lnTo>
                      <a:pt x="79" y="91"/>
                    </a:lnTo>
                    <a:lnTo>
                      <a:pt x="70" y="104"/>
                    </a:lnTo>
                    <a:lnTo>
                      <a:pt x="61" y="118"/>
                    </a:lnTo>
                    <a:lnTo>
                      <a:pt x="53" y="119"/>
                    </a:lnTo>
                    <a:lnTo>
                      <a:pt x="46" y="119"/>
                    </a:lnTo>
                    <a:lnTo>
                      <a:pt x="38" y="120"/>
                    </a:lnTo>
                    <a:lnTo>
                      <a:pt x="31" y="120"/>
                    </a:lnTo>
                    <a:lnTo>
                      <a:pt x="23" y="120"/>
                    </a:lnTo>
                    <a:lnTo>
                      <a:pt x="16" y="120"/>
                    </a:lnTo>
                    <a:lnTo>
                      <a:pt x="8" y="120"/>
                    </a:lnTo>
                    <a:lnTo>
                      <a:pt x="0" y="121"/>
                    </a:lnTo>
                    <a:lnTo>
                      <a:pt x="6" y="103"/>
                    </a:lnTo>
                    <a:lnTo>
                      <a:pt x="15" y="84"/>
                    </a:lnTo>
                    <a:lnTo>
                      <a:pt x="23" y="67"/>
                    </a:lnTo>
                    <a:lnTo>
                      <a:pt x="29" y="50"/>
                    </a:lnTo>
                    <a:lnTo>
                      <a:pt x="36" y="34"/>
                    </a:lnTo>
                    <a:lnTo>
                      <a:pt x="43" y="20"/>
                    </a:lnTo>
                    <a:lnTo>
                      <a:pt x="49" y="8"/>
                    </a:lnTo>
                    <a:lnTo>
                      <a:pt x="54" y="0"/>
                    </a:lnTo>
                    <a:lnTo>
                      <a:pt x="125" y="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Freeform 559"/>
              <p:cNvSpPr>
                <a:spLocks/>
              </p:cNvSpPr>
              <p:nvPr/>
            </p:nvSpPr>
            <p:spPr bwMode="auto">
              <a:xfrm>
                <a:off x="3031" y="2239"/>
                <a:ext cx="52" cy="63"/>
              </a:xfrm>
              <a:custGeom>
                <a:avLst/>
                <a:gdLst>
                  <a:gd name="T0" fmla="*/ 4 w 105"/>
                  <a:gd name="T1" fmla="*/ 7 h 126"/>
                  <a:gd name="T2" fmla="*/ 3 w 105"/>
                  <a:gd name="T3" fmla="*/ 8 h 126"/>
                  <a:gd name="T4" fmla="*/ 3 w 105"/>
                  <a:gd name="T5" fmla="*/ 8 h 126"/>
                  <a:gd name="T6" fmla="*/ 2 w 105"/>
                  <a:gd name="T7" fmla="*/ 8 h 126"/>
                  <a:gd name="T8" fmla="*/ 2 w 105"/>
                  <a:gd name="T9" fmla="*/ 8 h 126"/>
                  <a:gd name="T10" fmla="*/ 1 w 105"/>
                  <a:gd name="T11" fmla="*/ 8 h 126"/>
                  <a:gd name="T12" fmla="*/ 1 w 105"/>
                  <a:gd name="T13" fmla="*/ 8 h 126"/>
                  <a:gd name="T14" fmla="*/ 0 w 105"/>
                  <a:gd name="T15" fmla="*/ 8 h 126"/>
                  <a:gd name="T16" fmla="*/ 0 w 105"/>
                  <a:gd name="T17" fmla="*/ 8 h 126"/>
                  <a:gd name="T18" fmla="*/ 0 w 105"/>
                  <a:gd name="T19" fmla="*/ 7 h 126"/>
                  <a:gd name="T20" fmla="*/ 0 w 105"/>
                  <a:gd name="T21" fmla="*/ 6 h 126"/>
                  <a:gd name="T22" fmla="*/ 0 w 105"/>
                  <a:gd name="T23" fmla="*/ 5 h 126"/>
                  <a:gd name="T24" fmla="*/ 0 w 105"/>
                  <a:gd name="T25" fmla="*/ 4 h 126"/>
                  <a:gd name="T26" fmla="*/ 0 w 105"/>
                  <a:gd name="T27" fmla="*/ 4 h 126"/>
                  <a:gd name="T28" fmla="*/ 0 w 105"/>
                  <a:gd name="T29" fmla="*/ 1 h 126"/>
                  <a:gd name="T30" fmla="*/ 1 w 105"/>
                  <a:gd name="T31" fmla="*/ 1 h 126"/>
                  <a:gd name="T32" fmla="*/ 1 w 105"/>
                  <a:gd name="T33" fmla="*/ 1 h 126"/>
                  <a:gd name="T34" fmla="*/ 2 w 105"/>
                  <a:gd name="T35" fmla="*/ 1 h 126"/>
                  <a:gd name="T36" fmla="*/ 3 w 105"/>
                  <a:gd name="T37" fmla="*/ 1 h 126"/>
                  <a:gd name="T38" fmla="*/ 4 w 105"/>
                  <a:gd name="T39" fmla="*/ 1 h 126"/>
                  <a:gd name="T40" fmla="*/ 5 w 105"/>
                  <a:gd name="T41" fmla="*/ 1 h 126"/>
                  <a:gd name="T42" fmla="*/ 5 w 105"/>
                  <a:gd name="T43" fmla="*/ 0 h 126"/>
                  <a:gd name="T44" fmla="*/ 6 w 105"/>
                  <a:gd name="T45" fmla="*/ 0 h 126"/>
                  <a:gd name="T46" fmla="*/ 6 w 105"/>
                  <a:gd name="T47" fmla="*/ 1 h 126"/>
                  <a:gd name="T48" fmla="*/ 6 w 105"/>
                  <a:gd name="T49" fmla="*/ 2 h 126"/>
                  <a:gd name="T50" fmla="*/ 5 w 105"/>
                  <a:gd name="T51" fmla="*/ 3 h 126"/>
                  <a:gd name="T52" fmla="*/ 5 w 105"/>
                  <a:gd name="T53" fmla="*/ 4 h 126"/>
                  <a:gd name="T54" fmla="*/ 4 w 105"/>
                  <a:gd name="T55" fmla="*/ 5 h 126"/>
                  <a:gd name="T56" fmla="*/ 4 w 105"/>
                  <a:gd name="T57" fmla="*/ 5 h 126"/>
                  <a:gd name="T58" fmla="*/ 4 w 105"/>
                  <a:gd name="T59" fmla="*/ 6 h 126"/>
                  <a:gd name="T60" fmla="*/ 4 w 105"/>
                  <a:gd name="T61" fmla="*/ 7 h 12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05"/>
                  <a:gd name="T94" fmla="*/ 0 h 126"/>
                  <a:gd name="T95" fmla="*/ 105 w 105"/>
                  <a:gd name="T96" fmla="*/ 126 h 12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05" h="126">
                    <a:moveTo>
                      <a:pt x="64" y="104"/>
                    </a:moveTo>
                    <a:lnTo>
                      <a:pt x="59" y="114"/>
                    </a:lnTo>
                    <a:lnTo>
                      <a:pt x="53" y="121"/>
                    </a:lnTo>
                    <a:lnTo>
                      <a:pt x="45" y="125"/>
                    </a:lnTo>
                    <a:lnTo>
                      <a:pt x="38" y="126"/>
                    </a:lnTo>
                    <a:lnTo>
                      <a:pt x="29" y="126"/>
                    </a:lnTo>
                    <a:lnTo>
                      <a:pt x="21" y="126"/>
                    </a:lnTo>
                    <a:lnTo>
                      <a:pt x="11" y="125"/>
                    </a:lnTo>
                    <a:lnTo>
                      <a:pt x="3" y="126"/>
                    </a:lnTo>
                    <a:lnTo>
                      <a:pt x="0" y="109"/>
                    </a:lnTo>
                    <a:lnTo>
                      <a:pt x="0" y="89"/>
                    </a:lnTo>
                    <a:lnTo>
                      <a:pt x="1" y="70"/>
                    </a:lnTo>
                    <a:lnTo>
                      <a:pt x="3" y="53"/>
                    </a:lnTo>
                    <a:lnTo>
                      <a:pt x="6" y="53"/>
                    </a:lnTo>
                    <a:lnTo>
                      <a:pt x="7" y="11"/>
                    </a:lnTo>
                    <a:lnTo>
                      <a:pt x="17" y="8"/>
                    </a:lnTo>
                    <a:lnTo>
                      <a:pt x="29" y="6"/>
                    </a:lnTo>
                    <a:lnTo>
                      <a:pt x="41" y="5"/>
                    </a:lnTo>
                    <a:lnTo>
                      <a:pt x="54" y="4"/>
                    </a:lnTo>
                    <a:lnTo>
                      <a:pt x="67" y="3"/>
                    </a:lnTo>
                    <a:lnTo>
                      <a:pt x="81" y="2"/>
                    </a:lnTo>
                    <a:lnTo>
                      <a:pt x="93" y="0"/>
                    </a:lnTo>
                    <a:lnTo>
                      <a:pt x="105" y="0"/>
                    </a:lnTo>
                    <a:lnTo>
                      <a:pt x="100" y="14"/>
                    </a:lnTo>
                    <a:lnTo>
                      <a:pt x="96" y="28"/>
                    </a:lnTo>
                    <a:lnTo>
                      <a:pt x="90" y="41"/>
                    </a:lnTo>
                    <a:lnTo>
                      <a:pt x="85" y="53"/>
                    </a:lnTo>
                    <a:lnTo>
                      <a:pt x="79" y="66"/>
                    </a:lnTo>
                    <a:lnTo>
                      <a:pt x="75" y="79"/>
                    </a:lnTo>
                    <a:lnTo>
                      <a:pt x="69" y="91"/>
                    </a:lnTo>
                    <a:lnTo>
                      <a:pt x="64" y="10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Freeform 560"/>
              <p:cNvSpPr>
                <a:spLocks/>
              </p:cNvSpPr>
              <p:nvPr/>
            </p:nvSpPr>
            <p:spPr bwMode="auto">
              <a:xfrm>
                <a:off x="3112" y="2242"/>
                <a:ext cx="60" cy="60"/>
              </a:xfrm>
              <a:custGeom>
                <a:avLst/>
                <a:gdLst>
                  <a:gd name="T0" fmla="*/ 4 w 121"/>
                  <a:gd name="T1" fmla="*/ 1 h 120"/>
                  <a:gd name="T2" fmla="*/ 4 w 121"/>
                  <a:gd name="T3" fmla="*/ 1 h 120"/>
                  <a:gd name="T4" fmla="*/ 5 w 121"/>
                  <a:gd name="T5" fmla="*/ 0 h 120"/>
                  <a:gd name="T6" fmla="*/ 5 w 121"/>
                  <a:gd name="T7" fmla="*/ 0 h 120"/>
                  <a:gd name="T8" fmla="*/ 5 w 121"/>
                  <a:gd name="T9" fmla="*/ 1 h 120"/>
                  <a:gd name="T10" fmla="*/ 6 w 121"/>
                  <a:gd name="T11" fmla="*/ 1 h 120"/>
                  <a:gd name="T12" fmla="*/ 6 w 121"/>
                  <a:gd name="T13" fmla="*/ 1 h 120"/>
                  <a:gd name="T14" fmla="*/ 7 w 121"/>
                  <a:gd name="T15" fmla="*/ 1 h 120"/>
                  <a:gd name="T16" fmla="*/ 7 w 121"/>
                  <a:gd name="T17" fmla="*/ 1 h 120"/>
                  <a:gd name="T18" fmla="*/ 7 w 121"/>
                  <a:gd name="T19" fmla="*/ 2 h 120"/>
                  <a:gd name="T20" fmla="*/ 7 w 121"/>
                  <a:gd name="T21" fmla="*/ 3 h 120"/>
                  <a:gd name="T22" fmla="*/ 6 w 121"/>
                  <a:gd name="T23" fmla="*/ 4 h 120"/>
                  <a:gd name="T24" fmla="*/ 6 w 121"/>
                  <a:gd name="T25" fmla="*/ 5 h 120"/>
                  <a:gd name="T26" fmla="*/ 5 w 121"/>
                  <a:gd name="T27" fmla="*/ 6 h 120"/>
                  <a:gd name="T28" fmla="*/ 4 w 121"/>
                  <a:gd name="T29" fmla="*/ 6 h 120"/>
                  <a:gd name="T30" fmla="*/ 4 w 121"/>
                  <a:gd name="T31" fmla="*/ 7 h 120"/>
                  <a:gd name="T32" fmla="*/ 3 w 121"/>
                  <a:gd name="T33" fmla="*/ 8 h 120"/>
                  <a:gd name="T34" fmla="*/ 3 w 121"/>
                  <a:gd name="T35" fmla="*/ 8 h 120"/>
                  <a:gd name="T36" fmla="*/ 3 w 121"/>
                  <a:gd name="T37" fmla="*/ 8 h 120"/>
                  <a:gd name="T38" fmla="*/ 2 w 121"/>
                  <a:gd name="T39" fmla="*/ 8 h 120"/>
                  <a:gd name="T40" fmla="*/ 1 w 121"/>
                  <a:gd name="T41" fmla="*/ 8 h 120"/>
                  <a:gd name="T42" fmla="*/ 1 w 121"/>
                  <a:gd name="T43" fmla="*/ 8 h 120"/>
                  <a:gd name="T44" fmla="*/ 0 w 121"/>
                  <a:gd name="T45" fmla="*/ 8 h 120"/>
                  <a:gd name="T46" fmla="*/ 0 w 121"/>
                  <a:gd name="T47" fmla="*/ 8 h 120"/>
                  <a:gd name="T48" fmla="*/ 0 w 121"/>
                  <a:gd name="T49" fmla="*/ 7 h 120"/>
                  <a:gd name="T50" fmla="*/ 0 w 121"/>
                  <a:gd name="T51" fmla="*/ 7 h 120"/>
                  <a:gd name="T52" fmla="*/ 1 w 121"/>
                  <a:gd name="T53" fmla="*/ 6 h 120"/>
                  <a:gd name="T54" fmla="*/ 1 w 121"/>
                  <a:gd name="T55" fmla="*/ 5 h 120"/>
                  <a:gd name="T56" fmla="*/ 2 w 121"/>
                  <a:gd name="T57" fmla="*/ 4 h 120"/>
                  <a:gd name="T58" fmla="*/ 2 w 121"/>
                  <a:gd name="T59" fmla="*/ 4 h 120"/>
                  <a:gd name="T60" fmla="*/ 3 w 121"/>
                  <a:gd name="T61" fmla="*/ 3 h 120"/>
                  <a:gd name="T62" fmla="*/ 4 w 121"/>
                  <a:gd name="T63" fmla="*/ 2 h 120"/>
                  <a:gd name="T64" fmla="*/ 4 w 121"/>
                  <a:gd name="T65" fmla="*/ 1 h 12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1"/>
                  <a:gd name="T100" fmla="*/ 0 h 120"/>
                  <a:gd name="T101" fmla="*/ 121 w 121"/>
                  <a:gd name="T102" fmla="*/ 120 h 12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1" h="120">
                    <a:moveTo>
                      <a:pt x="70" y="4"/>
                    </a:moveTo>
                    <a:lnTo>
                      <a:pt x="75" y="1"/>
                    </a:lnTo>
                    <a:lnTo>
                      <a:pt x="80" y="0"/>
                    </a:lnTo>
                    <a:lnTo>
                      <a:pt x="85" y="0"/>
                    </a:lnTo>
                    <a:lnTo>
                      <a:pt x="91" y="1"/>
                    </a:lnTo>
                    <a:lnTo>
                      <a:pt x="97" y="2"/>
                    </a:lnTo>
                    <a:lnTo>
                      <a:pt x="105" y="5"/>
                    </a:lnTo>
                    <a:lnTo>
                      <a:pt x="112" y="8"/>
                    </a:lnTo>
                    <a:lnTo>
                      <a:pt x="121" y="13"/>
                    </a:lnTo>
                    <a:lnTo>
                      <a:pt x="121" y="30"/>
                    </a:lnTo>
                    <a:lnTo>
                      <a:pt x="117" y="44"/>
                    </a:lnTo>
                    <a:lnTo>
                      <a:pt x="110" y="58"/>
                    </a:lnTo>
                    <a:lnTo>
                      <a:pt x="99" y="69"/>
                    </a:lnTo>
                    <a:lnTo>
                      <a:pt x="88" y="81"/>
                    </a:lnTo>
                    <a:lnTo>
                      <a:pt x="77" y="94"/>
                    </a:lnTo>
                    <a:lnTo>
                      <a:pt x="67" y="106"/>
                    </a:lnTo>
                    <a:lnTo>
                      <a:pt x="59" y="120"/>
                    </a:lnTo>
                    <a:lnTo>
                      <a:pt x="57" y="120"/>
                    </a:lnTo>
                    <a:lnTo>
                      <a:pt x="50" y="119"/>
                    </a:lnTo>
                    <a:lnTo>
                      <a:pt x="40" y="118"/>
                    </a:lnTo>
                    <a:lnTo>
                      <a:pt x="30" y="117"/>
                    </a:lnTo>
                    <a:lnTo>
                      <a:pt x="20" y="115"/>
                    </a:lnTo>
                    <a:lnTo>
                      <a:pt x="11" y="114"/>
                    </a:lnTo>
                    <a:lnTo>
                      <a:pt x="4" y="113"/>
                    </a:lnTo>
                    <a:lnTo>
                      <a:pt x="0" y="112"/>
                    </a:lnTo>
                    <a:lnTo>
                      <a:pt x="11" y="100"/>
                    </a:lnTo>
                    <a:lnTo>
                      <a:pt x="21" y="89"/>
                    </a:lnTo>
                    <a:lnTo>
                      <a:pt x="30" y="76"/>
                    </a:lnTo>
                    <a:lnTo>
                      <a:pt x="39" y="62"/>
                    </a:lnTo>
                    <a:lnTo>
                      <a:pt x="47" y="49"/>
                    </a:lnTo>
                    <a:lnTo>
                      <a:pt x="57" y="35"/>
                    </a:lnTo>
                    <a:lnTo>
                      <a:pt x="64" y="20"/>
                    </a:lnTo>
                    <a:lnTo>
                      <a:pt x="70" y="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Freeform 561"/>
              <p:cNvSpPr>
                <a:spLocks/>
              </p:cNvSpPr>
              <p:nvPr/>
            </p:nvSpPr>
            <p:spPr bwMode="auto">
              <a:xfrm>
                <a:off x="2977" y="2243"/>
                <a:ext cx="48" cy="62"/>
              </a:xfrm>
              <a:custGeom>
                <a:avLst/>
                <a:gdLst>
                  <a:gd name="T0" fmla="*/ 7 w 94"/>
                  <a:gd name="T1" fmla="*/ 0 h 123"/>
                  <a:gd name="T2" fmla="*/ 6 w 94"/>
                  <a:gd name="T3" fmla="*/ 2 h 123"/>
                  <a:gd name="T4" fmla="*/ 6 w 94"/>
                  <a:gd name="T5" fmla="*/ 4 h 123"/>
                  <a:gd name="T6" fmla="*/ 6 w 94"/>
                  <a:gd name="T7" fmla="*/ 6 h 123"/>
                  <a:gd name="T8" fmla="*/ 6 w 94"/>
                  <a:gd name="T9" fmla="*/ 8 h 123"/>
                  <a:gd name="T10" fmla="*/ 5 w 94"/>
                  <a:gd name="T11" fmla="*/ 8 h 123"/>
                  <a:gd name="T12" fmla="*/ 5 w 94"/>
                  <a:gd name="T13" fmla="*/ 8 h 123"/>
                  <a:gd name="T14" fmla="*/ 4 w 94"/>
                  <a:gd name="T15" fmla="*/ 8 h 123"/>
                  <a:gd name="T16" fmla="*/ 4 w 94"/>
                  <a:gd name="T17" fmla="*/ 8 h 123"/>
                  <a:gd name="T18" fmla="*/ 3 w 94"/>
                  <a:gd name="T19" fmla="*/ 8 h 123"/>
                  <a:gd name="T20" fmla="*/ 3 w 94"/>
                  <a:gd name="T21" fmla="*/ 8 h 123"/>
                  <a:gd name="T22" fmla="*/ 2 w 94"/>
                  <a:gd name="T23" fmla="*/ 8 h 123"/>
                  <a:gd name="T24" fmla="*/ 2 w 94"/>
                  <a:gd name="T25" fmla="*/ 8 h 123"/>
                  <a:gd name="T26" fmla="*/ 1 w 94"/>
                  <a:gd name="T27" fmla="*/ 7 h 123"/>
                  <a:gd name="T28" fmla="*/ 1 w 94"/>
                  <a:gd name="T29" fmla="*/ 5 h 123"/>
                  <a:gd name="T30" fmla="*/ 1 w 94"/>
                  <a:gd name="T31" fmla="*/ 3 h 123"/>
                  <a:gd name="T32" fmla="*/ 0 w 94"/>
                  <a:gd name="T33" fmla="*/ 2 h 123"/>
                  <a:gd name="T34" fmla="*/ 1 w 94"/>
                  <a:gd name="T35" fmla="*/ 1 h 123"/>
                  <a:gd name="T36" fmla="*/ 2 w 94"/>
                  <a:gd name="T37" fmla="*/ 1 h 123"/>
                  <a:gd name="T38" fmla="*/ 3 w 94"/>
                  <a:gd name="T39" fmla="*/ 1 h 123"/>
                  <a:gd name="T40" fmla="*/ 3 w 94"/>
                  <a:gd name="T41" fmla="*/ 1 h 123"/>
                  <a:gd name="T42" fmla="*/ 4 w 94"/>
                  <a:gd name="T43" fmla="*/ 1 h 123"/>
                  <a:gd name="T44" fmla="*/ 5 w 94"/>
                  <a:gd name="T45" fmla="*/ 1 h 123"/>
                  <a:gd name="T46" fmla="*/ 6 w 94"/>
                  <a:gd name="T47" fmla="*/ 1 h 123"/>
                  <a:gd name="T48" fmla="*/ 7 w 94"/>
                  <a:gd name="T49" fmla="*/ 0 h 123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94"/>
                  <a:gd name="T76" fmla="*/ 0 h 123"/>
                  <a:gd name="T77" fmla="*/ 94 w 94"/>
                  <a:gd name="T78" fmla="*/ 123 h 123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94" h="123">
                    <a:moveTo>
                      <a:pt x="94" y="0"/>
                    </a:moveTo>
                    <a:lnTo>
                      <a:pt x="92" y="26"/>
                    </a:lnTo>
                    <a:lnTo>
                      <a:pt x="92" y="56"/>
                    </a:lnTo>
                    <a:lnTo>
                      <a:pt x="90" y="87"/>
                    </a:lnTo>
                    <a:lnTo>
                      <a:pt x="86" y="115"/>
                    </a:lnTo>
                    <a:lnTo>
                      <a:pt x="79" y="117"/>
                    </a:lnTo>
                    <a:lnTo>
                      <a:pt x="71" y="118"/>
                    </a:lnTo>
                    <a:lnTo>
                      <a:pt x="62" y="119"/>
                    </a:lnTo>
                    <a:lnTo>
                      <a:pt x="53" y="121"/>
                    </a:lnTo>
                    <a:lnTo>
                      <a:pt x="44" y="122"/>
                    </a:lnTo>
                    <a:lnTo>
                      <a:pt x="36" y="123"/>
                    </a:lnTo>
                    <a:lnTo>
                      <a:pt x="26" y="123"/>
                    </a:lnTo>
                    <a:lnTo>
                      <a:pt x="18" y="123"/>
                    </a:lnTo>
                    <a:lnTo>
                      <a:pt x="16" y="108"/>
                    </a:lnTo>
                    <a:lnTo>
                      <a:pt x="11" y="80"/>
                    </a:lnTo>
                    <a:lnTo>
                      <a:pt x="4" y="47"/>
                    </a:lnTo>
                    <a:lnTo>
                      <a:pt x="0" y="17"/>
                    </a:lnTo>
                    <a:lnTo>
                      <a:pt x="11" y="13"/>
                    </a:lnTo>
                    <a:lnTo>
                      <a:pt x="23" y="11"/>
                    </a:lnTo>
                    <a:lnTo>
                      <a:pt x="36" y="10"/>
                    </a:lnTo>
                    <a:lnTo>
                      <a:pt x="47" y="8"/>
                    </a:lnTo>
                    <a:lnTo>
                      <a:pt x="59" y="7"/>
                    </a:lnTo>
                    <a:lnTo>
                      <a:pt x="71" y="5"/>
                    </a:lnTo>
                    <a:lnTo>
                      <a:pt x="83" y="3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562"/>
              <p:cNvSpPr>
                <a:spLocks/>
              </p:cNvSpPr>
              <p:nvPr/>
            </p:nvSpPr>
            <p:spPr bwMode="auto">
              <a:xfrm>
                <a:off x="2675" y="2236"/>
                <a:ext cx="73" cy="72"/>
              </a:xfrm>
              <a:custGeom>
                <a:avLst/>
                <a:gdLst>
                  <a:gd name="T0" fmla="*/ 10 w 145"/>
                  <a:gd name="T1" fmla="*/ 5 h 144"/>
                  <a:gd name="T2" fmla="*/ 9 w 145"/>
                  <a:gd name="T3" fmla="*/ 5 h 144"/>
                  <a:gd name="T4" fmla="*/ 9 w 145"/>
                  <a:gd name="T5" fmla="*/ 6 h 144"/>
                  <a:gd name="T6" fmla="*/ 8 w 145"/>
                  <a:gd name="T7" fmla="*/ 6 h 144"/>
                  <a:gd name="T8" fmla="*/ 8 w 145"/>
                  <a:gd name="T9" fmla="*/ 6 h 144"/>
                  <a:gd name="T10" fmla="*/ 7 w 145"/>
                  <a:gd name="T11" fmla="*/ 7 h 144"/>
                  <a:gd name="T12" fmla="*/ 7 w 145"/>
                  <a:gd name="T13" fmla="*/ 7 h 144"/>
                  <a:gd name="T14" fmla="*/ 7 w 145"/>
                  <a:gd name="T15" fmla="*/ 9 h 144"/>
                  <a:gd name="T16" fmla="*/ 6 w 145"/>
                  <a:gd name="T17" fmla="*/ 9 h 144"/>
                  <a:gd name="T18" fmla="*/ 6 w 145"/>
                  <a:gd name="T19" fmla="*/ 9 h 144"/>
                  <a:gd name="T20" fmla="*/ 5 w 145"/>
                  <a:gd name="T21" fmla="*/ 7 h 144"/>
                  <a:gd name="T22" fmla="*/ 5 w 145"/>
                  <a:gd name="T23" fmla="*/ 6 h 144"/>
                  <a:gd name="T24" fmla="*/ 5 w 145"/>
                  <a:gd name="T25" fmla="*/ 5 h 144"/>
                  <a:gd name="T26" fmla="*/ 4 w 145"/>
                  <a:gd name="T27" fmla="*/ 5 h 144"/>
                  <a:gd name="T28" fmla="*/ 4 w 145"/>
                  <a:gd name="T29" fmla="*/ 5 h 144"/>
                  <a:gd name="T30" fmla="*/ 3 w 145"/>
                  <a:gd name="T31" fmla="*/ 5 h 144"/>
                  <a:gd name="T32" fmla="*/ 3 w 145"/>
                  <a:gd name="T33" fmla="*/ 5 h 144"/>
                  <a:gd name="T34" fmla="*/ 3 w 145"/>
                  <a:gd name="T35" fmla="*/ 4 h 144"/>
                  <a:gd name="T36" fmla="*/ 2 w 145"/>
                  <a:gd name="T37" fmla="*/ 3 h 144"/>
                  <a:gd name="T38" fmla="*/ 2 w 145"/>
                  <a:gd name="T39" fmla="*/ 4 h 144"/>
                  <a:gd name="T40" fmla="*/ 1 w 145"/>
                  <a:gd name="T41" fmla="*/ 5 h 144"/>
                  <a:gd name="T42" fmla="*/ 1 w 145"/>
                  <a:gd name="T43" fmla="*/ 5 h 144"/>
                  <a:gd name="T44" fmla="*/ 1 w 145"/>
                  <a:gd name="T45" fmla="*/ 5 h 144"/>
                  <a:gd name="T46" fmla="*/ 1 w 145"/>
                  <a:gd name="T47" fmla="*/ 5 h 144"/>
                  <a:gd name="T48" fmla="*/ 0 w 145"/>
                  <a:gd name="T49" fmla="*/ 3 h 144"/>
                  <a:gd name="T50" fmla="*/ 0 w 145"/>
                  <a:gd name="T51" fmla="*/ 3 h 144"/>
                  <a:gd name="T52" fmla="*/ 1 w 145"/>
                  <a:gd name="T53" fmla="*/ 2 h 144"/>
                  <a:gd name="T54" fmla="*/ 2 w 145"/>
                  <a:gd name="T55" fmla="*/ 2 h 144"/>
                  <a:gd name="T56" fmla="*/ 2 w 145"/>
                  <a:gd name="T57" fmla="*/ 1 h 144"/>
                  <a:gd name="T58" fmla="*/ 3 w 145"/>
                  <a:gd name="T59" fmla="*/ 1 h 144"/>
                  <a:gd name="T60" fmla="*/ 4 w 145"/>
                  <a:gd name="T61" fmla="*/ 1 h 144"/>
                  <a:gd name="T62" fmla="*/ 4 w 145"/>
                  <a:gd name="T63" fmla="*/ 1 h 144"/>
                  <a:gd name="T64" fmla="*/ 5 w 145"/>
                  <a:gd name="T65" fmla="*/ 1 h 144"/>
                  <a:gd name="T66" fmla="*/ 5 w 145"/>
                  <a:gd name="T67" fmla="*/ 0 h 144"/>
                  <a:gd name="T68" fmla="*/ 6 w 145"/>
                  <a:gd name="T69" fmla="*/ 1 h 144"/>
                  <a:gd name="T70" fmla="*/ 6 w 145"/>
                  <a:gd name="T71" fmla="*/ 1 h 144"/>
                  <a:gd name="T72" fmla="*/ 7 w 145"/>
                  <a:gd name="T73" fmla="*/ 2 h 144"/>
                  <a:gd name="T74" fmla="*/ 8 w 145"/>
                  <a:gd name="T75" fmla="*/ 2 h 144"/>
                  <a:gd name="T76" fmla="*/ 8 w 145"/>
                  <a:gd name="T77" fmla="*/ 3 h 144"/>
                  <a:gd name="T78" fmla="*/ 9 w 145"/>
                  <a:gd name="T79" fmla="*/ 5 h 144"/>
                  <a:gd name="T80" fmla="*/ 9 w 145"/>
                  <a:gd name="T81" fmla="*/ 5 h 144"/>
                  <a:gd name="T82" fmla="*/ 10 w 145"/>
                  <a:gd name="T83" fmla="*/ 5 h 144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45"/>
                  <a:gd name="T127" fmla="*/ 0 h 144"/>
                  <a:gd name="T128" fmla="*/ 145 w 145"/>
                  <a:gd name="T129" fmla="*/ 144 h 144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45" h="144">
                    <a:moveTo>
                      <a:pt x="145" y="81"/>
                    </a:moveTo>
                    <a:lnTo>
                      <a:pt x="139" y="90"/>
                    </a:lnTo>
                    <a:lnTo>
                      <a:pt x="133" y="96"/>
                    </a:lnTo>
                    <a:lnTo>
                      <a:pt x="126" y="105"/>
                    </a:lnTo>
                    <a:lnTo>
                      <a:pt x="119" y="111"/>
                    </a:lnTo>
                    <a:lnTo>
                      <a:pt x="112" y="119"/>
                    </a:lnTo>
                    <a:lnTo>
                      <a:pt x="105" y="126"/>
                    </a:lnTo>
                    <a:lnTo>
                      <a:pt x="97" y="134"/>
                    </a:lnTo>
                    <a:lnTo>
                      <a:pt x="90" y="144"/>
                    </a:lnTo>
                    <a:lnTo>
                      <a:pt x="81" y="131"/>
                    </a:lnTo>
                    <a:lnTo>
                      <a:pt x="76" y="115"/>
                    </a:lnTo>
                    <a:lnTo>
                      <a:pt x="74" y="99"/>
                    </a:lnTo>
                    <a:lnTo>
                      <a:pt x="66" y="84"/>
                    </a:lnTo>
                    <a:lnTo>
                      <a:pt x="60" y="80"/>
                    </a:lnTo>
                    <a:lnTo>
                      <a:pt x="54" y="76"/>
                    </a:lnTo>
                    <a:lnTo>
                      <a:pt x="48" y="71"/>
                    </a:lnTo>
                    <a:lnTo>
                      <a:pt x="42" y="66"/>
                    </a:lnTo>
                    <a:lnTo>
                      <a:pt x="36" y="64"/>
                    </a:lnTo>
                    <a:lnTo>
                      <a:pt x="29" y="63"/>
                    </a:lnTo>
                    <a:lnTo>
                      <a:pt x="22" y="64"/>
                    </a:lnTo>
                    <a:lnTo>
                      <a:pt x="16" y="68"/>
                    </a:lnTo>
                    <a:lnTo>
                      <a:pt x="13" y="70"/>
                    </a:lnTo>
                    <a:lnTo>
                      <a:pt x="8" y="69"/>
                    </a:lnTo>
                    <a:lnTo>
                      <a:pt x="4" y="65"/>
                    </a:lnTo>
                    <a:lnTo>
                      <a:pt x="0" y="63"/>
                    </a:lnTo>
                    <a:lnTo>
                      <a:pt x="0" y="52"/>
                    </a:lnTo>
                    <a:lnTo>
                      <a:pt x="8" y="45"/>
                    </a:lnTo>
                    <a:lnTo>
                      <a:pt x="19" y="38"/>
                    </a:lnTo>
                    <a:lnTo>
                      <a:pt x="29" y="30"/>
                    </a:lnTo>
                    <a:lnTo>
                      <a:pt x="42" y="22"/>
                    </a:lnTo>
                    <a:lnTo>
                      <a:pt x="53" y="15"/>
                    </a:lnTo>
                    <a:lnTo>
                      <a:pt x="62" y="9"/>
                    </a:lnTo>
                    <a:lnTo>
                      <a:pt x="70" y="3"/>
                    </a:lnTo>
                    <a:lnTo>
                      <a:pt x="76" y="0"/>
                    </a:lnTo>
                    <a:lnTo>
                      <a:pt x="83" y="9"/>
                    </a:lnTo>
                    <a:lnTo>
                      <a:pt x="92" y="20"/>
                    </a:lnTo>
                    <a:lnTo>
                      <a:pt x="104" y="33"/>
                    </a:lnTo>
                    <a:lnTo>
                      <a:pt x="115" y="47"/>
                    </a:lnTo>
                    <a:lnTo>
                      <a:pt x="127" y="61"/>
                    </a:lnTo>
                    <a:lnTo>
                      <a:pt x="136" y="71"/>
                    </a:lnTo>
                    <a:lnTo>
                      <a:pt x="143" y="79"/>
                    </a:lnTo>
                    <a:lnTo>
                      <a:pt x="145" y="8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Freeform 563"/>
              <p:cNvSpPr>
                <a:spLocks/>
              </p:cNvSpPr>
              <p:nvPr/>
            </p:nvSpPr>
            <p:spPr bwMode="auto">
              <a:xfrm>
                <a:off x="2922" y="2255"/>
                <a:ext cx="55" cy="66"/>
              </a:xfrm>
              <a:custGeom>
                <a:avLst/>
                <a:gdLst>
                  <a:gd name="T0" fmla="*/ 6 w 111"/>
                  <a:gd name="T1" fmla="*/ 8 h 131"/>
                  <a:gd name="T2" fmla="*/ 3 w 111"/>
                  <a:gd name="T3" fmla="*/ 9 h 131"/>
                  <a:gd name="T4" fmla="*/ 3 w 111"/>
                  <a:gd name="T5" fmla="*/ 8 h 131"/>
                  <a:gd name="T6" fmla="*/ 2 w 111"/>
                  <a:gd name="T7" fmla="*/ 7 h 131"/>
                  <a:gd name="T8" fmla="*/ 2 w 111"/>
                  <a:gd name="T9" fmla="*/ 6 h 131"/>
                  <a:gd name="T10" fmla="*/ 1 w 111"/>
                  <a:gd name="T11" fmla="*/ 6 h 131"/>
                  <a:gd name="T12" fmla="*/ 1 w 111"/>
                  <a:gd name="T13" fmla="*/ 5 h 131"/>
                  <a:gd name="T14" fmla="*/ 0 w 111"/>
                  <a:gd name="T15" fmla="*/ 4 h 131"/>
                  <a:gd name="T16" fmla="*/ 0 w 111"/>
                  <a:gd name="T17" fmla="*/ 3 h 131"/>
                  <a:gd name="T18" fmla="*/ 0 w 111"/>
                  <a:gd name="T19" fmla="*/ 2 h 131"/>
                  <a:gd name="T20" fmla="*/ 5 w 111"/>
                  <a:gd name="T21" fmla="*/ 0 h 131"/>
                  <a:gd name="T22" fmla="*/ 5 w 111"/>
                  <a:gd name="T23" fmla="*/ 2 h 131"/>
                  <a:gd name="T24" fmla="*/ 6 w 111"/>
                  <a:gd name="T25" fmla="*/ 5 h 131"/>
                  <a:gd name="T26" fmla="*/ 6 w 111"/>
                  <a:gd name="T27" fmla="*/ 7 h 131"/>
                  <a:gd name="T28" fmla="*/ 6 w 111"/>
                  <a:gd name="T29" fmla="*/ 8 h 13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1"/>
                  <a:gd name="T46" fmla="*/ 0 h 131"/>
                  <a:gd name="T47" fmla="*/ 111 w 111"/>
                  <a:gd name="T48" fmla="*/ 131 h 13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1" h="131">
                    <a:moveTo>
                      <a:pt x="111" y="113"/>
                    </a:moveTo>
                    <a:lnTo>
                      <a:pt x="58" y="131"/>
                    </a:lnTo>
                    <a:lnTo>
                      <a:pt x="50" y="121"/>
                    </a:lnTo>
                    <a:lnTo>
                      <a:pt x="42" y="108"/>
                    </a:lnTo>
                    <a:lnTo>
                      <a:pt x="34" y="95"/>
                    </a:lnTo>
                    <a:lnTo>
                      <a:pt x="26" y="83"/>
                    </a:lnTo>
                    <a:lnTo>
                      <a:pt x="19" y="69"/>
                    </a:lnTo>
                    <a:lnTo>
                      <a:pt x="12" y="55"/>
                    </a:lnTo>
                    <a:lnTo>
                      <a:pt x="5" y="41"/>
                    </a:lnTo>
                    <a:lnTo>
                      <a:pt x="0" y="27"/>
                    </a:lnTo>
                    <a:lnTo>
                      <a:pt x="83" y="0"/>
                    </a:lnTo>
                    <a:lnTo>
                      <a:pt x="94" y="31"/>
                    </a:lnTo>
                    <a:lnTo>
                      <a:pt x="103" y="68"/>
                    </a:lnTo>
                    <a:lnTo>
                      <a:pt x="109" y="99"/>
                    </a:lnTo>
                    <a:lnTo>
                      <a:pt x="111" y="11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Freeform 564"/>
              <p:cNvSpPr>
                <a:spLocks/>
              </p:cNvSpPr>
              <p:nvPr/>
            </p:nvSpPr>
            <p:spPr bwMode="auto">
              <a:xfrm>
                <a:off x="2865" y="2274"/>
                <a:ext cx="76" cy="63"/>
              </a:xfrm>
              <a:custGeom>
                <a:avLst/>
                <a:gdLst>
                  <a:gd name="T0" fmla="*/ 10 w 152"/>
                  <a:gd name="T1" fmla="*/ 7 h 126"/>
                  <a:gd name="T2" fmla="*/ 9 w 152"/>
                  <a:gd name="T3" fmla="*/ 7 h 126"/>
                  <a:gd name="T4" fmla="*/ 9 w 152"/>
                  <a:gd name="T5" fmla="*/ 7 h 126"/>
                  <a:gd name="T6" fmla="*/ 7 w 152"/>
                  <a:gd name="T7" fmla="*/ 8 h 126"/>
                  <a:gd name="T8" fmla="*/ 7 w 152"/>
                  <a:gd name="T9" fmla="*/ 8 h 126"/>
                  <a:gd name="T10" fmla="*/ 6 w 152"/>
                  <a:gd name="T11" fmla="*/ 8 h 126"/>
                  <a:gd name="T12" fmla="*/ 6 w 152"/>
                  <a:gd name="T13" fmla="*/ 8 h 126"/>
                  <a:gd name="T14" fmla="*/ 5 w 152"/>
                  <a:gd name="T15" fmla="*/ 8 h 126"/>
                  <a:gd name="T16" fmla="*/ 5 w 152"/>
                  <a:gd name="T17" fmla="*/ 8 h 126"/>
                  <a:gd name="T18" fmla="*/ 5 w 152"/>
                  <a:gd name="T19" fmla="*/ 8 h 126"/>
                  <a:gd name="T20" fmla="*/ 3 w 152"/>
                  <a:gd name="T21" fmla="*/ 7 h 126"/>
                  <a:gd name="T22" fmla="*/ 2 w 152"/>
                  <a:gd name="T23" fmla="*/ 6 h 126"/>
                  <a:gd name="T24" fmla="*/ 2 w 152"/>
                  <a:gd name="T25" fmla="*/ 6 h 126"/>
                  <a:gd name="T26" fmla="*/ 1 w 152"/>
                  <a:gd name="T27" fmla="*/ 5 h 126"/>
                  <a:gd name="T28" fmla="*/ 1 w 152"/>
                  <a:gd name="T29" fmla="*/ 4 h 126"/>
                  <a:gd name="T30" fmla="*/ 1 w 152"/>
                  <a:gd name="T31" fmla="*/ 4 h 126"/>
                  <a:gd name="T32" fmla="*/ 0 w 152"/>
                  <a:gd name="T33" fmla="*/ 3 h 126"/>
                  <a:gd name="T34" fmla="*/ 5 w 152"/>
                  <a:gd name="T35" fmla="*/ 0 h 126"/>
                  <a:gd name="T36" fmla="*/ 6 w 152"/>
                  <a:gd name="T37" fmla="*/ 1 h 126"/>
                  <a:gd name="T38" fmla="*/ 6 w 152"/>
                  <a:gd name="T39" fmla="*/ 2 h 126"/>
                  <a:gd name="T40" fmla="*/ 7 w 152"/>
                  <a:gd name="T41" fmla="*/ 3 h 126"/>
                  <a:gd name="T42" fmla="*/ 7 w 152"/>
                  <a:gd name="T43" fmla="*/ 4 h 126"/>
                  <a:gd name="T44" fmla="*/ 7 w 152"/>
                  <a:gd name="T45" fmla="*/ 4 h 126"/>
                  <a:gd name="T46" fmla="*/ 9 w 152"/>
                  <a:gd name="T47" fmla="*/ 5 h 126"/>
                  <a:gd name="T48" fmla="*/ 9 w 152"/>
                  <a:gd name="T49" fmla="*/ 6 h 126"/>
                  <a:gd name="T50" fmla="*/ 10 w 152"/>
                  <a:gd name="T51" fmla="*/ 7 h 12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52"/>
                  <a:gd name="T79" fmla="*/ 0 h 126"/>
                  <a:gd name="T80" fmla="*/ 152 w 152"/>
                  <a:gd name="T81" fmla="*/ 126 h 12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52" h="126">
                    <a:moveTo>
                      <a:pt x="152" y="101"/>
                    </a:moveTo>
                    <a:lnTo>
                      <a:pt x="144" y="103"/>
                    </a:lnTo>
                    <a:lnTo>
                      <a:pt x="135" y="108"/>
                    </a:lnTo>
                    <a:lnTo>
                      <a:pt x="126" y="114"/>
                    </a:lnTo>
                    <a:lnTo>
                      <a:pt x="116" y="118"/>
                    </a:lnTo>
                    <a:lnTo>
                      <a:pt x="106" y="123"/>
                    </a:lnTo>
                    <a:lnTo>
                      <a:pt x="96" y="126"/>
                    </a:lnTo>
                    <a:lnTo>
                      <a:pt x="85" y="126"/>
                    </a:lnTo>
                    <a:lnTo>
                      <a:pt x="75" y="123"/>
                    </a:lnTo>
                    <a:lnTo>
                      <a:pt x="66" y="114"/>
                    </a:lnTo>
                    <a:lnTo>
                      <a:pt x="55" y="105"/>
                    </a:lnTo>
                    <a:lnTo>
                      <a:pt x="46" y="94"/>
                    </a:lnTo>
                    <a:lnTo>
                      <a:pt x="37" y="84"/>
                    </a:lnTo>
                    <a:lnTo>
                      <a:pt x="28" y="73"/>
                    </a:lnTo>
                    <a:lnTo>
                      <a:pt x="18" y="63"/>
                    </a:lnTo>
                    <a:lnTo>
                      <a:pt x="9" y="53"/>
                    </a:lnTo>
                    <a:lnTo>
                      <a:pt x="0" y="43"/>
                    </a:lnTo>
                    <a:lnTo>
                      <a:pt x="86" y="0"/>
                    </a:lnTo>
                    <a:lnTo>
                      <a:pt x="96" y="12"/>
                    </a:lnTo>
                    <a:lnTo>
                      <a:pt x="105" y="26"/>
                    </a:lnTo>
                    <a:lnTo>
                      <a:pt x="112" y="39"/>
                    </a:lnTo>
                    <a:lnTo>
                      <a:pt x="120" y="50"/>
                    </a:lnTo>
                    <a:lnTo>
                      <a:pt x="127" y="63"/>
                    </a:lnTo>
                    <a:lnTo>
                      <a:pt x="135" y="76"/>
                    </a:lnTo>
                    <a:lnTo>
                      <a:pt x="143" y="88"/>
                    </a:lnTo>
                    <a:lnTo>
                      <a:pt x="152" y="10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Freeform 565"/>
              <p:cNvSpPr>
                <a:spLocks/>
              </p:cNvSpPr>
              <p:nvPr/>
            </p:nvSpPr>
            <p:spPr bwMode="auto">
              <a:xfrm>
                <a:off x="2768" y="2270"/>
                <a:ext cx="66" cy="48"/>
              </a:xfrm>
              <a:custGeom>
                <a:avLst/>
                <a:gdLst>
                  <a:gd name="T0" fmla="*/ 3 w 132"/>
                  <a:gd name="T1" fmla="*/ 3 h 96"/>
                  <a:gd name="T2" fmla="*/ 8 w 132"/>
                  <a:gd name="T3" fmla="*/ 3 h 96"/>
                  <a:gd name="T4" fmla="*/ 8 w 132"/>
                  <a:gd name="T5" fmla="*/ 3 h 96"/>
                  <a:gd name="T6" fmla="*/ 7 w 132"/>
                  <a:gd name="T7" fmla="*/ 5 h 96"/>
                  <a:gd name="T8" fmla="*/ 7 w 132"/>
                  <a:gd name="T9" fmla="*/ 5 h 96"/>
                  <a:gd name="T10" fmla="*/ 7 w 132"/>
                  <a:gd name="T11" fmla="*/ 5 h 96"/>
                  <a:gd name="T12" fmla="*/ 6 w 132"/>
                  <a:gd name="T13" fmla="*/ 5 h 96"/>
                  <a:gd name="T14" fmla="*/ 6 w 132"/>
                  <a:gd name="T15" fmla="*/ 6 h 96"/>
                  <a:gd name="T16" fmla="*/ 5 w 132"/>
                  <a:gd name="T17" fmla="*/ 6 h 96"/>
                  <a:gd name="T18" fmla="*/ 5 w 132"/>
                  <a:gd name="T19" fmla="*/ 6 h 96"/>
                  <a:gd name="T20" fmla="*/ 4 w 132"/>
                  <a:gd name="T21" fmla="*/ 6 h 96"/>
                  <a:gd name="T22" fmla="*/ 3 w 132"/>
                  <a:gd name="T23" fmla="*/ 5 h 96"/>
                  <a:gd name="T24" fmla="*/ 3 w 132"/>
                  <a:gd name="T25" fmla="*/ 5 h 96"/>
                  <a:gd name="T26" fmla="*/ 2 w 132"/>
                  <a:gd name="T27" fmla="*/ 3 h 96"/>
                  <a:gd name="T28" fmla="*/ 1 w 132"/>
                  <a:gd name="T29" fmla="*/ 3 h 96"/>
                  <a:gd name="T30" fmla="*/ 1 w 132"/>
                  <a:gd name="T31" fmla="*/ 3 h 96"/>
                  <a:gd name="T32" fmla="*/ 1 w 132"/>
                  <a:gd name="T33" fmla="*/ 3 h 96"/>
                  <a:gd name="T34" fmla="*/ 0 w 132"/>
                  <a:gd name="T35" fmla="*/ 2 h 96"/>
                  <a:gd name="T36" fmla="*/ 1 w 132"/>
                  <a:gd name="T37" fmla="*/ 1 h 96"/>
                  <a:gd name="T38" fmla="*/ 1 w 132"/>
                  <a:gd name="T39" fmla="*/ 1 h 96"/>
                  <a:gd name="T40" fmla="*/ 1 w 132"/>
                  <a:gd name="T41" fmla="*/ 0 h 96"/>
                  <a:gd name="T42" fmla="*/ 1 w 132"/>
                  <a:gd name="T43" fmla="*/ 1 h 96"/>
                  <a:gd name="T44" fmla="*/ 2 w 132"/>
                  <a:gd name="T45" fmla="*/ 1 h 96"/>
                  <a:gd name="T46" fmla="*/ 2 w 132"/>
                  <a:gd name="T47" fmla="*/ 1 h 96"/>
                  <a:gd name="T48" fmla="*/ 2 w 132"/>
                  <a:gd name="T49" fmla="*/ 2 h 96"/>
                  <a:gd name="T50" fmla="*/ 2 w 132"/>
                  <a:gd name="T51" fmla="*/ 2 h 96"/>
                  <a:gd name="T52" fmla="*/ 2 w 132"/>
                  <a:gd name="T53" fmla="*/ 2 h 96"/>
                  <a:gd name="T54" fmla="*/ 3 w 132"/>
                  <a:gd name="T55" fmla="*/ 2 h 96"/>
                  <a:gd name="T56" fmla="*/ 3 w 132"/>
                  <a:gd name="T57" fmla="*/ 3 h 96"/>
                  <a:gd name="T58" fmla="*/ 3 w 132"/>
                  <a:gd name="T59" fmla="*/ 3 h 9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32"/>
                  <a:gd name="T91" fmla="*/ 0 h 96"/>
                  <a:gd name="T92" fmla="*/ 132 w 132"/>
                  <a:gd name="T93" fmla="*/ 96 h 9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32" h="96">
                    <a:moveTo>
                      <a:pt x="63" y="37"/>
                    </a:moveTo>
                    <a:lnTo>
                      <a:pt x="132" y="51"/>
                    </a:lnTo>
                    <a:lnTo>
                      <a:pt x="129" y="60"/>
                    </a:lnTo>
                    <a:lnTo>
                      <a:pt x="124" y="66"/>
                    </a:lnTo>
                    <a:lnTo>
                      <a:pt x="118" y="72"/>
                    </a:lnTo>
                    <a:lnTo>
                      <a:pt x="112" y="77"/>
                    </a:lnTo>
                    <a:lnTo>
                      <a:pt x="106" y="80"/>
                    </a:lnTo>
                    <a:lnTo>
                      <a:pt x="97" y="85"/>
                    </a:lnTo>
                    <a:lnTo>
                      <a:pt x="91" y="91"/>
                    </a:lnTo>
                    <a:lnTo>
                      <a:pt x="84" y="96"/>
                    </a:lnTo>
                    <a:lnTo>
                      <a:pt x="72" y="88"/>
                    </a:lnTo>
                    <a:lnTo>
                      <a:pt x="61" y="79"/>
                    </a:lnTo>
                    <a:lnTo>
                      <a:pt x="50" y="71"/>
                    </a:lnTo>
                    <a:lnTo>
                      <a:pt x="40" y="62"/>
                    </a:lnTo>
                    <a:lnTo>
                      <a:pt x="29" y="53"/>
                    </a:lnTo>
                    <a:lnTo>
                      <a:pt x="19" y="43"/>
                    </a:lnTo>
                    <a:lnTo>
                      <a:pt x="10" y="33"/>
                    </a:lnTo>
                    <a:lnTo>
                      <a:pt x="0" y="23"/>
                    </a:lnTo>
                    <a:lnTo>
                      <a:pt x="3" y="13"/>
                    </a:lnTo>
                    <a:lnTo>
                      <a:pt x="9" y="4"/>
                    </a:lnTo>
                    <a:lnTo>
                      <a:pt x="17" y="0"/>
                    </a:lnTo>
                    <a:lnTo>
                      <a:pt x="28" y="3"/>
                    </a:lnTo>
                    <a:lnTo>
                      <a:pt x="32" y="8"/>
                    </a:lnTo>
                    <a:lnTo>
                      <a:pt x="35" y="12"/>
                    </a:lnTo>
                    <a:lnTo>
                      <a:pt x="39" y="17"/>
                    </a:lnTo>
                    <a:lnTo>
                      <a:pt x="42" y="22"/>
                    </a:lnTo>
                    <a:lnTo>
                      <a:pt x="46" y="26"/>
                    </a:lnTo>
                    <a:lnTo>
                      <a:pt x="50" y="31"/>
                    </a:lnTo>
                    <a:lnTo>
                      <a:pt x="56" y="34"/>
                    </a:lnTo>
                    <a:lnTo>
                      <a:pt x="63" y="3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Freeform 566"/>
              <p:cNvSpPr>
                <a:spLocks/>
              </p:cNvSpPr>
              <p:nvPr/>
            </p:nvSpPr>
            <p:spPr bwMode="auto">
              <a:xfrm>
                <a:off x="3151" y="2290"/>
                <a:ext cx="12" cy="15"/>
              </a:xfrm>
              <a:custGeom>
                <a:avLst/>
                <a:gdLst>
                  <a:gd name="T0" fmla="*/ 0 w 25"/>
                  <a:gd name="T1" fmla="*/ 2 h 30"/>
                  <a:gd name="T2" fmla="*/ 0 w 25"/>
                  <a:gd name="T3" fmla="*/ 2 h 30"/>
                  <a:gd name="T4" fmla="*/ 0 w 25"/>
                  <a:gd name="T5" fmla="*/ 2 h 30"/>
                  <a:gd name="T6" fmla="*/ 0 w 25"/>
                  <a:gd name="T7" fmla="*/ 2 h 30"/>
                  <a:gd name="T8" fmla="*/ 0 w 25"/>
                  <a:gd name="T9" fmla="*/ 2 h 30"/>
                  <a:gd name="T10" fmla="*/ 1 w 25"/>
                  <a:gd name="T11" fmla="*/ 0 h 30"/>
                  <a:gd name="T12" fmla="*/ 1 w 25"/>
                  <a:gd name="T13" fmla="*/ 1 h 30"/>
                  <a:gd name="T14" fmla="*/ 1 w 25"/>
                  <a:gd name="T15" fmla="*/ 1 h 30"/>
                  <a:gd name="T16" fmla="*/ 1 w 25"/>
                  <a:gd name="T17" fmla="*/ 2 h 30"/>
                  <a:gd name="T18" fmla="*/ 0 w 25"/>
                  <a:gd name="T19" fmla="*/ 2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5"/>
                  <a:gd name="T31" fmla="*/ 0 h 30"/>
                  <a:gd name="T32" fmla="*/ 25 w 25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5" h="30">
                    <a:moveTo>
                      <a:pt x="13" y="30"/>
                    </a:moveTo>
                    <a:lnTo>
                      <a:pt x="9" y="30"/>
                    </a:lnTo>
                    <a:lnTo>
                      <a:pt x="5" y="28"/>
                    </a:lnTo>
                    <a:lnTo>
                      <a:pt x="3" y="26"/>
                    </a:lnTo>
                    <a:lnTo>
                      <a:pt x="0" y="23"/>
                    </a:lnTo>
                    <a:lnTo>
                      <a:pt x="20" y="0"/>
                    </a:lnTo>
                    <a:lnTo>
                      <a:pt x="25" y="7"/>
                    </a:lnTo>
                    <a:lnTo>
                      <a:pt x="24" y="14"/>
                    </a:lnTo>
                    <a:lnTo>
                      <a:pt x="19" y="22"/>
                    </a:lnTo>
                    <a:lnTo>
                      <a:pt x="13" y="3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Freeform 567"/>
              <p:cNvSpPr>
                <a:spLocks/>
              </p:cNvSpPr>
              <p:nvPr/>
            </p:nvSpPr>
            <p:spPr bwMode="auto">
              <a:xfrm>
                <a:off x="2725" y="2287"/>
                <a:ext cx="74" cy="65"/>
              </a:xfrm>
              <a:custGeom>
                <a:avLst/>
                <a:gdLst>
                  <a:gd name="T0" fmla="*/ 9 w 150"/>
                  <a:gd name="T1" fmla="*/ 6 h 129"/>
                  <a:gd name="T2" fmla="*/ 8 w 150"/>
                  <a:gd name="T3" fmla="*/ 6 h 129"/>
                  <a:gd name="T4" fmla="*/ 8 w 150"/>
                  <a:gd name="T5" fmla="*/ 6 h 129"/>
                  <a:gd name="T6" fmla="*/ 7 w 150"/>
                  <a:gd name="T7" fmla="*/ 7 h 129"/>
                  <a:gd name="T8" fmla="*/ 6 w 150"/>
                  <a:gd name="T9" fmla="*/ 8 h 129"/>
                  <a:gd name="T10" fmla="*/ 6 w 150"/>
                  <a:gd name="T11" fmla="*/ 8 h 129"/>
                  <a:gd name="T12" fmla="*/ 5 w 150"/>
                  <a:gd name="T13" fmla="*/ 9 h 129"/>
                  <a:gd name="T14" fmla="*/ 4 w 150"/>
                  <a:gd name="T15" fmla="*/ 8 h 129"/>
                  <a:gd name="T16" fmla="*/ 4 w 150"/>
                  <a:gd name="T17" fmla="*/ 8 h 129"/>
                  <a:gd name="T18" fmla="*/ 0 w 150"/>
                  <a:gd name="T19" fmla="*/ 4 h 129"/>
                  <a:gd name="T20" fmla="*/ 0 w 150"/>
                  <a:gd name="T21" fmla="*/ 4 h 129"/>
                  <a:gd name="T22" fmla="*/ 0 w 150"/>
                  <a:gd name="T23" fmla="*/ 3 h 129"/>
                  <a:gd name="T24" fmla="*/ 1 w 150"/>
                  <a:gd name="T25" fmla="*/ 3 h 129"/>
                  <a:gd name="T26" fmla="*/ 2 w 150"/>
                  <a:gd name="T27" fmla="*/ 2 h 129"/>
                  <a:gd name="T28" fmla="*/ 2 w 150"/>
                  <a:gd name="T29" fmla="*/ 2 h 129"/>
                  <a:gd name="T30" fmla="*/ 3 w 150"/>
                  <a:gd name="T31" fmla="*/ 1 h 129"/>
                  <a:gd name="T32" fmla="*/ 3 w 150"/>
                  <a:gd name="T33" fmla="*/ 1 h 129"/>
                  <a:gd name="T34" fmla="*/ 4 w 150"/>
                  <a:gd name="T35" fmla="*/ 0 h 129"/>
                  <a:gd name="T36" fmla="*/ 4 w 150"/>
                  <a:gd name="T37" fmla="*/ 1 h 129"/>
                  <a:gd name="T38" fmla="*/ 5 w 150"/>
                  <a:gd name="T39" fmla="*/ 1 h 129"/>
                  <a:gd name="T40" fmla="*/ 5 w 150"/>
                  <a:gd name="T41" fmla="*/ 2 h 129"/>
                  <a:gd name="T42" fmla="*/ 6 w 150"/>
                  <a:gd name="T43" fmla="*/ 3 h 129"/>
                  <a:gd name="T44" fmla="*/ 7 w 150"/>
                  <a:gd name="T45" fmla="*/ 4 h 129"/>
                  <a:gd name="T46" fmla="*/ 8 w 150"/>
                  <a:gd name="T47" fmla="*/ 5 h 129"/>
                  <a:gd name="T48" fmla="*/ 9 w 150"/>
                  <a:gd name="T49" fmla="*/ 5 h 129"/>
                  <a:gd name="T50" fmla="*/ 9 w 150"/>
                  <a:gd name="T51" fmla="*/ 6 h 12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50"/>
                  <a:gd name="T79" fmla="*/ 0 h 129"/>
                  <a:gd name="T80" fmla="*/ 150 w 150"/>
                  <a:gd name="T81" fmla="*/ 129 h 12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50" h="129">
                    <a:moveTo>
                      <a:pt x="150" y="82"/>
                    </a:moveTo>
                    <a:lnTo>
                      <a:pt x="138" y="85"/>
                    </a:lnTo>
                    <a:lnTo>
                      <a:pt x="129" y="95"/>
                    </a:lnTo>
                    <a:lnTo>
                      <a:pt x="120" y="105"/>
                    </a:lnTo>
                    <a:lnTo>
                      <a:pt x="111" y="117"/>
                    </a:lnTo>
                    <a:lnTo>
                      <a:pt x="102" y="125"/>
                    </a:lnTo>
                    <a:lnTo>
                      <a:pt x="91" y="129"/>
                    </a:lnTo>
                    <a:lnTo>
                      <a:pt x="80" y="126"/>
                    </a:lnTo>
                    <a:lnTo>
                      <a:pt x="66" y="113"/>
                    </a:lnTo>
                    <a:lnTo>
                      <a:pt x="0" y="62"/>
                    </a:lnTo>
                    <a:lnTo>
                      <a:pt x="7" y="54"/>
                    </a:lnTo>
                    <a:lnTo>
                      <a:pt x="14" y="46"/>
                    </a:lnTo>
                    <a:lnTo>
                      <a:pt x="23" y="38"/>
                    </a:lnTo>
                    <a:lnTo>
                      <a:pt x="32" y="30"/>
                    </a:lnTo>
                    <a:lnTo>
                      <a:pt x="42" y="23"/>
                    </a:lnTo>
                    <a:lnTo>
                      <a:pt x="51" y="15"/>
                    </a:lnTo>
                    <a:lnTo>
                      <a:pt x="60" y="7"/>
                    </a:lnTo>
                    <a:lnTo>
                      <a:pt x="68" y="0"/>
                    </a:lnTo>
                    <a:lnTo>
                      <a:pt x="73" y="5"/>
                    </a:lnTo>
                    <a:lnTo>
                      <a:pt x="82" y="15"/>
                    </a:lnTo>
                    <a:lnTo>
                      <a:pt x="96" y="29"/>
                    </a:lnTo>
                    <a:lnTo>
                      <a:pt x="111" y="43"/>
                    </a:lnTo>
                    <a:lnTo>
                      <a:pt x="125" y="58"/>
                    </a:lnTo>
                    <a:lnTo>
                      <a:pt x="137" y="70"/>
                    </a:lnTo>
                    <a:lnTo>
                      <a:pt x="146" y="79"/>
                    </a:lnTo>
                    <a:lnTo>
                      <a:pt x="150" y="8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Freeform 568"/>
              <p:cNvSpPr>
                <a:spLocks/>
              </p:cNvSpPr>
              <p:nvPr/>
            </p:nvSpPr>
            <p:spPr bwMode="auto">
              <a:xfrm>
                <a:off x="3041" y="2308"/>
                <a:ext cx="46" cy="49"/>
              </a:xfrm>
              <a:custGeom>
                <a:avLst/>
                <a:gdLst>
                  <a:gd name="T0" fmla="*/ 6 w 92"/>
                  <a:gd name="T1" fmla="*/ 1 h 98"/>
                  <a:gd name="T2" fmla="*/ 5 w 92"/>
                  <a:gd name="T3" fmla="*/ 2 h 98"/>
                  <a:gd name="T4" fmla="*/ 5 w 92"/>
                  <a:gd name="T5" fmla="*/ 3 h 98"/>
                  <a:gd name="T6" fmla="*/ 3 w 92"/>
                  <a:gd name="T7" fmla="*/ 3 h 98"/>
                  <a:gd name="T8" fmla="*/ 3 w 92"/>
                  <a:gd name="T9" fmla="*/ 3 h 98"/>
                  <a:gd name="T10" fmla="*/ 3 w 92"/>
                  <a:gd name="T11" fmla="*/ 5 h 98"/>
                  <a:gd name="T12" fmla="*/ 1 w 92"/>
                  <a:gd name="T13" fmla="*/ 6 h 98"/>
                  <a:gd name="T14" fmla="*/ 1 w 92"/>
                  <a:gd name="T15" fmla="*/ 6 h 98"/>
                  <a:gd name="T16" fmla="*/ 0 w 92"/>
                  <a:gd name="T17" fmla="*/ 6 h 98"/>
                  <a:gd name="T18" fmla="*/ 1 w 92"/>
                  <a:gd name="T19" fmla="*/ 6 h 98"/>
                  <a:gd name="T20" fmla="*/ 1 w 92"/>
                  <a:gd name="T21" fmla="*/ 5 h 98"/>
                  <a:gd name="T22" fmla="*/ 1 w 92"/>
                  <a:gd name="T23" fmla="*/ 3 h 98"/>
                  <a:gd name="T24" fmla="*/ 1 w 92"/>
                  <a:gd name="T25" fmla="*/ 2 h 98"/>
                  <a:gd name="T26" fmla="*/ 3 w 92"/>
                  <a:gd name="T27" fmla="*/ 1 h 98"/>
                  <a:gd name="T28" fmla="*/ 3 w 92"/>
                  <a:gd name="T29" fmla="*/ 1 h 98"/>
                  <a:gd name="T30" fmla="*/ 5 w 92"/>
                  <a:gd name="T31" fmla="*/ 0 h 98"/>
                  <a:gd name="T32" fmla="*/ 6 w 92"/>
                  <a:gd name="T33" fmla="*/ 1 h 98"/>
                  <a:gd name="T34" fmla="*/ 6 w 92"/>
                  <a:gd name="T35" fmla="*/ 1 h 9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92"/>
                  <a:gd name="T55" fmla="*/ 0 h 98"/>
                  <a:gd name="T56" fmla="*/ 92 w 92"/>
                  <a:gd name="T57" fmla="*/ 98 h 9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92" h="98">
                    <a:moveTo>
                      <a:pt x="92" y="15"/>
                    </a:moveTo>
                    <a:lnTo>
                      <a:pt x="80" y="25"/>
                    </a:lnTo>
                    <a:lnTo>
                      <a:pt x="69" y="35"/>
                    </a:lnTo>
                    <a:lnTo>
                      <a:pt x="58" y="47"/>
                    </a:lnTo>
                    <a:lnTo>
                      <a:pt x="49" y="60"/>
                    </a:lnTo>
                    <a:lnTo>
                      <a:pt x="38" y="70"/>
                    </a:lnTo>
                    <a:lnTo>
                      <a:pt x="27" y="82"/>
                    </a:lnTo>
                    <a:lnTo>
                      <a:pt x="14" y="91"/>
                    </a:lnTo>
                    <a:lnTo>
                      <a:pt x="0" y="98"/>
                    </a:lnTo>
                    <a:lnTo>
                      <a:pt x="9" y="83"/>
                    </a:lnTo>
                    <a:lnTo>
                      <a:pt x="16" y="65"/>
                    </a:lnTo>
                    <a:lnTo>
                      <a:pt x="23" y="47"/>
                    </a:lnTo>
                    <a:lnTo>
                      <a:pt x="31" y="28"/>
                    </a:lnTo>
                    <a:lnTo>
                      <a:pt x="40" y="14"/>
                    </a:lnTo>
                    <a:lnTo>
                      <a:pt x="52" y="3"/>
                    </a:lnTo>
                    <a:lnTo>
                      <a:pt x="70" y="0"/>
                    </a:lnTo>
                    <a:lnTo>
                      <a:pt x="92" y="3"/>
                    </a:lnTo>
                    <a:lnTo>
                      <a:pt x="92" y="1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Freeform 569"/>
              <p:cNvSpPr>
                <a:spLocks/>
              </p:cNvSpPr>
              <p:nvPr/>
            </p:nvSpPr>
            <p:spPr bwMode="auto">
              <a:xfrm>
                <a:off x="3065" y="2308"/>
                <a:ext cx="64" cy="48"/>
              </a:xfrm>
              <a:custGeom>
                <a:avLst/>
                <a:gdLst>
                  <a:gd name="T0" fmla="*/ 8 w 129"/>
                  <a:gd name="T1" fmla="*/ 1 h 94"/>
                  <a:gd name="T2" fmla="*/ 7 w 129"/>
                  <a:gd name="T3" fmla="*/ 2 h 94"/>
                  <a:gd name="T4" fmla="*/ 6 w 129"/>
                  <a:gd name="T5" fmla="*/ 3 h 94"/>
                  <a:gd name="T6" fmla="*/ 5 w 129"/>
                  <a:gd name="T7" fmla="*/ 4 h 94"/>
                  <a:gd name="T8" fmla="*/ 4 w 129"/>
                  <a:gd name="T9" fmla="*/ 4 h 94"/>
                  <a:gd name="T10" fmla="*/ 3 w 129"/>
                  <a:gd name="T11" fmla="*/ 5 h 94"/>
                  <a:gd name="T12" fmla="*/ 2 w 129"/>
                  <a:gd name="T13" fmla="*/ 6 h 94"/>
                  <a:gd name="T14" fmla="*/ 1 w 129"/>
                  <a:gd name="T15" fmla="*/ 6 h 94"/>
                  <a:gd name="T16" fmla="*/ 0 w 129"/>
                  <a:gd name="T17" fmla="*/ 7 h 94"/>
                  <a:gd name="T18" fmla="*/ 0 w 129"/>
                  <a:gd name="T19" fmla="*/ 6 h 94"/>
                  <a:gd name="T20" fmla="*/ 1 w 129"/>
                  <a:gd name="T21" fmla="*/ 5 h 94"/>
                  <a:gd name="T22" fmla="*/ 1 w 129"/>
                  <a:gd name="T23" fmla="*/ 4 h 94"/>
                  <a:gd name="T24" fmla="*/ 2 w 129"/>
                  <a:gd name="T25" fmla="*/ 3 h 94"/>
                  <a:gd name="T26" fmla="*/ 3 w 129"/>
                  <a:gd name="T27" fmla="*/ 2 h 94"/>
                  <a:gd name="T28" fmla="*/ 4 w 129"/>
                  <a:gd name="T29" fmla="*/ 1 h 94"/>
                  <a:gd name="T30" fmla="*/ 5 w 129"/>
                  <a:gd name="T31" fmla="*/ 1 h 94"/>
                  <a:gd name="T32" fmla="*/ 6 w 129"/>
                  <a:gd name="T33" fmla="*/ 0 h 94"/>
                  <a:gd name="T34" fmla="*/ 8 w 129"/>
                  <a:gd name="T35" fmla="*/ 1 h 9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29"/>
                  <a:gd name="T55" fmla="*/ 0 h 94"/>
                  <a:gd name="T56" fmla="*/ 129 w 129"/>
                  <a:gd name="T57" fmla="*/ 94 h 9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29" h="94">
                    <a:moveTo>
                      <a:pt x="129" y="7"/>
                    </a:moveTo>
                    <a:lnTo>
                      <a:pt x="115" y="21"/>
                    </a:lnTo>
                    <a:lnTo>
                      <a:pt x="101" y="34"/>
                    </a:lnTo>
                    <a:lnTo>
                      <a:pt x="87" y="48"/>
                    </a:lnTo>
                    <a:lnTo>
                      <a:pt x="74" y="60"/>
                    </a:lnTo>
                    <a:lnTo>
                      <a:pt x="59" y="71"/>
                    </a:lnTo>
                    <a:lnTo>
                      <a:pt x="42" y="81"/>
                    </a:lnTo>
                    <a:lnTo>
                      <a:pt x="24" y="89"/>
                    </a:lnTo>
                    <a:lnTo>
                      <a:pt x="4" y="94"/>
                    </a:lnTo>
                    <a:lnTo>
                      <a:pt x="0" y="90"/>
                    </a:lnTo>
                    <a:lnTo>
                      <a:pt x="16" y="78"/>
                    </a:lnTo>
                    <a:lnTo>
                      <a:pt x="30" y="62"/>
                    </a:lnTo>
                    <a:lnTo>
                      <a:pt x="41" y="45"/>
                    </a:lnTo>
                    <a:lnTo>
                      <a:pt x="53" y="26"/>
                    </a:lnTo>
                    <a:lnTo>
                      <a:pt x="67" y="11"/>
                    </a:lnTo>
                    <a:lnTo>
                      <a:pt x="82" y="2"/>
                    </a:lnTo>
                    <a:lnTo>
                      <a:pt x="102" y="0"/>
                    </a:lnTo>
                    <a:lnTo>
                      <a:pt x="129" y="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Freeform 570"/>
              <p:cNvSpPr>
                <a:spLocks/>
              </p:cNvSpPr>
              <p:nvPr/>
            </p:nvSpPr>
            <p:spPr bwMode="auto">
              <a:xfrm>
                <a:off x="2818" y="2304"/>
                <a:ext cx="76" cy="55"/>
              </a:xfrm>
              <a:custGeom>
                <a:avLst/>
                <a:gdLst>
                  <a:gd name="T0" fmla="*/ 7 w 152"/>
                  <a:gd name="T1" fmla="*/ 3 h 110"/>
                  <a:gd name="T2" fmla="*/ 7 w 152"/>
                  <a:gd name="T3" fmla="*/ 3 h 110"/>
                  <a:gd name="T4" fmla="*/ 6 w 152"/>
                  <a:gd name="T5" fmla="*/ 3 h 110"/>
                  <a:gd name="T6" fmla="*/ 6 w 152"/>
                  <a:gd name="T7" fmla="*/ 3 h 110"/>
                  <a:gd name="T8" fmla="*/ 6 w 152"/>
                  <a:gd name="T9" fmla="*/ 3 h 110"/>
                  <a:gd name="T10" fmla="*/ 5 w 152"/>
                  <a:gd name="T11" fmla="*/ 3 h 110"/>
                  <a:gd name="T12" fmla="*/ 5 w 152"/>
                  <a:gd name="T13" fmla="*/ 3 h 110"/>
                  <a:gd name="T14" fmla="*/ 5 w 152"/>
                  <a:gd name="T15" fmla="*/ 3 h 110"/>
                  <a:gd name="T16" fmla="*/ 5 w 152"/>
                  <a:gd name="T17" fmla="*/ 3 h 110"/>
                  <a:gd name="T18" fmla="*/ 5 w 152"/>
                  <a:gd name="T19" fmla="*/ 5 h 110"/>
                  <a:gd name="T20" fmla="*/ 5 w 152"/>
                  <a:gd name="T21" fmla="*/ 5 h 110"/>
                  <a:gd name="T22" fmla="*/ 5 w 152"/>
                  <a:gd name="T23" fmla="*/ 5 h 110"/>
                  <a:gd name="T24" fmla="*/ 6 w 152"/>
                  <a:gd name="T25" fmla="*/ 5 h 110"/>
                  <a:gd name="T26" fmla="*/ 6 w 152"/>
                  <a:gd name="T27" fmla="*/ 6 h 110"/>
                  <a:gd name="T28" fmla="*/ 7 w 152"/>
                  <a:gd name="T29" fmla="*/ 6 h 110"/>
                  <a:gd name="T30" fmla="*/ 7 w 152"/>
                  <a:gd name="T31" fmla="*/ 6 h 110"/>
                  <a:gd name="T32" fmla="*/ 8 w 152"/>
                  <a:gd name="T33" fmla="*/ 6 h 110"/>
                  <a:gd name="T34" fmla="*/ 10 w 152"/>
                  <a:gd name="T35" fmla="*/ 6 h 110"/>
                  <a:gd name="T36" fmla="*/ 9 w 152"/>
                  <a:gd name="T37" fmla="*/ 7 h 110"/>
                  <a:gd name="T38" fmla="*/ 7 w 152"/>
                  <a:gd name="T39" fmla="*/ 7 h 110"/>
                  <a:gd name="T40" fmla="*/ 5 w 152"/>
                  <a:gd name="T41" fmla="*/ 7 h 110"/>
                  <a:gd name="T42" fmla="*/ 5 w 152"/>
                  <a:gd name="T43" fmla="*/ 6 h 110"/>
                  <a:gd name="T44" fmla="*/ 3 w 152"/>
                  <a:gd name="T45" fmla="*/ 6 h 110"/>
                  <a:gd name="T46" fmla="*/ 2 w 152"/>
                  <a:gd name="T47" fmla="*/ 5 h 110"/>
                  <a:gd name="T48" fmla="*/ 1 w 152"/>
                  <a:gd name="T49" fmla="*/ 3 h 110"/>
                  <a:gd name="T50" fmla="*/ 0 w 152"/>
                  <a:gd name="T51" fmla="*/ 3 h 110"/>
                  <a:gd name="T52" fmla="*/ 1 w 152"/>
                  <a:gd name="T53" fmla="*/ 3 h 110"/>
                  <a:gd name="T54" fmla="*/ 1 w 152"/>
                  <a:gd name="T55" fmla="*/ 2 h 110"/>
                  <a:gd name="T56" fmla="*/ 1 w 152"/>
                  <a:gd name="T57" fmla="*/ 2 h 110"/>
                  <a:gd name="T58" fmla="*/ 2 w 152"/>
                  <a:gd name="T59" fmla="*/ 1 h 110"/>
                  <a:gd name="T60" fmla="*/ 2 w 152"/>
                  <a:gd name="T61" fmla="*/ 1 h 110"/>
                  <a:gd name="T62" fmla="*/ 3 w 152"/>
                  <a:gd name="T63" fmla="*/ 1 h 110"/>
                  <a:gd name="T64" fmla="*/ 5 w 152"/>
                  <a:gd name="T65" fmla="*/ 0 h 110"/>
                  <a:gd name="T66" fmla="*/ 5 w 152"/>
                  <a:gd name="T67" fmla="*/ 0 h 110"/>
                  <a:gd name="T68" fmla="*/ 7 w 152"/>
                  <a:gd name="T69" fmla="*/ 3 h 11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152"/>
                  <a:gd name="T106" fmla="*/ 0 h 110"/>
                  <a:gd name="T107" fmla="*/ 152 w 152"/>
                  <a:gd name="T108" fmla="*/ 110 h 110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152" h="110">
                    <a:moveTo>
                      <a:pt x="120" y="45"/>
                    </a:moveTo>
                    <a:lnTo>
                      <a:pt x="115" y="50"/>
                    </a:lnTo>
                    <a:lnTo>
                      <a:pt x="108" y="53"/>
                    </a:lnTo>
                    <a:lnTo>
                      <a:pt x="102" y="51"/>
                    </a:lnTo>
                    <a:lnTo>
                      <a:pt x="97" y="48"/>
                    </a:lnTo>
                    <a:lnTo>
                      <a:pt x="91" y="47"/>
                    </a:lnTo>
                    <a:lnTo>
                      <a:pt x="85" y="47"/>
                    </a:lnTo>
                    <a:lnTo>
                      <a:pt x="82" y="50"/>
                    </a:lnTo>
                    <a:lnTo>
                      <a:pt x="78" y="60"/>
                    </a:lnTo>
                    <a:lnTo>
                      <a:pt x="83" y="65"/>
                    </a:lnTo>
                    <a:lnTo>
                      <a:pt x="89" y="71"/>
                    </a:lnTo>
                    <a:lnTo>
                      <a:pt x="94" y="76"/>
                    </a:lnTo>
                    <a:lnTo>
                      <a:pt x="100" y="80"/>
                    </a:lnTo>
                    <a:lnTo>
                      <a:pt x="107" y="84"/>
                    </a:lnTo>
                    <a:lnTo>
                      <a:pt x="114" y="86"/>
                    </a:lnTo>
                    <a:lnTo>
                      <a:pt x="121" y="88"/>
                    </a:lnTo>
                    <a:lnTo>
                      <a:pt x="128" y="90"/>
                    </a:lnTo>
                    <a:lnTo>
                      <a:pt x="152" y="85"/>
                    </a:lnTo>
                    <a:lnTo>
                      <a:pt x="132" y="103"/>
                    </a:lnTo>
                    <a:lnTo>
                      <a:pt x="113" y="110"/>
                    </a:lnTo>
                    <a:lnTo>
                      <a:pt x="93" y="107"/>
                    </a:lnTo>
                    <a:lnTo>
                      <a:pt x="75" y="96"/>
                    </a:lnTo>
                    <a:lnTo>
                      <a:pt x="56" y="83"/>
                    </a:lnTo>
                    <a:lnTo>
                      <a:pt x="38" y="69"/>
                    </a:lnTo>
                    <a:lnTo>
                      <a:pt x="18" y="56"/>
                    </a:lnTo>
                    <a:lnTo>
                      <a:pt x="0" y="49"/>
                    </a:lnTo>
                    <a:lnTo>
                      <a:pt x="7" y="41"/>
                    </a:lnTo>
                    <a:lnTo>
                      <a:pt x="15" y="32"/>
                    </a:lnTo>
                    <a:lnTo>
                      <a:pt x="24" y="24"/>
                    </a:lnTo>
                    <a:lnTo>
                      <a:pt x="33" y="15"/>
                    </a:lnTo>
                    <a:lnTo>
                      <a:pt x="44" y="8"/>
                    </a:lnTo>
                    <a:lnTo>
                      <a:pt x="55" y="2"/>
                    </a:lnTo>
                    <a:lnTo>
                      <a:pt x="67" y="0"/>
                    </a:lnTo>
                    <a:lnTo>
                      <a:pt x="79" y="0"/>
                    </a:lnTo>
                    <a:lnTo>
                      <a:pt x="120" y="4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Freeform 571"/>
              <p:cNvSpPr>
                <a:spLocks/>
              </p:cNvSpPr>
              <p:nvPr/>
            </p:nvSpPr>
            <p:spPr bwMode="auto">
              <a:xfrm>
                <a:off x="3021" y="2309"/>
                <a:ext cx="32" cy="51"/>
              </a:xfrm>
              <a:custGeom>
                <a:avLst/>
                <a:gdLst>
                  <a:gd name="T0" fmla="*/ 4 w 65"/>
                  <a:gd name="T1" fmla="*/ 0 h 103"/>
                  <a:gd name="T2" fmla="*/ 3 w 65"/>
                  <a:gd name="T3" fmla="*/ 1 h 103"/>
                  <a:gd name="T4" fmla="*/ 3 w 65"/>
                  <a:gd name="T5" fmla="*/ 1 h 103"/>
                  <a:gd name="T6" fmla="*/ 2 w 65"/>
                  <a:gd name="T7" fmla="*/ 2 h 103"/>
                  <a:gd name="T8" fmla="*/ 2 w 65"/>
                  <a:gd name="T9" fmla="*/ 3 h 103"/>
                  <a:gd name="T10" fmla="*/ 1 w 65"/>
                  <a:gd name="T11" fmla="*/ 4 h 103"/>
                  <a:gd name="T12" fmla="*/ 1 w 65"/>
                  <a:gd name="T13" fmla="*/ 5 h 103"/>
                  <a:gd name="T14" fmla="*/ 0 w 65"/>
                  <a:gd name="T15" fmla="*/ 5 h 103"/>
                  <a:gd name="T16" fmla="*/ 0 w 65"/>
                  <a:gd name="T17" fmla="*/ 6 h 103"/>
                  <a:gd name="T18" fmla="*/ 0 w 65"/>
                  <a:gd name="T19" fmla="*/ 6 h 103"/>
                  <a:gd name="T20" fmla="*/ 0 w 65"/>
                  <a:gd name="T21" fmla="*/ 5 h 103"/>
                  <a:gd name="T22" fmla="*/ 0 w 65"/>
                  <a:gd name="T23" fmla="*/ 4 h 103"/>
                  <a:gd name="T24" fmla="*/ 0 w 65"/>
                  <a:gd name="T25" fmla="*/ 3 h 103"/>
                  <a:gd name="T26" fmla="*/ 0 w 65"/>
                  <a:gd name="T27" fmla="*/ 2 h 103"/>
                  <a:gd name="T28" fmla="*/ 0 w 65"/>
                  <a:gd name="T29" fmla="*/ 1 h 103"/>
                  <a:gd name="T30" fmla="*/ 1 w 65"/>
                  <a:gd name="T31" fmla="*/ 0 h 103"/>
                  <a:gd name="T32" fmla="*/ 1 w 65"/>
                  <a:gd name="T33" fmla="*/ 0 h 103"/>
                  <a:gd name="T34" fmla="*/ 2 w 65"/>
                  <a:gd name="T35" fmla="*/ 0 h 103"/>
                  <a:gd name="T36" fmla="*/ 4 w 65"/>
                  <a:gd name="T37" fmla="*/ 0 h 10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5"/>
                  <a:gd name="T58" fmla="*/ 0 h 103"/>
                  <a:gd name="T59" fmla="*/ 65 w 65"/>
                  <a:gd name="T60" fmla="*/ 103 h 10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5" h="103">
                    <a:moveTo>
                      <a:pt x="65" y="2"/>
                    </a:moveTo>
                    <a:lnTo>
                      <a:pt x="59" y="17"/>
                    </a:lnTo>
                    <a:lnTo>
                      <a:pt x="53" y="30"/>
                    </a:lnTo>
                    <a:lnTo>
                      <a:pt x="46" y="44"/>
                    </a:lnTo>
                    <a:lnTo>
                      <a:pt x="38" y="55"/>
                    </a:lnTo>
                    <a:lnTo>
                      <a:pt x="30" y="67"/>
                    </a:lnTo>
                    <a:lnTo>
                      <a:pt x="22" y="80"/>
                    </a:lnTo>
                    <a:lnTo>
                      <a:pt x="13" y="91"/>
                    </a:lnTo>
                    <a:lnTo>
                      <a:pt x="5" y="103"/>
                    </a:lnTo>
                    <a:lnTo>
                      <a:pt x="0" y="101"/>
                    </a:lnTo>
                    <a:lnTo>
                      <a:pt x="4" y="86"/>
                    </a:lnTo>
                    <a:lnTo>
                      <a:pt x="5" y="70"/>
                    </a:lnTo>
                    <a:lnTo>
                      <a:pt x="6" y="53"/>
                    </a:lnTo>
                    <a:lnTo>
                      <a:pt x="7" y="37"/>
                    </a:lnTo>
                    <a:lnTo>
                      <a:pt x="11" y="22"/>
                    </a:lnTo>
                    <a:lnTo>
                      <a:pt x="18" y="10"/>
                    </a:lnTo>
                    <a:lnTo>
                      <a:pt x="29" y="2"/>
                    </a:lnTo>
                    <a:lnTo>
                      <a:pt x="46" y="0"/>
                    </a:lnTo>
                    <a:lnTo>
                      <a:pt x="65" y="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Freeform 572"/>
              <p:cNvSpPr>
                <a:spLocks/>
              </p:cNvSpPr>
              <p:nvPr/>
            </p:nvSpPr>
            <p:spPr bwMode="auto">
              <a:xfrm>
                <a:off x="2993" y="2315"/>
                <a:ext cx="25" cy="50"/>
              </a:xfrm>
              <a:custGeom>
                <a:avLst/>
                <a:gdLst>
                  <a:gd name="T0" fmla="*/ 3 w 49"/>
                  <a:gd name="T1" fmla="*/ 6 h 99"/>
                  <a:gd name="T2" fmla="*/ 2 w 49"/>
                  <a:gd name="T3" fmla="*/ 6 h 99"/>
                  <a:gd name="T4" fmla="*/ 2 w 49"/>
                  <a:gd name="T5" fmla="*/ 7 h 99"/>
                  <a:gd name="T6" fmla="*/ 2 w 49"/>
                  <a:gd name="T7" fmla="*/ 7 h 99"/>
                  <a:gd name="T8" fmla="*/ 1 w 49"/>
                  <a:gd name="T9" fmla="*/ 6 h 99"/>
                  <a:gd name="T10" fmla="*/ 1 w 49"/>
                  <a:gd name="T11" fmla="*/ 5 h 99"/>
                  <a:gd name="T12" fmla="*/ 1 w 49"/>
                  <a:gd name="T13" fmla="*/ 3 h 99"/>
                  <a:gd name="T14" fmla="*/ 0 w 49"/>
                  <a:gd name="T15" fmla="*/ 2 h 99"/>
                  <a:gd name="T16" fmla="*/ 1 w 49"/>
                  <a:gd name="T17" fmla="*/ 1 h 99"/>
                  <a:gd name="T18" fmla="*/ 1 w 49"/>
                  <a:gd name="T19" fmla="*/ 1 h 99"/>
                  <a:gd name="T20" fmla="*/ 1 w 49"/>
                  <a:gd name="T21" fmla="*/ 1 h 99"/>
                  <a:gd name="T22" fmla="*/ 2 w 49"/>
                  <a:gd name="T23" fmla="*/ 1 h 99"/>
                  <a:gd name="T24" fmla="*/ 2 w 49"/>
                  <a:gd name="T25" fmla="*/ 1 h 99"/>
                  <a:gd name="T26" fmla="*/ 3 w 49"/>
                  <a:gd name="T27" fmla="*/ 0 h 99"/>
                  <a:gd name="T28" fmla="*/ 3 w 49"/>
                  <a:gd name="T29" fmla="*/ 0 h 99"/>
                  <a:gd name="T30" fmla="*/ 3 w 49"/>
                  <a:gd name="T31" fmla="*/ 1 h 99"/>
                  <a:gd name="T32" fmla="*/ 4 w 49"/>
                  <a:gd name="T33" fmla="*/ 1 h 99"/>
                  <a:gd name="T34" fmla="*/ 3 w 49"/>
                  <a:gd name="T35" fmla="*/ 6 h 9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49"/>
                  <a:gd name="T55" fmla="*/ 0 h 99"/>
                  <a:gd name="T56" fmla="*/ 49 w 49"/>
                  <a:gd name="T57" fmla="*/ 99 h 9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49" h="99">
                    <a:moveTo>
                      <a:pt x="37" y="92"/>
                    </a:moveTo>
                    <a:lnTo>
                      <a:pt x="31" y="95"/>
                    </a:lnTo>
                    <a:lnTo>
                      <a:pt x="25" y="98"/>
                    </a:lnTo>
                    <a:lnTo>
                      <a:pt x="18" y="99"/>
                    </a:lnTo>
                    <a:lnTo>
                      <a:pt x="13" y="95"/>
                    </a:lnTo>
                    <a:lnTo>
                      <a:pt x="8" y="72"/>
                    </a:lnTo>
                    <a:lnTo>
                      <a:pt x="3" y="48"/>
                    </a:lnTo>
                    <a:lnTo>
                      <a:pt x="0" y="25"/>
                    </a:lnTo>
                    <a:lnTo>
                      <a:pt x="1" y="5"/>
                    </a:lnTo>
                    <a:lnTo>
                      <a:pt x="8" y="5"/>
                    </a:lnTo>
                    <a:lnTo>
                      <a:pt x="16" y="4"/>
                    </a:lnTo>
                    <a:lnTo>
                      <a:pt x="24" y="3"/>
                    </a:lnTo>
                    <a:lnTo>
                      <a:pt x="32" y="1"/>
                    </a:lnTo>
                    <a:lnTo>
                      <a:pt x="38" y="0"/>
                    </a:lnTo>
                    <a:lnTo>
                      <a:pt x="44" y="0"/>
                    </a:lnTo>
                    <a:lnTo>
                      <a:pt x="48" y="3"/>
                    </a:lnTo>
                    <a:lnTo>
                      <a:pt x="49" y="10"/>
                    </a:lnTo>
                    <a:lnTo>
                      <a:pt x="37" y="9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Freeform 573"/>
              <p:cNvSpPr>
                <a:spLocks/>
              </p:cNvSpPr>
              <p:nvPr/>
            </p:nvSpPr>
            <p:spPr bwMode="auto">
              <a:xfrm>
                <a:off x="2961" y="2324"/>
                <a:ext cx="27" cy="42"/>
              </a:xfrm>
              <a:custGeom>
                <a:avLst/>
                <a:gdLst>
                  <a:gd name="T0" fmla="*/ 3 w 56"/>
                  <a:gd name="T1" fmla="*/ 5 h 84"/>
                  <a:gd name="T2" fmla="*/ 2 w 56"/>
                  <a:gd name="T3" fmla="*/ 5 h 84"/>
                  <a:gd name="T4" fmla="*/ 2 w 56"/>
                  <a:gd name="T5" fmla="*/ 5 h 84"/>
                  <a:gd name="T6" fmla="*/ 1 w 56"/>
                  <a:gd name="T7" fmla="*/ 5 h 84"/>
                  <a:gd name="T8" fmla="*/ 1 w 56"/>
                  <a:gd name="T9" fmla="*/ 3 h 84"/>
                  <a:gd name="T10" fmla="*/ 1 w 56"/>
                  <a:gd name="T11" fmla="*/ 3 h 84"/>
                  <a:gd name="T12" fmla="*/ 0 w 56"/>
                  <a:gd name="T13" fmla="*/ 3 h 84"/>
                  <a:gd name="T14" fmla="*/ 0 w 56"/>
                  <a:gd name="T15" fmla="*/ 1 h 84"/>
                  <a:gd name="T16" fmla="*/ 0 w 56"/>
                  <a:gd name="T17" fmla="*/ 1 h 84"/>
                  <a:gd name="T18" fmla="*/ 0 w 56"/>
                  <a:gd name="T19" fmla="*/ 1 h 84"/>
                  <a:gd name="T20" fmla="*/ 0 w 56"/>
                  <a:gd name="T21" fmla="*/ 1 h 84"/>
                  <a:gd name="T22" fmla="*/ 0 w 56"/>
                  <a:gd name="T23" fmla="*/ 1 h 84"/>
                  <a:gd name="T24" fmla="*/ 1 w 56"/>
                  <a:gd name="T25" fmla="*/ 1 h 84"/>
                  <a:gd name="T26" fmla="*/ 1 w 56"/>
                  <a:gd name="T27" fmla="*/ 1 h 84"/>
                  <a:gd name="T28" fmla="*/ 1 w 56"/>
                  <a:gd name="T29" fmla="*/ 1 h 84"/>
                  <a:gd name="T30" fmla="*/ 1 w 56"/>
                  <a:gd name="T31" fmla="*/ 0 h 84"/>
                  <a:gd name="T32" fmla="*/ 2 w 56"/>
                  <a:gd name="T33" fmla="*/ 1 h 84"/>
                  <a:gd name="T34" fmla="*/ 2 w 56"/>
                  <a:gd name="T35" fmla="*/ 1 h 84"/>
                  <a:gd name="T36" fmla="*/ 2 w 56"/>
                  <a:gd name="T37" fmla="*/ 1 h 84"/>
                  <a:gd name="T38" fmla="*/ 2 w 56"/>
                  <a:gd name="T39" fmla="*/ 3 h 84"/>
                  <a:gd name="T40" fmla="*/ 3 w 56"/>
                  <a:gd name="T41" fmla="*/ 3 h 84"/>
                  <a:gd name="T42" fmla="*/ 3 w 56"/>
                  <a:gd name="T43" fmla="*/ 5 h 8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56"/>
                  <a:gd name="T67" fmla="*/ 0 h 84"/>
                  <a:gd name="T68" fmla="*/ 56 w 56"/>
                  <a:gd name="T69" fmla="*/ 84 h 84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56" h="84">
                    <a:moveTo>
                      <a:pt x="56" y="79"/>
                    </a:moveTo>
                    <a:lnTo>
                      <a:pt x="42" y="84"/>
                    </a:lnTo>
                    <a:lnTo>
                      <a:pt x="36" y="75"/>
                    </a:lnTo>
                    <a:lnTo>
                      <a:pt x="29" y="66"/>
                    </a:lnTo>
                    <a:lnTo>
                      <a:pt x="23" y="58"/>
                    </a:lnTo>
                    <a:lnTo>
                      <a:pt x="17" y="48"/>
                    </a:lnTo>
                    <a:lnTo>
                      <a:pt x="11" y="39"/>
                    </a:lnTo>
                    <a:lnTo>
                      <a:pt x="5" y="30"/>
                    </a:lnTo>
                    <a:lnTo>
                      <a:pt x="2" y="21"/>
                    </a:lnTo>
                    <a:lnTo>
                      <a:pt x="0" y="10"/>
                    </a:lnTo>
                    <a:lnTo>
                      <a:pt x="6" y="9"/>
                    </a:lnTo>
                    <a:lnTo>
                      <a:pt x="12" y="8"/>
                    </a:lnTo>
                    <a:lnTo>
                      <a:pt x="17" y="6"/>
                    </a:lnTo>
                    <a:lnTo>
                      <a:pt x="21" y="3"/>
                    </a:lnTo>
                    <a:lnTo>
                      <a:pt x="26" y="1"/>
                    </a:lnTo>
                    <a:lnTo>
                      <a:pt x="30" y="0"/>
                    </a:lnTo>
                    <a:lnTo>
                      <a:pt x="35" y="1"/>
                    </a:lnTo>
                    <a:lnTo>
                      <a:pt x="41" y="2"/>
                    </a:lnTo>
                    <a:lnTo>
                      <a:pt x="43" y="14"/>
                    </a:lnTo>
                    <a:lnTo>
                      <a:pt x="48" y="33"/>
                    </a:lnTo>
                    <a:lnTo>
                      <a:pt x="52" y="58"/>
                    </a:lnTo>
                    <a:lnTo>
                      <a:pt x="56" y="7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Freeform 574"/>
              <p:cNvSpPr>
                <a:spLocks/>
              </p:cNvSpPr>
              <p:nvPr/>
            </p:nvSpPr>
            <p:spPr bwMode="auto">
              <a:xfrm>
                <a:off x="2920" y="2335"/>
                <a:ext cx="52" cy="40"/>
              </a:xfrm>
              <a:custGeom>
                <a:avLst/>
                <a:gdLst>
                  <a:gd name="T0" fmla="*/ 7 w 104"/>
                  <a:gd name="T1" fmla="*/ 4 h 81"/>
                  <a:gd name="T2" fmla="*/ 7 w 104"/>
                  <a:gd name="T3" fmla="*/ 4 h 81"/>
                  <a:gd name="T4" fmla="*/ 6 w 104"/>
                  <a:gd name="T5" fmla="*/ 4 h 81"/>
                  <a:gd name="T6" fmla="*/ 6 w 104"/>
                  <a:gd name="T7" fmla="*/ 5 h 81"/>
                  <a:gd name="T8" fmla="*/ 6 w 104"/>
                  <a:gd name="T9" fmla="*/ 4 h 81"/>
                  <a:gd name="T10" fmla="*/ 5 w 104"/>
                  <a:gd name="T11" fmla="*/ 4 h 81"/>
                  <a:gd name="T12" fmla="*/ 5 w 104"/>
                  <a:gd name="T13" fmla="*/ 4 h 81"/>
                  <a:gd name="T14" fmla="*/ 3 w 104"/>
                  <a:gd name="T15" fmla="*/ 4 h 81"/>
                  <a:gd name="T16" fmla="*/ 3 w 104"/>
                  <a:gd name="T17" fmla="*/ 4 h 81"/>
                  <a:gd name="T18" fmla="*/ 0 w 104"/>
                  <a:gd name="T19" fmla="*/ 1 h 81"/>
                  <a:gd name="T20" fmla="*/ 1 w 104"/>
                  <a:gd name="T21" fmla="*/ 1 h 81"/>
                  <a:gd name="T22" fmla="*/ 1 w 104"/>
                  <a:gd name="T23" fmla="*/ 1 h 81"/>
                  <a:gd name="T24" fmla="*/ 1 w 104"/>
                  <a:gd name="T25" fmla="*/ 0 h 81"/>
                  <a:gd name="T26" fmla="*/ 2 w 104"/>
                  <a:gd name="T27" fmla="*/ 0 h 81"/>
                  <a:gd name="T28" fmla="*/ 2 w 104"/>
                  <a:gd name="T29" fmla="*/ 0 h 81"/>
                  <a:gd name="T30" fmla="*/ 2 w 104"/>
                  <a:gd name="T31" fmla="*/ 0 h 81"/>
                  <a:gd name="T32" fmla="*/ 3 w 104"/>
                  <a:gd name="T33" fmla="*/ 0 h 81"/>
                  <a:gd name="T34" fmla="*/ 3 w 104"/>
                  <a:gd name="T35" fmla="*/ 0 h 81"/>
                  <a:gd name="T36" fmla="*/ 3 w 104"/>
                  <a:gd name="T37" fmla="*/ 0 h 81"/>
                  <a:gd name="T38" fmla="*/ 3 w 104"/>
                  <a:gd name="T39" fmla="*/ 1 h 81"/>
                  <a:gd name="T40" fmla="*/ 5 w 104"/>
                  <a:gd name="T41" fmla="*/ 1 h 81"/>
                  <a:gd name="T42" fmla="*/ 5 w 104"/>
                  <a:gd name="T43" fmla="*/ 2 h 81"/>
                  <a:gd name="T44" fmla="*/ 5 w 104"/>
                  <a:gd name="T45" fmla="*/ 2 h 81"/>
                  <a:gd name="T46" fmla="*/ 6 w 104"/>
                  <a:gd name="T47" fmla="*/ 3 h 81"/>
                  <a:gd name="T48" fmla="*/ 6 w 104"/>
                  <a:gd name="T49" fmla="*/ 3 h 81"/>
                  <a:gd name="T50" fmla="*/ 7 w 104"/>
                  <a:gd name="T51" fmla="*/ 4 h 81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04"/>
                  <a:gd name="T79" fmla="*/ 0 h 81"/>
                  <a:gd name="T80" fmla="*/ 104 w 104"/>
                  <a:gd name="T81" fmla="*/ 81 h 81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04" h="81">
                    <a:moveTo>
                      <a:pt x="104" y="71"/>
                    </a:moveTo>
                    <a:lnTo>
                      <a:pt x="101" y="77"/>
                    </a:lnTo>
                    <a:lnTo>
                      <a:pt x="95" y="79"/>
                    </a:lnTo>
                    <a:lnTo>
                      <a:pt x="89" y="81"/>
                    </a:lnTo>
                    <a:lnTo>
                      <a:pt x="83" y="79"/>
                    </a:lnTo>
                    <a:lnTo>
                      <a:pt x="76" y="76"/>
                    </a:lnTo>
                    <a:lnTo>
                      <a:pt x="69" y="74"/>
                    </a:lnTo>
                    <a:lnTo>
                      <a:pt x="63" y="70"/>
                    </a:lnTo>
                    <a:lnTo>
                      <a:pt x="58" y="67"/>
                    </a:lnTo>
                    <a:lnTo>
                      <a:pt x="0" y="24"/>
                    </a:lnTo>
                    <a:lnTo>
                      <a:pt x="4" y="19"/>
                    </a:lnTo>
                    <a:lnTo>
                      <a:pt x="9" y="16"/>
                    </a:lnTo>
                    <a:lnTo>
                      <a:pt x="15" y="14"/>
                    </a:lnTo>
                    <a:lnTo>
                      <a:pt x="20" y="10"/>
                    </a:lnTo>
                    <a:lnTo>
                      <a:pt x="26" y="8"/>
                    </a:lnTo>
                    <a:lnTo>
                      <a:pt x="32" y="4"/>
                    </a:lnTo>
                    <a:lnTo>
                      <a:pt x="39" y="2"/>
                    </a:lnTo>
                    <a:lnTo>
                      <a:pt x="45" y="0"/>
                    </a:lnTo>
                    <a:lnTo>
                      <a:pt x="51" y="9"/>
                    </a:lnTo>
                    <a:lnTo>
                      <a:pt x="58" y="18"/>
                    </a:lnTo>
                    <a:lnTo>
                      <a:pt x="65" y="28"/>
                    </a:lnTo>
                    <a:lnTo>
                      <a:pt x="72" y="37"/>
                    </a:lnTo>
                    <a:lnTo>
                      <a:pt x="79" y="46"/>
                    </a:lnTo>
                    <a:lnTo>
                      <a:pt x="87" y="54"/>
                    </a:lnTo>
                    <a:lnTo>
                      <a:pt x="95" y="63"/>
                    </a:lnTo>
                    <a:lnTo>
                      <a:pt x="104" y="7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Freeform 575"/>
              <p:cNvSpPr>
                <a:spLocks/>
              </p:cNvSpPr>
              <p:nvPr/>
            </p:nvSpPr>
            <p:spPr bwMode="auto">
              <a:xfrm>
                <a:off x="2781" y="2333"/>
                <a:ext cx="79" cy="44"/>
              </a:xfrm>
              <a:custGeom>
                <a:avLst/>
                <a:gdLst>
                  <a:gd name="T0" fmla="*/ 10 w 158"/>
                  <a:gd name="T1" fmla="*/ 5 h 88"/>
                  <a:gd name="T2" fmla="*/ 10 w 158"/>
                  <a:gd name="T3" fmla="*/ 5 h 88"/>
                  <a:gd name="T4" fmla="*/ 9 w 158"/>
                  <a:gd name="T5" fmla="*/ 5 h 88"/>
                  <a:gd name="T6" fmla="*/ 9 w 158"/>
                  <a:gd name="T7" fmla="*/ 5 h 88"/>
                  <a:gd name="T8" fmla="*/ 7 w 158"/>
                  <a:gd name="T9" fmla="*/ 5 h 88"/>
                  <a:gd name="T10" fmla="*/ 6 w 158"/>
                  <a:gd name="T11" fmla="*/ 5 h 88"/>
                  <a:gd name="T12" fmla="*/ 6 w 158"/>
                  <a:gd name="T13" fmla="*/ 5 h 88"/>
                  <a:gd name="T14" fmla="*/ 5 w 158"/>
                  <a:gd name="T15" fmla="*/ 5 h 88"/>
                  <a:gd name="T16" fmla="*/ 5 w 158"/>
                  <a:gd name="T17" fmla="*/ 6 h 88"/>
                  <a:gd name="T18" fmla="*/ 0 w 158"/>
                  <a:gd name="T19" fmla="*/ 3 h 88"/>
                  <a:gd name="T20" fmla="*/ 1 w 158"/>
                  <a:gd name="T21" fmla="*/ 3 h 88"/>
                  <a:gd name="T22" fmla="*/ 1 w 158"/>
                  <a:gd name="T23" fmla="*/ 3 h 88"/>
                  <a:gd name="T24" fmla="*/ 1 w 158"/>
                  <a:gd name="T25" fmla="*/ 3 h 88"/>
                  <a:gd name="T26" fmla="*/ 1 w 158"/>
                  <a:gd name="T27" fmla="*/ 1 h 88"/>
                  <a:gd name="T28" fmla="*/ 1 w 158"/>
                  <a:gd name="T29" fmla="*/ 1 h 88"/>
                  <a:gd name="T30" fmla="*/ 2 w 158"/>
                  <a:gd name="T31" fmla="*/ 1 h 88"/>
                  <a:gd name="T32" fmla="*/ 2 w 158"/>
                  <a:gd name="T33" fmla="*/ 1 h 88"/>
                  <a:gd name="T34" fmla="*/ 3 w 158"/>
                  <a:gd name="T35" fmla="*/ 0 h 88"/>
                  <a:gd name="T36" fmla="*/ 5 w 158"/>
                  <a:gd name="T37" fmla="*/ 1 h 88"/>
                  <a:gd name="T38" fmla="*/ 5 w 158"/>
                  <a:gd name="T39" fmla="*/ 1 h 88"/>
                  <a:gd name="T40" fmla="*/ 5 w 158"/>
                  <a:gd name="T41" fmla="*/ 1 h 88"/>
                  <a:gd name="T42" fmla="*/ 6 w 158"/>
                  <a:gd name="T43" fmla="*/ 3 h 88"/>
                  <a:gd name="T44" fmla="*/ 7 w 158"/>
                  <a:gd name="T45" fmla="*/ 3 h 88"/>
                  <a:gd name="T46" fmla="*/ 9 w 158"/>
                  <a:gd name="T47" fmla="*/ 3 h 88"/>
                  <a:gd name="T48" fmla="*/ 9 w 158"/>
                  <a:gd name="T49" fmla="*/ 3 h 88"/>
                  <a:gd name="T50" fmla="*/ 10 w 158"/>
                  <a:gd name="T51" fmla="*/ 5 h 88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58"/>
                  <a:gd name="T79" fmla="*/ 0 h 88"/>
                  <a:gd name="T80" fmla="*/ 158 w 158"/>
                  <a:gd name="T81" fmla="*/ 88 h 88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58" h="88">
                    <a:moveTo>
                      <a:pt x="158" y="65"/>
                    </a:moveTo>
                    <a:lnTo>
                      <a:pt x="151" y="74"/>
                    </a:lnTo>
                    <a:lnTo>
                      <a:pt x="142" y="79"/>
                    </a:lnTo>
                    <a:lnTo>
                      <a:pt x="131" y="79"/>
                    </a:lnTo>
                    <a:lnTo>
                      <a:pt x="120" y="78"/>
                    </a:lnTo>
                    <a:lnTo>
                      <a:pt x="108" y="75"/>
                    </a:lnTo>
                    <a:lnTo>
                      <a:pt x="97" y="76"/>
                    </a:lnTo>
                    <a:lnTo>
                      <a:pt x="86" y="80"/>
                    </a:lnTo>
                    <a:lnTo>
                      <a:pt x="80" y="88"/>
                    </a:lnTo>
                    <a:lnTo>
                      <a:pt x="0" y="53"/>
                    </a:lnTo>
                    <a:lnTo>
                      <a:pt x="6" y="46"/>
                    </a:lnTo>
                    <a:lnTo>
                      <a:pt x="12" y="40"/>
                    </a:lnTo>
                    <a:lnTo>
                      <a:pt x="17" y="33"/>
                    </a:lnTo>
                    <a:lnTo>
                      <a:pt x="24" y="25"/>
                    </a:lnTo>
                    <a:lnTo>
                      <a:pt x="30" y="19"/>
                    </a:lnTo>
                    <a:lnTo>
                      <a:pt x="38" y="12"/>
                    </a:lnTo>
                    <a:lnTo>
                      <a:pt x="45" y="6"/>
                    </a:lnTo>
                    <a:lnTo>
                      <a:pt x="54" y="0"/>
                    </a:lnTo>
                    <a:lnTo>
                      <a:pt x="67" y="8"/>
                    </a:lnTo>
                    <a:lnTo>
                      <a:pt x="80" y="17"/>
                    </a:lnTo>
                    <a:lnTo>
                      <a:pt x="92" y="25"/>
                    </a:lnTo>
                    <a:lnTo>
                      <a:pt x="106" y="34"/>
                    </a:lnTo>
                    <a:lnTo>
                      <a:pt x="119" y="43"/>
                    </a:lnTo>
                    <a:lnTo>
                      <a:pt x="131" y="51"/>
                    </a:lnTo>
                    <a:lnTo>
                      <a:pt x="144" y="58"/>
                    </a:lnTo>
                    <a:lnTo>
                      <a:pt x="158" y="6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Freeform 576"/>
              <p:cNvSpPr>
                <a:spLocks/>
              </p:cNvSpPr>
              <p:nvPr/>
            </p:nvSpPr>
            <p:spPr bwMode="auto">
              <a:xfrm>
                <a:off x="2885" y="2353"/>
                <a:ext cx="64" cy="31"/>
              </a:xfrm>
              <a:custGeom>
                <a:avLst/>
                <a:gdLst>
                  <a:gd name="T0" fmla="*/ 8 w 128"/>
                  <a:gd name="T1" fmla="*/ 3 h 63"/>
                  <a:gd name="T2" fmla="*/ 7 w 128"/>
                  <a:gd name="T3" fmla="*/ 3 h 63"/>
                  <a:gd name="T4" fmla="*/ 7 w 128"/>
                  <a:gd name="T5" fmla="*/ 3 h 63"/>
                  <a:gd name="T6" fmla="*/ 7 w 128"/>
                  <a:gd name="T7" fmla="*/ 3 h 63"/>
                  <a:gd name="T8" fmla="*/ 7 w 128"/>
                  <a:gd name="T9" fmla="*/ 3 h 63"/>
                  <a:gd name="T10" fmla="*/ 6 w 128"/>
                  <a:gd name="T11" fmla="*/ 3 h 63"/>
                  <a:gd name="T12" fmla="*/ 6 w 128"/>
                  <a:gd name="T13" fmla="*/ 3 h 63"/>
                  <a:gd name="T14" fmla="*/ 6 w 128"/>
                  <a:gd name="T15" fmla="*/ 3 h 63"/>
                  <a:gd name="T16" fmla="*/ 5 w 128"/>
                  <a:gd name="T17" fmla="*/ 3 h 63"/>
                  <a:gd name="T18" fmla="*/ 0 w 128"/>
                  <a:gd name="T19" fmla="*/ 1 h 63"/>
                  <a:gd name="T20" fmla="*/ 1 w 128"/>
                  <a:gd name="T21" fmla="*/ 1 h 63"/>
                  <a:gd name="T22" fmla="*/ 1 w 128"/>
                  <a:gd name="T23" fmla="*/ 0 h 63"/>
                  <a:gd name="T24" fmla="*/ 1 w 128"/>
                  <a:gd name="T25" fmla="*/ 0 h 63"/>
                  <a:gd name="T26" fmla="*/ 2 w 128"/>
                  <a:gd name="T27" fmla="*/ 0 h 63"/>
                  <a:gd name="T28" fmla="*/ 2 w 128"/>
                  <a:gd name="T29" fmla="*/ 0 h 63"/>
                  <a:gd name="T30" fmla="*/ 3 w 128"/>
                  <a:gd name="T31" fmla="*/ 0 h 63"/>
                  <a:gd name="T32" fmla="*/ 4 w 128"/>
                  <a:gd name="T33" fmla="*/ 1 h 63"/>
                  <a:gd name="T34" fmla="*/ 5 w 128"/>
                  <a:gd name="T35" fmla="*/ 1 h 63"/>
                  <a:gd name="T36" fmla="*/ 5 w 128"/>
                  <a:gd name="T37" fmla="*/ 2 h 63"/>
                  <a:gd name="T38" fmla="*/ 6 w 128"/>
                  <a:gd name="T39" fmla="*/ 2 h 63"/>
                  <a:gd name="T40" fmla="*/ 7 w 128"/>
                  <a:gd name="T41" fmla="*/ 2 h 63"/>
                  <a:gd name="T42" fmla="*/ 8 w 128"/>
                  <a:gd name="T43" fmla="*/ 3 h 63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28"/>
                  <a:gd name="T67" fmla="*/ 0 h 63"/>
                  <a:gd name="T68" fmla="*/ 128 w 128"/>
                  <a:gd name="T69" fmla="*/ 63 h 63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28" h="63">
                    <a:moveTo>
                      <a:pt x="128" y="54"/>
                    </a:moveTo>
                    <a:lnTo>
                      <a:pt x="126" y="59"/>
                    </a:lnTo>
                    <a:lnTo>
                      <a:pt x="122" y="62"/>
                    </a:lnTo>
                    <a:lnTo>
                      <a:pt x="118" y="63"/>
                    </a:lnTo>
                    <a:lnTo>
                      <a:pt x="112" y="62"/>
                    </a:lnTo>
                    <a:lnTo>
                      <a:pt x="107" y="61"/>
                    </a:lnTo>
                    <a:lnTo>
                      <a:pt x="102" y="59"/>
                    </a:lnTo>
                    <a:lnTo>
                      <a:pt x="97" y="59"/>
                    </a:lnTo>
                    <a:lnTo>
                      <a:pt x="93" y="61"/>
                    </a:lnTo>
                    <a:lnTo>
                      <a:pt x="0" y="25"/>
                    </a:lnTo>
                    <a:lnTo>
                      <a:pt x="5" y="17"/>
                    </a:lnTo>
                    <a:lnTo>
                      <a:pt x="14" y="12"/>
                    </a:lnTo>
                    <a:lnTo>
                      <a:pt x="26" y="6"/>
                    </a:lnTo>
                    <a:lnTo>
                      <a:pt x="34" y="0"/>
                    </a:lnTo>
                    <a:lnTo>
                      <a:pt x="46" y="4"/>
                    </a:lnTo>
                    <a:lnTo>
                      <a:pt x="58" y="10"/>
                    </a:lnTo>
                    <a:lnTo>
                      <a:pt x="69" y="16"/>
                    </a:lnTo>
                    <a:lnTo>
                      <a:pt x="81" y="24"/>
                    </a:lnTo>
                    <a:lnTo>
                      <a:pt x="93" y="32"/>
                    </a:lnTo>
                    <a:lnTo>
                      <a:pt x="104" y="39"/>
                    </a:lnTo>
                    <a:lnTo>
                      <a:pt x="116" y="47"/>
                    </a:lnTo>
                    <a:lnTo>
                      <a:pt x="128" y="5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Freeform 577"/>
              <p:cNvSpPr>
                <a:spLocks/>
              </p:cNvSpPr>
              <p:nvPr/>
            </p:nvSpPr>
            <p:spPr bwMode="auto">
              <a:xfrm>
                <a:off x="3004" y="2365"/>
                <a:ext cx="53" cy="21"/>
              </a:xfrm>
              <a:custGeom>
                <a:avLst/>
                <a:gdLst>
                  <a:gd name="T0" fmla="*/ 1 w 106"/>
                  <a:gd name="T1" fmla="*/ 3 h 40"/>
                  <a:gd name="T2" fmla="*/ 1 w 106"/>
                  <a:gd name="T3" fmla="*/ 3 h 40"/>
                  <a:gd name="T4" fmla="*/ 0 w 106"/>
                  <a:gd name="T5" fmla="*/ 2 h 40"/>
                  <a:gd name="T6" fmla="*/ 0 w 106"/>
                  <a:gd name="T7" fmla="*/ 2 h 40"/>
                  <a:gd name="T8" fmla="*/ 1 w 106"/>
                  <a:gd name="T9" fmla="*/ 1 h 40"/>
                  <a:gd name="T10" fmla="*/ 7 w 106"/>
                  <a:gd name="T11" fmla="*/ 0 h 40"/>
                  <a:gd name="T12" fmla="*/ 1 w 106"/>
                  <a:gd name="T13" fmla="*/ 3 h 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6"/>
                  <a:gd name="T22" fmla="*/ 0 h 40"/>
                  <a:gd name="T23" fmla="*/ 106 w 106"/>
                  <a:gd name="T24" fmla="*/ 40 h 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6" h="40">
                    <a:moveTo>
                      <a:pt x="9" y="40"/>
                    </a:moveTo>
                    <a:lnTo>
                      <a:pt x="2" y="37"/>
                    </a:lnTo>
                    <a:lnTo>
                      <a:pt x="0" y="30"/>
                    </a:lnTo>
                    <a:lnTo>
                      <a:pt x="0" y="23"/>
                    </a:lnTo>
                    <a:lnTo>
                      <a:pt x="3" y="16"/>
                    </a:lnTo>
                    <a:lnTo>
                      <a:pt x="106" y="0"/>
                    </a:lnTo>
                    <a:lnTo>
                      <a:pt x="9" y="4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" name="Freeform 578"/>
              <p:cNvSpPr>
                <a:spLocks/>
              </p:cNvSpPr>
              <p:nvPr/>
            </p:nvSpPr>
            <p:spPr bwMode="auto">
              <a:xfrm>
                <a:off x="2853" y="2373"/>
                <a:ext cx="73" cy="25"/>
              </a:xfrm>
              <a:custGeom>
                <a:avLst/>
                <a:gdLst>
                  <a:gd name="T0" fmla="*/ 9 w 146"/>
                  <a:gd name="T1" fmla="*/ 3 h 49"/>
                  <a:gd name="T2" fmla="*/ 9 w 146"/>
                  <a:gd name="T3" fmla="*/ 4 h 49"/>
                  <a:gd name="T4" fmla="*/ 7 w 146"/>
                  <a:gd name="T5" fmla="*/ 3 h 49"/>
                  <a:gd name="T6" fmla="*/ 6 w 146"/>
                  <a:gd name="T7" fmla="*/ 3 h 49"/>
                  <a:gd name="T8" fmla="*/ 5 w 146"/>
                  <a:gd name="T9" fmla="*/ 3 h 49"/>
                  <a:gd name="T10" fmla="*/ 3 w 146"/>
                  <a:gd name="T11" fmla="*/ 3 h 49"/>
                  <a:gd name="T12" fmla="*/ 2 w 146"/>
                  <a:gd name="T13" fmla="*/ 3 h 49"/>
                  <a:gd name="T14" fmla="*/ 1 w 146"/>
                  <a:gd name="T15" fmla="*/ 3 h 49"/>
                  <a:gd name="T16" fmla="*/ 1 w 146"/>
                  <a:gd name="T17" fmla="*/ 3 h 49"/>
                  <a:gd name="T18" fmla="*/ 0 w 146"/>
                  <a:gd name="T19" fmla="*/ 2 h 49"/>
                  <a:gd name="T20" fmla="*/ 1 w 146"/>
                  <a:gd name="T21" fmla="*/ 2 h 49"/>
                  <a:gd name="T22" fmla="*/ 1 w 146"/>
                  <a:gd name="T23" fmla="*/ 2 h 49"/>
                  <a:gd name="T24" fmla="*/ 1 w 146"/>
                  <a:gd name="T25" fmla="*/ 1 h 49"/>
                  <a:gd name="T26" fmla="*/ 1 w 146"/>
                  <a:gd name="T27" fmla="*/ 1 h 49"/>
                  <a:gd name="T28" fmla="*/ 1 w 146"/>
                  <a:gd name="T29" fmla="*/ 1 h 49"/>
                  <a:gd name="T30" fmla="*/ 1 w 146"/>
                  <a:gd name="T31" fmla="*/ 1 h 49"/>
                  <a:gd name="T32" fmla="*/ 2 w 146"/>
                  <a:gd name="T33" fmla="*/ 1 h 49"/>
                  <a:gd name="T34" fmla="*/ 2 w 146"/>
                  <a:gd name="T35" fmla="*/ 0 h 49"/>
                  <a:gd name="T36" fmla="*/ 3 w 146"/>
                  <a:gd name="T37" fmla="*/ 1 h 49"/>
                  <a:gd name="T38" fmla="*/ 5 w 146"/>
                  <a:gd name="T39" fmla="*/ 1 h 49"/>
                  <a:gd name="T40" fmla="*/ 5 w 146"/>
                  <a:gd name="T41" fmla="*/ 2 h 49"/>
                  <a:gd name="T42" fmla="*/ 6 w 146"/>
                  <a:gd name="T43" fmla="*/ 2 h 49"/>
                  <a:gd name="T44" fmla="*/ 7 w 146"/>
                  <a:gd name="T45" fmla="*/ 2 h 49"/>
                  <a:gd name="T46" fmla="*/ 8 w 146"/>
                  <a:gd name="T47" fmla="*/ 3 h 49"/>
                  <a:gd name="T48" fmla="*/ 9 w 146"/>
                  <a:gd name="T49" fmla="*/ 3 h 49"/>
                  <a:gd name="T50" fmla="*/ 9 w 146"/>
                  <a:gd name="T51" fmla="*/ 3 h 4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46"/>
                  <a:gd name="T79" fmla="*/ 0 h 49"/>
                  <a:gd name="T80" fmla="*/ 146 w 146"/>
                  <a:gd name="T81" fmla="*/ 49 h 4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46" h="49">
                    <a:moveTo>
                      <a:pt x="146" y="40"/>
                    </a:moveTo>
                    <a:lnTo>
                      <a:pt x="130" y="49"/>
                    </a:lnTo>
                    <a:lnTo>
                      <a:pt x="113" y="47"/>
                    </a:lnTo>
                    <a:lnTo>
                      <a:pt x="96" y="46"/>
                    </a:lnTo>
                    <a:lnTo>
                      <a:pt x="79" y="46"/>
                    </a:lnTo>
                    <a:lnTo>
                      <a:pt x="63" y="45"/>
                    </a:lnTo>
                    <a:lnTo>
                      <a:pt x="47" y="43"/>
                    </a:lnTo>
                    <a:lnTo>
                      <a:pt x="31" y="40"/>
                    </a:lnTo>
                    <a:lnTo>
                      <a:pt x="16" y="37"/>
                    </a:lnTo>
                    <a:lnTo>
                      <a:pt x="0" y="31"/>
                    </a:lnTo>
                    <a:lnTo>
                      <a:pt x="1" y="24"/>
                    </a:lnTo>
                    <a:lnTo>
                      <a:pt x="5" y="18"/>
                    </a:lnTo>
                    <a:lnTo>
                      <a:pt x="9" y="13"/>
                    </a:lnTo>
                    <a:lnTo>
                      <a:pt x="15" y="9"/>
                    </a:lnTo>
                    <a:lnTo>
                      <a:pt x="22" y="6"/>
                    </a:lnTo>
                    <a:lnTo>
                      <a:pt x="29" y="3"/>
                    </a:lnTo>
                    <a:lnTo>
                      <a:pt x="36" y="1"/>
                    </a:lnTo>
                    <a:lnTo>
                      <a:pt x="44" y="0"/>
                    </a:lnTo>
                    <a:lnTo>
                      <a:pt x="54" y="5"/>
                    </a:lnTo>
                    <a:lnTo>
                      <a:pt x="68" y="11"/>
                    </a:lnTo>
                    <a:lnTo>
                      <a:pt x="83" y="18"/>
                    </a:lnTo>
                    <a:lnTo>
                      <a:pt x="99" y="25"/>
                    </a:lnTo>
                    <a:lnTo>
                      <a:pt x="114" y="32"/>
                    </a:lnTo>
                    <a:lnTo>
                      <a:pt x="128" y="38"/>
                    </a:lnTo>
                    <a:lnTo>
                      <a:pt x="139" y="40"/>
                    </a:lnTo>
                    <a:lnTo>
                      <a:pt x="146" y="4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" name="Freeform 579"/>
              <p:cNvSpPr>
                <a:spLocks/>
              </p:cNvSpPr>
              <p:nvPr/>
            </p:nvSpPr>
            <p:spPr bwMode="auto">
              <a:xfrm>
                <a:off x="2953" y="2379"/>
                <a:ext cx="43" cy="15"/>
              </a:xfrm>
              <a:custGeom>
                <a:avLst/>
                <a:gdLst>
                  <a:gd name="T0" fmla="*/ 5 w 88"/>
                  <a:gd name="T1" fmla="*/ 1 h 28"/>
                  <a:gd name="T2" fmla="*/ 4 w 88"/>
                  <a:gd name="T3" fmla="*/ 2 h 28"/>
                  <a:gd name="T4" fmla="*/ 4 w 88"/>
                  <a:gd name="T5" fmla="*/ 2 h 28"/>
                  <a:gd name="T6" fmla="*/ 3 w 88"/>
                  <a:gd name="T7" fmla="*/ 2 h 28"/>
                  <a:gd name="T8" fmla="*/ 2 w 88"/>
                  <a:gd name="T9" fmla="*/ 2 h 28"/>
                  <a:gd name="T10" fmla="*/ 2 w 88"/>
                  <a:gd name="T11" fmla="*/ 2 h 28"/>
                  <a:gd name="T12" fmla="*/ 1 w 88"/>
                  <a:gd name="T13" fmla="*/ 2 h 28"/>
                  <a:gd name="T14" fmla="*/ 0 w 88"/>
                  <a:gd name="T15" fmla="*/ 2 h 28"/>
                  <a:gd name="T16" fmla="*/ 0 w 88"/>
                  <a:gd name="T17" fmla="*/ 2 h 28"/>
                  <a:gd name="T18" fmla="*/ 0 w 88"/>
                  <a:gd name="T19" fmla="*/ 2 h 28"/>
                  <a:gd name="T20" fmla="*/ 1 w 88"/>
                  <a:gd name="T21" fmla="*/ 2 h 28"/>
                  <a:gd name="T22" fmla="*/ 1 w 88"/>
                  <a:gd name="T23" fmla="*/ 1 h 28"/>
                  <a:gd name="T24" fmla="*/ 2 w 88"/>
                  <a:gd name="T25" fmla="*/ 1 h 28"/>
                  <a:gd name="T26" fmla="*/ 2 w 88"/>
                  <a:gd name="T27" fmla="*/ 1 h 28"/>
                  <a:gd name="T28" fmla="*/ 3 w 88"/>
                  <a:gd name="T29" fmla="*/ 1 h 28"/>
                  <a:gd name="T30" fmla="*/ 4 w 88"/>
                  <a:gd name="T31" fmla="*/ 0 h 28"/>
                  <a:gd name="T32" fmla="*/ 5 w 88"/>
                  <a:gd name="T33" fmla="*/ 1 h 28"/>
                  <a:gd name="T34" fmla="*/ 5 w 88"/>
                  <a:gd name="T35" fmla="*/ 1 h 2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8"/>
                  <a:gd name="T55" fmla="*/ 0 h 28"/>
                  <a:gd name="T56" fmla="*/ 88 w 88"/>
                  <a:gd name="T57" fmla="*/ 28 h 2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8" h="28">
                    <a:moveTo>
                      <a:pt x="88" y="13"/>
                    </a:moveTo>
                    <a:lnTo>
                      <a:pt x="77" y="18"/>
                    </a:lnTo>
                    <a:lnTo>
                      <a:pt x="66" y="21"/>
                    </a:lnTo>
                    <a:lnTo>
                      <a:pt x="56" y="23"/>
                    </a:lnTo>
                    <a:lnTo>
                      <a:pt x="44" y="24"/>
                    </a:lnTo>
                    <a:lnTo>
                      <a:pt x="33" y="25"/>
                    </a:lnTo>
                    <a:lnTo>
                      <a:pt x="22" y="26"/>
                    </a:lnTo>
                    <a:lnTo>
                      <a:pt x="11" y="27"/>
                    </a:lnTo>
                    <a:lnTo>
                      <a:pt x="0" y="28"/>
                    </a:lnTo>
                    <a:lnTo>
                      <a:pt x="9" y="24"/>
                    </a:lnTo>
                    <a:lnTo>
                      <a:pt x="19" y="19"/>
                    </a:lnTo>
                    <a:lnTo>
                      <a:pt x="28" y="13"/>
                    </a:lnTo>
                    <a:lnTo>
                      <a:pt x="37" y="8"/>
                    </a:lnTo>
                    <a:lnTo>
                      <a:pt x="48" y="4"/>
                    </a:lnTo>
                    <a:lnTo>
                      <a:pt x="58" y="1"/>
                    </a:lnTo>
                    <a:lnTo>
                      <a:pt x="69" y="0"/>
                    </a:lnTo>
                    <a:lnTo>
                      <a:pt x="82" y="2"/>
                    </a:lnTo>
                    <a:lnTo>
                      <a:pt x="88" y="1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" name="AutoShape 580"/>
            <p:cNvSpPr>
              <a:spLocks noChangeArrowheads="1"/>
            </p:cNvSpPr>
            <p:nvPr/>
          </p:nvSpPr>
          <p:spPr bwMode="auto">
            <a:xfrm>
              <a:off x="1728" y="2544"/>
              <a:ext cx="384" cy="480"/>
            </a:xfrm>
            <a:prstGeom prst="plus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AutoShape 581"/>
            <p:cNvSpPr>
              <a:spLocks noChangeArrowheads="1"/>
            </p:cNvSpPr>
            <p:nvPr/>
          </p:nvSpPr>
          <p:spPr bwMode="auto">
            <a:xfrm>
              <a:off x="3408" y="2496"/>
              <a:ext cx="480" cy="672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" name="Group 584"/>
          <p:cNvGrpSpPr>
            <a:grpSpLocks/>
          </p:cNvGrpSpPr>
          <p:nvPr/>
        </p:nvGrpSpPr>
        <p:grpSpPr bwMode="auto">
          <a:xfrm>
            <a:off x="2133600" y="4495800"/>
            <a:ext cx="4114800" cy="1600200"/>
            <a:chOff x="3024" y="0"/>
            <a:chExt cx="2592" cy="1008"/>
          </a:xfrm>
        </p:grpSpPr>
        <p:sp>
          <p:nvSpPr>
            <p:cNvPr id="251" name="Rectangle 12"/>
            <p:cNvSpPr>
              <a:spLocks noChangeArrowheads="1"/>
            </p:cNvSpPr>
            <p:nvPr/>
          </p:nvSpPr>
          <p:spPr bwMode="auto">
            <a:xfrm>
              <a:off x="3024" y="48"/>
              <a:ext cx="2592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pic>
          <p:nvPicPr>
            <p:cNvPr id="252" name="Picture 4" descr="en00354_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129" y="173"/>
              <a:ext cx="1082" cy="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3" name="Picture 5" descr="bd06252_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041" y="298"/>
              <a:ext cx="711" cy="5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4" name="AutoShape 6"/>
            <p:cNvSpPr>
              <a:spLocks noChangeArrowheads="1"/>
            </p:cNvSpPr>
            <p:nvPr/>
          </p:nvSpPr>
          <p:spPr bwMode="auto">
            <a:xfrm>
              <a:off x="3552" y="96"/>
              <a:ext cx="1089" cy="202"/>
            </a:xfrm>
            <a:prstGeom prst="curvedDownArrow">
              <a:avLst>
                <a:gd name="adj1" fmla="val 107822"/>
                <a:gd name="adj2" fmla="val 215644"/>
                <a:gd name="adj3" fmla="val 33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5" name="AutoShape 7"/>
            <p:cNvSpPr>
              <a:spLocks noChangeArrowheads="1"/>
            </p:cNvSpPr>
            <p:nvPr/>
          </p:nvSpPr>
          <p:spPr bwMode="auto">
            <a:xfrm>
              <a:off x="3371" y="465"/>
              <a:ext cx="1366" cy="111"/>
            </a:xfrm>
            <a:prstGeom prst="rightArrow">
              <a:avLst>
                <a:gd name="adj1" fmla="val 50000"/>
                <a:gd name="adj2" fmla="val 307658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6" name="AutoShape 9"/>
            <p:cNvSpPr>
              <a:spLocks noChangeArrowheads="1"/>
            </p:cNvSpPr>
            <p:nvPr/>
          </p:nvSpPr>
          <p:spPr bwMode="auto">
            <a:xfrm>
              <a:off x="3161" y="720"/>
              <a:ext cx="1800" cy="121"/>
            </a:xfrm>
            <a:prstGeom prst="rightArrow">
              <a:avLst>
                <a:gd name="adj1" fmla="val 50000"/>
                <a:gd name="adj2" fmla="val 37190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7" name="Text Box 11"/>
            <p:cNvSpPr txBox="1">
              <a:spLocks noChangeArrowheads="1"/>
            </p:cNvSpPr>
            <p:nvPr/>
          </p:nvSpPr>
          <p:spPr bwMode="auto">
            <a:xfrm>
              <a:off x="5076" y="0"/>
              <a:ext cx="492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b="1">
                  <a:solidFill>
                    <a:schemeClr val="bg1"/>
                  </a:solidFill>
                  <a:latin typeface="Times New Roman" pitchFamily="18" charset="0"/>
                </a:rPr>
                <a:t>Style</a:t>
              </a:r>
              <a:r>
                <a:rPr lang="en-US" b="1">
                  <a:solidFill>
                    <a:schemeClr val="bg1"/>
                  </a:solidFill>
                  <a:latin typeface="Times New Roman" pitchFamily="18" charset="0"/>
                </a:rPr>
                <a:t> </a:t>
              </a:r>
              <a:r>
                <a:rPr lang="en-US" sz="1800" b="1">
                  <a:solidFill>
                    <a:schemeClr val="bg1"/>
                  </a:solidFill>
                  <a:latin typeface="Times New Roman" pitchFamily="18" charset="0"/>
                </a:rPr>
                <a:t>sheets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Advantages of CSS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Override the browser </a:t>
            </a:r>
          </a:p>
          <a:p>
            <a:r>
              <a:rPr lang="en-US" smtClean="0"/>
              <a:t>Page layout </a:t>
            </a:r>
          </a:p>
          <a:p>
            <a:r>
              <a:rPr lang="en-US" smtClean="0"/>
              <a:t>Style sheets can be re-used </a:t>
            </a:r>
          </a:p>
          <a:p>
            <a:r>
              <a:rPr lang="en-US" smtClean="0"/>
              <a:t>One time effort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CSS Syntax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A CSS rule has two main parts: a selector, and one or more declarations: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The selector is normally the HTML element you want to style.</a:t>
            </a:r>
          </a:p>
          <a:p>
            <a:r>
              <a:rPr lang="en-US" smtClean="0"/>
              <a:t>Each declaration consists of a property and a value.</a:t>
            </a:r>
          </a:p>
          <a:p>
            <a:r>
              <a:rPr lang="en-US" smtClean="0"/>
              <a:t>The property is the style attribute you want to change. Each property has a value.</a:t>
            </a:r>
            <a:endParaRPr 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1" y="2345326"/>
            <a:ext cx="5181600" cy="1083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Applying CSS to an HTML document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Method 1- In-line (the attribute style): using the HTML attribute style </a:t>
            </a:r>
          </a:p>
          <a:p>
            <a:pPr>
              <a:buNone/>
            </a:pPr>
            <a:r>
              <a:rPr lang="en-US" smtClean="0"/>
              <a:t>&lt;body style="background-color: #FF0000;"&gt;</a:t>
            </a:r>
          </a:p>
          <a:p>
            <a:r>
              <a:rPr lang="en-US" smtClean="0"/>
              <a:t> Method 2-Internal: using the HTML tag &lt;style&gt;</a:t>
            </a:r>
          </a:p>
          <a:p>
            <a:pPr>
              <a:buNone/>
            </a:pPr>
            <a:r>
              <a:rPr lang="en-US" smtClean="0"/>
              <a:t>&lt;style type="text/css"&gt;</a:t>
            </a:r>
          </a:p>
          <a:p>
            <a:pPr>
              <a:buNone/>
            </a:pPr>
            <a:r>
              <a:rPr lang="en-US" smtClean="0"/>
              <a:t> body {background-color: #FF0000;}</a:t>
            </a:r>
          </a:p>
          <a:p>
            <a:pPr>
              <a:buNone/>
            </a:pPr>
            <a:r>
              <a:rPr lang="en-US" smtClean="0"/>
              <a:t> &lt;/style&gt;</a:t>
            </a:r>
          </a:p>
          <a:p>
            <a:r>
              <a:rPr lang="en-US" smtClean="0"/>
              <a:t>Method 3- External: link to a style sheet</a:t>
            </a:r>
          </a:p>
          <a:p>
            <a:pPr>
              <a:buNone/>
            </a:pPr>
            <a:r>
              <a:rPr lang="en-US" smtClean="0"/>
              <a:t>&lt;link rel="stylesheet" type="text/css" href="style.css"&gt;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Selectors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 selector is a string that identifies what elements the corresponding rule applies to. There are two basic types of selectors:</a:t>
            </a:r>
          </a:p>
          <a:p>
            <a:r>
              <a:rPr lang="en-US" smtClean="0"/>
              <a:t>Simple selectors</a:t>
            </a:r>
          </a:p>
          <a:p>
            <a:pPr lvl="1"/>
            <a:r>
              <a:rPr lang="en-US" smtClean="0"/>
              <a:t>HTML element selectors</a:t>
            </a:r>
          </a:p>
          <a:p>
            <a:pPr lvl="1"/>
            <a:r>
              <a:rPr lang="en-US" smtClean="0"/>
              <a:t>Class selectors</a:t>
            </a:r>
          </a:p>
          <a:p>
            <a:pPr lvl="1"/>
            <a:r>
              <a:rPr lang="en-US" smtClean="0"/>
              <a:t>ID selectors</a:t>
            </a:r>
          </a:p>
          <a:p>
            <a:r>
              <a:rPr lang="en-US" smtClean="0"/>
              <a:t>Contextual selector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Selector syntax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</a:pPr>
            <a:r>
              <a:rPr lang="en-US" smtClean="0"/>
              <a:t>selector [, selector2, ...][:pseudo-class] {</a:t>
            </a:r>
          </a:p>
          <a:p>
            <a:pPr lvl="1">
              <a:buNone/>
            </a:pPr>
            <a:r>
              <a:rPr lang="en-US" smtClean="0"/>
              <a:t> property: value;</a:t>
            </a:r>
          </a:p>
          <a:p>
            <a:pPr lvl="1">
              <a:buNone/>
            </a:pPr>
            <a:r>
              <a:rPr lang="en-US" smtClean="0"/>
              <a:t> [property2: value2;</a:t>
            </a:r>
          </a:p>
          <a:p>
            <a:pPr lvl="1">
              <a:buNone/>
            </a:pPr>
            <a:r>
              <a:rPr lang="en-US" smtClean="0"/>
              <a:t> ...]</a:t>
            </a:r>
          </a:p>
          <a:p>
            <a:pPr lvl="1">
              <a:buNone/>
            </a:pPr>
            <a:r>
              <a:rPr lang="en-US" smtClean="0"/>
              <a:t>}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HTML Selector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mtClean="0"/>
              <a:t>These selectors use the names of HTML elements. </a:t>
            </a:r>
          </a:p>
          <a:p>
            <a:r>
              <a:rPr lang="en-GB" smtClean="0"/>
              <a:t>The only difference is that we remove the brackets. So, the HTML &lt;P&gt; tag become P. </a:t>
            </a:r>
          </a:p>
          <a:p>
            <a:r>
              <a:rPr lang="en-GB" smtClean="0"/>
              <a:t>The H1 heading identifier is a typical simple selector</a:t>
            </a:r>
          </a:p>
          <a:p>
            <a:pPr>
              <a:buNone/>
            </a:pPr>
            <a:r>
              <a:rPr lang="en-GB" smtClean="0"/>
              <a:t> 	            H1 { color: blue 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Multiple selector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Used to apply the same style rule for different elements</a:t>
            </a:r>
          </a:p>
          <a:p>
            <a:r>
              <a:rPr lang="en-US" smtClean="0"/>
              <a:t>selector,selector…….{declaration}</a:t>
            </a:r>
            <a:endParaRPr lang="en-US" dirty="0" smtClean="0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28600" y="4632325"/>
            <a:ext cx="4110038" cy="17684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solidFill>
                  <a:schemeClr val="bg1"/>
                </a:solidFill>
                <a:latin typeface="Times New Roman" pitchFamily="18" charset="0"/>
              </a:rPr>
              <a:t>Example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chemeClr val="bg1"/>
                </a:solidFill>
                <a:latin typeface="Courier New" pitchFamily="49" charset="0"/>
              </a:rPr>
              <a:t>greeting,question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chemeClr val="bg1"/>
                </a:solidFill>
                <a:latin typeface="Courier New" pitchFamily="49" charset="0"/>
              </a:rPr>
              <a:t>{font-family: sans-serif; 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chemeClr val="bg1"/>
                </a:solidFill>
                <a:latin typeface="Courier New" pitchFamily="49" charset="0"/>
              </a:rPr>
              <a:t> font-size: 32pt;    }</a:t>
            </a:r>
          </a:p>
        </p:txBody>
      </p:sp>
      <p:pic>
        <p:nvPicPr>
          <p:cNvPr id="11" name="Picture 14" descr="tr00490_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21575" y="2230438"/>
            <a:ext cx="1447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5" descr="tr00491_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91400" y="4784725"/>
            <a:ext cx="1447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6" descr="so01989_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733800" y="3184525"/>
            <a:ext cx="1328738" cy="151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2057400" y="3870325"/>
            <a:ext cx="152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Style Rule</a:t>
            </a:r>
          </a:p>
        </p:txBody>
      </p:sp>
      <p:sp>
        <p:nvSpPr>
          <p:cNvPr id="16" name="Text Box 21"/>
          <p:cNvSpPr txBox="1">
            <a:spLocks noChangeArrowheads="1"/>
          </p:cNvSpPr>
          <p:nvPr/>
        </p:nvSpPr>
        <p:spPr bwMode="auto">
          <a:xfrm>
            <a:off x="5791200" y="5622925"/>
            <a:ext cx="152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Selector 2</a:t>
            </a:r>
          </a:p>
        </p:txBody>
      </p:sp>
      <p:sp>
        <p:nvSpPr>
          <p:cNvPr id="17" name="Line 22"/>
          <p:cNvSpPr>
            <a:spLocks noChangeShapeType="1"/>
          </p:cNvSpPr>
          <p:nvPr/>
        </p:nvSpPr>
        <p:spPr bwMode="auto">
          <a:xfrm flipV="1">
            <a:off x="5029200" y="3108325"/>
            <a:ext cx="2438400" cy="381000"/>
          </a:xfrm>
          <a:prstGeom prst="line">
            <a:avLst/>
          </a:prstGeom>
          <a:noFill/>
          <a:ln w="7620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8" name="Line 23"/>
          <p:cNvSpPr>
            <a:spLocks noChangeShapeType="1"/>
          </p:cNvSpPr>
          <p:nvPr/>
        </p:nvSpPr>
        <p:spPr bwMode="auto">
          <a:xfrm>
            <a:off x="4876800" y="4403725"/>
            <a:ext cx="2514600" cy="685800"/>
          </a:xfrm>
          <a:prstGeom prst="line">
            <a:avLst/>
          </a:prstGeom>
          <a:noFill/>
          <a:ln w="7620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9" name="Text Box 24"/>
          <p:cNvSpPr txBox="1">
            <a:spLocks noChangeArrowheads="1"/>
          </p:cNvSpPr>
          <p:nvPr/>
        </p:nvSpPr>
        <p:spPr bwMode="auto">
          <a:xfrm>
            <a:off x="6172200" y="3641725"/>
            <a:ext cx="2971800" cy="101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bg1"/>
                </a:solidFill>
                <a:latin typeface="Times New Roman" pitchFamily="18" charset="0"/>
              </a:rPr>
              <a:t>The same Style Rule is being used by Selector1 and Selector2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CLASS Selector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These selectors use the CLASS attribute of HTML elements. </a:t>
            </a:r>
          </a:p>
          <a:p>
            <a:r>
              <a:rPr lang="en-US" smtClean="0"/>
              <a:t>We can assign a class identifier to several elements of a single type when we want to display variations from the norm. </a:t>
            </a:r>
          </a:p>
          <a:p>
            <a:r>
              <a:rPr lang="en-US" smtClean="0"/>
              <a:t>The CLASS Selector is preceded with a dot (.) called the flag character, followed by the 'class name' of our choice.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Class selector sample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mtClean="0"/>
              <a:t>&lt;html&gt;</a:t>
            </a:r>
          </a:p>
          <a:p>
            <a:pPr>
              <a:buNone/>
            </a:pPr>
            <a:r>
              <a:rPr lang="en-US" smtClean="0"/>
              <a:t>&lt;head&gt;</a:t>
            </a:r>
          </a:p>
          <a:p>
            <a:pPr>
              <a:buNone/>
            </a:pPr>
            <a:r>
              <a:rPr lang="en-US" smtClean="0"/>
              <a:t>&lt;style type="text/css"&gt;</a:t>
            </a:r>
          </a:p>
          <a:p>
            <a:pPr>
              <a:buNone/>
            </a:pPr>
            <a:r>
              <a:rPr lang="en-US" smtClean="0"/>
              <a:t>.center</a:t>
            </a:r>
          </a:p>
          <a:p>
            <a:pPr>
              <a:buNone/>
            </a:pPr>
            <a:r>
              <a:rPr lang="en-US" smtClean="0"/>
              <a:t>{</a:t>
            </a:r>
          </a:p>
          <a:p>
            <a:pPr>
              <a:buNone/>
            </a:pPr>
            <a:r>
              <a:rPr lang="en-US" smtClean="0"/>
              <a:t>text-align:center;</a:t>
            </a:r>
          </a:p>
          <a:p>
            <a:pPr>
              <a:buNone/>
            </a:pPr>
            <a:r>
              <a:rPr lang="en-US" smtClean="0"/>
              <a:t>}</a:t>
            </a:r>
          </a:p>
          <a:p>
            <a:pPr>
              <a:buNone/>
            </a:pPr>
            <a:r>
              <a:rPr lang="en-US" smtClean="0"/>
              <a:t>&lt;/style&gt;</a:t>
            </a:r>
          </a:p>
          <a:p>
            <a:pPr>
              <a:buNone/>
            </a:pPr>
            <a:r>
              <a:rPr lang="en-US" smtClean="0"/>
              <a:t>&lt;/head&gt;</a:t>
            </a:r>
          </a:p>
          <a:p>
            <a:pPr>
              <a:buNone/>
            </a:pPr>
            <a:r>
              <a:rPr lang="en-US" smtClean="0"/>
              <a:t>&lt;body&gt;</a:t>
            </a:r>
          </a:p>
          <a:p>
            <a:pPr>
              <a:buNone/>
            </a:pPr>
            <a:r>
              <a:rPr lang="en-US" smtClean="0"/>
              <a:t>&lt;h1 class="center"&gt;Center-aligned heading&lt;/h1&gt;</a:t>
            </a:r>
          </a:p>
          <a:p>
            <a:pPr>
              <a:buNone/>
            </a:pPr>
            <a:r>
              <a:rPr lang="en-US" smtClean="0"/>
              <a:t>&lt;p class="center"&gt;Center-aligned paragraph.&lt;/p&gt; </a:t>
            </a:r>
          </a:p>
          <a:p>
            <a:pPr>
              <a:buNone/>
            </a:pPr>
            <a:r>
              <a:rPr lang="en-US" smtClean="0"/>
              <a:t>&lt;/body&gt;</a:t>
            </a:r>
          </a:p>
          <a:p>
            <a:pPr>
              <a:buNone/>
            </a:pPr>
            <a:r>
              <a:rPr lang="en-US" smtClean="0"/>
              <a:t>&lt;/html&gt;</a:t>
            </a:r>
            <a:endParaRPr lang="en-US" dirty="0" smtClean="0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057399"/>
            <a:ext cx="4648200" cy="11761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ID selector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id selector is used to specify a style for a single, unique element.</a:t>
            </a:r>
          </a:p>
          <a:p>
            <a:r>
              <a:rPr lang="en-US" smtClean="0"/>
              <a:t>The id selector uses the id attribute of the HTML element, and is defined with a "#".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ID selector sample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mtClean="0"/>
              <a:t>&lt;html&gt;</a:t>
            </a:r>
          </a:p>
          <a:p>
            <a:pPr>
              <a:buNone/>
            </a:pPr>
            <a:r>
              <a:rPr lang="en-US" smtClean="0"/>
              <a:t>&lt;head&gt;</a:t>
            </a:r>
          </a:p>
          <a:p>
            <a:pPr>
              <a:buNone/>
            </a:pPr>
            <a:r>
              <a:rPr lang="en-US" smtClean="0"/>
              <a:t>&lt;style type="text/css"&gt;</a:t>
            </a:r>
          </a:p>
          <a:p>
            <a:pPr>
              <a:buNone/>
            </a:pPr>
            <a:r>
              <a:rPr lang="en-US" smtClean="0"/>
              <a:t>#para1</a:t>
            </a:r>
          </a:p>
          <a:p>
            <a:pPr>
              <a:buNone/>
            </a:pPr>
            <a:r>
              <a:rPr lang="en-US" smtClean="0"/>
              <a:t>{</a:t>
            </a:r>
          </a:p>
          <a:p>
            <a:pPr>
              <a:buNone/>
            </a:pPr>
            <a:r>
              <a:rPr lang="en-US" smtClean="0"/>
              <a:t>text-align:center;</a:t>
            </a:r>
          </a:p>
          <a:p>
            <a:pPr>
              <a:buNone/>
            </a:pPr>
            <a:r>
              <a:rPr lang="en-US" smtClean="0"/>
              <a:t>color:red;</a:t>
            </a:r>
          </a:p>
          <a:p>
            <a:pPr>
              <a:buNone/>
            </a:pPr>
            <a:r>
              <a:rPr lang="en-US" smtClean="0"/>
              <a:t>} </a:t>
            </a:r>
          </a:p>
          <a:p>
            <a:pPr>
              <a:buNone/>
            </a:pPr>
            <a:r>
              <a:rPr lang="en-US" smtClean="0"/>
              <a:t>&lt;/style&gt;</a:t>
            </a:r>
          </a:p>
          <a:p>
            <a:pPr>
              <a:buNone/>
            </a:pPr>
            <a:r>
              <a:rPr lang="en-US" smtClean="0"/>
              <a:t>&lt;/head&gt;</a:t>
            </a:r>
          </a:p>
          <a:p>
            <a:pPr>
              <a:buNone/>
            </a:pPr>
            <a:r>
              <a:rPr lang="en-US" smtClean="0"/>
              <a:t>&lt;body&gt;</a:t>
            </a:r>
          </a:p>
          <a:p>
            <a:pPr>
              <a:buNone/>
            </a:pPr>
            <a:r>
              <a:rPr lang="en-US" smtClean="0"/>
              <a:t>&lt;p id="para1"&gt;Hello World!&lt;/p&gt;</a:t>
            </a:r>
          </a:p>
          <a:p>
            <a:pPr>
              <a:buNone/>
            </a:pPr>
            <a:r>
              <a:rPr lang="en-US" smtClean="0"/>
              <a:t>&lt;p&gt;This paragraph is not affected by the style.&lt;/p&gt;</a:t>
            </a:r>
          </a:p>
          <a:p>
            <a:pPr>
              <a:buNone/>
            </a:pPr>
            <a:r>
              <a:rPr lang="en-US" smtClean="0"/>
              <a:t>&lt;/body&gt;</a:t>
            </a:r>
          </a:p>
          <a:p>
            <a:pPr>
              <a:buNone/>
            </a:pPr>
            <a:r>
              <a:rPr lang="en-US" smtClean="0"/>
              <a:t>&lt;/html&gt;</a:t>
            </a:r>
            <a:endParaRPr lang="en-US" dirty="0" smtClean="0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600200"/>
            <a:ext cx="5105400" cy="12075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 contextual selector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 contextual selector refers to the context of elements. </a:t>
            </a:r>
          </a:p>
          <a:p>
            <a:r>
              <a:rPr lang="en-US" smtClean="0"/>
              <a:t>It is based on the concept of inheritance, where the child element inherits the style assigned to the parent element.</a:t>
            </a:r>
          </a:p>
          <a:p>
            <a:r>
              <a:rPr lang="en-US" smtClean="0"/>
              <a:t>A typical example is that of the &lt;BODY&gt; element. When we add an element to &lt;BODY&gt; each element contained within inherits the styles of &lt;BODY&gt;.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Contextual selector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It helps us to differentiate between the different occurrence.</a:t>
            </a:r>
            <a:endParaRPr lang="en-US" dirty="0" smtClean="0"/>
          </a:p>
        </p:txBody>
      </p:sp>
      <p:sp>
        <p:nvSpPr>
          <p:cNvPr id="10" name="Oval 12"/>
          <p:cNvSpPr>
            <a:spLocks noChangeArrowheads="1"/>
          </p:cNvSpPr>
          <p:nvPr/>
        </p:nvSpPr>
        <p:spPr bwMode="auto">
          <a:xfrm>
            <a:off x="2895600" y="4419600"/>
            <a:ext cx="3124200" cy="2209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13" name="Picture 4" descr="sg00111_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886200"/>
            <a:ext cx="1835150" cy="175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5" descr="sg00112_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53200" y="3810000"/>
            <a:ext cx="1706563" cy="183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3505200" y="2895600"/>
            <a:ext cx="1676400" cy="1015663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66"/>
                </a:solidFill>
              </a:rPr>
              <a:t> </a:t>
            </a:r>
            <a:r>
              <a:rPr lang="en-US" b="1" dirty="0">
                <a:solidFill>
                  <a:srgbClr val="FF0066"/>
                </a:solidFill>
              </a:rPr>
              <a:t>MADE IN</a:t>
            </a:r>
          </a:p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FF0066"/>
                </a:solidFill>
              </a:rPr>
              <a:t>  </a:t>
            </a:r>
            <a:r>
              <a:rPr lang="en-US" sz="2800" b="1" dirty="0">
                <a:solidFill>
                  <a:srgbClr val="FF0066"/>
                </a:solidFill>
              </a:rPr>
              <a:t>U.S.A</a:t>
            </a: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2743200" y="3048000"/>
            <a:ext cx="762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chemeClr val="bg1"/>
                </a:solidFill>
                <a:latin typeface="Times New Roman" pitchFamily="18" charset="0"/>
              </a:rPr>
              <a:t>tag</a:t>
            </a: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533400" y="5715000"/>
            <a:ext cx="1981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Occurrence 1</a:t>
            </a:r>
          </a:p>
        </p:txBody>
      </p:sp>
      <p:sp>
        <p:nvSpPr>
          <p:cNvPr id="18" name="Text Box 9"/>
          <p:cNvSpPr txBox="1">
            <a:spLocks noChangeArrowheads="1"/>
          </p:cNvSpPr>
          <p:nvPr/>
        </p:nvSpPr>
        <p:spPr bwMode="auto">
          <a:xfrm>
            <a:off x="6477000" y="5715000"/>
            <a:ext cx="1981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Occurrence 2</a:t>
            </a:r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3048000" y="4038600"/>
            <a:ext cx="2895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bg1"/>
                </a:solidFill>
                <a:latin typeface="Times New Roman" pitchFamily="18" charset="0"/>
              </a:rPr>
              <a:t>Conceptual Selector</a:t>
            </a: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3352800" y="4648200"/>
            <a:ext cx="2286000" cy="176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bg1"/>
                </a:solidFill>
                <a:latin typeface="Times New Roman" pitchFamily="18" charset="0"/>
              </a:rPr>
              <a:t>Occurrence 1</a:t>
            </a:r>
          </a:p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bg1"/>
                </a:solidFill>
                <a:latin typeface="Times New Roman" pitchFamily="18" charset="0"/>
              </a:rPr>
              <a:t>tag([declaration]}</a:t>
            </a:r>
          </a:p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bg1"/>
                </a:solidFill>
                <a:latin typeface="Times New Roman" pitchFamily="18" charset="0"/>
              </a:rPr>
              <a:t>Occurrence 2</a:t>
            </a:r>
          </a:p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bg1"/>
                </a:solidFill>
                <a:latin typeface="Times New Roman" pitchFamily="18" charset="0"/>
              </a:rPr>
              <a:t>tag([declaration]}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Contextual selector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mtClean="0"/>
              <a:t>#nav a{display:block;color:#eee}</a:t>
            </a:r>
          </a:p>
          <a:p>
            <a:pPr>
              <a:buNone/>
            </a:pPr>
            <a:r>
              <a:rPr lang="en-US" smtClean="0"/>
              <a:t>#nav li {float:left;list-style-type:none}</a:t>
            </a:r>
          </a:p>
          <a:p>
            <a:pPr>
              <a:buNone/>
            </a:pPr>
            <a:r>
              <a:rPr lang="en-US" smtClean="0"/>
              <a:t>#nav li ul{</a:t>
            </a:r>
          </a:p>
          <a:p>
            <a:pPr>
              <a:buNone/>
            </a:pPr>
            <a:r>
              <a:rPr lang="en-US" smtClean="0"/>
              <a:t>		width:190px;</a:t>
            </a:r>
          </a:p>
          <a:p>
            <a:pPr>
              <a:buNone/>
            </a:pPr>
            <a:r>
              <a:rPr lang="en-US" smtClean="0"/>
              <a:t>		position:absolute;</a:t>
            </a:r>
          </a:p>
          <a:p>
            <a:pPr>
              <a:buNone/>
            </a:pPr>
            <a:r>
              <a:rPr lang="en-US" smtClean="0"/>
              <a:t>		padding:0px}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Some properties</a:t>
            </a:r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</p:nvPr>
        </p:nvGraphicFramePr>
        <p:xfrm>
          <a:off x="457200" y="1447800"/>
          <a:ext cx="8458200" cy="464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9100"/>
                <a:gridCol w="4229100"/>
              </a:tblGrid>
              <a:tr h="4648200">
                <a:tc>
                  <a:txBody>
                    <a:bodyPr/>
                    <a:lstStyle/>
                    <a:p>
                      <a:r>
                        <a:rPr lang="en-US" dirty="0" smtClean="0"/>
                        <a:t>Colors and backgrounds</a:t>
                      </a:r>
                    </a:p>
                    <a:p>
                      <a:r>
                        <a:rPr lang="en-US" dirty="0" smtClean="0"/>
                        <a:t>•	color</a:t>
                      </a:r>
                    </a:p>
                    <a:p>
                      <a:r>
                        <a:rPr lang="en-US" dirty="0" smtClean="0"/>
                        <a:t>•	background-color</a:t>
                      </a:r>
                    </a:p>
                    <a:p>
                      <a:r>
                        <a:rPr lang="en-US" dirty="0" smtClean="0"/>
                        <a:t>•	background-image</a:t>
                      </a:r>
                    </a:p>
                    <a:p>
                      <a:r>
                        <a:rPr lang="en-US" dirty="0" smtClean="0"/>
                        <a:t>•	background-repeat</a:t>
                      </a:r>
                    </a:p>
                    <a:p>
                      <a:r>
                        <a:rPr lang="en-US" dirty="0" smtClean="0"/>
                        <a:t>•	background-attachment</a:t>
                      </a:r>
                    </a:p>
                    <a:p>
                      <a:r>
                        <a:rPr lang="en-US" dirty="0" smtClean="0"/>
                        <a:t>•	background-position</a:t>
                      </a:r>
                    </a:p>
                    <a:p>
                      <a:r>
                        <a:rPr lang="en-US" dirty="0" smtClean="0"/>
                        <a:t>•	background</a:t>
                      </a:r>
                    </a:p>
                    <a:p>
                      <a:r>
                        <a:rPr lang="en-US" dirty="0" smtClean="0"/>
                        <a:t>Fonts</a:t>
                      </a:r>
                    </a:p>
                    <a:p>
                      <a:r>
                        <a:rPr lang="en-US" dirty="0" smtClean="0"/>
                        <a:t>•	font-family</a:t>
                      </a:r>
                    </a:p>
                    <a:p>
                      <a:r>
                        <a:rPr lang="en-US" dirty="0" smtClean="0"/>
                        <a:t>•	font-style</a:t>
                      </a:r>
                    </a:p>
                    <a:p>
                      <a:r>
                        <a:rPr lang="en-US" dirty="0" smtClean="0"/>
                        <a:t>•	font-variant</a:t>
                      </a:r>
                    </a:p>
                    <a:p>
                      <a:r>
                        <a:rPr lang="en-US" dirty="0" smtClean="0"/>
                        <a:t>•	font-weight</a:t>
                      </a:r>
                    </a:p>
                    <a:p>
                      <a:r>
                        <a:rPr lang="en-US" dirty="0" smtClean="0"/>
                        <a:t>•	font-size</a:t>
                      </a:r>
                    </a:p>
                    <a:p>
                      <a:r>
                        <a:rPr lang="en-US" dirty="0" smtClean="0"/>
                        <a:t>•	font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Text</a:t>
                      </a:r>
                    </a:p>
                    <a:p>
                      <a:r>
                        <a:rPr lang="en-US" dirty="0" smtClean="0"/>
                        <a:t>•	text-indent</a:t>
                      </a:r>
                    </a:p>
                    <a:p>
                      <a:r>
                        <a:rPr lang="en-US" dirty="0" smtClean="0"/>
                        <a:t>•	text-align</a:t>
                      </a:r>
                    </a:p>
                    <a:p>
                      <a:r>
                        <a:rPr lang="en-US" dirty="0" smtClean="0"/>
                        <a:t>•	text-decoration</a:t>
                      </a:r>
                    </a:p>
                    <a:p>
                      <a:r>
                        <a:rPr lang="en-US" dirty="0" smtClean="0"/>
                        <a:t>•	letter-spacing</a:t>
                      </a:r>
                    </a:p>
                    <a:p>
                      <a:r>
                        <a:rPr lang="en-US" dirty="0" smtClean="0"/>
                        <a:t>•	text-transform</a:t>
                      </a:r>
                    </a:p>
                    <a:p>
                      <a:r>
                        <a:rPr lang="en-US" dirty="0" smtClean="0"/>
                        <a:t>Margin</a:t>
                      </a:r>
                    </a:p>
                    <a:p>
                      <a:r>
                        <a:rPr lang="en-US" dirty="0" smtClean="0"/>
                        <a:t>•	margin-top</a:t>
                      </a:r>
                    </a:p>
                    <a:p>
                      <a:r>
                        <a:rPr lang="en-US" dirty="0" smtClean="0"/>
                        <a:t>•	margin-right</a:t>
                      </a:r>
                    </a:p>
                    <a:p>
                      <a:r>
                        <a:rPr lang="en-US" dirty="0" smtClean="0"/>
                        <a:t>•	margin-bottom</a:t>
                      </a:r>
                    </a:p>
                    <a:p>
                      <a:r>
                        <a:rPr lang="en-US" dirty="0" smtClean="0"/>
                        <a:t>•	margin-left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CSS is a style sheet language used to describe the presentation semantics of a document written in a markup language</a:t>
            </a:r>
          </a:p>
          <a:p>
            <a:r>
              <a:rPr lang="en-US" smtClean="0"/>
              <a:t>A style sheet consists of a list of rules. </a:t>
            </a:r>
          </a:p>
          <a:p>
            <a:r>
              <a:rPr lang="en-US" smtClean="0"/>
              <a:t>Each rule or rule-set consists of one or more selectors and a declaration block. </a:t>
            </a:r>
          </a:p>
          <a:p>
            <a:r>
              <a:rPr lang="en-US" smtClean="0"/>
              <a:t>Applying CSS to an HTML document:</a:t>
            </a:r>
          </a:p>
          <a:p>
            <a:pPr lvl="1"/>
            <a:r>
              <a:rPr lang="en-US" smtClean="0"/>
              <a:t>Method 1: In-line (the attribute style)</a:t>
            </a:r>
          </a:p>
          <a:p>
            <a:pPr lvl="1"/>
            <a:r>
              <a:rPr lang="en-US" smtClean="0"/>
              <a:t>Method 2: Internal (the tag style)</a:t>
            </a:r>
          </a:p>
          <a:p>
            <a:pPr lvl="1"/>
            <a:r>
              <a:rPr lang="en-US" smtClean="0"/>
              <a:t>Method 3: External (link to a style sheet)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xam Not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Exam Notes</Template>
  <TotalTime>2754</TotalTime>
  <Words>937</Words>
  <Application>Microsoft Office PowerPoint</Application>
  <PresentationFormat>On-screen Show (4:3)</PresentationFormat>
  <Paragraphs>177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Exam Notes</vt:lpstr>
      <vt:lpstr>WEB AUTHORING:  DW, PHP, MYSQL</vt:lpstr>
      <vt:lpstr>OBJECTIVES</vt:lpstr>
      <vt:lpstr>Dynamic HTML</vt:lpstr>
      <vt:lpstr>Features of Dynamic HTML</vt:lpstr>
      <vt:lpstr>Introduction to CSS</vt:lpstr>
      <vt:lpstr>Introduction to CSS</vt:lpstr>
      <vt:lpstr>Style Sheets</vt:lpstr>
      <vt:lpstr>Advantages of CSS</vt:lpstr>
      <vt:lpstr>CSS Syntax</vt:lpstr>
      <vt:lpstr>Applying CSS to an HTML document</vt:lpstr>
      <vt:lpstr>Selectors</vt:lpstr>
      <vt:lpstr>Selector syntax</vt:lpstr>
      <vt:lpstr>HTML Selector</vt:lpstr>
      <vt:lpstr>Multiple selector</vt:lpstr>
      <vt:lpstr>CLASS Selector</vt:lpstr>
      <vt:lpstr>Class selector sample</vt:lpstr>
      <vt:lpstr>ID selector</vt:lpstr>
      <vt:lpstr>ID selector sample</vt:lpstr>
      <vt:lpstr>A contextual selector</vt:lpstr>
      <vt:lpstr>Contextual selector</vt:lpstr>
      <vt:lpstr>Contextual selector</vt:lpstr>
      <vt:lpstr>Some properties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C#</dc:title>
  <dc:creator>Lucky Luke</dc:creator>
  <cp:lastModifiedBy>User</cp:lastModifiedBy>
  <cp:revision>138</cp:revision>
  <dcterms:created xsi:type="dcterms:W3CDTF">2008-09-22T06:35:02Z</dcterms:created>
  <dcterms:modified xsi:type="dcterms:W3CDTF">2011-12-26T08:48:39Z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TC300014521033</vt:lpwstr>
  </property>
</Properties>
</file>