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8.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717" r:id="rId2"/>
    <p:sldMasterId id="2147483729" r:id="rId3"/>
    <p:sldMasterId id="2147483741" r:id="rId4"/>
    <p:sldMasterId id="2147483755" r:id="rId5"/>
    <p:sldMasterId id="2147483768" r:id="rId6"/>
    <p:sldMasterId id="2147483796" r:id="rId7"/>
    <p:sldMasterId id="2147483810" r:id="rId8"/>
    <p:sldMasterId id="2147483824" r:id="rId9"/>
    <p:sldMasterId id="2147483838" r:id="rId10"/>
  </p:sldMasterIdLst>
  <p:notesMasterIdLst>
    <p:notesMasterId r:id="rId51"/>
  </p:notesMasterIdLst>
  <p:handoutMasterIdLst>
    <p:handoutMasterId r:id="rId52"/>
  </p:handoutMasterIdLst>
  <p:sldIdLst>
    <p:sldId id="466" r:id="rId11"/>
    <p:sldId id="475" r:id="rId12"/>
    <p:sldId id="476" r:id="rId13"/>
    <p:sldId id="508" r:id="rId14"/>
    <p:sldId id="507" r:id="rId15"/>
    <p:sldId id="480" r:id="rId16"/>
    <p:sldId id="478" r:id="rId17"/>
    <p:sldId id="479" r:id="rId18"/>
    <p:sldId id="503" r:id="rId19"/>
    <p:sldId id="481" r:id="rId20"/>
    <p:sldId id="504" r:id="rId21"/>
    <p:sldId id="486" r:id="rId22"/>
    <p:sldId id="495" r:id="rId23"/>
    <p:sldId id="496" r:id="rId24"/>
    <p:sldId id="488" r:id="rId25"/>
    <p:sldId id="506" r:id="rId26"/>
    <p:sldId id="489" r:id="rId27"/>
    <p:sldId id="502" r:id="rId28"/>
    <p:sldId id="497" r:id="rId29"/>
    <p:sldId id="491" r:id="rId30"/>
    <p:sldId id="492" r:id="rId31"/>
    <p:sldId id="494" r:id="rId32"/>
    <p:sldId id="471" r:id="rId33"/>
    <p:sldId id="472" r:id="rId34"/>
    <p:sldId id="473" r:id="rId35"/>
    <p:sldId id="464" r:id="rId36"/>
    <p:sldId id="465" r:id="rId37"/>
    <p:sldId id="426" r:id="rId38"/>
    <p:sldId id="474" r:id="rId39"/>
    <p:sldId id="450" r:id="rId40"/>
    <p:sldId id="458" r:id="rId41"/>
    <p:sldId id="461" r:id="rId42"/>
    <p:sldId id="462" r:id="rId43"/>
    <p:sldId id="452" r:id="rId44"/>
    <p:sldId id="420" r:id="rId45"/>
    <p:sldId id="341" r:id="rId46"/>
    <p:sldId id="498" r:id="rId47"/>
    <p:sldId id="505" r:id="rId48"/>
    <p:sldId id="499" r:id="rId49"/>
    <p:sldId id="500" r:id="rId50"/>
  </p:sldIdLst>
  <p:sldSz cx="9144000" cy="6858000" type="screen4x3"/>
  <p:notesSz cx="6858000" cy="9144000"/>
  <p:defaultTextStyle>
    <a:defPPr>
      <a:defRPr lang="en-US"/>
    </a:defPPr>
    <a:lvl1pPr algn="l" rtl="0" eaLnBrk="0" fontAlgn="base" hangingPunct="0">
      <a:lnSpc>
        <a:spcPct val="90000"/>
      </a:lnSpc>
      <a:spcBef>
        <a:spcPct val="0"/>
      </a:spcBef>
      <a:spcAft>
        <a:spcPct val="0"/>
      </a:spcAft>
      <a:defRPr sz="2000" kern="1200">
        <a:solidFill>
          <a:schemeClr val="tx1"/>
        </a:solidFill>
        <a:latin typeface="Arial" pitchFamily="34" charset="0"/>
        <a:ea typeface="+mn-ea"/>
        <a:cs typeface="+mn-cs"/>
      </a:defRPr>
    </a:lvl1pPr>
    <a:lvl2pPr marL="457200" algn="l" rtl="0" eaLnBrk="0" fontAlgn="base" hangingPunct="0">
      <a:lnSpc>
        <a:spcPct val="90000"/>
      </a:lnSpc>
      <a:spcBef>
        <a:spcPct val="0"/>
      </a:spcBef>
      <a:spcAft>
        <a:spcPct val="0"/>
      </a:spcAft>
      <a:defRPr sz="2000" kern="1200">
        <a:solidFill>
          <a:schemeClr val="tx1"/>
        </a:solidFill>
        <a:latin typeface="Arial" pitchFamily="34" charset="0"/>
        <a:ea typeface="+mn-ea"/>
        <a:cs typeface="+mn-cs"/>
      </a:defRPr>
    </a:lvl2pPr>
    <a:lvl3pPr marL="914400" algn="l" rtl="0" eaLnBrk="0" fontAlgn="base" hangingPunct="0">
      <a:lnSpc>
        <a:spcPct val="90000"/>
      </a:lnSpc>
      <a:spcBef>
        <a:spcPct val="0"/>
      </a:spcBef>
      <a:spcAft>
        <a:spcPct val="0"/>
      </a:spcAft>
      <a:defRPr sz="2000" kern="1200">
        <a:solidFill>
          <a:schemeClr val="tx1"/>
        </a:solidFill>
        <a:latin typeface="Arial" pitchFamily="34" charset="0"/>
        <a:ea typeface="+mn-ea"/>
        <a:cs typeface="+mn-cs"/>
      </a:defRPr>
    </a:lvl3pPr>
    <a:lvl4pPr marL="1371600" algn="l" rtl="0" eaLnBrk="0" fontAlgn="base" hangingPunct="0">
      <a:lnSpc>
        <a:spcPct val="90000"/>
      </a:lnSpc>
      <a:spcBef>
        <a:spcPct val="0"/>
      </a:spcBef>
      <a:spcAft>
        <a:spcPct val="0"/>
      </a:spcAft>
      <a:defRPr sz="2000" kern="1200">
        <a:solidFill>
          <a:schemeClr val="tx1"/>
        </a:solidFill>
        <a:latin typeface="Arial" pitchFamily="34" charset="0"/>
        <a:ea typeface="+mn-ea"/>
        <a:cs typeface="+mn-cs"/>
      </a:defRPr>
    </a:lvl4pPr>
    <a:lvl5pPr marL="1828800" algn="l" rtl="0" eaLnBrk="0" fontAlgn="base" hangingPunct="0">
      <a:lnSpc>
        <a:spcPct val="90000"/>
      </a:lnSpc>
      <a:spcBef>
        <a:spcPct val="0"/>
      </a:spcBef>
      <a:spcAft>
        <a:spcPct val="0"/>
      </a:spcAft>
      <a:defRPr sz="2000" kern="1200">
        <a:solidFill>
          <a:schemeClr val="tx1"/>
        </a:solidFill>
        <a:latin typeface="Arial" pitchFamily="34" charset="0"/>
        <a:ea typeface="+mn-ea"/>
        <a:cs typeface="+mn-cs"/>
      </a:defRPr>
    </a:lvl5pPr>
    <a:lvl6pPr marL="2286000" algn="l" defTabSz="914400" rtl="0" eaLnBrk="1" latinLnBrk="0" hangingPunct="1">
      <a:defRPr sz="2000" kern="1200">
        <a:solidFill>
          <a:schemeClr val="tx1"/>
        </a:solidFill>
        <a:latin typeface="Arial" pitchFamily="34" charset="0"/>
        <a:ea typeface="+mn-ea"/>
        <a:cs typeface="+mn-cs"/>
      </a:defRPr>
    </a:lvl6pPr>
    <a:lvl7pPr marL="2743200" algn="l" defTabSz="914400" rtl="0" eaLnBrk="1" latinLnBrk="0" hangingPunct="1">
      <a:defRPr sz="2000" kern="1200">
        <a:solidFill>
          <a:schemeClr val="tx1"/>
        </a:solidFill>
        <a:latin typeface="Arial" pitchFamily="34" charset="0"/>
        <a:ea typeface="+mn-ea"/>
        <a:cs typeface="+mn-cs"/>
      </a:defRPr>
    </a:lvl7pPr>
    <a:lvl8pPr marL="3200400" algn="l" defTabSz="914400" rtl="0" eaLnBrk="1" latinLnBrk="0" hangingPunct="1">
      <a:defRPr sz="2000" kern="1200">
        <a:solidFill>
          <a:schemeClr val="tx1"/>
        </a:solidFill>
        <a:latin typeface="Arial" pitchFamily="34" charset="0"/>
        <a:ea typeface="+mn-ea"/>
        <a:cs typeface="+mn-cs"/>
      </a:defRPr>
    </a:lvl8pPr>
    <a:lvl9pPr marL="3657600" algn="l" defTabSz="914400" rtl="0" eaLnBrk="1" latinLnBrk="0" hangingPunct="1">
      <a:defRPr sz="20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0C56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9476" autoAdjust="0"/>
  </p:normalViewPr>
  <p:slideViewPr>
    <p:cSldViewPr snapToGrid="0">
      <p:cViewPr varScale="1">
        <p:scale>
          <a:sx n="79" d="100"/>
          <a:sy n="79" d="100"/>
        </p:scale>
        <p:origin x="972" y="78"/>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75" d="100"/>
        <a:sy n="75" d="100"/>
      </p:scale>
      <p:origin x="0" y="0"/>
    </p:cViewPr>
  </p:sorterViewPr>
  <p:gridSpacing cx="91439" cy="91439"/>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defRPr sz="1200" b="1"/>
            </a:lvl1pPr>
          </a:lstStyle>
          <a:p>
            <a:pPr>
              <a:defRPr/>
            </a:pPr>
            <a:endParaRPr lang="en-US"/>
          </a:p>
        </p:txBody>
      </p:sp>
      <p:sp>
        <p:nvSpPr>
          <p:cNvPr id="2457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defRPr sz="1200" b="1"/>
            </a:lvl1pPr>
          </a:lstStyle>
          <a:p>
            <a:pPr>
              <a:defRPr/>
            </a:pPr>
            <a:endParaRPr lang="en-US"/>
          </a:p>
        </p:txBody>
      </p:sp>
      <p:sp>
        <p:nvSpPr>
          <p:cNvPr id="2458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defRPr sz="1200" b="1"/>
            </a:lvl1pPr>
          </a:lstStyle>
          <a:p>
            <a:pPr>
              <a:defRPr/>
            </a:pPr>
            <a:endParaRPr lang="en-US"/>
          </a:p>
        </p:txBody>
      </p:sp>
      <p:sp>
        <p:nvSpPr>
          <p:cNvPr id="2458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defRPr sz="1200" b="1"/>
            </a:lvl1pPr>
          </a:lstStyle>
          <a:p>
            <a:pPr>
              <a:defRPr/>
            </a:pPr>
            <a:fld id="{CF24833E-1C43-4D42-82C9-0D096867E998}" type="slidenum">
              <a:rPr lang="en-US"/>
              <a:pPr>
                <a:defRPr/>
              </a:pPr>
              <a:t>‹#›</a:t>
            </a:fld>
            <a:endParaRPr lang="en-US"/>
          </a:p>
        </p:txBody>
      </p:sp>
    </p:spTree>
    <p:extLst>
      <p:ext uri="{BB962C8B-B14F-4D97-AF65-F5344CB8AC3E}">
        <p14:creationId xmlns:p14="http://schemas.microsoft.com/office/powerpoint/2010/main" val="40583886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defRPr sz="1200" b="1"/>
            </a:lvl1pPr>
          </a:lstStyle>
          <a:p>
            <a:pPr>
              <a:defRPr/>
            </a:pPr>
            <a:endParaRPr lang="en-US"/>
          </a:p>
        </p:txBody>
      </p:sp>
      <p:sp>
        <p:nvSpPr>
          <p:cNvPr id="81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defRPr sz="1200" b="1"/>
            </a:lvl1pPr>
          </a:lstStyle>
          <a:p>
            <a:pPr>
              <a:defRPr/>
            </a:pPr>
            <a:endParaRPr lang="en-US"/>
          </a:p>
        </p:txBody>
      </p:sp>
      <p:sp>
        <p:nvSpPr>
          <p:cNvPr id="409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defRPr sz="1200" b="1"/>
            </a:lvl1pPr>
          </a:lstStyle>
          <a:p>
            <a:pPr>
              <a:defRPr/>
            </a:pPr>
            <a:endParaRPr lang="en-US"/>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defRPr sz="1200" b="1"/>
            </a:lvl1pPr>
          </a:lstStyle>
          <a:p>
            <a:pPr>
              <a:defRPr/>
            </a:pPr>
            <a:fld id="{C773F6A0-51DB-41E5-945E-1A360E0090C8}" type="slidenum">
              <a:rPr lang="en-US"/>
              <a:pPr>
                <a:defRPr/>
              </a:pPr>
              <a:t>‹#›</a:t>
            </a:fld>
            <a:endParaRPr lang="en-US"/>
          </a:p>
        </p:txBody>
      </p:sp>
    </p:spTree>
    <p:extLst>
      <p:ext uri="{BB962C8B-B14F-4D97-AF65-F5344CB8AC3E}">
        <p14:creationId xmlns:p14="http://schemas.microsoft.com/office/powerpoint/2010/main" val="36632044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0275">
              <a:defRPr sz="1400" b="1">
                <a:solidFill>
                  <a:schemeClr val="tx1"/>
                </a:solidFill>
                <a:latin typeface="Arial" panose="020B0604020202020204" pitchFamily="34" charset="0"/>
              </a:defRPr>
            </a:lvl1pPr>
            <a:lvl2pPr marL="742950" indent="-285750" defTabSz="930275">
              <a:defRPr sz="1400" b="1">
                <a:solidFill>
                  <a:schemeClr val="tx1"/>
                </a:solidFill>
                <a:latin typeface="Arial" panose="020B0604020202020204" pitchFamily="34" charset="0"/>
              </a:defRPr>
            </a:lvl2pPr>
            <a:lvl3pPr marL="1143000" indent="-228600" defTabSz="930275">
              <a:defRPr sz="1400" b="1">
                <a:solidFill>
                  <a:schemeClr val="tx1"/>
                </a:solidFill>
                <a:latin typeface="Arial" panose="020B0604020202020204" pitchFamily="34" charset="0"/>
              </a:defRPr>
            </a:lvl3pPr>
            <a:lvl4pPr marL="1600200" indent="-228600" defTabSz="930275">
              <a:defRPr sz="1400" b="1">
                <a:solidFill>
                  <a:schemeClr val="tx1"/>
                </a:solidFill>
                <a:latin typeface="Arial" panose="020B0604020202020204" pitchFamily="34" charset="0"/>
              </a:defRPr>
            </a:lvl4pPr>
            <a:lvl5pPr marL="2057400" indent="-228600" defTabSz="930275">
              <a:defRPr sz="1400" b="1">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1400" b="1">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1400" b="1">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1400" b="1">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1400" b="1">
                <a:solidFill>
                  <a:schemeClr val="tx1"/>
                </a:solidFill>
                <a:latin typeface="Arial" panose="020B0604020202020204" pitchFamily="34" charset="0"/>
              </a:defRPr>
            </a:lvl9pPr>
          </a:lstStyle>
          <a:p>
            <a:pPr marL="0" marR="0" lvl="0" indent="0" algn="r" defTabSz="930275" rtl="0" eaLnBrk="1" fontAlgn="base" latinLnBrk="0" hangingPunct="1">
              <a:lnSpc>
                <a:spcPct val="100000"/>
              </a:lnSpc>
              <a:spcBef>
                <a:spcPct val="0"/>
              </a:spcBef>
              <a:spcAft>
                <a:spcPct val="0"/>
              </a:spcAft>
              <a:buClrTx/>
              <a:buSzTx/>
              <a:buFontTx/>
              <a:buNone/>
              <a:tabLst/>
              <a:defRPr/>
            </a:pPr>
            <a:fld id="{61261E83-E0F9-4738-8E6A-A4113ADFDDD6}"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30275" rtl="0" eaLnBrk="1" fontAlgn="base" latinLnBrk="0" hangingPunct="1">
                <a:lnSpc>
                  <a:spcPct val="100000"/>
                </a:lnSpc>
                <a:spcBef>
                  <a:spcPct val="0"/>
                </a:spcBef>
                <a:spcAft>
                  <a:spcPct val="0"/>
                </a:spcAft>
                <a:buClrTx/>
                <a:buSzTx/>
                <a:buFontTx/>
                <a:buNone/>
                <a:tabLst/>
                <a:defRPr/>
              </a:pPr>
              <a:t>1</a:t>
            </a:fld>
            <a:endPar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147" name="Rectangle 1026"/>
          <p:cNvSpPr>
            <a:spLocks noGrp="1" noRot="1" noChangeAspect="1" noChangeArrowheads="1" noTextEdit="1"/>
          </p:cNvSpPr>
          <p:nvPr>
            <p:ph type="sldImg"/>
          </p:nvPr>
        </p:nvSpPr>
        <p:spPr>
          <a:xfrm>
            <a:off x="877888" y="244475"/>
            <a:ext cx="5303837" cy="3978275"/>
          </a:xfrm>
          <a:ln/>
        </p:spPr>
      </p:sp>
      <p:sp>
        <p:nvSpPr>
          <p:cNvPr id="6148" name="Rectangle 1027"/>
          <p:cNvSpPr>
            <a:spLocks noGrp="1" noChangeArrowheads="1"/>
          </p:cNvSpPr>
          <p:nvPr>
            <p:ph type="body" idx="1"/>
          </p:nvPr>
        </p:nvSpPr>
        <p:spPr>
          <a:xfrm>
            <a:off x="404813" y="4365625"/>
            <a:ext cx="6110287" cy="4243388"/>
          </a:xfrm>
          <a:noFill/>
        </p:spPr>
        <p:txBody>
          <a:bodyPr/>
          <a:lstStyle/>
          <a:p>
            <a:pPr eaLnBrk="1" hangingPunct="1"/>
            <a:endParaRPr lang="en-GB" altLang="en-US" smtClean="0"/>
          </a:p>
        </p:txBody>
      </p:sp>
    </p:spTree>
    <p:extLst>
      <p:ext uri="{BB962C8B-B14F-4D97-AF65-F5344CB8AC3E}">
        <p14:creationId xmlns:p14="http://schemas.microsoft.com/office/powerpoint/2010/main" val="2784776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2</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33573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3</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887373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5</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80888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6</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3614727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7</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388845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8</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3196071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9</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830973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10</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580996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11</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3291668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12</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791718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13</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073394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14</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3163488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15</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3626139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16</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0892948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17</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3696304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18</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3958344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19</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250215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C773F6A0-51DB-41E5-945E-1A360E0090C8}" type="slidenum">
              <a:rPr kumimoji="0" lang="en-US" sz="1200" b="1" i="0"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sz="1200" b="1" i="0" u="none" strike="noStrike" kern="1200" cap="none" spc="0" normalizeH="0" baseline="0" noProof="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21404790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defTabSz="930275">
              <a:defRPr sz="1400" b="1">
                <a:solidFill>
                  <a:schemeClr val="tx1"/>
                </a:solidFill>
                <a:latin typeface="Arial" panose="020B0604020202020204" pitchFamily="34" charset="0"/>
              </a:defRPr>
            </a:lvl1pPr>
            <a:lvl2pPr marL="742950" indent="-285750" defTabSz="930275">
              <a:defRPr sz="1400" b="1">
                <a:solidFill>
                  <a:schemeClr val="tx1"/>
                </a:solidFill>
                <a:latin typeface="Arial" panose="020B0604020202020204" pitchFamily="34" charset="0"/>
              </a:defRPr>
            </a:lvl2pPr>
            <a:lvl3pPr marL="1143000" indent="-228600" defTabSz="930275">
              <a:defRPr sz="1400" b="1">
                <a:solidFill>
                  <a:schemeClr val="tx1"/>
                </a:solidFill>
                <a:latin typeface="Arial" panose="020B0604020202020204" pitchFamily="34" charset="0"/>
              </a:defRPr>
            </a:lvl3pPr>
            <a:lvl4pPr marL="1600200" indent="-228600" defTabSz="930275">
              <a:defRPr sz="1400" b="1">
                <a:solidFill>
                  <a:schemeClr val="tx1"/>
                </a:solidFill>
                <a:latin typeface="Arial" panose="020B0604020202020204" pitchFamily="34" charset="0"/>
              </a:defRPr>
            </a:lvl4pPr>
            <a:lvl5pPr marL="2057400" indent="-228600" defTabSz="930275">
              <a:defRPr sz="1400" b="1">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1400" b="1">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1400" b="1">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1400" b="1">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1400" b="1">
                <a:solidFill>
                  <a:schemeClr val="tx1"/>
                </a:solidFill>
                <a:latin typeface="Arial" panose="020B0604020202020204" pitchFamily="34" charset="0"/>
              </a:defRPr>
            </a:lvl9pPr>
          </a:lstStyle>
          <a:p>
            <a:pPr marL="0" marR="0" lvl="0" indent="0" algn="r" defTabSz="930275" rtl="0" eaLnBrk="1" fontAlgn="base" latinLnBrk="0" hangingPunct="1">
              <a:lnSpc>
                <a:spcPct val="100000"/>
              </a:lnSpc>
              <a:spcBef>
                <a:spcPct val="0"/>
              </a:spcBef>
              <a:spcAft>
                <a:spcPct val="0"/>
              </a:spcAft>
              <a:buClrTx/>
              <a:buSzTx/>
              <a:buFontTx/>
              <a:buNone/>
              <a:tabLst/>
              <a:defRPr/>
            </a:pPr>
            <a:fld id="{9D7CB8AB-373C-4F1D-955B-20829BFBB9BA}"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30275" rtl="0" eaLnBrk="1" fontAlgn="base" latinLnBrk="0" hangingPunct="1">
                <a:lnSpc>
                  <a:spcPct val="100000"/>
                </a:lnSpc>
                <a:spcBef>
                  <a:spcPct val="0"/>
                </a:spcBef>
                <a:spcAft>
                  <a:spcPct val="0"/>
                </a:spcAft>
                <a:buClrTx/>
                <a:buSzTx/>
                <a:buFontTx/>
                <a:buNone/>
                <a:tabLst/>
                <a:defRPr/>
              </a:pPr>
              <a:t>23</a:t>
            </a:fld>
            <a:endPar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4819" name="Rectangle 2"/>
          <p:cNvSpPr>
            <a:spLocks noGrp="1" noRot="1" noChangeAspect="1" noChangeArrowheads="1" noTextEdit="1"/>
          </p:cNvSpPr>
          <p:nvPr>
            <p:ph type="sldImg"/>
          </p:nvPr>
        </p:nvSpPr>
        <p:spPr>
          <a:xfrm>
            <a:off x="1103313" y="571500"/>
            <a:ext cx="4443412" cy="3332163"/>
          </a:xfrm>
          <a:ln/>
        </p:spPr>
      </p:sp>
      <p:sp>
        <p:nvSpPr>
          <p:cNvPr id="34820" name="Rectangle 3"/>
          <p:cNvSpPr>
            <a:spLocks noGrp="1" noChangeArrowheads="1"/>
          </p:cNvSpPr>
          <p:nvPr>
            <p:ph type="body" idx="1"/>
          </p:nvPr>
        </p:nvSpPr>
        <p:spPr>
          <a:xfrm>
            <a:off x="876300" y="4052888"/>
            <a:ext cx="5267325" cy="4368800"/>
          </a:xfrm>
          <a:noFill/>
        </p:spPr>
        <p:txBody>
          <a:bodyPr lIns="87863" tIns="43932" rIns="87863" bIns="43932"/>
          <a:lstStyle/>
          <a:p>
            <a:pPr eaLnBrk="1" hangingPunct="1"/>
            <a:r>
              <a:rPr lang="en-US" altLang="zh-CN" b="1" smtClean="0"/>
              <a:t>EUI-64 to IPv6 Interface Identifier</a:t>
            </a:r>
            <a:endParaRPr lang="en-CA" altLang="en-US" smtClean="0"/>
          </a:p>
          <a:p>
            <a:pPr eaLnBrk="1" hangingPunct="1"/>
            <a:r>
              <a:rPr lang="en-CA" altLang="en-US" smtClean="0"/>
              <a:t>The interface identifier for stateless auto-configuration in an Ethernet environment uses the modified EUI-64 format. This format expands the 48-bit Ethernet MAC address format to a 64-bit version by inserting "FFFE" in the middle of the 48 bits. This creates a 64-bit version.</a:t>
            </a:r>
          </a:p>
          <a:p>
            <a:pPr eaLnBrk="1" hangingPunct="1"/>
            <a:r>
              <a:rPr lang="en-CA" altLang="en-US" smtClean="0"/>
              <a:t>The 7</a:t>
            </a:r>
            <a:r>
              <a:rPr lang="en-CA" altLang="en-US" baseline="30000" smtClean="0"/>
              <a:t>th</a:t>
            </a:r>
            <a:r>
              <a:rPr lang="en-CA" altLang="en-US" smtClean="0"/>
              <a:t> bit (starting with the leftmost bit as “1”) in an IPv6 interface identifier is referred to as the Universal/Local bit, or U/L bit.  This bit identifies whether this interface identifier is locally unique on the link or that it is universally unique.  In the case where the interface identifier is created from an Ethernet MAC address, it is assumed that the MAC address is universally unique and, therefore, the interface identifier is universally unique.</a:t>
            </a:r>
          </a:p>
          <a:p>
            <a:pPr eaLnBrk="1" hangingPunct="1"/>
            <a:r>
              <a:rPr lang="en-CA" altLang="en-US" smtClean="0"/>
              <a:t>The rationale of the U/L bit is for future use of the upper-layer protocols to uniquely identify a connection, even in the context of a change in the leftmost part of the address. However, this is not yet used.</a:t>
            </a:r>
          </a:p>
          <a:p>
            <a:pPr eaLnBrk="1" hangingPunct="1"/>
            <a:r>
              <a:rPr lang="en-CA" altLang="en-US" smtClean="0"/>
              <a:t>The 8</a:t>
            </a:r>
            <a:r>
              <a:rPr lang="en-CA" altLang="en-US" baseline="30000" smtClean="0"/>
              <a:t>th</a:t>
            </a:r>
            <a:r>
              <a:rPr lang="en-CA" altLang="en-US" smtClean="0"/>
              <a:t> bit (starting with leftmost bit as “1”), also known as the “G” bit, is a group/individual bit for managing groups.</a:t>
            </a:r>
          </a:p>
          <a:p>
            <a:pPr eaLnBrk="1" hangingPunct="1"/>
            <a:endParaRPr lang="en-CA" altLang="en-US" smtClean="0"/>
          </a:p>
          <a:p>
            <a:pPr eaLnBrk="1" hangingPunct="1"/>
            <a:r>
              <a:rPr lang="en-CA" altLang="en-US" b="1" smtClean="0"/>
              <a:t>Note to Graphic Designer:</a:t>
            </a:r>
          </a:p>
          <a:p>
            <a:pPr eaLnBrk="1" hangingPunct="1"/>
            <a:r>
              <a:rPr lang="en-CA" altLang="en-US" smtClean="0"/>
              <a:t>Animation is needed for this slide.</a:t>
            </a:r>
          </a:p>
          <a:p>
            <a:pPr eaLnBrk="1" hangingPunct="1"/>
            <a:r>
              <a:rPr lang="en-CA" altLang="en-US" smtClean="0"/>
              <a:t>Stage 1: Show Ethernet MAC address (top address on slide) and two FF and FE blocks.</a:t>
            </a:r>
          </a:p>
          <a:p>
            <a:pPr eaLnBrk="1" hangingPunct="1"/>
            <a:r>
              <a:rPr lang="en-CA" altLang="en-US" smtClean="0"/>
              <a:t>Stage 2: Show the FF and FE blocks going in-between blocks 27 and 17 of Ethernet address. Change label of address to Ethernet MAC address (64 bits). Also Show the U/L bit coming out of the OO block with the where U = information.</a:t>
            </a:r>
          </a:p>
          <a:p>
            <a:pPr eaLnBrk="1" hangingPunct="1"/>
            <a:r>
              <a:rPr lang="en-CA" altLang="en-US" smtClean="0"/>
              <a:t>Stage 3: Show final Modified EUI-64 address. </a:t>
            </a:r>
          </a:p>
          <a:p>
            <a:pPr eaLnBrk="1" hangingPunct="1"/>
            <a:endParaRPr lang="en-CA" altLang="en-US" b="1" smtClean="0"/>
          </a:p>
          <a:p>
            <a:pPr eaLnBrk="1" hangingPunct="1"/>
            <a:endParaRPr lang="en-CA" altLang="en-US" b="1" smtClean="0"/>
          </a:p>
          <a:p>
            <a:pPr eaLnBrk="1" hangingPunct="1"/>
            <a:r>
              <a:rPr lang="en-CA" altLang="en-US" b="1" smtClean="0"/>
              <a:t>Instructor Note</a:t>
            </a:r>
          </a:p>
          <a:p>
            <a:pPr eaLnBrk="1" hangingPunct="1"/>
            <a:r>
              <a:rPr lang="en-CA" altLang="en-US" smtClean="0"/>
              <a:t>Discuss the transformative process for EUI-64 to IPv6 interface identifier.</a:t>
            </a:r>
          </a:p>
        </p:txBody>
      </p:sp>
    </p:spTree>
    <p:extLst>
      <p:ext uri="{BB962C8B-B14F-4D97-AF65-F5344CB8AC3E}">
        <p14:creationId xmlns:p14="http://schemas.microsoft.com/office/powerpoint/2010/main" val="16697252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defTabSz="930275">
              <a:defRPr sz="1400" b="1">
                <a:solidFill>
                  <a:schemeClr val="tx1"/>
                </a:solidFill>
                <a:latin typeface="Arial" panose="020B0604020202020204" pitchFamily="34" charset="0"/>
              </a:defRPr>
            </a:lvl1pPr>
            <a:lvl2pPr marL="742950" indent="-285750" defTabSz="930275">
              <a:defRPr sz="1400" b="1">
                <a:solidFill>
                  <a:schemeClr val="tx1"/>
                </a:solidFill>
                <a:latin typeface="Arial" panose="020B0604020202020204" pitchFamily="34" charset="0"/>
              </a:defRPr>
            </a:lvl2pPr>
            <a:lvl3pPr marL="1143000" indent="-228600" defTabSz="930275">
              <a:defRPr sz="1400" b="1">
                <a:solidFill>
                  <a:schemeClr val="tx1"/>
                </a:solidFill>
                <a:latin typeface="Arial" panose="020B0604020202020204" pitchFamily="34" charset="0"/>
              </a:defRPr>
            </a:lvl3pPr>
            <a:lvl4pPr marL="1600200" indent="-228600" defTabSz="930275">
              <a:defRPr sz="1400" b="1">
                <a:solidFill>
                  <a:schemeClr val="tx1"/>
                </a:solidFill>
                <a:latin typeface="Arial" panose="020B0604020202020204" pitchFamily="34" charset="0"/>
              </a:defRPr>
            </a:lvl4pPr>
            <a:lvl5pPr marL="2057400" indent="-228600" defTabSz="930275">
              <a:defRPr sz="1400" b="1">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1400" b="1">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1400" b="1">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1400" b="1">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1400" b="1">
                <a:solidFill>
                  <a:schemeClr val="tx1"/>
                </a:solidFill>
                <a:latin typeface="Arial" panose="020B0604020202020204" pitchFamily="34" charset="0"/>
              </a:defRPr>
            </a:lvl9pPr>
          </a:lstStyle>
          <a:p>
            <a:pPr marL="0" marR="0" lvl="0" indent="0" algn="r" defTabSz="930275" rtl="0" eaLnBrk="1" fontAlgn="base" latinLnBrk="0" hangingPunct="1">
              <a:lnSpc>
                <a:spcPct val="100000"/>
              </a:lnSpc>
              <a:spcBef>
                <a:spcPct val="0"/>
              </a:spcBef>
              <a:spcAft>
                <a:spcPct val="0"/>
              </a:spcAft>
              <a:buClrTx/>
              <a:buSzTx/>
              <a:buFontTx/>
              <a:buNone/>
              <a:tabLst/>
              <a:defRPr/>
            </a:pPr>
            <a:fld id="{C8970047-EB6E-4E4B-BD63-1748DFF97612}"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30275" rtl="0" eaLnBrk="1" fontAlgn="base" latinLnBrk="0" hangingPunct="1">
                <a:lnSpc>
                  <a:spcPct val="100000"/>
                </a:lnSpc>
                <a:spcBef>
                  <a:spcPct val="0"/>
                </a:spcBef>
                <a:spcAft>
                  <a:spcPct val="0"/>
                </a:spcAft>
                <a:buClrTx/>
                <a:buSzTx/>
                <a:buFontTx/>
                <a:buNone/>
                <a:tabLst/>
                <a:defRPr/>
              </a:pPr>
              <a:t>24</a:t>
            </a:fld>
            <a:endPar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6867" name="Rectangle 2"/>
          <p:cNvSpPr>
            <a:spLocks noGrp="1" noRot="1" noChangeAspect="1" noChangeArrowheads="1" noTextEdit="1"/>
          </p:cNvSpPr>
          <p:nvPr>
            <p:ph type="sldImg"/>
          </p:nvPr>
        </p:nvSpPr>
        <p:spPr>
          <a:xfrm>
            <a:off x="1103313" y="571500"/>
            <a:ext cx="4443412" cy="3332163"/>
          </a:xfrm>
          <a:ln/>
        </p:spPr>
      </p:sp>
      <p:sp>
        <p:nvSpPr>
          <p:cNvPr id="36868" name="Rectangle 3"/>
          <p:cNvSpPr>
            <a:spLocks noGrp="1" noChangeArrowheads="1"/>
          </p:cNvSpPr>
          <p:nvPr>
            <p:ph type="body" idx="1"/>
          </p:nvPr>
        </p:nvSpPr>
        <p:spPr>
          <a:xfrm>
            <a:off x="876300" y="4052888"/>
            <a:ext cx="5267325" cy="4368800"/>
          </a:xfrm>
          <a:noFill/>
        </p:spPr>
        <p:txBody>
          <a:bodyPr lIns="87863" tIns="43932" rIns="87863" bIns="43932"/>
          <a:lstStyle/>
          <a:p>
            <a:pPr eaLnBrk="1" hangingPunct="1"/>
            <a:r>
              <a:rPr lang="en-US" altLang="zh-CN" b="1" smtClean="0"/>
              <a:t>EUI-64 to IPv6 Interface Identifier</a:t>
            </a:r>
            <a:endParaRPr lang="en-CA" altLang="en-US" smtClean="0"/>
          </a:p>
          <a:p>
            <a:pPr eaLnBrk="1" hangingPunct="1"/>
            <a:r>
              <a:rPr lang="en-CA" altLang="en-US" smtClean="0"/>
              <a:t>The interface identifier for stateless auto-configuration in an Ethernet environment uses the modified EUI-64 format. This format expands the 48-bit Ethernet MAC address format to a 64-bit version by inserting "FFFE" in the middle of the 48 bits. This creates a 64-bit version.</a:t>
            </a:r>
          </a:p>
          <a:p>
            <a:pPr eaLnBrk="1" hangingPunct="1"/>
            <a:r>
              <a:rPr lang="en-CA" altLang="en-US" smtClean="0"/>
              <a:t>The 7</a:t>
            </a:r>
            <a:r>
              <a:rPr lang="en-CA" altLang="en-US" baseline="30000" smtClean="0"/>
              <a:t>th</a:t>
            </a:r>
            <a:r>
              <a:rPr lang="en-CA" altLang="en-US" smtClean="0"/>
              <a:t> bit (starting with the leftmost bit as “1”) in an IPv6 interface identifier is referred to as the Universal/Local bit, or U/L bit.  This bit identifies whether this interface identifier is locally unique on the link or that it is universally unique.  In the case where the interface identifier is created from an Ethernet MAC address, it is assumed that the MAC address is universally unique and, therefore, the interface identifier is universally unique.</a:t>
            </a:r>
          </a:p>
          <a:p>
            <a:pPr eaLnBrk="1" hangingPunct="1"/>
            <a:r>
              <a:rPr lang="en-CA" altLang="en-US" smtClean="0"/>
              <a:t>The rationale of the U/L bit is for future use of the upper-layer protocols to uniquely identify a connection, even in the context of a change in the leftmost part of the address. However, this is not yet used.</a:t>
            </a:r>
          </a:p>
          <a:p>
            <a:pPr eaLnBrk="1" hangingPunct="1"/>
            <a:r>
              <a:rPr lang="en-CA" altLang="en-US" smtClean="0"/>
              <a:t>The 8</a:t>
            </a:r>
            <a:r>
              <a:rPr lang="en-CA" altLang="en-US" baseline="30000" smtClean="0"/>
              <a:t>th</a:t>
            </a:r>
            <a:r>
              <a:rPr lang="en-CA" altLang="en-US" smtClean="0"/>
              <a:t> bit (starting with leftmost bit as “1”), also known as the “G” bit, is a group/individual bit for managing groups.</a:t>
            </a:r>
          </a:p>
          <a:p>
            <a:pPr eaLnBrk="1" hangingPunct="1"/>
            <a:endParaRPr lang="en-CA" altLang="en-US" smtClean="0"/>
          </a:p>
          <a:p>
            <a:pPr eaLnBrk="1" hangingPunct="1"/>
            <a:r>
              <a:rPr lang="en-CA" altLang="en-US" b="1" smtClean="0"/>
              <a:t>Note to Graphic Designer:</a:t>
            </a:r>
          </a:p>
          <a:p>
            <a:pPr eaLnBrk="1" hangingPunct="1"/>
            <a:r>
              <a:rPr lang="en-CA" altLang="en-US" smtClean="0"/>
              <a:t>Animation is needed for this slide.</a:t>
            </a:r>
          </a:p>
          <a:p>
            <a:pPr eaLnBrk="1" hangingPunct="1"/>
            <a:r>
              <a:rPr lang="en-CA" altLang="en-US" smtClean="0"/>
              <a:t>Stage 1: Show Ethernet MAC address (top address on slide) and two FF and FE blocks.</a:t>
            </a:r>
          </a:p>
          <a:p>
            <a:pPr eaLnBrk="1" hangingPunct="1"/>
            <a:r>
              <a:rPr lang="en-CA" altLang="en-US" smtClean="0"/>
              <a:t>Stage 2: Show the FF and FE blocks going in-between blocks 27 and 17 of Ethernet address. Change label of address to Ethernet MAC address (64 bits). Also Show the U/L bit coming out of the OO block with the where U = information.</a:t>
            </a:r>
          </a:p>
          <a:p>
            <a:pPr eaLnBrk="1" hangingPunct="1"/>
            <a:r>
              <a:rPr lang="en-CA" altLang="en-US" smtClean="0"/>
              <a:t>Stage 3: Show final Modified EUI-64 address. </a:t>
            </a:r>
          </a:p>
          <a:p>
            <a:pPr eaLnBrk="1" hangingPunct="1"/>
            <a:endParaRPr lang="en-CA" altLang="en-US" b="1" smtClean="0"/>
          </a:p>
          <a:p>
            <a:pPr eaLnBrk="1" hangingPunct="1"/>
            <a:endParaRPr lang="en-CA" altLang="en-US" b="1" smtClean="0"/>
          </a:p>
          <a:p>
            <a:pPr eaLnBrk="1" hangingPunct="1"/>
            <a:r>
              <a:rPr lang="en-CA" altLang="en-US" b="1" smtClean="0"/>
              <a:t>Instructor Note</a:t>
            </a:r>
          </a:p>
          <a:p>
            <a:pPr eaLnBrk="1" hangingPunct="1"/>
            <a:r>
              <a:rPr lang="en-CA" altLang="en-US" smtClean="0"/>
              <a:t>Discuss the transformative process for EUI-64 to IPv6 interface identifier.</a:t>
            </a:r>
          </a:p>
        </p:txBody>
      </p:sp>
    </p:spTree>
    <p:extLst>
      <p:ext uri="{BB962C8B-B14F-4D97-AF65-F5344CB8AC3E}">
        <p14:creationId xmlns:p14="http://schemas.microsoft.com/office/powerpoint/2010/main" val="7470584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defTabSz="930275">
              <a:defRPr sz="1400" b="1">
                <a:solidFill>
                  <a:schemeClr val="tx1"/>
                </a:solidFill>
                <a:latin typeface="Arial" panose="020B0604020202020204" pitchFamily="34" charset="0"/>
              </a:defRPr>
            </a:lvl1pPr>
            <a:lvl2pPr marL="742950" indent="-285750" defTabSz="930275">
              <a:defRPr sz="1400" b="1">
                <a:solidFill>
                  <a:schemeClr val="tx1"/>
                </a:solidFill>
                <a:latin typeface="Arial" panose="020B0604020202020204" pitchFamily="34" charset="0"/>
              </a:defRPr>
            </a:lvl2pPr>
            <a:lvl3pPr marL="1143000" indent="-228600" defTabSz="930275">
              <a:defRPr sz="1400" b="1">
                <a:solidFill>
                  <a:schemeClr val="tx1"/>
                </a:solidFill>
                <a:latin typeface="Arial" panose="020B0604020202020204" pitchFamily="34" charset="0"/>
              </a:defRPr>
            </a:lvl3pPr>
            <a:lvl4pPr marL="1600200" indent="-228600" defTabSz="930275">
              <a:defRPr sz="1400" b="1">
                <a:solidFill>
                  <a:schemeClr val="tx1"/>
                </a:solidFill>
                <a:latin typeface="Arial" panose="020B0604020202020204" pitchFamily="34" charset="0"/>
              </a:defRPr>
            </a:lvl4pPr>
            <a:lvl5pPr marL="2057400" indent="-228600" defTabSz="930275">
              <a:defRPr sz="1400" b="1">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sz="1400" b="1">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sz="1400" b="1">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sz="1400" b="1">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sz="1400" b="1">
                <a:solidFill>
                  <a:schemeClr val="tx1"/>
                </a:solidFill>
                <a:latin typeface="Arial" panose="020B0604020202020204" pitchFamily="34" charset="0"/>
              </a:defRPr>
            </a:lvl9pPr>
          </a:lstStyle>
          <a:p>
            <a:pPr marL="0" marR="0" lvl="0" indent="0" algn="r" defTabSz="930275" rtl="0" eaLnBrk="1" fontAlgn="base" latinLnBrk="0" hangingPunct="1">
              <a:lnSpc>
                <a:spcPct val="100000"/>
              </a:lnSpc>
              <a:spcBef>
                <a:spcPct val="0"/>
              </a:spcBef>
              <a:spcAft>
                <a:spcPct val="0"/>
              </a:spcAft>
              <a:buClrTx/>
              <a:buSzTx/>
              <a:buFontTx/>
              <a:buNone/>
              <a:tabLst/>
              <a:defRPr/>
            </a:pPr>
            <a:fld id="{FE119092-9BCD-40C2-ACBC-17A0A64429AC}"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30275" rtl="0" eaLnBrk="1" fontAlgn="base" latinLnBrk="0" hangingPunct="1">
                <a:lnSpc>
                  <a:spcPct val="100000"/>
                </a:lnSpc>
                <a:spcBef>
                  <a:spcPct val="0"/>
                </a:spcBef>
                <a:spcAft>
                  <a:spcPct val="0"/>
                </a:spcAft>
                <a:buClrTx/>
                <a:buSzTx/>
                <a:buFontTx/>
                <a:buNone/>
                <a:tabLst/>
                <a:defRPr/>
              </a:pPr>
              <a:t>25</a:t>
            </a:fld>
            <a:endPar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2771" name="Rectangle 2"/>
          <p:cNvSpPr>
            <a:spLocks noGrp="1" noRot="1" noChangeAspect="1" noChangeArrowheads="1" noTextEdit="1"/>
          </p:cNvSpPr>
          <p:nvPr>
            <p:ph type="sldImg"/>
          </p:nvPr>
        </p:nvSpPr>
        <p:spPr>
          <a:xfrm>
            <a:off x="1103313" y="571500"/>
            <a:ext cx="4443412" cy="3332163"/>
          </a:xfrm>
          <a:ln/>
        </p:spPr>
      </p:sp>
      <p:sp>
        <p:nvSpPr>
          <p:cNvPr id="32772" name="Rectangle 3"/>
          <p:cNvSpPr>
            <a:spLocks noGrp="1" noChangeArrowheads="1"/>
          </p:cNvSpPr>
          <p:nvPr>
            <p:ph type="body" idx="1"/>
          </p:nvPr>
        </p:nvSpPr>
        <p:spPr>
          <a:xfrm>
            <a:off x="876300" y="4052888"/>
            <a:ext cx="5267325" cy="4368800"/>
          </a:xfrm>
          <a:noFill/>
        </p:spPr>
        <p:txBody>
          <a:bodyPr lIns="87863" tIns="43932" rIns="87863" bIns="43932"/>
          <a:lstStyle/>
          <a:p>
            <a:pPr eaLnBrk="1" hangingPunct="1"/>
            <a:r>
              <a:rPr lang="en-US" altLang="zh-CN" b="1" smtClean="0"/>
              <a:t>EUI-64 to IPv6 Interface Identifier</a:t>
            </a:r>
            <a:endParaRPr lang="en-CA" altLang="en-US" smtClean="0"/>
          </a:p>
          <a:p>
            <a:pPr eaLnBrk="1" hangingPunct="1"/>
            <a:r>
              <a:rPr lang="en-CA" altLang="en-US" smtClean="0"/>
              <a:t>The interface identifier for stateless auto-configuration in an Ethernet environment uses the modified EUI-64 format. This format expands the 48-bit Ethernet MAC address format to a 64-bit version by inserting "FFFE" in the middle of the 48 bits. This creates a 64-bit version.</a:t>
            </a:r>
          </a:p>
          <a:p>
            <a:pPr eaLnBrk="1" hangingPunct="1"/>
            <a:r>
              <a:rPr lang="en-CA" altLang="en-US" smtClean="0"/>
              <a:t>The 7</a:t>
            </a:r>
            <a:r>
              <a:rPr lang="en-CA" altLang="en-US" baseline="30000" smtClean="0"/>
              <a:t>th</a:t>
            </a:r>
            <a:r>
              <a:rPr lang="en-CA" altLang="en-US" smtClean="0"/>
              <a:t> bit (starting with the leftmost bit as “1”) in an IPv6 interface identifier is referred to as the Universal/Local bit, or U/L bit.  This bit identifies whether this interface identifier is locally unique on the link or that it is universally unique.  In the case where the interface identifier is created from an Ethernet MAC address, it is assumed that the MAC address is universally unique and, therefore, the interface identifier is universally unique.</a:t>
            </a:r>
          </a:p>
          <a:p>
            <a:pPr eaLnBrk="1" hangingPunct="1"/>
            <a:r>
              <a:rPr lang="en-CA" altLang="en-US" smtClean="0"/>
              <a:t>The rationale of the U/L bit is for future use of the upper-layer protocols to uniquely identify a connection, even in the context of a change in the leftmost part of the address. However, this is not yet used.</a:t>
            </a:r>
          </a:p>
          <a:p>
            <a:pPr eaLnBrk="1" hangingPunct="1"/>
            <a:r>
              <a:rPr lang="en-CA" altLang="en-US" smtClean="0"/>
              <a:t>The 8</a:t>
            </a:r>
            <a:r>
              <a:rPr lang="en-CA" altLang="en-US" baseline="30000" smtClean="0"/>
              <a:t>th</a:t>
            </a:r>
            <a:r>
              <a:rPr lang="en-CA" altLang="en-US" smtClean="0"/>
              <a:t> bit (starting with leftmost bit as “1”), also known as the “G” bit, is a group/individual bit for managing groups.</a:t>
            </a:r>
          </a:p>
          <a:p>
            <a:pPr eaLnBrk="1" hangingPunct="1"/>
            <a:endParaRPr lang="en-CA" altLang="en-US" smtClean="0"/>
          </a:p>
          <a:p>
            <a:pPr eaLnBrk="1" hangingPunct="1"/>
            <a:r>
              <a:rPr lang="en-CA" altLang="en-US" b="1" smtClean="0"/>
              <a:t>Note to Graphic Designer:</a:t>
            </a:r>
          </a:p>
          <a:p>
            <a:pPr eaLnBrk="1" hangingPunct="1"/>
            <a:r>
              <a:rPr lang="en-CA" altLang="en-US" smtClean="0"/>
              <a:t>Animation is needed for this slide.</a:t>
            </a:r>
          </a:p>
          <a:p>
            <a:pPr eaLnBrk="1" hangingPunct="1"/>
            <a:r>
              <a:rPr lang="en-CA" altLang="en-US" smtClean="0"/>
              <a:t>Stage 1: Show Ethernet MAC address (top address on slide) and two FF and FE blocks.</a:t>
            </a:r>
          </a:p>
          <a:p>
            <a:pPr eaLnBrk="1" hangingPunct="1"/>
            <a:r>
              <a:rPr lang="en-CA" altLang="en-US" smtClean="0"/>
              <a:t>Stage 2: Show the FF and FE blocks going in-between blocks 27 and 17 of Ethernet address. Change label of address to Ethernet MAC address (64 bits). Also Show the U/L bit coming out of the OO block with the where U = information.</a:t>
            </a:r>
          </a:p>
          <a:p>
            <a:pPr eaLnBrk="1" hangingPunct="1"/>
            <a:r>
              <a:rPr lang="en-CA" altLang="en-US" smtClean="0"/>
              <a:t>Stage 3: Show final Modified EUI-64 address. </a:t>
            </a:r>
          </a:p>
          <a:p>
            <a:pPr eaLnBrk="1" hangingPunct="1"/>
            <a:endParaRPr lang="en-CA" altLang="en-US" b="1" smtClean="0"/>
          </a:p>
          <a:p>
            <a:pPr eaLnBrk="1" hangingPunct="1"/>
            <a:endParaRPr lang="en-CA" altLang="en-US" b="1" smtClean="0"/>
          </a:p>
          <a:p>
            <a:pPr eaLnBrk="1" hangingPunct="1"/>
            <a:r>
              <a:rPr lang="en-CA" altLang="en-US" b="1" smtClean="0"/>
              <a:t>Instructor Note</a:t>
            </a:r>
          </a:p>
          <a:p>
            <a:pPr eaLnBrk="1" hangingPunct="1"/>
            <a:r>
              <a:rPr lang="en-CA" altLang="en-US" smtClean="0"/>
              <a:t>Discuss the transformative process for EUI-64 to IPv6 interface identifier.</a:t>
            </a:r>
          </a:p>
        </p:txBody>
      </p:sp>
    </p:spTree>
    <p:extLst>
      <p:ext uri="{BB962C8B-B14F-4D97-AF65-F5344CB8AC3E}">
        <p14:creationId xmlns:p14="http://schemas.microsoft.com/office/powerpoint/2010/main" val="26344701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31</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1708127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32</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8642599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33</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7878206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773F6A0-51DB-41E5-945E-1A360E0090C8}" type="slidenum">
              <a:rPr lang="en-US" smtClean="0">
                <a:solidFill>
                  <a:prstClr val="black"/>
                </a:solidFill>
              </a:rPr>
              <a:pPr>
                <a:defRPr/>
              </a:pPr>
              <a:t>34</a:t>
            </a:fld>
            <a:endParaRPr lang="en-US">
              <a:solidFill>
                <a:prstClr val="black"/>
              </a:solidFill>
            </a:endParaRPr>
          </a:p>
        </p:txBody>
      </p:sp>
    </p:spTree>
    <p:extLst>
      <p:ext uri="{BB962C8B-B14F-4D97-AF65-F5344CB8AC3E}">
        <p14:creationId xmlns:p14="http://schemas.microsoft.com/office/powerpoint/2010/main" val="42150806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sz="2000">
                <a:solidFill>
                  <a:schemeClr val="tx1"/>
                </a:solidFill>
                <a:latin typeface="Arial" pitchFamily="34" charset="0"/>
              </a:defRPr>
            </a:lvl1pPr>
            <a:lvl2pPr marL="742950" indent="-285750">
              <a:defRPr sz="2000">
                <a:solidFill>
                  <a:schemeClr val="tx1"/>
                </a:solidFill>
                <a:latin typeface="Arial" pitchFamily="34" charset="0"/>
              </a:defRPr>
            </a:lvl2pPr>
            <a:lvl3pPr marL="1143000" indent="-228600">
              <a:defRPr sz="20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fontAlgn="base" hangingPunct="0">
              <a:lnSpc>
                <a:spcPct val="90000"/>
              </a:lnSpc>
              <a:spcBef>
                <a:spcPct val="0"/>
              </a:spcBef>
              <a:spcAft>
                <a:spcPct val="0"/>
              </a:spcAft>
              <a:defRPr sz="2000">
                <a:solidFill>
                  <a:schemeClr val="tx1"/>
                </a:solidFill>
                <a:latin typeface="Arial" pitchFamily="34" charset="0"/>
              </a:defRPr>
            </a:lvl6pPr>
            <a:lvl7pPr marL="2971800" indent="-228600" eaLnBrk="0" fontAlgn="base" hangingPunct="0">
              <a:lnSpc>
                <a:spcPct val="90000"/>
              </a:lnSpc>
              <a:spcBef>
                <a:spcPct val="0"/>
              </a:spcBef>
              <a:spcAft>
                <a:spcPct val="0"/>
              </a:spcAft>
              <a:defRPr sz="2000">
                <a:solidFill>
                  <a:schemeClr val="tx1"/>
                </a:solidFill>
                <a:latin typeface="Arial" pitchFamily="34" charset="0"/>
              </a:defRPr>
            </a:lvl7pPr>
            <a:lvl8pPr marL="3429000" indent="-228600" eaLnBrk="0" fontAlgn="base" hangingPunct="0">
              <a:lnSpc>
                <a:spcPct val="90000"/>
              </a:lnSpc>
              <a:spcBef>
                <a:spcPct val="0"/>
              </a:spcBef>
              <a:spcAft>
                <a:spcPct val="0"/>
              </a:spcAft>
              <a:defRPr sz="2000">
                <a:solidFill>
                  <a:schemeClr val="tx1"/>
                </a:solidFill>
                <a:latin typeface="Arial" pitchFamily="34" charset="0"/>
              </a:defRPr>
            </a:lvl8pPr>
            <a:lvl9pPr marL="3886200" indent="-228600" eaLnBrk="0" fontAlgn="base" hangingPunct="0">
              <a:lnSpc>
                <a:spcPct val="90000"/>
              </a:lnSpc>
              <a:spcBef>
                <a:spcPct val="0"/>
              </a:spcBef>
              <a:spcAft>
                <a:spcPct val="0"/>
              </a:spcAft>
              <a:defRPr sz="2000">
                <a:solidFill>
                  <a:schemeClr val="tx1"/>
                </a:solidFill>
                <a:latin typeface="Arial" pitchFamily="34" charset="0"/>
              </a:defRPr>
            </a:lvl9pPr>
          </a:lstStyle>
          <a:p>
            <a:fld id="{409CC8F6-8A05-4DF6-8824-FDC559ED97D6}" type="slidenum">
              <a:rPr lang="en-US" sz="1200" smtClean="0"/>
              <a:pPr/>
              <a:t>36</a:t>
            </a:fld>
            <a:endParaRPr lang="en-US" sz="1200"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xfrm>
            <a:off x="685800" y="4343400"/>
            <a:ext cx="5486400" cy="4114800"/>
          </a:xfrm>
          <a:noFill/>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37</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28095430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38</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27999443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39</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9744721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1"/>
          <p:cNvSpPr>
            <a:spLocks noGrp="1" noChangeArrowheads="1"/>
          </p:cNvSpPr>
          <p:nvPr>
            <p:ph type="sldNum" sz="quarter" idx="5"/>
          </p:nvPr>
        </p:nvSpPr>
        <p:spPr>
          <a:noFill/>
        </p:spPr>
        <p:txBody>
          <a:bodyPr/>
          <a:lstStyle>
            <a:lvl1pPr defTabSz="900113">
              <a:defRPr sz="3000" b="1">
                <a:solidFill>
                  <a:schemeClr val="tx1"/>
                </a:solidFill>
                <a:latin typeface="Arial" panose="020B0604020202020204" pitchFamily="34" charset="0"/>
              </a:defRPr>
            </a:lvl1pPr>
            <a:lvl2pPr marL="742950" indent="-285750" defTabSz="900113">
              <a:defRPr sz="3000" b="1">
                <a:solidFill>
                  <a:schemeClr val="tx1"/>
                </a:solidFill>
                <a:latin typeface="Arial" panose="020B0604020202020204" pitchFamily="34" charset="0"/>
              </a:defRPr>
            </a:lvl2pPr>
            <a:lvl3pPr marL="1143000" indent="-228600" defTabSz="900113">
              <a:defRPr sz="3000" b="1">
                <a:solidFill>
                  <a:schemeClr val="tx1"/>
                </a:solidFill>
                <a:latin typeface="Arial" panose="020B0604020202020204" pitchFamily="34" charset="0"/>
              </a:defRPr>
            </a:lvl3pPr>
            <a:lvl4pPr marL="1600200" indent="-228600" defTabSz="900113">
              <a:defRPr sz="3000" b="1">
                <a:solidFill>
                  <a:schemeClr val="tx1"/>
                </a:solidFill>
                <a:latin typeface="Arial" panose="020B0604020202020204" pitchFamily="34" charset="0"/>
              </a:defRPr>
            </a:lvl4pPr>
            <a:lvl5pPr marL="2057400" indent="-228600" defTabSz="900113">
              <a:defRPr sz="3000" b="1">
                <a:solidFill>
                  <a:schemeClr val="tx1"/>
                </a:solidFill>
                <a:latin typeface="Arial" panose="020B0604020202020204" pitchFamily="34" charset="0"/>
              </a:defRPr>
            </a:lvl5pPr>
            <a:lvl6pPr marL="2514600" indent="-228600" defTabSz="900113"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900113"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900113"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900113"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900113" rtl="0" eaLnBrk="0" fontAlgn="base" latinLnBrk="0" hangingPunct="0">
              <a:lnSpc>
                <a:spcPct val="100000"/>
              </a:lnSpc>
              <a:spcBef>
                <a:spcPct val="0"/>
              </a:spcBef>
              <a:spcAft>
                <a:spcPct val="0"/>
              </a:spcAft>
              <a:buClrTx/>
              <a:buSzTx/>
              <a:buFontTx/>
              <a:buNone/>
              <a:tabLst/>
              <a:defRPr/>
            </a:pPr>
            <a:fld id="{002DAAFE-C57A-464D-9318-E11112D0D5CA}" type="slidenum">
              <a:rPr kumimoji="0" lang="zh-CN" altLang="en-US"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00113" rtl="0" eaLnBrk="0" fontAlgn="base" latinLnBrk="0" hangingPunct="0">
                <a:lnSpc>
                  <a:spcPct val="100000"/>
                </a:lnSpc>
                <a:spcBef>
                  <a:spcPct val="0"/>
                </a:spcBef>
                <a:spcAft>
                  <a:spcPct val="0"/>
                </a:spcAft>
                <a:buClrTx/>
                <a:buSzTx/>
                <a:buFontTx/>
                <a:buNone/>
                <a:tabLst/>
                <a:defRPr/>
              </a:pPr>
              <a:t>40</a:t>
            </a:fld>
            <a:endParaRPr kumimoji="0" lang="en-US" altLang="zh-CN" sz="8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p:cNvSpPr>
            <a:spLocks noGrp="1" noRot="1" noChangeAspect="1" noChangeArrowheads="1" noTextEdit="1"/>
          </p:cNvSpPr>
          <p:nvPr>
            <p:ph type="sldImg"/>
          </p:nvPr>
        </p:nvSpPr>
        <p:spPr>
          <a:xfrm>
            <a:off x="1273175" y="571500"/>
            <a:ext cx="4451350" cy="3338513"/>
          </a:xfrm>
          <a:ln/>
        </p:spPr>
      </p:sp>
      <p:sp>
        <p:nvSpPr>
          <p:cNvPr id="39940" name="Rectangle 3"/>
          <p:cNvSpPr>
            <a:spLocks noGrp="1" noChangeArrowheads="1"/>
          </p:cNvSpPr>
          <p:nvPr>
            <p:ph type="body" idx="1"/>
          </p:nvPr>
        </p:nvSpPr>
        <p:spPr>
          <a:xfrm>
            <a:off x="874713" y="4057650"/>
            <a:ext cx="5256212" cy="4373563"/>
          </a:xfrm>
          <a:noFill/>
        </p:spPr>
        <p:txBody>
          <a:bodyPr lIns="91294" tIns="45647" rIns="91294" bIns="45647"/>
          <a:lstStyle/>
          <a:p>
            <a:endParaRPr lang="zh-CN" altLang="en-US" smtClean="0"/>
          </a:p>
        </p:txBody>
      </p:sp>
    </p:spTree>
    <p:extLst>
      <p:ext uri="{BB962C8B-B14F-4D97-AF65-F5344CB8AC3E}">
        <p14:creationId xmlns:p14="http://schemas.microsoft.com/office/powerpoint/2010/main" val="18938709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0"/>
            <a:ext cx="5257800" cy="3144838"/>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5" name="Picture 3" descr="MAE0078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0"/>
            <a:ext cx="3930650" cy="314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a:solidFill>
                  <a:srgbClr val="999999"/>
                </a:solidFill>
              </a:rPr>
              <a:t>© 2007 Cisco Systems, Inc. All rights reserved.</a:t>
            </a:r>
          </a:p>
        </p:txBody>
      </p:sp>
      <p:sp>
        <p:nvSpPr>
          <p:cNvPr id="7" name="Rectangle 5"/>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a:solidFill>
                  <a:srgbClr val="999999"/>
                </a:solidFill>
              </a:rPr>
              <a:t>ICND2 v1.0—7-</a:t>
            </a:r>
            <a:fld id="{42F5A380-C643-4E9D-9DB0-EDEDE46A2FCB}" type="slidenum">
              <a:rPr lang="en-US" sz="700">
                <a:solidFill>
                  <a:srgbClr val="999999"/>
                </a:solidFill>
              </a:rPr>
              <a:pPr algn="r" defTabSz="814388">
                <a:lnSpc>
                  <a:spcPct val="100000"/>
                </a:lnSpc>
              </a:pPr>
              <a:t>‹#›</a:t>
            </a:fld>
            <a:endParaRPr lang="en-US" sz="700">
              <a:solidFill>
                <a:srgbClr val="999999"/>
              </a:solidFill>
            </a:endParaRPr>
          </a:p>
        </p:txBody>
      </p:sp>
      <p:sp>
        <p:nvSpPr>
          <p:cNvPr id="98310" name="Rectangle 6"/>
          <p:cNvSpPr>
            <a:spLocks noGrp="1" noChangeArrowheads="1"/>
          </p:cNvSpPr>
          <p:nvPr>
            <p:ph type="ctrTitle"/>
          </p:nvPr>
        </p:nvSpPr>
        <p:spPr bwMode="white">
          <a:xfrm>
            <a:off x="650875" y="3390900"/>
            <a:ext cx="6937375" cy="42068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nchor="t"/>
          <a:lstStyle>
            <a:lvl1pPr>
              <a:defRPr sz="2000">
                <a:solidFill>
                  <a:schemeClr val="bg2"/>
                </a:solidFill>
              </a:defRPr>
            </a:lvl1pPr>
          </a:lstStyle>
          <a:p>
            <a:pPr lvl="0"/>
            <a:r>
              <a:rPr lang="en-US" noProof="0" smtClean="0"/>
              <a:t>Module Title, Size 20</a:t>
            </a:r>
          </a:p>
        </p:txBody>
      </p:sp>
      <p:sp>
        <p:nvSpPr>
          <p:cNvPr id="98311" name="Rectangle 7"/>
          <p:cNvSpPr>
            <a:spLocks noGrp="1" noChangeArrowheads="1"/>
          </p:cNvSpPr>
          <p:nvPr>
            <p:ph type="subTitle" idx="1"/>
          </p:nvPr>
        </p:nvSpPr>
        <p:spPr>
          <a:xfrm>
            <a:off x="650875" y="1312863"/>
            <a:ext cx="3546475" cy="8413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rotWithShape="0">
                    <a:schemeClr val="tx1"/>
                  </a:outerShdw>
                </a:effectLst>
              </a14:hiddenEffects>
            </a:ext>
          </a:extLst>
        </p:spPr>
        <p:txBody>
          <a:bodyPr anchor="ctr"/>
          <a:lstStyle>
            <a:lvl1pPr>
              <a:lnSpc>
                <a:spcPct val="90000"/>
              </a:lnSpc>
              <a:spcBef>
                <a:spcPct val="0"/>
              </a:spcBef>
              <a:defRPr sz="3000">
                <a:solidFill>
                  <a:schemeClr val="bg1"/>
                </a:solidFill>
              </a:defRPr>
            </a:lvl1pPr>
          </a:lstStyle>
          <a:p>
            <a:pPr lvl="0"/>
            <a:r>
              <a:rPr lang="en-US" noProof="0" smtClean="0"/>
              <a:t>Lesson Title,</a:t>
            </a:r>
            <a:br>
              <a:rPr lang="en-US" noProof="0" smtClean="0"/>
            </a:br>
            <a:r>
              <a:rPr lang="en-US" noProof="0" smtClean="0"/>
              <a:t>Size 30</a:t>
            </a:r>
          </a:p>
        </p:txBody>
      </p:sp>
    </p:spTree>
    <p:extLst>
      <p:ext uri="{BB962C8B-B14F-4D97-AF65-F5344CB8AC3E}">
        <p14:creationId xmlns:p14="http://schemas.microsoft.com/office/powerpoint/2010/main" val="3884951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68955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032073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53714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171134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67431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2744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8732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913653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55110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48958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457200"/>
            <a:ext cx="5957887" cy="4895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395263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0"/>
            <a:ext cx="5257800" cy="3144838"/>
          </a:xfrm>
          <a:prstGeom prst="rect">
            <a:avLst/>
          </a:prstGeom>
          <a:solidFill>
            <a:srgbClr val="015F85"/>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p>
            <a:endParaRPr lang="vi-VN" smtClean="0">
              <a:solidFill>
                <a:srgbClr val="000000"/>
              </a:solidFill>
            </a:endParaRPr>
          </a:p>
        </p:txBody>
      </p:sp>
      <p:pic>
        <p:nvPicPr>
          <p:cNvPr id="5" name="Picture 3" descr="MAE0078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0"/>
            <a:ext cx="3930650" cy="314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p:cNvSpPr>
            <a:spLocks noChangeArrowheads="1"/>
          </p:cNvSpPr>
          <p:nvPr/>
        </p:nvSpPr>
        <p:spPr bwMode="auto">
          <a:xfrm>
            <a:off x="277813" y="6672263"/>
            <a:ext cx="20224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defTabSz="814388">
              <a:lnSpc>
                <a:spcPct val="100000"/>
              </a:lnSpc>
            </a:pPr>
            <a:r>
              <a:rPr lang="en-US" sz="700" smtClean="0">
                <a:solidFill>
                  <a:srgbClr val="999999"/>
                </a:solidFill>
              </a:rPr>
              <a:t>© 2007 Cisco Systems, Inc. All rights reserved.</a:t>
            </a:r>
          </a:p>
        </p:txBody>
      </p:sp>
      <p:sp>
        <p:nvSpPr>
          <p:cNvPr id="7" name="Rectangle 5"/>
          <p:cNvSpPr>
            <a:spLocks noChangeArrowheads="1"/>
          </p:cNvSpPr>
          <p:nvPr/>
        </p:nvSpPr>
        <p:spPr bwMode="auto">
          <a:xfrm>
            <a:off x="8015288" y="6672263"/>
            <a:ext cx="901700"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2124" tIns="41061" rIns="82124" bIns="41061" anchor="b">
            <a:spAutoFit/>
          </a:bodyPr>
          <a:lstStyle/>
          <a:p>
            <a:pPr algn="r" defTabSz="814388">
              <a:lnSpc>
                <a:spcPct val="100000"/>
              </a:lnSpc>
            </a:pPr>
            <a:r>
              <a:rPr lang="en-US" sz="700" smtClean="0">
                <a:solidFill>
                  <a:srgbClr val="999999"/>
                </a:solidFill>
              </a:rPr>
              <a:t>ICND2 v1.0—7-</a:t>
            </a:r>
            <a:fld id="{00BC0400-C270-4E3D-8915-2B876DD324EE}" type="slidenum">
              <a:rPr lang="en-US" sz="700" smtClean="0">
                <a:solidFill>
                  <a:srgbClr val="999999"/>
                </a:solidFill>
              </a:rPr>
              <a:pPr algn="r" defTabSz="814388">
                <a:lnSpc>
                  <a:spcPct val="100000"/>
                </a:lnSpc>
              </a:pPr>
              <a:t>‹#›</a:t>
            </a:fld>
            <a:endParaRPr lang="en-US" sz="700" smtClean="0">
              <a:solidFill>
                <a:srgbClr val="999999"/>
              </a:solidFill>
            </a:endParaRPr>
          </a:p>
        </p:txBody>
      </p:sp>
      <p:sp>
        <p:nvSpPr>
          <p:cNvPr id="98310" name="Rectangle 6"/>
          <p:cNvSpPr>
            <a:spLocks noGrp="1" noChangeArrowheads="1"/>
          </p:cNvSpPr>
          <p:nvPr>
            <p:ph type="ctrTitle"/>
          </p:nvPr>
        </p:nvSpPr>
        <p:spPr bwMode="white">
          <a:xfrm>
            <a:off x="650875" y="3390900"/>
            <a:ext cx="6937375" cy="420688"/>
          </a:xfrm>
          <a:ln/>
        </p:spPr>
        <p:txBody>
          <a:bodyPr anchor="t"/>
          <a:lstStyle>
            <a:lvl1pPr>
              <a:defRPr sz="2000">
                <a:solidFill>
                  <a:schemeClr val="bg2"/>
                </a:solidFill>
              </a:defRPr>
            </a:lvl1pPr>
          </a:lstStyle>
          <a:p>
            <a:r>
              <a:rPr lang="en-US"/>
              <a:t>Module Title, Size 20</a:t>
            </a:r>
          </a:p>
        </p:txBody>
      </p:sp>
      <p:sp>
        <p:nvSpPr>
          <p:cNvPr id="98311" name="Rectangle 7"/>
          <p:cNvSpPr>
            <a:spLocks noGrp="1" noChangeArrowheads="1"/>
          </p:cNvSpPr>
          <p:nvPr>
            <p:ph type="subTitle" idx="1"/>
          </p:nvPr>
        </p:nvSpPr>
        <p:spPr>
          <a:xfrm>
            <a:off x="650875" y="1312863"/>
            <a:ext cx="3546475" cy="841375"/>
          </a:xfrm>
          <a:ln/>
        </p:spPr>
        <p:txBody>
          <a:bodyPr anchor="ctr"/>
          <a:lstStyle>
            <a:lvl1pPr>
              <a:lnSpc>
                <a:spcPct val="90000"/>
              </a:lnSpc>
              <a:spcBef>
                <a:spcPct val="0"/>
              </a:spcBef>
              <a:defRPr sz="3000">
                <a:solidFill>
                  <a:schemeClr val="bg1"/>
                </a:solidFill>
              </a:defRPr>
            </a:lvl1pPr>
          </a:lstStyle>
          <a:p>
            <a:r>
              <a:rPr lang="en-US"/>
              <a:t>Lesson Title,</a:t>
            </a:r>
            <a:br>
              <a:rPr lang="en-US"/>
            </a:br>
            <a:r>
              <a:rPr lang="en-US"/>
              <a:t>Size 30</a:t>
            </a:r>
          </a:p>
        </p:txBody>
      </p:sp>
    </p:spTree>
    <p:extLst>
      <p:ext uri="{BB962C8B-B14F-4D97-AF65-F5344CB8AC3E}">
        <p14:creationId xmlns:p14="http://schemas.microsoft.com/office/powerpoint/2010/main" val="38703917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Tree>
    <p:extLst>
      <p:ext uri="{BB962C8B-B14F-4D97-AF65-F5344CB8AC3E}">
        <p14:creationId xmlns:p14="http://schemas.microsoft.com/office/powerpoint/2010/main" val="24465047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2187326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Tree>
    <p:extLst>
      <p:ext uri="{BB962C8B-B14F-4D97-AF65-F5344CB8AC3E}">
        <p14:creationId xmlns:p14="http://schemas.microsoft.com/office/powerpoint/2010/main" val="1988906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Tree>
    <p:extLst>
      <p:ext uri="{BB962C8B-B14F-4D97-AF65-F5344CB8AC3E}">
        <p14:creationId xmlns:p14="http://schemas.microsoft.com/office/powerpoint/2010/main" val="1152334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Tree>
    <p:extLst>
      <p:ext uri="{BB962C8B-B14F-4D97-AF65-F5344CB8AC3E}">
        <p14:creationId xmlns:p14="http://schemas.microsoft.com/office/powerpoint/2010/main" val="1510592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573003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08440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vi-V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362406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Tree>
    <p:extLst>
      <p:ext uri="{BB962C8B-B14F-4D97-AF65-F5344CB8AC3E}">
        <p14:creationId xmlns:p14="http://schemas.microsoft.com/office/powerpoint/2010/main" val="41878503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4895850"/>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655638" y="457200"/>
            <a:ext cx="5957887" cy="4895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Tree>
    <p:extLst>
      <p:ext uri="{BB962C8B-B14F-4D97-AF65-F5344CB8AC3E}">
        <p14:creationId xmlns:p14="http://schemas.microsoft.com/office/powerpoint/2010/main" val="2160144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373941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993335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104091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929781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269821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084141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879073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327826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020717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419305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E65108-008F-45DA-9B84-5B040F7030E8}" type="datetimeFigureOut">
              <a:rPr lang="en-US">
                <a:solidFill>
                  <a:prstClr val="black">
                    <a:tint val="75000"/>
                  </a:prstClr>
                </a:solidFill>
              </a:rPr>
              <a:pPr/>
              <a:t>6/13/2017</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23110A1-5E60-47DA-9A89-BB996243B757}"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830917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0"/>
            <a:ext cx="5257800" cy="3144838"/>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3000" b="1">
              <a:solidFill>
                <a:srgbClr val="000000"/>
              </a:solidFill>
              <a:latin typeface="Arial"/>
            </a:endParaRPr>
          </a:p>
        </p:txBody>
      </p:sp>
      <p:pic>
        <p:nvPicPr>
          <p:cNvPr id="5" name="Picture 3" descr="MAE0078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0"/>
            <a:ext cx="3930650" cy="314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a:solidFill>
                  <a:srgbClr val="999999"/>
                </a:solidFill>
                <a:latin typeface="Arial"/>
              </a:rPr>
              <a:t>© 2007 Cisco Systems, Inc. All rights reserved.</a:t>
            </a:r>
          </a:p>
        </p:txBody>
      </p:sp>
      <p:sp>
        <p:nvSpPr>
          <p:cNvPr id="7" name="Rectangle 7"/>
          <p:cNvSpPr>
            <a:spLocks noChangeArrowheads="1"/>
          </p:cNvSpPr>
          <p:nvPr userDrawn="1"/>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a:solidFill>
                  <a:srgbClr val="999999"/>
                </a:solidFill>
                <a:latin typeface="Arial"/>
              </a:rPr>
              <a:t>ICND1 v1.0—4-</a:t>
            </a:r>
            <a:fld id="{BD206323-94E8-4E29-975B-54E102AAFB35}" type="slidenum">
              <a:rPr lang="en-US" sz="700">
                <a:solidFill>
                  <a:srgbClr val="999999"/>
                </a:solidFill>
                <a:latin typeface="Arial"/>
              </a:rPr>
              <a:pPr algn="r" defTabSz="814388">
                <a:lnSpc>
                  <a:spcPct val="100000"/>
                </a:lnSpc>
              </a:pPr>
              <a:t>‹#›</a:t>
            </a:fld>
            <a:endParaRPr lang="en-US" sz="700">
              <a:solidFill>
                <a:srgbClr val="999999"/>
              </a:solidFill>
              <a:latin typeface="Arial"/>
            </a:endParaRPr>
          </a:p>
        </p:txBody>
      </p:sp>
      <p:sp>
        <p:nvSpPr>
          <p:cNvPr id="38917" name="Rectangle 5"/>
          <p:cNvSpPr>
            <a:spLocks noGrp="1" noChangeArrowheads="1"/>
          </p:cNvSpPr>
          <p:nvPr>
            <p:ph type="ctrTitle"/>
          </p:nvPr>
        </p:nvSpPr>
        <p:spPr bwMode="white">
          <a:xfrm>
            <a:off x="650875" y="3390900"/>
            <a:ext cx="6937375" cy="42068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nchor="t"/>
          <a:lstStyle>
            <a:lvl1pPr>
              <a:defRPr sz="2000">
                <a:solidFill>
                  <a:schemeClr val="bg2"/>
                </a:solidFill>
              </a:defRPr>
            </a:lvl1pPr>
          </a:lstStyle>
          <a:p>
            <a:pPr lvl="0"/>
            <a:r>
              <a:rPr lang="en-US" noProof="0" smtClean="0"/>
              <a:t>Module Title, Size 20</a:t>
            </a:r>
          </a:p>
        </p:txBody>
      </p:sp>
      <p:sp>
        <p:nvSpPr>
          <p:cNvPr id="38918" name="Rectangle 6"/>
          <p:cNvSpPr>
            <a:spLocks noGrp="1" noChangeArrowheads="1"/>
          </p:cNvSpPr>
          <p:nvPr>
            <p:ph type="subTitle" idx="1"/>
          </p:nvPr>
        </p:nvSpPr>
        <p:spPr>
          <a:xfrm>
            <a:off x="650875" y="1312863"/>
            <a:ext cx="3546475" cy="8413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rotWithShape="0">
                    <a:schemeClr val="tx1"/>
                  </a:outerShdw>
                </a:effectLst>
              </a14:hiddenEffects>
            </a:ext>
          </a:extLst>
        </p:spPr>
        <p:txBody>
          <a:bodyPr anchor="ctr"/>
          <a:lstStyle>
            <a:lvl1pPr>
              <a:lnSpc>
                <a:spcPct val="90000"/>
              </a:lnSpc>
              <a:spcBef>
                <a:spcPct val="0"/>
              </a:spcBef>
              <a:defRPr sz="3000">
                <a:solidFill>
                  <a:schemeClr val="bg1"/>
                </a:solidFill>
              </a:defRPr>
            </a:lvl1pPr>
          </a:lstStyle>
          <a:p>
            <a:pPr lvl="0"/>
            <a:r>
              <a:rPr lang="en-US" noProof="0" smtClean="0"/>
              <a:t>Lesson Title,</a:t>
            </a:r>
            <a:br>
              <a:rPr lang="en-US" noProof="0" smtClean="0"/>
            </a:br>
            <a:r>
              <a:rPr lang="en-US" noProof="0" smtClean="0"/>
              <a:t>Size 30</a:t>
            </a:r>
          </a:p>
        </p:txBody>
      </p:sp>
    </p:spTree>
    <p:extLst>
      <p:ext uri="{BB962C8B-B14F-4D97-AF65-F5344CB8AC3E}">
        <p14:creationId xmlns:p14="http://schemas.microsoft.com/office/powerpoint/2010/main" val="16357082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206556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307218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4209184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26007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240916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8383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926940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33856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1292679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48958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457200"/>
            <a:ext cx="5957887" cy="4895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861058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55638" y="1781175"/>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781175"/>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482487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7940675"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5638" y="3643313"/>
            <a:ext cx="7940675"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613554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30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5" name="Rectangle 4"/>
          <p:cNvSpPr>
            <a:spLocks noChangeArrowheads="1"/>
          </p:cNvSpPr>
          <p:nvPr/>
        </p:nvSpPr>
        <p:spPr bwMode="auto">
          <a:xfrm>
            <a:off x="8043863" y="6634163"/>
            <a:ext cx="852487"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ctr">
            <a:spAutoFit/>
          </a:bodyPr>
          <a:lstStyle>
            <a:lvl1pPr defTabSz="814388">
              <a:defRPr sz="3000" b="1">
                <a:solidFill>
                  <a:schemeClr val="tx1"/>
                </a:solidFill>
                <a:latin typeface="Arial" panose="020B0604020202020204" pitchFamily="34" charset="0"/>
              </a:defRPr>
            </a:lvl1pPr>
            <a:lvl2pPr marL="742950" indent="-285750" defTabSz="814388">
              <a:defRPr sz="3000" b="1">
                <a:solidFill>
                  <a:schemeClr val="tx1"/>
                </a:solidFill>
                <a:latin typeface="Arial" panose="020B0604020202020204" pitchFamily="34" charset="0"/>
              </a:defRPr>
            </a:lvl2pPr>
            <a:lvl3pPr marL="1143000" indent="-228600" defTabSz="814388">
              <a:defRPr sz="3000" b="1">
                <a:solidFill>
                  <a:schemeClr val="tx1"/>
                </a:solidFill>
                <a:latin typeface="Arial" panose="020B0604020202020204" pitchFamily="34" charset="0"/>
              </a:defRPr>
            </a:lvl3pPr>
            <a:lvl4pPr marL="1600200" indent="-228600" defTabSz="814388">
              <a:defRPr sz="3000" b="1">
                <a:solidFill>
                  <a:schemeClr val="tx1"/>
                </a:solidFill>
                <a:latin typeface="Arial" panose="020B0604020202020204" pitchFamily="34" charset="0"/>
              </a:defRPr>
            </a:lvl4pPr>
            <a:lvl5pPr marL="2057400" indent="-228600" defTabSz="814388">
              <a:defRPr sz="30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814388"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smtClean="0">
                <a:ln>
                  <a:noFill/>
                </a:ln>
                <a:solidFill>
                  <a:srgbClr val="C0C0C0"/>
                </a:solidFill>
                <a:effectLst/>
                <a:uLnTx/>
                <a:uFillTx/>
                <a:latin typeface="Arial" panose="020B0604020202020204" pitchFamily="34" charset="0"/>
                <a:ea typeface="宋体" panose="02010600030101010101" pitchFamily="2" charset="-122"/>
                <a:cs typeface="+mn-cs"/>
              </a:rPr>
              <a:t>BSCI v3.0—2-</a:t>
            </a:r>
            <a:fld id="{4B1E1D0D-2910-41FD-9620-1CEB6C16D057}" type="slidenum">
              <a:rPr kumimoji="0" lang="en-US" altLang="zh-CN" sz="700" b="1" i="0" u="none" strike="noStrike" kern="1200" cap="none" spc="0" normalizeH="0" baseline="0" noProof="0" smtClean="0">
                <a:ln>
                  <a:noFill/>
                </a:ln>
                <a:solidFill>
                  <a:srgbClr val="C0C0C0"/>
                </a:solidFill>
                <a:effectLst/>
                <a:uLnTx/>
                <a:uFillTx/>
                <a:latin typeface="Arial" panose="020B0604020202020204" pitchFamily="34" charset="0"/>
                <a:ea typeface="宋体" panose="02010600030101010101" pitchFamily="2" charset="-122"/>
                <a:cs typeface="+mn-cs"/>
              </a:rPr>
              <a:pPr marL="0" marR="0" lvl="0" indent="0" algn="r" defTabSz="814388" rtl="0" eaLnBrk="0" fontAlgn="base" latinLnBrk="0" hangingPunct="0">
                <a:lnSpc>
                  <a:spcPct val="100000"/>
                </a:lnSpc>
                <a:spcBef>
                  <a:spcPct val="0"/>
                </a:spcBef>
                <a:spcAft>
                  <a:spcPct val="0"/>
                </a:spcAft>
                <a:buClrTx/>
                <a:buSzTx/>
                <a:buFontTx/>
                <a:buNone/>
                <a:tabLst/>
                <a:defRPr/>
              </a:pPr>
              <a:t>‹#›</a:t>
            </a:fld>
            <a:endParaRPr kumimoji="0" lang="en-US" altLang="zh-CN" sz="700" b="1" i="0" u="none" strike="noStrike" kern="1200" cap="none" spc="0" normalizeH="0" baseline="0" noProof="0" smtClean="0">
              <a:ln>
                <a:noFill/>
              </a:ln>
              <a:solidFill>
                <a:srgbClr val="C0C0C0"/>
              </a:solidFill>
              <a:effectLst/>
              <a:uLnTx/>
              <a:uFillTx/>
              <a:latin typeface="Arial" panose="020B0604020202020204" pitchFamily="34" charset="0"/>
              <a:ea typeface="宋体" panose="02010600030101010101" pitchFamily="2" charset="-122"/>
              <a:cs typeface="+mn-cs"/>
            </a:endParaRPr>
          </a:p>
        </p:txBody>
      </p:sp>
      <p:sp>
        <p:nvSpPr>
          <p:cNvPr id="6" name="Rectangle 5"/>
          <p:cNvSpPr>
            <a:spLocks noChangeArrowheads="1"/>
          </p:cNvSpPr>
          <p:nvPr/>
        </p:nvSpPr>
        <p:spPr bwMode="auto">
          <a:xfrm>
            <a:off x="0" y="2454275"/>
            <a:ext cx="9144000" cy="41116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30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pic>
        <p:nvPicPr>
          <p:cNvPr id="7" name="Picture 8" descr="MAD00558_jv"/>
          <p:cNvPicPr>
            <a:picLocks noChangeAspect="1" noChangeArrowheads="1"/>
          </p:cNvPicPr>
          <p:nvPr/>
        </p:nvPicPr>
        <p:blipFill>
          <a:blip r:embed="rId2">
            <a:extLst>
              <a:ext uri="{28A0092B-C50C-407E-A947-70E740481C1C}">
                <a14:useLocalDpi xmlns:a14="http://schemas.microsoft.com/office/drawing/2010/main" val="0"/>
              </a:ext>
            </a:extLst>
          </a:blip>
          <a:srcRect t="13670" b="64130"/>
          <a:stretch>
            <a:fillRect/>
          </a:stretch>
        </p:blipFill>
        <p:spPr bwMode="auto">
          <a:xfrm>
            <a:off x="0" y="0"/>
            <a:ext cx="91408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2406" name="Rectangle 6"/>
          <p:cNvSpPr>
            <a:spLocks noGrp="1" noChangeArrowheads="1"/>
          </p:cNvSpPr>
          <p:nvPr>
            <p:ph type="ctrTitle" sz="quarter"/>
          </p:nvPr>
        </p:nvSpPr>
        <p:spPr bwMode="auto">
          <a:xfrm>
            <a:off x="655638" y="2951163"/>
            <a:ext cx="7797800" cy="504825"/>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ctr"/>
          <a:lstStyle>
            <a:lvl1pPr>
              <a:defRPr sz="2000"/>
            </a:lvl1pPr>
          </a:lstStyle>
          <a:p>
            <a:pPr lvl="0"/>
            <a:r>
              <a:rPr lang="en-US" altLang="zh-CN" noProof="0" smtClean="0"/>
              <a:t>Module Title (Size 20)</a:t>
            </a:r>
          </a:p>
        </p:txBody>
      </p:sp>
      <p:sp>
        <p:nvSpPr>
          <p:cNvPr id="742407" name="Rectangle 7"/>
          <p:cNvSpPr>
            <a:spLocks noGrp="1" noChangeArrowheads="1"/>
          </p:cNvSpPr>
          <p:nvPr>
            <p:ph type="subTitle" sz="quarter" idx="1"/>
          </p:nvPr>
        </p:nvSpPr>
        <p:spPr>
          <a:xfrm>
            <a:off x="655638" y="3606800"/>
            <a:ext cx="7802562" cy="533400"/>
          </a:xfrm>
        </p:spPr>
        <p:txBody>
          <a:bodyPr lIns="91440" tIns="45720" rIns="91440" bIns="45720"/>
          <a:lstStyle>
            <a:lvl1pPr>
              <a:lnSpc>
                <a:spcPct val="90000"/>
              </a:lnSpc>
              <a:defRPr sz="2800">
                <a:solidFill>
                  <a:schemeClr val="bg1"/>
                </a:solidFill>
              </a:defRPr>
            </a:lvl1pPr>
          </a:lstStyle>
          <a:p>
            <a:pPr lvl="0"/>
            <a:r>
              <a:rPr lang="en-US" altLang="zh-CN" noProof="0" smtClean="0"/>
              <a:t>Lesson Title (Size 28)</a:t>
            </a:r>
          </a:p>
        </p:txBody>
      </p:sp>
    </p:spTree>
    <p:extLst>
      <p:ext uri="{BB962C8B-B14F-4D97-AF65-F5344CB8AC3E}">
        <p14:creationId xmlns:p14="http://schemas.microsoft.com/office/powerpoint/2010/main" val="9910553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13266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3192175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36713"/>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636713"/>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257201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316926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801448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7705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264621002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33661388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298000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225425"/>
            <a:ext cx="2035175" cy="49831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225425"/>
            <a:ext cx="5957887" cy="4983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2936576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7940675"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5638" y="3643313"/>
            <a:ext cx="7940675"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1006666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5" name="Rectangle 5"/>
          <p:cNvSpPr>
            <a:spLocks noChangeArrowheads="1"/>
          </p:cNvSpPr>
          <p:nvPr/>
        </p:nvSpPr>
        <p:spPr bwMode="auto">
          <a:xfrm>
            <a:off x="0" y="2454275"/>
            <a:ext cx="9144000" cy="41116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pic>
        <p:nvPicPr>
          <p:cNvPr id="6" name="Picture 8" descr="MAD00558_jv"/>
          <p:cNvPicPr>
            <a:picLocks noChangeAspect="1" noChangeArrowheads="1"/>
          </p:cNvPicPr>
          <p:nvPr/>
        </p:nvPicPr>
        <p:blipFill>
          <a:blip r:embed="rId2">
            <a:extLst>
              <a:ext uri="{28A0092B-C50C-407E-A947-70E740481C1C}">
                <a14:useLocalDpi xmlns:a14="http://schemas.microsoft.com/office/drawing/2010/main" val="0"/>
              </a:ext>
            </a:extLst>
          </a:blip>
          <a:srcRect t="13670" b="64130"/>
          <a:stretch>
            <a:fillRect/>
          </a:stretch>
        </p:blipFill>
        <p:spPr bwMode="auto">
          <a:xfrm>
            <a:off x="0" y="0"/>
            <a:ext cx="91408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0" name="Rectangle 6"/>
          <p:cNvSpPr>
            <a:spLocks noGrp="1" noChangeArrowheads="1"/>
          </p:cNvSpPr>
          <p:nvPr>
            <p:ph type="ctrTitle" sz="quarter"/>
          </p:nvPr>
        </p:nvSpPr>
        <p:spPr bwMode="auto">
          <a:xfrm>
            <a:off x="655638" y="2951163"/>
            <a:ext cx="7797800" cy="504825"/>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ctr"/>
          <a:lstStyle>
            <a:lvl1pPr>
              <a:defRPr sz="2000"/>
            </a:lvl1pPr>
          </a:lstStyle>
          <a:p>
            <a:pPr lvl="0"/>
            <a:r>
              <a:rPr lang="en-US" altLang="zh-CN" noProof="0" smtClean="0"/>
              <a:t>Module Title (Size 20)</a:t>
            </a:r>
          </a:p>
        </p:txBody>
      </p:sp>
      <p:sp>
        <p:nvSpPr>
          <p:cNvPr id="123911" name="Rectangle 7"/>
          <p:cNvSpPr>
            <a:spLocks noGrp="1" noChangeArrowheads="1"/>
          </p:cNvSpPr>
          <p:nvPr>
            <p:ph type="subTitle" sz="quarter" idx="1"/>
          </p:nvPr>
        </p:nvSpPr>
        <p:spPr>
          <a:xfrm>
            <a:off x="655638" y="3606800"/>
            <a:ext cx="7802562" cy="533400"/>
          </a:xfrm>
        </p:spPr>
        <p:txBody>
          <a:bodyPr lIns="91440" tIns="45720" rIns="91440" bIns="45720"/>
          <a:lstStyle>
            <a:lvl1pPr>
              <a:lnSpc>
                <a:spcPct val="90000"/>
              </a:lnSpc>
              <a:defRPr sz="2800">
                <a:solidFill>
                  <a:schemeClr val="bg1"/>
                </a:solidFill>
              </a:defRPr>
            </a:lvl1pPr>
          </a:lstStyle>
          <a:p>
            <a:pPr lvl="0"/>
            <a:r>
              <a:rPr lang="en-US" altLang="zh-CN" noProof="0" smtClean="0"/>
              <a:t>Lesson Title (Size 28)</a:t>
            </a:r>
          </a:p>
        </p:txBody>
      </p:sp>
    </p:spTree>
    <p:extLst>
      <p:ext uri="{BB962C8B-B14F-4D97-AF65-F5344CB8AC3E}">
        <p14:creationId xmlns:p14="http://schemas.microsoft.com/office/powerpoint/2010/main" val="15948387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9275130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11812430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36713"/>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636713"/>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6533979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12620458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32970436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518352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224495860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41320017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9854324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225425"/>
            <a:ext cx="2035175" cy="49831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225425"/>
            <a:ext cx="5957887" cy="4983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60129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225425"/>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36713"/>
            <a:ext cx="7940675"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5638" y="3498850"/>
            <a:ext cx="7940675"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7648885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225425"/>
            <a:ext cx="8145462"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55638" y="1636713"/>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702175" y="1636713"/>
            <a:ext cx="3894138"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702175" y="3498850"/>
            <a:ext cx="3894138"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0830244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5" name="Rectangle 5"/>
          <p:cNvSpPr>
            <a:spLocks noChangeArrowheads="1"/>
          </p:cNvSpPr>
          <p:nvPr/>
        </p:nvSpPr>
        <p:spPr bwMode="auto">
          <a:xfrm>
            <a:off x="0" y="2454275"/>
            <a:ext cx="9144000" cy="41116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pic>
        <p:nvPicPr>
          <p:cNvPr id="6" name="Picture 8" descr="MAD00558_jv"/>
          <p:cNvPicPr>
            <a:picLocks noChangeAspect="1" noChangeArrowheads="1"/>
          </p:cNvPicPr>
          <p:nvPr/>
        </p:nvPicPr>
        <p:blipFill>
          <a:blip r:embed="rId2">
            <a:extLst>
              <a:ext uri="{28A0092B-C50C-407E-A947-70E740481C1C}">
                <a14:useLocalDpi xmlns:a14="http://schemas.microsoft.com/office/drawing/2010/main" val="0"/>
              </a:ext>
            </a:extLst>
          </a:blip>
          <a:srcRect t="13670" b="64130"/>
          <a:stretch>
            <a:fillRect/>
          </a:stretch>
        </p:blipFill>
        <p:spPr bwMode="auto">
          <a:xfrm>
            <a:off x="0" y="0"/>
            <a:ext cx="91408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0" name="Rectangle 6"/>
          <p:cNvSpPr>
            <a:spLocks noGrp="1" noChangeArrowheads="1"/>
          </p:cNvSpPr>
          <p:nvPr>
            <p:ph type="ctrTitle" sz="quarter"/>
          </p:nvPr>
        </p:nvSpPr>
        <p:spPr bwMode="auto">
          <a:xfrm>
            <a:off x="655638" y="2951163"/>
            <a:ext cx="7797800" cy="504825"/>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ctr"/>
          <a:lstStyle>
            <a:lvl1pPr>
              <a:defRPr sz="2000"/>
            </a:lvl1pPr>
          </a:lstStyle>
          <a:p>
            <a:pPr lvl="0"/>
            <a:r>
              <a:rPr lang="en-US" altLang="zh-CN" noProof="0" smtClean="0"/>
              <a:t>Module Title (Size 20)</a:t>
            </a:r>
          </a:p>
        </p:txBody>
      </p:sp>
      <p:sp>
        <p:nvSpPr>
          <p:cNvPr id="123911" name="Rectangle 7"/>
          <p:cNvSpPr>
            <a:spLocks noGrp="1" noChangeArrowheads="1"/>
          </p:cNvSpPr>
          <p:nvPr>
            <p:ph type="subTitle" sz="quarter" idx="1"/>
          </p:nvPr>
        </p:nvSpPr>
        <p:spPr>
          <a:xfrm>
            <a:off x="655638" y="3606800"/>
            <a:ext cx="7802562" cy="533400"/>
          </a:xfrm>
        </p:spPr>
        <p:txBody>
          <a:bodyPr lIns="91440" tIns="45720" rIns="91440" bIns="45720"/>
          <a:lstStyle>
            <a:lvl1pPr>
              <a:lnSpc>
                <a:spcPct val="90000"/>
              </a:lnSpc>
              <a:defRPr sz="2800">
                <a:solidFill>
                  <a:schemeClr val="bg1"/>
                </a:solidFill>
              </a:defRPr>
            </a:lvl1pPr>
          </a:lstStyle>
          <a:p>
            <a:pPr lvl="0"/>
            <a:r>
              <a:rPr lang="en-US" altLang="zh-CN" noProof="0" smtClean="0"/>
              <a:t>Lesson Title (Size 28)</a:t>
            </a:r>
          </a:p>
        </p:txBody>
      </p:sp>
    </p:spTree>
    <p:extLst>
      <p:ext uri="{BB962C8B-B14F-4D97-AF65-F5344CB8AC3E}">
        <p14:creationId xmlns:p14="http://schemas.microsoft.com/office/powerpoint/2010/main" val="73917525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4145974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312912490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36713"/>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636713"/>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3047613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7152818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71183487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320682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400414691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288306065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48338099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225425"/>
            <a:ext cx="2035175" cy="49831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225425"/>
            <a:ext cx="5957887" cy="4983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2260633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225425"/>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36713"/>
            <a:ext cx="7940675"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5638" y="3498850"/>
            <a:ext cx="7940675"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1649282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225425"/>
            <a:ext cx="8145462"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55638" y="1636713"/>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702175" y="1636713"/>
            <a:ext cx="3894138"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702175" y="3498850"/>
            <a:ext cx="3894138"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84300831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5" name="Rectangle 5"/>
          <p:cNvSpPr>
            <a:spLocks noChangeArrowheads="1"/>
          </p:cNvSpPr>
          <p:nvPr/>
        </p:nvSpPr>
        <p:spPr bwMode="auto">
          <a:xfrm>
            <a:off x="0" y="2454275"/>
            <a:ext cx="9144000" cy="41116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pic>
        <p:nvPicPr>
          <p:cNvPr id="6" name="Picture 8" descr="MAD00558_jv"/>
          <p:cNvPicPr>
            <a:picLocks noChangeAspect="1" noChangeArrowheads="1"/>
          </p:cNvPicPr>
          <p:nvPr/>
        </p:nvPicPr>
        <p:blipFill>
          <a:blip r:embed="rId2">
            <a:extLst>
              <a:ext uri="{28A0092B-C50C-407E-A947-70E740481C1C}">
                <a14:useLocalDpi xmlns:a14="http://schemas.microsoft.com/office/drawing/2010/main" val="0"/>
              </a:ext>
            </a:extLst>
          </a:blip>
          <a:srcRect t="13670" b="64130"/>
          <a:stretch>
            <a:fillRect/>
          </a:stretch>
        </p:blipFill>
        <p:spPr bwMode="auto">
          <a:xfrm>
            <a:off x="0" y="0"/>
            <a:ext cx="91408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0" name="Rectangle 6"/>
          <p:cNvSpPr>
            <a:spLocks noGrp="1" noChangeArrowheads="1"/>
          </p:cNvSpPr>
          <p:nvPr>
            <p:ph type="ctrTitle" sz="quarter"/>
          </p:nvPr>
        </p:nvSpPr>
        <p:spPr bwMode="auto">
          <a:xfrm>
            <a:off x="655638" y="2951163"/>
            <a:ext cx="7797800" cy="504825"/>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ctr"/>
          <a:lstStyle>
            <a:lvl1pPr>
              <a:defRPr sz="2000"/>
            </a:lvl1pPr>
          </a:lstStyle>
          <a:p>
            <a:pPr lvl="0"/>
            <a:r>
              <a:rPr lang="en-US" altLang="zh-CN" noProof="0" smtClean="0"/>
              <a:t>Module Title (Size 20)</a:t>
            </a:r>
          </a:p>
        </p:txBody>
      </p:sp>
      <p:sp>
        <p:nvSpPr>
          <p:cNvPr id="123911" name="Rectangle 7"/>
          <p:cNvSpPr>
            <a:spLocks noGrp="1" noChangeArrowheads="1"/>
          </p:cNvSpPr>
          <p:nvPr>
            <p:ph type="subTitle" sz="quarter" idx="1"/>
          </p:nvPr>
        </p:nvSpPr>
        <p:spPr>
          <a:xfrm>
            <a:off x="655638" y="3606800"/>
            <a:ext cx="7802562" cy="533400"/>
          </a:xfrm>
        </p:spPr>
        <p:txBody>
          <a:bodyPr lIns="91440" tIns="45720" rIns="91440" bIns="45720"/>
          <a:lstStyle>
            <a:lvl1pPr>
              <a:lnSpc>
                <a:spcPct val="90000"/>
              </a:lnSpc>
              <a:defRPr sz="2800">
                <a:solidFill>
                  <a:schemeClr val="bg1"/>
                </a:solidFill>
              </a:defRPr>
            </a:lvl1pPr>
          </a:lstStyle>
          <a:p>
            <a:pPr lvl="0"/>
            <a:r>
              <a:rPr lang="en-US" altLang="zh-CN" noProof="0" smtClean="0"/>
              <a:t>Lesson Title (Size 28)</a:t>
            </a:r>
          </a:p>
        </p:txBody>
      </p:sp>
    </p:spTree>
    <p:extLst>
      <p:ext uri="{BB962C8B-B14F-4D97-AF65-F5344CB8AC3E}">
        <p14:creationId xmlns:p14="http://schemas.microsoft.com/office/powerpoint/2010/main" val="160489124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6154455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286718185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36713"/>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636713"/>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830835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5574460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738686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562138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144578741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381529144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1879831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225425"/>
            <a:ext cx="2035175" cy="49831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225425"/>
            <a:ext cx="5957887" cy="4983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2033080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225425"/>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36713"/>
            <a:ext cx="7940675"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5638" y="3498850"/>
            <a:ext cx="7940675"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834929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225425"/>
            <a:ext cx="8145462"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55638" y="1636713"/>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702175" y="1636713"/>
            <a:ext cx="3894138"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702175" y="3498850"/>
            <a:ext cx="3894138"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6412015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5" name="Rectangle 5"/>
          <p:cNvSpPr>
            <a:spLocks noChangeArrowheads="1"/>
          </p:cNvSpPr>
          <p:nvPr/>
        </p:nvSpPr>
        <p:spPr bwMode="auto">
          <a:xfrm>
            <a:off x="0" y="2454275"/>
            <a:ext cx="9144000" cy="41116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pic>
        <p:nvPicPr>
          <p:cNvPr id="6" name="Picture 8" descr="MAD00558_jv"/>
          <p:cNvPicPr>
            <a:picLocks noChangeAspect="1" noChangeArrowheads="1"/>
          </p:cNvPicPr>
          <p:nvPr/>
        </p:nvPicPr>
        <p:blipFill>
          <a:blip r:embed="rId2">
            <a:extLst>
              <a:ext uri="{28A0092B-C50C-407E-A947-70E740481C1C}">
                <a14:useLocalDpi xmlns:a14="http://schemas.microsoft.com/office/drawing/2010/main" val="0"/>
              </a:ext>
            </a:extLst>
          </a:blip>
          <a:srcRect t="13670" b="64130"/>
          <a:stretch>
            <a:fillRect/>
          </a:stretch>
        </p:blipFill>
        <p:spPr bwMode="auto">
          <a:xfrm>
            <a:off x="0" y="0"/>
            <a:ext cx="91408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0" name="Rectangle 6"/>
          <p:cNvSpPr>
            <a:spLocks noGrp="1" noChangeArrowheads="1"/>
          </p:cNvSpPr>
          <p:nvPr>
            <p:ph type="ctrTitle" sz="quarter"/>
          </p:nvPr>
        </p:nvSpPr>
        <p:spPr bwMode="auto">
          <a:xfrm>
            <a:off x="655638" y="2951163"/>
            <a:ext cx="7797800" cy="504825"/>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ctr"/>
          <a:lstStyle>
            <a:lvl1pPr>
              <a:defRPr sz="2000"/>
            </a:lvl1pPr>
          </a:lstStyle>
          <a:p>
            <a:pPr lvl="0"/>
            <a:r>
              <a:rPr lang="en-US" altLang="zh-CN" noProof="0" smtClean="0"/>
              <a:t>Module Title (Size 20)</a:t>
            </a:r>
          </a:p>
        </p:txBody>
      </p:sp>
      <p:sp>
        <p:nvSpPr>
          <p:cNvPr id="123911" name="Rectangle 7"/>
          <p:cNvSpPr>
            <a:spLocks noGrp="1" noChangeArrowheads="1"/>
          </p:cNvSpPr>
          <p:nvPr>
            <p:ph type="subTitle" sz="quarter" idx="1"/>
          </p:nvPr>
        </p:nvSpPr>
        <p:spPr>
          <a:xfrm>
            <a:off x="655638" y="3606800"/>
            <a:ext cx="7802562" cy="533400"/>
          </a:xfrm>
        </p:spPr>
        <p:txBody>
          <a:bodyPr lIns="91440" tIns="45720" rIns="91440" bIns="45720"/>
          <a:lstStyle>
            <a:lvl1pPr>
              <a:lnSpc>
                <a:spcPct val="90000"/>
              </a:lnSpc>
              <a:defRPr sz="2800">
                <a:solidFill>
                  <a:schemeClr val="bg1"/>
                </a:solidFill>
              </a:defRPr>
            </a:lvl1pPr>
          </a:lstStyle>
          <a:p>
            <a:pPr lvl="0"/>
            <a:r>
              <a:rPr lang="en-US" altLang="zh-CN" noProof="0" smtClean="0"/>
              <a:t>Lesson Title (Size 28)</a:t>
            </a:r>
          </a:p>
        </p:txBody>
      </p:sp>
    </p:spTree>
    <p:extLst>
      <p:ext uri="{BB962C8B-B14F-4D97-AF65-F5344CB8AC3E}">
        <p14:creationId xmlns:p14="http://schemas.microsoft.com/office/powerpoint/2010/main" val="190959062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5966195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344824424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36713"/>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636713"/>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3320580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7917674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0940389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80027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44143403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231290240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9945239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225425"/>
            <a:ext cx="2035175" cy="49831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225425"/>
            <a:ext cx="5957887" cy="4983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4040931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225425"/>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36713"/>
            <a:ext cx="7940675"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5638" y="3498850"/>
            <a:ext cx="7940675"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531214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225425"/>
            <a:ext cx="8145462"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55638" y="1636713"/>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702175" y="1636713"/>
            <a:ext cx="3894138"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702175" y="3498850"/>
            <a:ext cx="3894138"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0769010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30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5" name="Rectangle 4"/>
          <p:cNvSpPr>
            <a:spLocks noChangeArrowheads="1"/>
          </p:cNvSpPr>
          <p:nvPr/>
        </p:nvSpPr>
        <p:spPr bwMode="auto">
          <a:xfrm>
            <a:off x="8043863" y="6634163"/>
            <a:ext cx="852487"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ctr">
            <a:spAutoFit/>
          </a:bodyPr>
          <a:lstStyle>
            <a:lvl1pPr defTabSz="814388">
              <a:defRPr sz="3000" b="1">
                <a:solidFill>
                  <a:schemeClr val="tx1"/>
                </a:solidFill>
                <a:latin typeface="Arial" panose="020B0604020202020204" pitchFamily="34" charset="0"/>
              </a:defRPr>
            </a:lvl1pPr>
            <a:lvl2pPr marL="742950" indent="-285750" defTabSz="814388">
              <a:defRPr sz="3000" b="1">
                <a:solidFill>
                  <a:schemeClr val="tx1"/>
                </a:solidFill>
                <a:latin typeface="Arial" panose="020B0604020202020204" pitchFamily="34" charset="0"/>
              </a:defRPr>
            </a:lvl2pPr>
            <a:lvl3pPr marL="1143000" indent="-228600" defTabSz="814388">
              <a:defRPr sz="3000" b="1">
                <a:solidFill>
                  <a:schemeClr val="tx1"/>
                </a:solidFill>
                <a:latin typeface="Arial" panose="020B0604020202020204" pitchFamily="34" charset="0"/>
              </a:defRPr>
            </a:lvl3pPr>
            <a:lvl4pPr marL="1600200" indent="-228600" defTabSz="814388">
              <a:defRPr sz="3000" b="1">
                <a:solidFill>
                  <a:schemeClr val="tx1"/>
                </a:solidFill>
                <a:latin typeface="Arial" panose="020B0604020202020204" pitchFamily="34" charset="0"/>
              </a:defRPr>
            </a:lvl4pPr>
            <a:lvl5pPr marL="2057400" indent="-228600" defTabSz="814388">
              <a:defRPr sz="30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0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0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0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000" b="1">
                <a:solidFill>
                  <a:schemeClr val="tx1"/>
                </a:solidFill>
                <a:latin typeface="Arial" panose="020B0604020202020204" pitchFamily="34" charset="0"/>
              </a:defRPr>
            </a:lvl9pPr>
          </a:lstStyle>
          <a:p>
            <a:pPr marL="0" marR="0" lvl="0" indent="0" algn="r" defTabSz="814388"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smtClean="0">
                <a:ln>
                  <a:noFill/>
                </a:ln>
                <a:solidFill>
                  <a:srgbClr val="C0C0C0"/>
                </a:solidFill>
                <a:effectLst/>
                <a:uLnTx/>
                <a:uFillTx/>
                <a:latin typeface="Arial" panose="020B0604020202020204" pitchFamily="34" charset="0"/>
                <a:ea typeface="宋体" panose="02010600030101010101" pitchFamily="2" charset="-122"/>
                <a:cs typeface="+mn-cs"/>
              </a:rPr>
              <a:t>BSCI v3.0—2-</a:t>
            </a:r>
            <a:fld id="{9D2A9B13-C079-4E60-99B0-37BC0CA1C608}" type="slidenum">
              <a:rPr kumimoji="0" lang="en-US" altLang="zh-CN" sz="700" b="1" i="0" u="none" strike="noStrike" kern="1200" cap="none" spc="0" normalizeH="0" baseline="0" noProof="0" smtClean="0">
                <a:ln>
                  <a:noFill/>
                </a:ln>
                <a:solidFill>
                  <a:srgbClr val="C0C0C0"/>
                </a:solidFill>
                <a:effectLst/>
                <a:uLnTx/>
                <a:uFillTx/>
                <a:latin typeface="Arial" panose="020B0604020202020204" pitchFamily="34" charset="0"/>
                <a:ea typeface="宋体" panose="02010600030101010101" pitchFamily="2" charset="-122"/>
                <a:cs typeface="+mn-cs"/>
              </a:rPr>
              <a:pPr marL="0" marR="0" lvl="0" indent="0" algn="r" defTabSz="814388" rtl="0" eaLnBrk="0" fontAlgn="base" latinLnBrk="0" hangingPunct="0">
                <a:lnSpc>
                  <a:spcPct val="100000"/>
                </a:lnSpc>
                <a:spcBef>
                  <a:spcPct val="0"/>
                </a:spcBef>
                <a:spcAft>
                  <a:spcPct val="0"/>
                </a:spcAft>
                <a:buClrTx/>
                <a:buSzTx/>
                <a:buFontTx/>
                <a:buNone/>
                <a:tabLst/>
                <a:defRPr/>
              </a:pPr>
              <a:t>‹#›</a:t>
            </a:fld>
            <a:endParaRPr kumimoji="0" lang="en-US" altLang="zh-CN" sz="700" b="1" i="0" u="none" strike="noStrike" kern="1200" cap="none" spc="0" normalizeH="0" baseline="0" noProof="0" smtClean="0">
              <a:ln>
                <a:noFill/>
              </a:ln>
              <a:solidFill>
                <a:srgbClr val="C0C0C0"/>
              </a:solidFill>
              <a:effectLst/>
              <a:uLnTx/>
              <a:uFillTx/>
              <a:latin typeface="Arial" panose="020B0604020202020204" pitchFamily="34" charset="0"/>
              <a:ea typeface="宋体" panose="02010600030101010101" pitchFamily="2" charset="-122"/>
              <a:cs typeface="+mn-cs"/>
            </a:endParaRPr>
          </a:p>
        </p:txBody>
      </p:sp>
      <p:sp>
        <p:nvSpPr>
          <p:cNvPr id="6" name="Rectangle 5"/>
          <p:cNvSpPr>
            <a:spLocks noChangeArrowheads="1"/>
          </p:cNvSpPr>
          <p:nvPr/>
        </p:nvSpPr>
        <p:spPr bwMode="auto">
          <a:xfrm>
            <a:off x="0" y="2454275"/>
            <a:ext cx="9144000" cy="41116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30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pic>
        <p:nvPicPr>
          <p:cNvPr id="7" name="Picture 8" descr="MAD00558_jv"/>
          <p:cNvPicPr>
            <a:picLocks noChangeAspect="1" noChangeArrowheads="1"/>
          </p:cNvPicPr>
          <p:nvPr/>
        </p:nvPicPr>
        <p:blipFill>
          <a:blip r:embed="rId2">
            <a:extLst>
              <a:ext uri="{28A0092B-C50C-407E-A947-70E740481C1C}">
                <a14:useLocalDpi xmlns:a14="http://schemas.microsoft.com/office/drawing/2010/main" val="0"/>
              </a:ext>
            </a:extLst>
          </a:blip>
          <a:srcRect t="13670" b="64130"/>
          <a:stretch>
            <a:fillRect/>
          </a:stretch>
        </p:blipFill>
        <p:spPr bwMode="auto">
          <a:xfrm>
            <a:off x="0" y="0"/>
            <a:ext cx="91408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2406" name="Rectangle 6"/>
          <p:cNvSpPr>
            <a:spLocks noGrp="1" noChangeArrowheads="1"/>
          </p:cNvSpPr>
          <p:nvPr>
            <p:ph type="ctrTitle" sz="quarter"/>
          </p:nvPr>
        </p:nvSpPr>
        <p:spPr bwMode="auto">
          <a:xfrm>
            <a:off x="655638" y="2951163"/>
            <a:ext cx="7797800" cy="504825"/>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ctr"/>
          <a:lstStyle>
            <a:lvl1pPr>
              <a:defRPr sz="2000"/>
            </a:lvl1pPr>
          </a:lstStyle>
          <a:p>
            <a:pPr lvl="0"/>
            <a:r>
              <a:rPr lang="en-US" altLang="zh-CN" noProof="0" smtClean="0"/>
              <a:t>Module Title (Size 20)</a:t>
            </a:r>
          </a:p>
        </p:txBody>
      </p:sp>
      <p:sp>
        <p:nvSpPr>
          <p:cNvPr id="742407" name="Rectangle 7"/>
          <p:cNvSpPr>
            <a:spLocks noGrp="1" noChangeArrowheads="1"/>
          </p:cNvSpPr>
          <p:nvPr>
            <p:ph type="subTitle" sz="quarter" idx="1"/>
          </p:nvPr>
        </p:nvSpPr>
        <p:spPr>
          <a:xfrm>
            <a:off x="655638" y="3606800"/>
            <a:ext cx="7802562" cy="533400"/>
          </a:xfrm>
        </p:spPr>
        <p:txBody>
          <a:bodyPr lIns="91440" tIns="45720" rIns="91440" bIns="45720"/>
          <a:lstStyle>
            <a:lvl1pPr>
              <a:lnSpc>
                <a:spcPct val="90000"/>
              </a:lnSpc>
              <a:defRPr sz="2800">
                <a:solidFill>
                  <a:schemeClr val="bg1"/>
                </a:solidFill>
              </a:defRPr>
            </a:lvl1pPr>
          </a:lstStyle>
          <a:p>
            <a:pPr lvl="0"/>
            <a:r>
              <a:rPr lang="en-US" altLang="zh-CN" noProof="0" smtClean="0"/>
              <a:t>Lesson Title (Size 28)</a:t>
            </a:r>
          </a:p>
        </p:txBody>
      </p:sp>
    </p:spTree>
    <p:extLst>
      <p:ext uri="{BB962C8B-B14F-4D97-AF65-F5344CB8AC3E}">
        <p14:creationId xmlns:p14="http://schemas.microsoft.com/office/powerpoint/2010/main" val="100303178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9349895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427133411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36713"/>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636713"/>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830493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39093659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66826970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484199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272859293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165580434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1978467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225425"/>
            <a:ext cx="2035175" cy="49831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225425"/>
            <a:ext cx="5957887" cy="4983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6140259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7940675"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5638" y="3643313"/>
            <a:ext cx="7940675"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33021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slideLayout" Target="../slideLayouts/slideLayout110.xml"/><Relationship Id="rId3" Type="http://schemas.openxmlformats.org/officeDocument/2006/relationships/slideLayout" Target="../slideLayouts/slideLayout100.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2" Type="http://schemas.openxmlformats.org/officeDocument/2006/relationships/slideLayout" Target="../slideLayouts/slideLayout99.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0" Type="http://schemas.openxmlformats.org/officeDocument/2006/relationships/slideLayout" Target="../slideLayouts/slideLayout107.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0.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457200"/>
            <a:ext cx="8145462" cy="838200"/>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1027" name="Rectangle 4"/>
          <p:cNvSpPr>
            <a:spLocks noChangeArrowheads="1"/>
          </p:cNvSpPr>
          <p:nvPr/>
        </p:nvSpPr>
        <p:spPr bwMode="auto">
          <a:xfrm>
            <a:off x="0" y="0"/>
            <a:ext cx="9144000" cy="177800"/>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8" name="Rectangle 5"/>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a:solidFill>
                  <a:srgbClr val="999999"/>
                </a:solidFill>
              </a:rPr>
              <a:t>© 2007 Cisco Systems, Inc. All rights reserved.</a:t>
            </a:r>
          </a:p>
        </p:txBody>
      </p:sp>
      <p:sp>
        <p:nvSpPr>
          <p:cNvPr id="1029" name="Rectangle 6"/>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a:solidFill>
                  <a:srgbClr val="999999"/>
                </a:solidFill>
              </a:rPr>
              <a:t>ICND2 v1.0—7-</a:t>
            </a:r>
            <a:fld id="{69A95310-C152-42A3-9FBB-49A17EB1F3EE}" type="slidenum">
              <a:rPr lang="en-US" sz="700">
                <a:solidFill>
                  <a:srgbClr val="999999"/>
                </a:solidFill>
              </a:rPr>
              <a:pPr algn="r" defTabSz="814388">
                <a:lnSpc>
                  <a:spcPct val="100000"/>
                </a:lnSpc>
              </a:pPr>
              <a:t>‹#›</a:t>
            </a:fld>
            <a:endParaRPr lang="en-US" sz="700">
              <a:solidFill>
                <a:srgbClr val="999999"/>
              </a:solidFill>
            </a:endParaRPr>
          </a:p>
        </p:txBody>
      </p:sp>
      <p:sp>
        <p:nvSpPr>
          <p:cNvPr id="1030" name="Rectangle 7"/>
          <p:cNvSpPr>
            <a:spLocks noGrp="1" noChangeArrowheads="1"/>
          </p:cNvSpPr>
          <p:nvPr>
            <p:ph type="body" idx="1"/>
          </p:nvPr>
        </p:nvSpPr>
        <p:spPr bwMode="auto">
          <a:xfrm>
            <a:off x="655638" y="1781175"/>
            <a:ext cx="7940675" cy="357187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716"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pitchFamily="34" charset="0"/>
        </a:defRPr>
      </a:lvl2pPr>
      <a:lvl3pPr algn="l" defTabSz="814388" rtl="0" eaLnBrk="0" fontAlgn="base" hangingPunct="0">
        <a:lnSpc>
          <a:spcPct val="90000"/>
        </a:lnSpc>
        <a:spcBef>
          <a:spcPct val="0"/>
        </a:spcBef>
        <a:spcAft>
          <a:spcPct val="0"/>
        </a:spcAft>
        <a:defRPr sz="3200" b="1">
          <a:solidFill>
            <a:schemeClr val="tx2"/>
          </a:solidFill>
          <a:latin typeface="Arial" pitchFamily="34" charset="0"/>
        </a:defRPr>
      </a:lvl3pPr>
      <a:lvl4pPr algn="l" defTabSz="814388" rtl="0" eaLnBrk="0" fontAlgn="base" hangingPunct="0">
        <a:lnSpc>
          <a:spcPct val="90000"/>
        </a:lnSpc>
        <a:spcBef>
          <a:spcPct val="0"/>
        </a:spcBef>
        <a:spcAft>
          <a:spcPct val="0"/>
        </a:spcAft>
        <a:defRPr sz="3200" b="1">
          <a:solidFill>
            <a:schemeClr val="tx2"/>
          </a:solidFill>
          <a:latin typeface="Arial" pitchFamily="34" charset="0"/>
        </a:defRPr>
      </a:lvl4pPr>
      <a:lvl5pPr algn="l" defTabSz="814388" rtl="0" eaLnBrk="0" fontAlgn="base" hangingPunct="0">
        <a:lnSpc>
          <a:spcPct val="90000"/>
        </a:lnSpc>
        <a:spcBef>
          <a:spcPct val="0"/>
        </a:spcBef>
        <a:spcAft>
          <a:spcPct val="0"/>
        </a:spcAft>
        <a:defRPr sz="3200" b="1">
          <a:solidFill>
            <a:schemeClr val="tx2"/>
          </a:solidFill>
          <a:latin typeface="Arial" pitchFamily="34" charset="0"/>
        </a:defRPr>
      </a:lvl5pPr>
      <a:lvl6pPr marL="457200" algn="l" defTabSz="814388" rtl="0" eaLnBrk="0" fontAlgn="base" hangingPunct="0">
        <a:lnSpc>
          <a:spcPct val="90000"/>
        </a:lnSpc>
        <a:spcBef>
          <a:spcPct val="0"/>
        </a:spcBef>
        <a:spcAft>
          <a:spcPct val="0"/>
        </a:spcAft>
        <a:defRPr sz="3200" b="1">
          <a:solidFill>
            <a:schemeClr val="tx2"/>
          </a:solidFill>
          <a:latin typeface="Arial" pitchFamily="34" charset="0"/>
        </a:defRPr>
      </a:lvl6pPr>
      <a:lvl7pPr marL="914400" algn="l" defTabSz="814388" rtl="0" eaLnBrk="0" fontAlgn="base" hangingPunct="0">
        <a:lnSpc>
          <a:spcPct val="90000"/>
        </a:lnSpc>
        <a:spcBef>
          <a:spcPct val="0"/>
        </a:spcBef>
        <a:spcAft>
          <a:spcPct val="0"/>
        </a:spcAft>
        <a:defRPr sz="3200" b="1">
          <a:solidFill>
            <a:schemeClr val="tx2"/>
          </a:solidFill>
          <a:latin typeface="Arial" pitchFamily="34" charset="0"/>
        </a:defRPr>
      </a:lvl7pPr>
      <a:lvl8pPr marL="1371600" algn="l" defTabSz="814388" rtl="0" eaLnBrk="0" fontAlgn="base" hangingPunct="0">
        <a:lnSpc>
          <a:spcPct val="90000"/>
        </a:lnSpc>
        <a:spcBef>
          <a:spcPct val="0"/>
        </a:spcBef>
        <a:spcAft>
          <a:spcPct val="0"/>
        </a:spcAft>
        <a:defRPr sz="3200" b="1">
          <a:solidFill>
            <a:schemeClr val="tx2"/>
          </a:solidFill>
          <a:latin typeface="Arial" pitchFamily="34" charset="0"/>
        </a:defRPr>
      </a:lvl8pPr>
      <a:lvl9pPr marL="1828800" algn="l" defTabSz="814388" rtl="0" eaLnBrk="0" fontAlgn="base" hangingPunct="0">
        <a:lnSpc>
          <a:spcPct val="90000"/>
        </a:lnSpc>
        <a:spcBef>
          <a:spcPct val="0"/>
        </a:spcBef>
        <a:spcAft>
          <a:spcPct val="0"/>
        </a:spcAft>
        <a:defRPr sz="3200" b="1">
          <a:solidFill>
            <a:schemeClr val="tx2"/>
          </a:solidFill>
          <a:latin typeface="Arial" pitchFamily="34" charset="0"/>
        </a:defRPr>
      </a:lvl9pPr>
    </p:titleStyle>
    <p:body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457200"/>
            <a:ext cx="81454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1027" name="Rectangle 4"/>
          <p:cNvSpPr>
            <a:spLocks noChangeArrowheads="1"/>
          </p:cNvSpPr>
          <p:nvPr/>
        </p:nvSpPr>
        <p:spPr bwMode="auto">
          <a:xfrm>
            <a:off x="0" y="0"/>
            <a:ext cx="9144000" cy="177800"/>
          </a:xfrm>
          <a:prstGeom prst="rect">
            <a:avLst/>
          </a:prstGeom>
          <a:solidFill>
            <a:srgbClr val="015F85"/>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p>
            <a:endParaRPr lang="vi-VN" smtClean="0">
              <a:solidFill>
                <a:srgbClr val="000000"/>
              </a:solidFill>
            </a:endParaRPr>
          </a:p>
        </p:txBody>
      </p:sp>
      <p:sp>
        <p:nvSpPr>
          <p:cNvPr id="1028" name="Rectangle 5"/>
          <p:cNvSpPr>
            <a:spLocks noChangeArrowheads="1"/>
          </p:cNvSpPr>
          <p:nvPr/>
        </p:nvSpPr>
        <p:spPr bwMode="auto">
          <a:xfrm>
            <a:off x="277813" y="6672263"/>
            <a:ext cx="20224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defTabSz="814388">
              <a:lnSpc>
                <a:spcPct val="100000"/>
              </a:lnSpc>
            </a:pPr>
            <a:r>
              <a:rPr lang="en-US" sz="700" smtClean="0">
                <a:solidFill>
                  <a:srgbClr val="999999"/>
                </a:solidFill>
              </a:rPr>
              <a:t>© 2007 Cisco Systems, Inc. All rights reserved.</a:t>
            </a:r>
          </a:p>
        </p:txBody>
      </p:sp>
      <p:sp>
        <p:nvSpPr>
          <p:cNvPr id="1029" name="Rectangle 6"/>
          <p:cNvSpPr>
            <a:spLocks noChangeArrowheads="1"/>
          </p:cNvSpPr>
          <p:nvPr/>
        </p:nvSpPr>
        <p:spPr bwMode="auto">
          <a:xfrm>
            <a:off x="8015288" y="6672263"/>
            <a:ext cx="901700"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2124" tIns="41061" rIns="82124" bIns="41061" anchor="b">
            <a:spAutoFit/>
          </a:bodyPr>
          <a:lstStyle/>
          <a:p>
            <a:pPr algn="r" defTabSz="814388">
              <a:lnSpc>
                <a:spcPct val="100000"/>
              </a:lnSpc>
            </a:pPr>
            <a:r>
              <a:rPr lang="en-US" sz="700" smtClean="0">
                <a:solidFill>
                  <a:srgbClr val="999999"/>
                </a:solidFill>
              </a:rPr>
              <a:t>ICND2 v1.0—7-</a:t>
            </a:r>
            <a:fld id="{E913D273-F037-482F-92CA-3C84398D89CF}" type="slidenum">
              <a:rPr lang="en-US" sz="700" smtClean="0">
                <a:solidFill>
                  <a:srgbClr val="999999"/>
                </a:solidFill>
              </a:rPr>
              <a:pPr algn="r" defTabSz="814388">
                <a:lnSpc>
                  <a:spcPct val="100000"/>
                </a:lnSpc>
              </a:pPr>
              <a:t>‹#›</a:t>
            </a:fld>
            <a:endParaRPr lang="en-US" sz="700" smtClean="0">
              <a:solidFill>
                <a:srgbClr val="999999"/>
              </a:solidFill>
            </a:endParaRPr>
          </a:p>
        </p:txBody>
      </p:sp>
      <p:sp>
        <p:nvSpPr>
          <p:cNvPr id="1030" name="Rectangle 7"/>
          <p:cNvSpPr>
            <a:spLocks noGrp="1" noChangeArrowheads="1"/>
          </p:cNvSpPr>
          <p:nvPr>
            <p:ph type="body" idx="1"/>
          </p:nvPr>
        </p:nvSpPr>
        <p:spPr bwMode="auto">
          <a:xfrm>
            <a:off x="655638" y="1781175"/>
            <a:ext cx="794067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extLst>
      <p:ext uri="{BB962C8B-B14F-4D97-AF65-F5344CB8AC3E}">
        <p14:creationId xmlns:p14="http://schemas.microsoft.com/office/powerpoint/2010/main" val="1387170324"/>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pitchFamily="34" charset="0"/>
        </a:defRPr>
      </a:lvl2pPr>
      <a:lvl3pPr algn="l" defTabSz="814388" rtl="0" eaLnBrk="0" fontAlgn="base" hangingPunct="0">
        <a:lnSpc>
          <a:spcPct val="90000"/>
        </a:lnSpc>
        <a:spcBef>
          <a:spcPct val="0"/>
        </a:spcBef>
        <a:spcAft>
          <a:spcPct val="0"/>
        </a:spcAft>
        <a:defRPr sz="3200" b="1">
          <a:solidFill>
            <a:schemeClr val="tx2"/>
          </a:solidFill>
          <a:latin typeface="Arial" pitchFamily="34" charset="0"/>
        </a:defRPr>
      </a:lvl3pPr>
      <a:lvl4pPr algn="l" defTabSz="814388" rtl="0" eaLnBrk="0" fontAlgn="base" hangingPunct="0">
        <a:lnSpc>
          <a:spcPct val="90000"/>
        </a:lnSpc>
        <a:spcBef>
          <a:spcPct val="0"/>
        </a:spcBef>
        <a:spcAft>
          <a:spcPct val="0"/>
        </a:spcAft>
        <a:defRPr sz="3200" b="1">
          <a:solidFill>
            <a:schemeClr val="tx2"/>
          </a:solidFill>
          <a:latin typeface="Arial" pitchFamily="34" charset="0"/>
        </a:defRPr>
      </a:lvl4pPr>
      <a:lvl5pPr algn="l" defTabSz="814388" rtl="0" eaLnBrk="0" fontAlgn="base" hangingPunct="0">
        <a:lnSpc>
          <a:spcPct val="90000"/>
        </a:lnSpc>
        <a:spcBef>
          <a:spcPct val="0"/>
        </a:spcBef>
        <a:spcAft>
          <a:spcPct val="0"/>
        </a:spcAft>
        <a:defRPr sz="3200" b="1">
          <a:solidFill>
            <a:schemeClr val="tx2"/>
          </a:solidFill>
          <a:latin typeface="Arial" pitchFamily="34" charset="0"/>
        </a:defRPr>
      </a:lvl5pPr>
      <a:lvl6pPr marL="457200" algn="l" defTabSz="814388" rtl="0" eaLnBrk="0" fontAlgn="base" hangingPunct="0">
        <a:lnSpc>
          <a:spcPct val="90000"/>
        </a:lnSpc>
        <a:spcBef>
          <a:spcPct val="0"/>
        </a:spcBef>
        <a:spcAft>
          <a:spcPct val="0"/>
        </a:spcAft>
        <a:defRPr sz="3200" b="1">
          <a:solidFill>
            <a:schemeClr val="tx2"/>
          </a:solidFill>
          <a:latin typeface="Arial" pitchFamily="34" charset="0"/>
        </a:defRPr>
      </a:lvl6pPr>
      <a:lvl7pPr marL="914400" algn="l" defTabSz="814388" rtl="0" eaLnBrk="0" fontAlgn="base" hangingPunct="0">
        <a:lnSpc>
          <a:spcPct val="90000"/>
        </a:lnSpc>
        <a:spcBef>
          <a:spcPct val="0"/>
        </a:spcBef>
        <a:spcAft>
          <a:spcPct val="0"/>
        </a:spcAft>
        <a:defRPr sz="3200" b="1">
          <a:solidFill>
            <a:schemeClr val="tx2"/>
          </a:solidFill>
          <a:latin typeface="Arial" pitchFamily="34" charset="0"/>
        </a:defRPr>
      </a:lvl7pPr>
      <a:lvl8pPr marL="1371600" algn="l" defTabSz="814388" rtl="0" eaLnBrk="0" fontAlgn="base" hangingPunct="0">
        <a:lnSpc>
          <a:spcPct val="90000"/>
        </a:lnSpc>
        <a:spcBef>
          <a:spcPct val="0"/>
        </a:spcBef>
        <a:spcAft>
          <a:spcPct val="0"/>
        </a:spcAft>
        <a:defRPr sz="3200" b="1">
          <a:solidFill>
            <a:schemeClr val="tx2"/>
          </a:solidFill>
          <a:latin typeface="Arial" pitchFamily="34" charset="0"/>
        </a:defRPr>
      </a:lvl8pPr>
      <a:lvl9pPr marL="1828800" algn="l" defTabSz="814388" rtl="0" eaLnBrk="0" fontAlgn="base" hangingPunct="0">
        <a:lnSpc>
          <a:spcPct val="90000"/>
        </a:lnSpc>
        <a:spcBef>
          <a:spcPct val="0"/>
        </a:spcBef>
        <a:spcAft>
          <a:spcPct val="0"/>
        </a:spcAft>
        <a:defRPr sz="3200" b="1">
          <a:solidFill>
            <a:schemeClr val="tx2"/>
          </a:solidFill>
          <a:latin typeface="Arial" pitchFamily="34" charset="0"/>
        </a:defRPr>
      </a:lvl9pPr>
    </p:titleStyle>
    <p:body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1" fontAlgn="auto" hangingPunct="1">
              <a:lnSpc>
                <a:spcPct val="100000"/>
              </a:lnSpc>
              <a:spcBef>
                <a:spcPts val="0"/>
              </a:spcBef>
              <a:spcAft>
                <a:spcPts val="0"/>
              </a:spcAft>
            </a:pPr>
            <a:fld id="{E8E65108-008F-45DA-9B84-5B040F7030E8}" type="datetimeFigureOut">
              <a:rPr lang="en-US" smtClean="0">
                <a:solidFill>
                  <a:prstClr val="black">
                    <a:tint val="75000"/>
                  </a:prstClr>
                </a:solidFill>
                <a:latin typeface="Calibri"/>
              </a:rPr>
              <a:pPr eaLnBrk="1" fontAlgn="auto" hangingPunct="1">
                <a:lnSpc>
                  <a:spcPct val="100000"/>
                </a:lnSpc>
                <a:spcBef>
                  <a:spcPts val="0"/>
                </a:spcBef>
                <a:spcAft>
                  <a:spcPts val="0"/>
                </a:spcAft>
              </a:pPr>
              <a:t>6/13/2017</a:t>
            </a:fld>
            <a:endParaRPr lang="en-US" smtClean="0">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1" fontAlgn="auto" hangingPunct="1">
              <a:lnSpc>
                <a:spcPct val="100000"/>
              </a:lnSpc>
              <a:spcBef>
                <a:spcPts val="0"/>
              </a:spcBef>
              <a:spcAft>
                <a:spcPts val="0"/>
              </a:spcAft>
            </a:pPr>
            <a:endParaRPr lang="en-US" smtClean="0">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1" fontAlgn="auto" hangingPunct="1">
              <a:lnSpc>
                <a:spcPct val="100000"/>
              </a:lnSpc>
              <a:spcBef>
                <a:spcPts val="0"/>
              </a:spcBef>
              <a:spcAft>
                <a:spcPts val="0"/>
              </a:spcAft>
            </a:pPr>
            <a:fld id="{623110A1-5E60-47DA-9A89-BB996243B757}" type="slidenum">
              <a:rPr lang="en-US" smtClean="0">
                <a:solidFill>
                  <a:prstClr val="black">
                    <a:tint val="75000"/>
                  </a:prstClr>
                </a:solidFill>
                <a:latin typeface="Calibri"/>
              </a:rPr>
              <a:pPr eaLnBrk="1" fontAlgn="auto" hangingPunct="1">
                <a:lnSpc>
                  <a:spcPct val="100000"/>
                </a:lnSpc>
                <a:spcBef>
                  <a:spcPts val="0"/>
                </a:spcBef>
                <a:spcAft>
                  <a:spcPts val="0"/>
                </a:spcAft>
              </a:pPr>
              <a:t>‹#›</a:t>
            </a:fld>
            <a:endParaRPr lang="en-US" smtClean="0">
              <a:solidFill>
                <a:prstClr val="black">
                  <a:tint val="75000"/>
                </a:prstClr>
              </a:solidFill>
              <a:latin typeface="Calibri"/>
            </a:endParaRPr>
          </a:p>
        </p:txBody>
      </p:sp>
    </p:spTree>
    <p:extLst>
      <p:ext uri="{BB962C8B-B14F-4D97-AF65-F5344CB8AC3E}">
        <p14:creationId xmlns:p14="http://schemas.microsoft.com/office/powerpoint/2010/main" val="975366041"/>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457200"/>
            <a:ext cx="8145462" cy="838200"/>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1027" name="Rectangle 3"/>
          <p:cNvSpPr>
            <a:spLocks noChangeArrowheads="1"/>
          </p:cNvSpPr>
          <p:nvPr/>
        </p:nvSpPr>
        <p:spPr bwMode="auto">
          <a:xfrm>
            <a:off x="0" y="0"/>
            <a:ext cx="9144000" cy="177800"/>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3000" b="1">
              <a:solidFill>
                <a:srgbClr val="000000"/>
              </a:solidFill>
              <a:latin typeface="Arial"/>
            </a:endParaRPr>
          </a:p>
        </p:txBody>
      </p:sp>
      <p:sp>
        <p:nvSpPr>
          <p:cNvPr id="1028"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a:solidFill>
                  <a:srgbClr val="999999"/>
                </a:solidFill>
                <a:latin typeface="Arial"/>
              </a:rPr>
              <a:t>© 2007 Cisco Systems, Inc. All rights reserved.</a:t>
            </a:r>
          </a:p>
        </p:txBody>
      </p:sp>
      <p:sp>
        <p:nvSpPr>
          <p:cNvPr id="1029" name="Rectangle 5"/>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a:solidFill>
                  <a:srgbClr val="999999"/>
                </a:solidFill>
                <a:latin typeface="Arial"/>
              </a:rPr>
              <a:t>ICND1 v1.0—4-</a:t>
            </a:r>
            <a:fld id="{1370E9E3-94E3-4288-9351-049E1FC1EC61}" type="slidenum">
              <a:rPr lang="en-US" sz="700">
                <a:solidFill>
                  <a:srgbClr val="999999"/>
                </a:solidFill>
                <a:latin typeface="Arial"/>
              </a:rPr>
              <a:pPr algn="r" defTabSz="814388">
                <a:lnSpc>
                  <a:spcPct val="100000"/>
                </a:lnSpc>
              </a:pPr>
              <a:t>‹#›</a:t>
            </a:fld>
            <a:endParaRPr lang="en-US" sz="700">
              <a:solidFill>
                <a:srgbClr val="999999"/>
              </a:solidFill>
              <a:latin typeface="Arial"/>
            </a:endParaRPr>
          </a:p>
        </p:txBody>
      </p:sp>
      <p:sp>
        <p:nvSpPr>
          <p:cNvPr id="1030" name="Rectangle 6"/>
          <p:cNvSpPr>
            <a:spLocks noGrp="1" noChangeArrowheads="1"/>
          </p:cNvSpPr>
          <p:nvPr>
            <p:ph type="body" idx="1"/>
          </p:nvPr>
        </p:nvSpPr>
        <p:spPr bwMode="auto">
          <a:xfrm>
            <a:off x="655638" y="1781175"/>
            <a:ext cx="7940675" cy="357187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extLst>
      <p:ext uri="{BB962C8B-B14F-4D97-AF65-F5344CB8AC3E}">
        <p14:creationId xmlns:p14="http://schemas.microsoft.com/office/powerpoint/2010/main" val="3141887745"/>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charset="0"/>
        </a:defRPr>
      </a:lvl2pPr>
      <a:lvl3pPr algn="l" defTabSz="814388" rtl="0" eaLnBrk="0" fontAlgn="base" hangingPunct="0">
        <a:lnSpc>
          <a:spcPct val="90000"/>
        </a:lnSpc>
        <a:spcBef>
          <a:spcPct val="0"/>
        </a:spcBef>
        <a:spcAft>
          <a:spcPct val="0"/>
        </a:spcAft>
        <a:defRPr sz="3200" b="1">
          <a:solidFill>
            <a:schemeClr val="tx2"/>
          </a:solidFill>
          <a:latin typeface="Arial" charset="0"/>
        </a:defRPr>
      </a:lvl3pPr>
      <a:lvl4pPr algn="l" defTabSz="814388" rtl="0" eaLnBrk="0" fontAlgn="base" hangingPunct="0">
        <a:lnSpc>
          <a:spcPct val="90000"/>
        </a:lnSpc>
        <a:spcBef>
          <a:spcPct val="0"/>
        </a:spcBef>
        <a:spcAft>
          <a:spcPct val="0"/>
        </a:spcAft>
        <a:defRPr sz="3200" b="1">
          <a:solidFill>
            <a:schemeClr val="tx2"/>
          </a:solidFill>
          <a:latin typeface="Arial" charset="0"/>
        </a:defRPr>
      </a:lvl4pPr>
      <a:lvl5pPr algn="l" defTabSz="814388" rtl="0" eaLnBrk="0" fontAlgn="base" hangingPunct="0">
        <a:lnSpc>
          <a:spcPct val="90000"/>
        </a:lnSpc>
        <a:spcBef>
          <a:spcPct val="0"/>
        </a:spcBef>
        <a:spcAft>
          <a:spcPct val="0"/>
        </a:spcAft>
        <a:defRPr sz="3200" b="1">
          <a:solidFill>
            <a:schemeClr val="tx2"/>
          </a:solidFill>
          <a:latin typeface="Arial" charset="0"/>
        </a:defRPr>
      </a:lvl5pPr>
      <a:lvl6pPr marL="457200" algn="l" defTabSz="814388" rtl="0" fontAlgn="base">
        <a:lnSpc>
          <a:spcPct val="90000"/>
        </a:lnSpc>
        <a:spcBef>
          <a:spcPct val="0"/>
        </a:spcBef>
        <a:spcAft>
          <a:spcPct val="0"/>
        </a:spcAft>
        <a:defRPr sz="3200" b="1">
          <a:solidFill>
            <a:schemeClr val="tx2"/>
          </a:solidFill>
          <a:latin typeface="Arial" charset="0"/>
        </a:defRPr>
      </a:lvl6pPr>
      <a:lvl7pPr marL="914400" algn="l" defTabSz="814388" rtl="0" fontAlgn="base">
        <a:lnSpc>
          <a:spcPct val="90000"/>
        </a:lnSpc>
        <a:spcBef>
          <a:spcPct val="0"/>
        </a:spcBef>
        <a:spcAft>
          <a:spcPct val="0"/>
        </a:spcAft>
        <a:defRPr sz="3200" b="1">
          <a:solidFill>
            <a:schemeClr val="tx2"/>
          </a:solidFill>
          <a:latin typeface="Arial" charset="0"/>
        </a:defRPr>
      </a:lvl7pPr>
      <a:lvl8pPr marL="1371600" algn="l" defTabSz="814388" rtl="0" fontAlgn="base">
        <a:lnSpc>
          <a:spcPct val="90000"/>
        </a:lnSpc>
        <a:spcBef>
          <a:spcPct val="0"/>
        </a:spcBef>
        <a:spcAft>
          <a:spcPct val="0"/>
        </a:spcAft>
        <a:defRPr sz="3200" b="1">
          <a:solidFill>
            <a:schemeClr val="tx2"/>
          </a:solidFill>
          <a:latin typeface="Arial" charset="0"/>
        </a:defRPr>
      </a:lvl8pPr>
      <a:lvl9pPr marL="1828800" algn="l" defTabSz="814388" rtl="0" fontAlgn="base">
        <a:lnSpc>
          <a:spcPct val="90000"/>
        </a:lnSpc>
        <a:spcBef>
          <a:spcPct val="0"/>
        </a:spcBef>
        <a:spcAft>
          <a:spcPct val="0"/>
        </a:spcAft>
        <a:defRPr sz="3200" b="1">
          <a:solidFill>
            <a:schemeClr val="tx2"/>
          </a:solidFill>
          <a:latin typeface="Arial" charset="0"/>
        </a:defRPr>
      </a:lvl9pPr>
    </p:titleStyle>
    <p:bodyStyle>
      <a:lvl1pPr marL="342900" indent="-342900" algn="l" defTabSz="814388" rtl="0" eaLnBrk="0" fontAlgn="base" hangingPunct="0">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144000" cy="12287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30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27" name="Rectangle 3"/>
          <p:cNvSpPr>
            <a:spLocks noGrp="1" noChangeArrowheads="1"/>
          </p:cNvSpPr>
          <p:nvPr>
            <p:ph type="title"/>
          </p:nvPr>
        </p:nvSpPr>
        <p:spPr bwMode="white">
          <a:xfrm>
            <a:off x="655638" y="225425"/>
            <a:ext cx="8145462"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anchor="b" anchorCtr="0" compatLnSpc="1">
            <a:prstTxWarp prst="textNoShape">
              <a:avLst/>
            </a:prstTxWarp>
          </a:bodyPr>
          <a:lstStyle/>
          <a:p>
            <a:pPr lvl="0"/>
            <a:r>
              <a:rPr lang="en-US" altLang="zh-CN" smtClean="0"/>
              <a:t>Slide Title</a:t>
            </a:r>
          </a:p>
        </p:txBody>
      </p:sp>
      <p:sp>
        <p:nvSpPr>
          <p:cNvPr id="1028" name="Rectangle 4"/>
          <p:cNvSpPr>
            <a:spLocks noGrp="1" noChangeArrowheads="1"/>
          </p:cNvSpPr>
          <p:nvPr>
            <p:ph type="body" idx="1"/>
          </p:nvPr>
        </p:nvSpPr>
        <p:spPr bwMode="auto">
          <a:xfrm>
            <a:off x="655638" y="1636713"/>
            <a:ext cx="7940675"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ltLang="zh-CN" smtClean="0"/>
              <a:t>Body Text</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9" name="AutoShape 6"/>
          <p:cNvSpPr>
            <a:spLocks noChangeArrowheads="1"/>
          </p:cNvSpPr>
          <p:nvPr/>
        </p:nvSpPr>
        <p:spPr bwMode="white">
          <a:xfrm rot="10800000">
            <a:off x="8756650" y="-9525"/>
            <a:ext cx="387350" cy="377825"/>
          </a:xfrm>
          <a:prstGeom prst="rtTriangle">
            <a:avLst/>
          </a:prstGeom>
          <a:solidFill>
            <a:schemeClr val="tx1"/>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30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30" name="Rectangle 7"/>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30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1063754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000" b="1" kern="1200">
          <a:solidFill>
            <a:schemeClr val="bg1"/>
          </a:solidFill>
          <a:latin typeface="+mj-lt"/>
          <a:ea typeface="+mj-ea"/>
          <a:cs typeface="+mj-cs"/>
        </a:defRPr>
      </a:lvl1pPr>
      <a:lvl2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2pPr>
      <a:lvl3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3pPr>
      <a:lvl4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4pPr>
      <a:lvl5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5pPr>
      <a:lvl6pPr marL="4572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6pPr>
      <a:lvl7pPr marL="9144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7pPr>
      <a:lvl8pPr marL="13716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8pPr>
      <a:lvl9pPr marL="18288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9pPr>
    </p:titleStyle>
    <p:bodyStyle>
      <a:lvl1pPr marL="342900" indent="-342900" algn="l" defTabSz="814388" rtl="0" eaLnBrk="0" fontAlgn="base" hangingPunct="0">
        <a:lnSpc>
          <a:spcPct val="95000"/>
        </a:lnSpc>
        <a:spcBef>
          <a:spcPct val="35000"/>
        </a:spcBef>
        <a:spcAft>
          <a:spcPct val="0"/>
        </a:spcAft>
        <a:buClr>
          <a:schemeClr val="accent1"/>
        </a:buClr>
        <a:buSzPct val="100000"/>
        <a:buFont typeface="Arial" panose="020B0604020202020204" pitchFamily="34" charset="0"/>
        <a:defRPr sz="2400" b="1" kern="1200">
          <a:solidFill>
            <a:schemeClr val="tx1"/>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2pPr>
      <a:lvl3pPr marL="6858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3pPr>
      <a:lvl4pPr marL="10287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4pPr>
      <a:lvl5pPr marL="13716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144000" cy="12287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27" name="Rectangle 3"/>
          <p:cNvSpPr>
            <a:spLocks noGrp="1" noChangeArrowheads="1"/>
          </p:cNvSpPr>
          <p:nvPr>
            <p:ph type="title"/>
          </p:nvPr>
        </p:nvSpPr>
        <p:spPr bwMode="white">
          <a:xfrm>
            <a:off x="655638" y="225425"/>
            <a:ext cx="8145462"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anchor="b" anchorCtr="0" compatLnSpc="1">
            <a:prstTxWarp prst="textNoShape">
              <a:avLst/>
            </a:prstTxWarp>
          </a:bodyPr>
          <a:lstStyle/>
          <a:p>
            <a:pPr lvl="0"/>
            <a:r>
              <a:rPr lang="en-US" altLang="zh-CN" smtClean="0"/>
              <a:t>Slide Title</a:t>
            </a:r>
          </a:p>
        </p:txBody>
      </p:sp>
      <p:sp>
        <p:nvSpPr>
          <p:cNvPr id="1028" name="Rectangle 4"/>
          <p:cNvSpPr>
            <a:spLocks noGrp="1" noChangeArrowheads="1"/>
          </p:cNvSpPr>
          <p:nvPr>
            <p:ph type="body" idx="1"/>
          </p:nvPr>
        </p:nvSpPr>
        <p:spPr bwMode="auto">
          <a:xfrm>
            <a:off x="655638" y="1636713"/>
            <a:ext cx="7940675"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ltLang="zh-CN" smtClean="0"/>
              <a:t>Body Text</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9" name="AutoShape 6"/>
          <p:cNvSpPr>
            <a:spLocks noChangeArrowheads="1"/>
          </p:cNvSpPr>
          <p:nvPr/>
        </p:nvSpPr>
        <p:spPr bwMode="white">
          <a:xfrm rot="10800000">
            <a:off x="8756650" y="-9525"/>
            <a:ext cx="387350" cy="377825"/>
          </a:xfrm>
          <a:prstGeom prst="rtTriangle">
            <a:avLst/>
          </a:prstGeom>
          <a:solidFill>
            <a:schemeClr val="tx1"/>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30" name="Rectangle 7"/>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468168"/>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000" b="1" kern="1200">
          <a:solidFill>
            <a:schemeClr val="bg1"/>
          </a:solidFill>
          <a:latin typeface="+mj-lt"/>
          <a:ea typeface="+mj-ea"/>
          <a:cs typeface="+mj-cs"/>
        </a:defRPr>
      </a:lvl1pPr>
      <a:lvl2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2pPr>
      <a:lvl3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3pPr>
      <a:lvl4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4pPr>
      <a:lvl5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5pPr>
      <a:lvl6pPr marL="4572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6pPr>
      <a:lvl7pPr marL="9144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7pPr>
      <a:lvl8pPr marL="13716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8pPr>
      <a:lvl9pPr marL="18288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9pPr>
    </p:titleStyle>
    <p:bodyStyle>
      <a:lvl1pPr algn="l" defTabSz="814388" rtl="0" eaLnBrk="0" fontAlgn="base" hangingPunct="0">
        <a:lnSpc>
          <a:spcPct val="95000"/>
        </a:lnSpc>
        <a:spcBef>
          <a:spcPct val="35000"/>
        </a:spcBef>
        <a:spcAft>
          <a:spcPct val="0"/>
        </a:spcAft>
        <a:buClr>
          <a:schemeClr val="accent1"/>
        </a:buClr>
        <a:buSzPct val="100000"/>
        <a:buFont typeface="Arial" panose="020B0604020202020204" pitchFamily="34" charset="0"/>
        <a:defRPr sz="2400" b="1" kern="1200">
          <a:solidFill>
            <a:schemeClr val="tx1"/>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2pPr>
      <a:lvl3pPr marL="6858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3pPr>
      <a:lvl4pPr marL="10287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4pPr>
      <a:lvl5pPr marL="13716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144000" cy="12287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27" name="Rectangle 3"/>
          <p:cNvSpPr>
            <a:spLocks noGrp="1" noChangeArrowheads="1"/>
          </p:cNvSpPr>
          <p:nvPr>
            <p:ph type="title"/>
          </p:nvPr>
        </p:nvSpPr>
        <p:spPr bwMode="white">
          <a:xfrm>
            <a:off x="655638" y="225425"/>
            <a:ext cx="8145462"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anchor="b" anchorCtr="0" compatLnSpc="1">
            <a:prstTxWarp prst="textNoShape">
              <a:avLst/>
            </a:prstTxWarp>
          </a:bodyPr>
          <a:lstStyle/>
          <a:p>
            <a:pPr lvl="0"/>
            <a:r>
              <a:rPr lang="en-US" altLang="zh-CN" smtClean="0"/>
              <a:t>Slide Title</a:t>
            </a:r>
          </a:p>
        </p:txBody>
      </p:sp>
      <p:sp>
        <p:nvSpPr>
          <p:cNvPr id="1028" name="Rectangle 4"/>
          <p:cNvSpPr>
            <a:spLocks noGrp="1" noChangeArrowheads="1"/>
          </p:cNvSpPr>
          <p:nvPr>
            <p:ph type="body" idx="1"/>
          </p:nvPr>
        </p:nvSpPr>
        <p:spPr bwMode="auto">
          <a:xfrm>
            <a:off x="655638" y="1636713"/>
            <a:ext cx="7940675"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ltLang="zh-CN" smtClean="0"/>
              <a:t>Body Text</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9" name="AutoShape 6"/>
          <p:cNvSpPr>
            <a:spLocks noChangeArrowheads="1"/>
          </p:cNvSpPr>
          <p:nvPr/>
        </p:nvSpPr>
        <p:spPr bwMode="white">
          <a:xfrm rot="10800000">
            <a:off x="8756650" y="-9525"/>
            <a:ext cx="387350" cy="377825"/>
          </a:xfrm>
          <a:prstGeom prst="rtTriangle">
            <a:avLst/>
          </a:prstGeom>
          <a:solidFill>
            <a:schemeClr val="tx1"/>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30" name="Rectangle 7"/>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92925757"/>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 id="2147483809" r:id="rId13"/>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000" b="1" kern="1200">
          <a:solidFill>
            <a:schemeClr val="bg1"/>
          </a:solidFill>
          <a:latin typeface="+mj-lt"/>
          <a:ea typeface="+mj-ea"/>
          <a:cs typeface="+mj-cs"/>
        </a:defRPr>
      </a:lvl1pPr>
      <a:lvl2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2pPr>
      <a:lvl3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3pPr>
      <a:lvl4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4pPr>
      <a:lvl5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5pPr>
      <a:lvl6pPr marL="4572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6pPr>
      <a:lvl7pPr marL="9144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7pPr>
      <a:lvl8pPr marL="13716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8pPr>
      <a:lvl9pPr marL="18288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9pPr>
    </p:titleStyle>
    <p:bodyStyle>
      <a:lvl1pPr algn="l" defTabSz="814388" rtl="0" eaLnBrk="0" fontAlgn="base" hangingPunct="0">
        <a:lnSpc>
          <a:spcPct val="95000"/>
        </a:lnSpc>
        <a:spcBef>
          <a:spcPct val="35000"/>
        </a:spcBef>
        <a:spcAft>
          <a:spcPct val="0"/>
        </a:spcAft>
        <a:buClr>
          <a:schemeClr val="accent1"/>
        </a:buClr>
        <a:buSzPct val="100000"/>
        <a:buFont typeface="Arial" panose="020B0604020202020204" pitchFamily="34" charset="0"/>
        <a:defRPr sz="2400" b="1" kern="1200">
          <a:solidFill>
            <a:schemeClr val="tx1"/>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2pPr>
      <a:lvl3pPr marL="6858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3pPr>
      <a:lvl4pPr marL="10287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4pPr>
      <a:lvl5pPr marL="13716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144000" cy="12287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27" name="Rectangle 3"/>
          <p:cNvSpPr>
            <a:spLocks noGrp="1" noChangeArrowheads="1"/>
          </p:cNvSpPr>
          <p:nvPr>
            <p:ph type="title"/>
          </p:nvPr>
        </p:nvSpPr>
        <p:spPr bwMode="white">
          <a:xfrm>
            <a:off x="655638" y="225425"/>
            <a:ext cx="8145462"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anchor="b" anchorCtr="0" compatLnSpc="1">
            <a:prstTxWarp prst="textNoShape">
              <a:avLst/>
            </a:prstTxWarp>
          </a:bodyPr>
          <a:lstStyle/>
          <a:p>
            <a:pPr lvl="0"/>
            <a:r>
              <a:rPr lang="en-US" altLang="zh-CN" smtClean="0"/>
              <a:t>Slide Title</a:t>
            </a:r>
          </a:p>
        </p:txBody>
      </p:sp>
      <p:sp>
        <p:nvSpPr>
          <p:cNvPr id="1028" name="Rectangle 4"/>
          <p:cNvSpPr>
            <a:spLocks noGrp="1" noChangeArrowheads="1"/>
          </p:cNvSpPr>
          <p:nvPr>
            <p:ph type="body" idx="1"/>
          </p:nvPr>
        </p:nvSpPr>
        <p:spPr bwMode="auto">
          <a:xfrm>
            <a:off x="655638" y="1636713"/>
            <a:ext cx="7940675"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ltLang="zh-CN" smtClean="0"/>
              <a:t>Body Text</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9" name="AutoShape 6"/>
          <p:cNvSpPr>
            <a:spLocks noChangeArrowheads="1"/>
          </p:cNvSpPr>
          <p:nvPr/>
        </p:nvSpPr>
        <p:spPr bwMode="white">
          <a:xfrm rot="10800000">
            <a:off x="8756650" y="-9525"/>
            <a:ext cx="387350" cy="377825"/>
          </a:xfrm>
          <a:prstGeom prst="rtTriangle">
            <a:avLst/>
          </a:prstGeom>
          <a:solidFill>
            <a:schemeClr val="tx1"/>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30" name="Rectangle 7"/>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37823716"/>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000" b="1" kern="1200">
          <a:solidFill>
            <a:schemeClr val="bg1"/>
          </a:solidFill>
          <a:latin typeface="+mj-lt"/>
          <a:ea typeface="+mj-ea"/>
          <a:cs typeface="+mj-cs"/>
        </a:defRPr>
      </a:lvl1pPr>
      <a:lvl2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2pPr>
      <a:lvl3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3pPr>
      <a:lvl4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4pPr>
      <a:lvl5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5pPr>
      <a:lvl6pPr marL="4572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6pPr>
      <a:lvl7pPr marL="9144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7pPr>
      <a:lvl8pPr marL="13716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8pPr>
      <a:lvl9pPr marL="18288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9pPr>
    </p:titleStyle>
    <p:bodyStyle>
      <a:lvl1pPr algn="l" defTabSz="814388" rtl="0" eaLnBrk="0" fontAlgn="base" hangingPunct="0">
        <a:lnSpc>
          <a:spcPct val="95000"/>
        </a:lnSpc>
        <a:spcBef>
          <a:spcPct val="35000"/>
        </a:spcBef>
        <a:spcAft>
          <a:spcPct val="0"/>
        </a:spcAft>
        <a:buClr>
          <a:schemeClr val="accent1"/>
        </a:buClr>
        <a:buSzPct val="100000"/>
        <a:buFont typeface="Arial" panose="020B0604020202020204" pitchFamily="34" charset="0"/>
        <a:defRPr sz="2400" b="1" kern="1200">
          <a:solidFill>
            <a:schemeClr val="tx1"/>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2pPr>
      <a:lvl3pPr marL="6858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3pPr>
      <a:lvl4pPr marL="10287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4pPr>
      <a:lvl5pPr marL="13716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144000" cy="12287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27" name="Rectangle 3"/>
          <p:cNvSpPr>
            <a:spLocks noGrp="1" noChangeArrowheads="1"/>
          </p:cNvSpPr>
          <p:nvPr>
            <p:ph type="title"/>
          </p:nvPr>
        </p:nvSpPr>
        <p:spPr bwMode="white">
          <a:xfrm>
            <a:off x="655638" y="225425"/>
            <a:ext cx="8145462"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anchor="b" anchorCtr="0" compatLnSpc="1">
            <a:prstTxWarp prst="textNoShape">
              <a:avLst/>
            </a:prstTxWarp>
          </a:bodyPr>
          <a:lstStyle/>
          <a:p>
            <a:pPr lvl="0"/>
            <a:r>
              <a:rPr lang="en-US" altLang="zh-CN" smtClean="0"/>
              <a:t>Slide Title</a:t>
            </a:r>
          </a:p>
        </p:txBody>
      </p:sp>
      <p:sp>
        <p:nvSpPr>
          <p:cNvPr id="1028" name="Rectangle 4"/>
          <p:cNvSpPr>
            <a:spLocks noGrp="1" noChangeArrowheads="1"/>
          </p:cNvSpPr>
          <p:nvPr>
            <p:ph type="body" idx="1"/>
          </p:nvPr>
        </p:nvSpPr>
        <p:spPr bwMode="auto">
          <a:xfrm>
            <a:off x="655638" y="1636713"/>
            <a:ext cx="7940675"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ltLang="zh-CN" smtClean="0"/>
              <a:t>Body Text</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9" name="AutoShape 6"/>
          <p:cNvSpPr>
            <a:spLocks noChangeArrowheads="1"/>
          </p:cNvSpPr>
          <p:nvPr/>
        </p:nvSpPr>
        <p:spPr bwMode="white">
          <a:xfrm rot="10800000">
            <a:off x="8756650" y="-9525"/>
            <a:ext cx="387350" cy="377825"/>
          </a:xfrm>
          <a:prstGeom prst="rtTriangle">
            <a:avLst/>
          </a:prstGeom>
          <a:solidFill>
            <a:schemeClr val="tx1"/>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30" name="Rectangle 7"/>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1400" b="1">
                <a:solidFill>
                  <a:schemeClr val="tx1"/>
                </a:solidFill>
                <a:latin typeface="Arial" panose="020B0604020202020204" pitchFamily="34" charset="0"/>
              </a:defRPr>
            </a:lvl1pPr>
            <a:lvl2pPr marL="742950" indent="-285750">
              <a:lnSpc>
                <a:spcPct val="90000"/>
              </a:lnSpc>
              <a:defRPr sz="1400" b="1">
                <a:solidFill>
                  <a:schemeClr val="tx1"/>
                </a:solidFill>
                <a:latin typeface="Arial" panose="020B0604020202020204" pitchFamily="34" charset="0"/>
              </a:defRPr>
            </a:lvl2pPr>
            <a:lvl3pPr marL="1143000" indent="-228600">
              <a:lnSpc>
                <a:spcPct val="90000"/>
              </a:lnSpc>
              <a:defRPr sz="1400" b="1">
                <a:solidFill>
                  <a:schemeClr val="tx1"/>
                </a:solidFill>
                <a:latin typeface="Arial" panose="020B0604020202020204" pitchFamily="34" charset="0"/>
              </a:defRPr>
            </a:lvl3pPr>
            <a:lvl4pPr marL="1600200" indent="-228600">
              <a:lnSpc>
                <a:spcPct val="90000"/>
              </a:lnSpc>
              <a:defRPr sz="1400" b="1">
                <a:solidFill>
                  <a:schemeClr val="tx1"/>
                </a:solidFill>
                <a:latin typeface="Arial" panose="020B0604020202020204" pitchFamily="34" charset="0"/>
              </a:defRPr>
            </a:lvl4pPr>
            <a:lvl5pPr marL="2057400" indent="-228600">
              <a:lnSpc>
                <a:spcPct val="90000"/>
              </a:lnSpc>
              <a:defRPr sz="14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14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14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54281612"/>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000" b="1" kern="1200">
          <a:solidFill>
            <a:schemeClr val="bg1"/>
          </a:solidFill>
          <a:latin typeface="+mj-lt"/>
          <a:ea typeface="+mj-ea"/>
          <a:cs typeface="+mj-cs"/>
        </a:defRPr>
      </a:lvl1pPr>
      <a:lvl2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2pPr>
      <a:lvl3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3pPr>
      <a:lvl4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4pPr>
      <a:lvl5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5pPr>
      <a:lvl6pPr marL="4572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6pPr>
      <a:lvl7pPr marL="9144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7pPr>
      <a:lvl8pPr marL="13716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8pPr>
      <a:lvl9pPr marL="18288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9pPr>
    </p:titleStyle>
    <p:bodyStyle>
      <a:lvl1pPr algn="l" defTabSz="814388" rtl="0" eaLnBrk="0" fontAlgn="base" hangingPunct="0">
        <a:lnSpc>
          <a:spcPct val="95000"/>
        </a:lnSpc>
        <a:spcBef>
          <a:spcPct val="35000"/>
        </a:spcBef>
        <a:spcAft>
          <a:spcPct val="0"/>
        </a:spcAft>
        <a:buClr>
          <a:schemeClr val="accent1"/>
        </a:buClr>
        <a:buSzPct val="100000"/>
        <a:buFont typeface="Arial" panose="020B0604020202020204" pitchFamily="34" charset="0"/>
        <a:defRPr sz="2400" b="1" kern="1200">
          <a:solidFill>
            <a:schemeClr val="tx1"/>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2pPr>
      <a:lvl3pPr marL="6858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3pPr>
      <a:lvl4pPr marL="10287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4pPr>
      <a:lvl5pPr marL="13716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144000" cy="1228725"/>
          </a:xfrm>
          <a:prstGeom prst="rect">
            <a:avLst/>
          </a:prstGeom>
          <a:solidFill>
            <a:srgbClr val="306774"/>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30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27" name="Rectangle 3"/>
          <p:cNvSpPr>
            <a:spLocks noGrp="1" noChangeArrowheads="1"/>
          </p:cNvSpPr>
          <p:nvPr>
            <p:ph type="title"/>
          </p:nvPr>
        </p:nvSpPr>
        <p:spPr bwMode="white">
          <a:xfrm>
            <a:off x="655638" y="225425"/>
            <a:ext cx="8145462"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anchor="b" anchorCtr="0" compatLnSpc="1">
            <a:prstTxWarp prst="textNoShape">
              <a:avLst/>
            </a:prstTxWarp>
          </a:bodyPr>
          <a:lstStyle/>
          <a:p>
            <a:pPr lvl="0"/>
            <a:r>
              <a:rPr lang="en-US" altLang="zh-CN" smtClean="0"/>
              <a:t>Slide Title</a:t>
            </a:r>
          </a:p>
        </p:txBody>
      </p:sp>
      <p:sp>
        <p:nvSpPr>
          <p:cNvPr id="1028" name="Rectangle 4"/>
          <p:cNvSpPr>
            <a:spLocks noGrp="1" noChangeArrowheads="1"/>
          </p:cNvSpPr>
          <p:nvPr>
            <p:ph type="body" idx="1"/>
          </p:nvPr>
        </p:nvSpPr>
        <p:spPr bwMode="auto">
          <a:xfrm>
            <a:off x="655638" y="1636713"/>
            <a:ext cx="7940675"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ltLang="zh-CN" smtClean="0"/>
              <a:t>Body Text</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9" name="AutoShape 6"/>
          <p:cNvSpPr>
            <a:spLocks noChangeArrowheads="1"/>
          </p:cNvSpPr>
          <p:nvPr/>
        </p:nvSpPr>
        <p:spPr bwMode="white">
          <a:xfrm rot="10800000">
            <a:off x="8756650" y="-9525"/>
            <a:ext cx="387350" cy="377825"/>
          </a:xfrm>
          <a:prstGeom prst="rtTriangle">
            <a:avLst/>
          </a:prstGeom>
          <a:solidFill>
            <a:schemeClr val="tx1"/>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30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1030" name="Rectangle 7"/>
          <p:cNvSpPr>
            <a:spLocks noChangeArrowheads="1"/>
          </p:cNvSpPr>
          <p:nvPr/>
        </p:nvSpPr>
        <p:spPr bwMode="auto">
          <a:xfrm>
            <a:off x="0" y="6564313"/>
            <a:ext cx="9144000" cy="298450"/>
          </a:xfrm>
          <a:prstGeom prst="rect">
            <a:avLst/>
          </a:prstGeom>
          <a:solidFill>
            <a:srgbClr val="969696"/>
          </a:solidFill>
          <a:ln>
            <a:noFill/>
          </a:ln>
          <a:effectLst/>
          <a:extLst>
            <a:ext uri="{91240B29-F687-4F45-9708-019B960494DF}">
              <a14:hiddenLine xmlns:a14="http://schemas.microsoft.com/office/drawing/2010/main" w="9525" algn="ctr">
                <a:solidFill>
                  <a:srgbClr val="FF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lvl1pPr>
              <a:lnSpc>
                <a:spcPct val="90000"/>
              </a:lnSpc>
              <a:defRPr sz="3000" b="1">
                <a:solidFill>
                  <a:schemeClr val="tx1"/>
                </a:solidFill>
                <a:latin typeface="Arial" panose="020B0604020202020204" pitchFamily="34" charset="0"/>
              </a:defRPr>
            </a:lvl1pPr>
            <a:lvl2pPr marL="742950" indent="-285750">
              <a:lnSpc>
                <a:spcPct val="90000"/>
              </a:lnSpc>
              <a:defRPr sz="3000" b="1">
                <a:solidFill>
                  <a:schemeClr val="tx1"/>
                </a:solidFill>
                <a:latin typeface="Arial" panose="020B0604020202020204" pitchFamily="34" charset="0"/>
              </a:defRPr>
            </a:lvl2pPr>
            <a:lvl3pPr marL="1143000" indent="-228600">
              <a:lnSpc>
                <a:spcPct val="90000"/>
              </a:lnSpc>
              <a:defRPr sz="3000" b="1">
                <a:solidFill>
                  <a:schemeClr val="tx1"/>
                </a:solidFill>
                <a:latin typeface="Arial" panose="020B0604020202020204" pitchFamily="34" charset="0"/>
              </a:defRPr>
            </a:lvl3pPr>
            <a:lvl4pPr marL="1600200" indent="-228600">
              <a:lnSpc>
                <a:spcPct val="90000"/>
              </a:lnSpc>
              <a:defRPr sz="3000" b="1">
                <a:solidFill>
                  <a:schemeClr val="tx1"/>
                </a:solidFill>
                <a:latin typeface="Arial" panose="020B0604020202020204" pitchFamily="34" charset="0"/>
              </a:defRPr>
            </a:lvl4pPr>
            <a:lvl5pPr marL="2057400" indent="-228600">
              <a:lnSpc>
                <a:spcPct val="90000"/>
              </a:lnSpc>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altLang="en-US" sz="3000" b="1" i="0" u="none" strike="noStrike" kern="1200" cap="none" spc="0" normalizeH="0" baseline="0" noProof="0" smtClean="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76142419"/>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000" b="1" kern="1200">
          <a:solidFill>
            <a:schemeClr val="bg1"/>
          </a:solidFill>
          <a:latin typeface="+mj-lt"/>
          <a:ea typeface="+mj-ea"/>
          <a:cs typeface="+mj-cs"/>
        </a:defRPr>
      </a:lvl1pPr>
      <a:lvl2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2pPr>
      <a:lvl3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3pPr>
      <a:lvl4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4pPr>
      <a:lvl5pPr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5pPr>
      <a:lvl6pPr marL="4572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6pPr>
      <a:lvl7pPr marL="9144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7pPr>
      <a:lvl8pPr marL="13716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8pPr>
      <a:lvl9pPr marL="1828800" algn="l" defTabSz="814388" rtl="0" eaLnBrk="0" fontAlgn="base" hangingPunct="0">
        <a:lnSpc>
          <a:spcPct val="90000"/>
        </a:lnSpc>
        <a:spcBef>
          <a:spcPct val="0"/>
        </a:spcBef>
        <a:spcAft>
          <a:spcPct val="0"/>
        </a:spcAft>
        <a:defRPr sz="3000" b="1">
          <a:solidFill>
            <a:schemeClr val="bg1"/>
          </a:solidFill>
          <a:latin typeface="Arial" panose="020B0604020202020204" pitchFamily="34" charset="0"/>
        </a:defRPr>
      </a:lvl9pPr>
    </p:titleStyle>
    <p:bodyStyle>
      <a:lvl1pPr marL="342900" indent="-342900" algn="l" defTabSz="814388" rtl="0" eaLnBrk="0" fontAlgn="base" hangingPunct="0">
        <a:lnSpc>
          <a:spcPct val="95000"/>
        </a:lnSpc>
        <a:spcBef>
          <a:spcPct val="35000"/>
        </a:spcBef>
        <a:spcAft>
          <a:spcPct val="0"/>
        </a:spcAft>
        <a:buClr>
          <a:schemeClr val="accent1"/>
        </a:buClr>
        <a:buSzPct val="100000"/>
        <a:buFont typeface="Arial" panose="020B0604020202020204" pitchFamily="34" charset="0"/>
        <a:defRPr sz="2400" b="1" kern="1200">
          <a:solidFill>
            <a:schemeClr val="tx1"/>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2pPr>
      <a:lvl3pPr marL="6858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3pPr>
      <a:lvl4pPr marL="10287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4pPr>
      <a:lvl5pPr marL="13716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16.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1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16.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16.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1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16.xml"/><Relationship Id="rId6" Type="http://schemas.openxmlformats.org/officeDocument/2006/relationships/image" Target="../media/image15.png"/><Relationship Id="rId5" Type="http://schemas.openxmlformats.org/officeDocument/2006/relationships/image" Target="../media/image14.wmf"/><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16.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1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1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1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16.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1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16.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16.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16.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9.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8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83.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96.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3.xml"/></Relationships>
</file>

<file path=ppt/slides/_rels/slide3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9.png"/><Relationship Id="rId1" Type="http://schemas.openxmlformats.org/officeDocument/2006/relationships/slideLayout" Target="../slideLayouts/slideLayout29.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16.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16.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16.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116.xml"/><Relationship Id="rId4"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sz="quarter"/>
          </p:nvPr>
        </p:nvSpPr>
        <p:spPr>
          <a:noFill/>
        </p:spPr>
        <p:txBody>
          <a:bodyPr/>
          <a:lstStyle/>
          <a:p>
            <a:r>
              <a:rPr lang="en-US" altLang="zh-CN" smtClean="0">
                <a:solidFill>
                  <a:srgbClr val="FFFFFF"/>
                </a:solidFill>
                <a:ea typeface="宋体" panose="02010600030101010101" pitchFamily="2" charset="-122"/>
              </a:rPr>
              <a:t>Implementing IPv6</a:t>
            </a:r>
          </a:p>
        </p:txBody>
      </p:sp>
      <p:sp>
        <p:nvSpPr>
          <p:cNvPr id="5123" name="Rectangle 3"/>
          <p:cNvSpPr>
            <a:spLocks noGrp="1" noChangeArrowheads="1"/>
          </p:cNvSpPr>
          <p:nvPr>
            <p:ph type="subTitle" sz="quarter" idx="1"/>
          </p:nvPr>
        </p:nvSpPr>
        <p:spPr>
          <a:noFill/>
        </p:spPr>
        <p:txBody>
          <a:bodyPr/>
          <a:lstStyle/>
          <a:p>
            <a:r>
              <a:rPr lang="en-US" altLang="zh-CN" smtClean="0">
                <a:ea typeface="宋体" panose="02010600030101010101" pitchFamily="2" charset="-122"/>
              </a:rPr>
              <a:t>Introducing IPv6</a:t>
            </a:r>
          </a:p>
        </p:txBody>
      </p:sp>
    </p:spTree>
    <p:extLst>
      <p:ext uri="{BB962C8B-B14F-4D97-AF65-F5344CB8AC3E}">
        <p14:creationId xmlns:p14="http://schemas.microsoft.com/office/powerpoint/2010/main" val="949228973"/>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Larger </a:t>
            </a:r>
            <a:r>
              <a:rPr lang="en-US" altLang="zh-CN" sz="2400" dirty="0">
                <a:ea typeface="宋体" panose="02010600030101010101" pitchFamily="2" charset="-122"/>
              </a:rPr>
              <a:t>Address Space</a:t>
            </a:r>
          </a:p>
        </p:txBody>
      </p:sp>
      <p:sp>
        <p:nvSpPr>
          <p:cNvPr id="5" name="Rectangle 3"/>
          <p:cNvSpPr txBox="1">
            <a:spLocks noChangeArrowheads="1"/>
          </p:cNvSpPr>
          <p:nvPr/>
        </p:nvSpPr>
        <p:spPr>
          <a:xfrm>
            <a:off x="601663" y="3530600"/>
            <a:ext cx="7940675" cy="2844800"/>
          </a:xfrm>
          <a:prstGeom prst="rect">
            <a:avLst/>
          </a:prstGeom>
        </p:spPr>
        <p:txBody>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anose="020B0604020202020204" pitchFamily="34" charset="0"/>
              <a:defRPr sz="2400" b="1" kern="1200">
                <a:solidFill>
                  <a:schemeClr val="tx1"/>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2pPr>
            <a:lvl3pPr marL="6858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3pPr>
            <a:lvl4pPr marL="10287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4pPr>
            <a:lvl5pPr marL="1371600" indent="-228600" algn="l" defTabSz="814388" rtl="0" eaLnBrk="0" fontAlgn="base" hangingPunct="0">
              <a:lnSpc>
                <a:spcPct val="95000"/>
              </a:lnSpc>
              <a:spcBef>
                <a:spcPct val="35000"/>
              </a:spcBef>
              <a:spcAft>
                <a:spcPct val="0"/>
              </a:spcAft>
              <a:buClr>
                <a:schemeClr val="accent1"/>
              </a:buClr>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smtClean="0">
                <a:ea typeface="宋体" panose="02010600030101010101" pitchFamily="2" charset="-122"/>
              </a:rPr>
              <a:t>IPv4</a:t>
            </a:r>
          </a:p>
          <a:p>
            <a:pPr lvl="1"/>
            <a:r>
              <a:rPr lang="en-US" altLang="zh-CN" sz="1600" smtClean="0">
                <a:ea typeface="宋体" panose="02010600030101010101" pitchFamily="2" charset="-122"/>
              </a:rPr>
              <a:t>32 bits or 4 bytes long</a:t>
            </a:r>
          </a:p>
          <a:p>
            <a:pPr lvl="2"/>
            <a:r>
              <a:rPr lang="en-US" altLang="zh-CN" sz="1600" smtClean="0">
                <a:ea typeface="宋体" panose="02010600030101010101" pitchFamily="2" charset="-122"/>
              </a:rPr>
              <a:t>   4,200,000,000 possible addressable nodes</a:t>
            </a:r>
          </a:p>
          <a:p>
            <a:r>
              <a:rPr lang="en-US" altLang="zh-CN" sz="2000" smtClean="0">
                <a:ea typeface="宋体" panose="02010600030101010101" pitchFamily="2" charset="-122"/>
              </a:rPr>
              <a:t>IPv6</a:t>
            </a:r>
          </a:p>
          <a:p>
            <a:pPr lvl="1"/>
            <a:r>
              <a:rPr lang="en-US" altLang="zh-CN" sz="1600" smtClean="0">
                <a:ea typeface="宋体" panose="02010600030101010101" pitchFamily="2" charset="-122"/>
              </a:rPr>
              <a:t>128 bits or 16 bytes: four times the bits of IPv4</a:t>
            </a:r>
          </a:p>
          <a:p>
            <a:pPr lvl="2"/>
            <a:r>
              <a:rPr lang="en-US" altLang="zh-CN" sz="1600" smtClean="0">
                <a:ea typeface="宋体" panose="02010600030101010101" pitchFamily="2" charset="-122"/>
              </a:rPr>
              <a:t>   3.4 * 10</a:t>
            </a:r>
            <a:r>
              <a:rPr lang="en-US" altLang="zh-CN" sz="1600" baseline="30000" smtClean="0">
                <a:ea typeface="宋体" panose="02010600030101010101" pitchFamily="2" charset="-122"/>
              </a:rPr>
              <a:t>38</a:t>
            </a:r>
            <a:r>
              <a:rPr lang="en-US" altLang="zh-CN" sz="1600" smtClean="0">
                <a:ea typeface="宋体" panose="02010600030101010101" pitchFamily="2" charset="-122"/>
              </a:rPr>
              <a:t> possible addressable nodes</a:t>
            </a:r>
          </a:p>
          <a:p>
            <a:pPr lvl="2"/>
            <a:r>
              <a:rPr lang="en-US" altLang="zh-CN" sz="1600" smtClean="0">
                <a:ea typeface="宋体" panose="02010600030101010101" pitchFamily="2" charset="-122"/>
              </a:rPr>
              <a:t>   340,282,366,920,938,463,374,607,432,768,211,456</a:t>
            </a:r>
          </a:p>
          <a:p>
            <a:pPr lvl="2"/>
            <a:r>
              <a:rPr lang="en-US" altLang="zh-CN" sz="1600" smtClean="0">
                <a:ea typeface="宋体" panose="02010600030101010101" pitchFamily="2" charset="-122"/>
              </a:rPr>
              <a:t>   5 * 10</a:t>
            </a:r>
            <a:r>
              <a:rPr lang="en-US" altLang="zh-CN" sz="1600" baseline="30000" smtClean="0">
                <a:ea typeface="宋体" panose="02010600030101010101" pitchFamily="2" charset="-122"/>
              </a:rPr>
              <a:t>28</a:t>
            </a:r>
            <a:r>
              <a:rPr lang="en-US" altLang="zh-CN" sz="1600" smtClean="0">
                <a:ea typeface="宋体" panose="02010600030101010101" pitchFamily="2" charset="-122"/>
              </a:rPr>
              <a:t> addresses per person</a:t>
            </a:r>
          </a:p>
        </p:txBody>
      </p:sp>
      <p:sp>
        <p:nvSpPr>
          <p:cNvPr id="6" name="Text Box 4"/>
          <p:cNvSpPr txBox="1">
            <a:spLocks noChangeArrowheads="1"/>
          </p:cNvSpPr>
          <p:nvPr/>
        </p:nvSpPr>
        <p:spPr bwMode="auto">
          <a:xfrm>
            <a:off x="1270000" y="5302250"/>
            <a:ext cx="284163"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spAutoFit/>
          </a:bodyPr>
          <a:lstStyle>
            <a:lvl1pPr defTabSz="814388">
              <a:lnSpc>
                <a:spcPct val="95000"/>
              </a:lnSpc>
              <a:spcBef>
                <a:spcPct val="35000"/>
              </a:spcBef>
              <a:buClr>
                <a:schemeClr val="accent1"/>
              </a:buClr>
              <a:buSzPct val="100000"/>
              <a:buFont typeface="Arial" panose="020B0604020202020204" pitchFamily="34" charset="0"/>
              <a:defRPr sz="2400" b="1">
                <a:solidFill>
                  <a:schemeClr val="tx1"/>
                </a:solidFill>
                <a:latin typeface="Arial" panose="020B0604020202020204" pitchFamily="34" charset="0"/>
              </a:defRPr>
            </a:lvl1pPr>
            <a:lvl2pPr marL="3429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2pPr>
            <a:lvl3pPr marL="6858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3pPr>
            <a:lvl4pPr marL="10287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4pPr>
            <a:lvl5pPr marL="13716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5pPr>
            <a:lvl6pPr marL="18288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6pPr>
            <a:lvl7pPr marL="22860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7pPr>
            <a:lvl8pPr marL="27432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8pPr>
            <a:lvl9pPr marL="32004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9pPr>
          </a:lstStyle>
          <a:p>
            <a:pPr marL="0" marR="0" lvl="0" indent="0" algn="l" defTabSz="814388" rtl="0" eaLnBrk="0" fontAlgn="base" latinLnBrk="0" hangingPunct="0">
              <a:lnSpc>
                <a:spcPct val="35000"/>
              </a:lnSpc>
              <a:spcBef>
                <a:spcPct val="0"/>
              </a:spcBef>
              <a:spcAft>
                <a:spcPct val="0"/>
              </a:spcAft>
              <a:buClrTx/>
              <a:buSzTx/>
              <a:buFontTx/>
              <a:buNone/>
              <a:tabLst/>
              <a:defRPr/>
            </a:pPr>
            <a: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b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br>
            <a: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p>
        </p:txBody>
      </p:sp>
      <p:sp>
        <p:nvSpPr>
          <p:cNvPr id="7" name="Text Box 5"/>
          <p:cNvSpPr txBox="1">
            <a:spLocks noChangeArrowheads="1"/>
          </p:cNvSpPr>
          <p:nvPr/>
        </p:nvSpPr>
        <p:spPr bwMode="auto">
          <a:xfrm>
            <a:off x="1270000" y="5626100"/>
            <a:ext cx="284163"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spAutoFit/>
          </a:bodyPr>
          <a:lstStyle>
            <a:lvl1pPr defTabSz="814388">
              <a:lnSpc>
                <a:spcPct val="95000"/>
              </a:lnSpc>
              <a:spcBef>
                <a:spcPct val="35000"/>
              </a:spcBef>
              <a:buClr>
                <a:schemeClr val="accent1"/>
              </a:buClr>
              <a:buSzPct val="100000"/>
              <a:buFont typeface="Arial" panose="020B0604020202020204" pitchFamily="34" charset="0"/>
              <a:defRPr sz="2400" b="1">
                <a:solidFill>
                  <a:schemeClr val="tx1"/>
                </a:solidFill>
                <a:latin typeface="Arial" panose="020B0604020202020204" pitchFamily="34" charset="0"/>
              </a:defRPr>
            </a:lvl1pPr>
            <a:lvl2pPr marL="3429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2pPr>
            <a:lvl3pPr marL="6858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3pPr>
            <a:lvl4pPr marL="10287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4pPr>
            <a:lvl5pPr marL="13716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5pPr>
            <a:lvl6pPr marL="18288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6pPr>
            <a:lvl7pPr marL="22860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7pPr>
            <a:lvl8pPr marL="27432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8pPr>
            <a:lvl9pPr marL="32004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9pPr>
          </a:lstStyle>
          <a:p>
            <a:pPr marL="0" marR="0" lvl="0" indent="0" algn="l" defTabSz="814388" rtl="0" eaLnBrk="0" fontAlgn="base" latinLnBrk="0" hangingPunct="0">
              <a:lnSpc>
                <a:spcPct val="35000"/>
              </a:lnSpc>
              <a:spcBef>
                <a:spcPct val="0"/>
              </a:spcBef>
              <a:spcAft>
                <a:spcPct val="0"/>
              </a:spcAft>
              <a:buClrTx/>
              <a:buSzTx/>
              <a:buFontTx/>
              <a:buNone/>
              <a:tabLst/>
              <a:defRPr/>
            </a:pPr>
            <a: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b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br>
            <a: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p>
        </p:txBody>
      </p:sp>
      <p:sp>
        <p:nvSpPr>
          <p:cNvPr id="8" name="Text Box 6"/>
          <p:cNvSpPr txBox="1">
            <a:spLocks noChangeArrowheads="1"/>
          </p:cNvSpPr>
          <p:nvPr/>
        </p:nvSpPr>
        <p:spPr bwMode="auto">
          <a:xfrm>
            <a:off x="1270000" y="5969000"/>
            <a:ext cx="284163"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spAutoFit/>
          </a:bodyPr>
          <a:lstStyle>
            <a:lvl1pPr defTabSz="814388">
              <a:lnSpc>
                <a:spcPct val="95000"/>
              </a:lnSpc>
              <a:spcBef>
                <a:spcPct val="35000"/>
              </a:spcBef>
              <a:buClr>
                <a:schemeClr val="accent1"/>
              </a:buClr>
              <a:buSzPct val="100000"/>
              <a:buFont typeface="Arial" panose="020B0604020202020204" pitchFamily="34" charset="0"/>
              <a:defRPr sz="2400" b="1">
                <a:solidFill>
                  <a:schemeClr val="tx1"/>
                </a:solidFill>
                <a:latin typeface="Arial" panose="020B0604020202020204" pitchFamily="34" charset="0"/>
              </a:defRPr>
            </a:lvl1pPr>
            <a:lvl2pPr marL="3429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2pPr>
            <a:lvl3pPr marL="6858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3pPr>
            <a:lvl4pPr marL="10287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4pPr>
            <a:lvl5pPr marL="13716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5pPr>
            <a:lvl6pPr marL="18288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6pPr>
            <a:lvl7pPr marL="22860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7pPr>
            <a:lvl8pPr marL="27432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8pPr>
            <a:lvl9pPr marL="32004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9pPr>
          </a:lstStyle>
          <a:p>
            <a:pPr marL="0" marR="0" lvl="0" indent="0" algn="l" defTabSz="814388" rtl="0" eaLnBrk="0" fontAlgn="base" latinLnBrk="0" hangingPunct="0">
              <a:lnSpc>
                <a:spcPct val="35000"/>
              </a:lnSpc>
              <a:spcBef>
                <a:spcPct val="0"/>
              </a:spcBef>
              <a:spcAft>
                <a:spcPct val="0"/>
              </a:spcAft>
              <a:buClrTx/>
              <a:buSzTx/>
              <a:buFontTx/>
              <a:buNone/>
              <a:tabLst/>
              <a:defRPr/>
            </a:pPr>
            <a: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b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br>
            <a: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p>
        </p:txBody>
      </p:sp>
      <p:sp>
        <p:nvSpPr>
          <p:cNvPr id="9" name="Text Box 7"/>
          <p:cNvSpPr txBox="1">
            <a:spLocks noChangeArrowheads="1"/>
          </p:cNvSpPr>
          <p:nvPr/>
        </p:nvSpPr>
        <p:spPr bwMode="auto">
          <a:xfrm>
            <a:off x="1270000" y="4273550"/>
            <a:ext cx="284163"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spAutoFit/>
          </a:bodyPr>
          <a:lstStyle>
            <a:lvl1pPr defTabSz="814388">
              <a:lnSpc>
                <a:spcPct val="95000"/>
              </a:lnSpc>
              <a:spcBef>
                <a:spcPct val="35000"/>
              </a:spcBef>
              <a:buClr>
                <a:schemeClr val="accent1"/>
              </a:buClr>
              <a:buSzPct val="100000"/>
              <a:buFont typeface="Arial" panose="020B0604020202020204" pitchFamily="34" charset="0"/>
              <a:defRPr sz="2400" b="1">
                <a:solidFill>
                  <a:schemeClr val="tx1"/>
                </a:solidFill>
                <a:latin typeface="Arial" panose="020B0604020202020204" pitchFamily="34" charset="0"/>
              </a:defRPr>
            </a:lvl1pPr>
            <a:lvl2pPr marL="3429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2pPr>
            <a:lvl3pPr marL="6858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3pPr>
            <a:lvl4pPr marL="10287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4pPr>
            <a:lvl5pPr marL="1371600" indent="-228600" defTabSz="814388">
              <a:lnSpc>
                <a:spcPct val="95000"/>
              </a:lnSpc>
              <a:spcBef>
                <a:spcPct val="35000"/>
              </a:spcBef>
              <a:buClr>
                <a:schemeClr val="accent1"/>
              </a:buClr>
              <a:buFont typeface="Arial" panose="020B0604020202020204" pitchFamily="34" charset="0"/>
              <a:buChar char="–"/>
              <a:defRPr sz="2000" b="1">
                <a:solidFill>
                  <a:schemeClr val="tx1"/>
                </a:solidFill>
                <a:latin typeface="Arial" panose="020B0604020202020204" pitchFamily="34" charset="0"/>
              </a:defRPr>
            </a:lvl5pPr>
            <a:lvl6pPr marL="18288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6pPr>
            <a:lvl7pPr marL="22860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7pPr>
            <a:lvl8pPr marL="27432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8pPr>
            <a:lvl9pPr marL="3200400" indent="-228600" defTabSz="814388" eaLnBrk="0" fontAlgn="base" hangingPunct="0">
              <a:lnSpc>
                <a:spcPct val="95000"/>
              </a:lnSpc>
              <a:spcBef>
                <a:spcPct val="35000"/>
              </a:spcBef>
              <a:spcAft>
                <a:spcPct val="0"/>
              </a:spcAft>
              <a:buClr>
                <a:schemeClr val="accent1"/>
              </a:buClr>
              <a:buFont typeface="Arial" panose="020B0604020202020204" pitchFamily="34" charset="0"/>
              <a:buChar char="–"/>
              <a:defRPr sz="2000" b="1">
                <a:solidFill>
                  <a:schemeClr val="tx1"/>
                </a:solidFill>
                <a:latin typeface="Arial" panose="020B0604020202020204" pitchFamily="34" charset="0"/>
              </a:defRPr>
            </a:lvl9pPr>
          </a:lstStyle>
          <a:p>
            <a:pPr marL="0" marR="0" lvl="0" indent="0" algn="l" defTabSz="814388" rtl="0" eaLnBrk="0" fontAlgn="base" latinLnBrk="0" hangingPunct="0">
              <a:lnSpc>
                <a:spcPct val="35000"/>
              </a:lnSpc>
              <a:spcBef>
                <a:spcPct val="0"/>
              </a:spcBef>
              <a:spcAft>
                <a:spcPct val="0"/>
              </a:spcAft>
              <a:buClrTx/>
              <a:buSzTx/>
              <a:buFontTx/>
              <a:buNone/>
              <a:tabLst/>
              <a:defRPr/>
            </a:pPr>
            <a: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b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br>
            <a:r>
              <a:rPr kumimoji="0" lang="en-US" altLang="zh-CN" sz="16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p>
        </p:txBody>
      </p:sp>
      <p:pic>
        <p:nvPicPr>
          <p:cNvPr id="2" name="Picture 1"/>
          <p:cNvPicPr>
            <a:picLocks noChangeAspect="1"/>
          </p:cNvPicPr>
          <p:nvPr/>
        </p:nvPicPr>
        <p:blipFill>
          <a:blip r:embed="rId3"/>
          <a:stretch>
            <a:fillRect/>
          </a:stretch>
        </p:blipFill>
        <p:spPr>
          <a:xfrm>
            <a:off x="1219200" y="1498600"/>
            <a:ext cx="6705600" cy="1943100"/>
          </a:xfrm>
          <a:prstGeom prst="rect">
            <a:avLst/>
          </a:prstGeom>
        </p:spPr>
      </p:pic>
      <p:pic>
        <p:nvPicPr>
          <p:cNvPr id="11" name="Picture 10"/>
          <p:cNvPicPr>
            <a:picLocks noChangeAspect="1"/>
          </p:cNvPicPr>
          <p:nvPr/>
        </p:nvPicPr>
        <p:blipFill>
          <a:blip r:embed="rId4"/>
          <a:stretch>
            <a:fillRect/>
          </a:stretch>
        </p:blipFill>
        <p:spPr>
          <a:xfrm>
            <a:off x="2847000" y="1409700"/>
            <a:ext cx="3174977" cy="691691"/>
          </a:xfrm>
          <a:prstGeom prst="rect">
            <a:avLst/>
          </a:prstGeom>
        </p:spPr>
      </p:pic>
    </p:spTree>
    <p:extLst>
      <p:ext uri="{BB962C8B-B14F-4D97-AF65-F5344CB8AC3E}">
        <p14:creationId xmlns:p14="http://schemas.microsoft.com/office/powerpoint/2010/main" val="19366440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a:ea typeface="宋体" panose="02010600030101010101" pitchFamily="2" charset="-122"/>
              </a:rPr>
              <a:t>Address </a:t>
            </a:r>
            <a:r>
              <a:rPr lang="en-US" altLang="zh-CN" sz="2400" dirty="0" smtClean="0">
                <a:ea typeface="宋体" panose="02010600030101010101" pitchFamily="2" charset="-122"/>
              </a:rPr>
              <a:t>Representation (Hexadecimal)</a:t>
            </a:r>
            <a:endParaRPr lang="en-US" altLang="zh-CN" sz="2400" dirty="0">
              <a:ea typeface="宋体" panose="02010600030101010101" pitchFamily="2" charset="-122"/>
            </a:endParaRPr>
          </a:p>
        </p:txBody>
      </p:sp>
      <p:pic>
        <p:nvPicPr>
          <p:cNvPr id="2" name="Picture 1"/>
          <p:cNvPicPr>
            <a:picLocks noChangeAspect="1"/>
          </p:cNvPicPr>
          <p:nvPr/>
        </p:nvPicPr>
        <p:blipFill>
          <a:blip r:embed="rId3"/>
          <a:stretch>
            <a:fillRect/>
          </a:stretch>
        </p:blipFill>
        <p:spPr>
          <a:xfrm>
            <a:off x="661987" y="2813494"/>
            <a:ext cx="7820025" cy="2352675"/>
          </a:xfrm>
          <a:prstGeom prst="rect">
            <a:avLst/>
          </a:prstGeom>
        </p:spPr>
      </p:pic>
      <p:sp>
        <p:nvSpPr>
          <p:cNvPr id="6" name="Rectangle 5"/>
          <p:cNvSpPr/>
          <p:nvPr/>
        </p:nvSpPr>
        <p:spPr bwMode="auto">
          <a:xfrm>
            <a:off x="792480" y="2813494"/>
            <a:ext cx="268224" cy="368618"/>
          </a:xfrm>
          <a:prstGeom prst="rect">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rtlCol="0" anchor="t" anchorCtr="0" compatLnSpc="1">
            <a:prstTxWarp prst="textNoShape">
              <a:avLst/>
            </a:prstTxWarp>
          </a:bodyPr>
          <a:lstStyle/>
          <a:p>
            <a:pPr marL="0" marR="0" indent="0" algn="l" defTabSz="814388" rtl="0" eaLnBrk="0" fontAlgn="base" latinLnBrk="0" hangingPunct="0">
              <a:lnSpc>
                <a:spcPct val="90000"/>
              </a:lnSpc>
              <a:spcBef>
                <a:spcPct val="0"/>
              </a:spcBef>
              <a:spcAft>
                <a:spcPct val="0"/>
              </a:spcAft>
              <a:buClrTx/>
              <a:buSzTx/>
              <a:buFontTx/>
              <a:buNone/>
              <a:tabLst/>
            </a:pPr>
            <a:endParaRPr kumimoji="0" lang="en-US" sz="3000" b="1" i="0" u="none" strike="noStrike" cap="none" normalizeH="0" baseline="0" smtClean="0">
              <a:ln>
                <a:noFill/>
              </a:ln>
              <a:solidFill>
                <a:schemeClr val="tx1"/>
              </a:solidFill>
              <a:effectLst/>
              <a:latin typeface="Arial" panose="020B0604020202020204" pitchFamily="34" charset="0"/>
            </a:endParaRPr>
          </a:p>
        </p:txBody>
      </p:sp>
      <p:sp>
        <p:nvSpPr>
          <p:cNvPr id="9" name="Rectangle 8"/>
          <p:cNvSpPr/>
          <p:nvPr/>
        </p:nvSpPr>
        <p:spPr bwMode="auto">
          <a:xfrm>
            <a:off x="631254" y="4313110"/>
            <a:ext cx="502602" cy="368618"/>
          </a:xfrm>
          <a:prstGeom prst="rect">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rtlCol="0" anchor="t" anchorCtr="0" compatLnSpc="1">
            <a:prstTxWarp prst="textNoShape">
              <a:avLst/>
            </a:prstTxWarp>
          </a:bodyPr>
          <a:lstStyle/>
          <a:p>
            <a:pPr marL="0" marR="0" indent="0" algn="l" defTabSz="814388" rtl="0" eaLnBrk="0" fontAlgn="base" latinLnBrk="0" hangingPunct="0">
              <a:lnSpc>
                <a:spcPct val="90000"/>
              </a:lnSpc>
              <a:spcBef>
                <a:spcPct val="0"/>
              </a:spcBef>
              <a:spcAft>
                <a:spcPct val="0"/>
              </a:spcAft>
              <a:buClrTx/>
              <a:buSzTx/>
              <a:buFontTx/>
              <a:buNone/>
              <a:tabLst/>
            </a:pPr>
            <a:endParaRPr kumimoji="0" lang="en-US" sz="3000" b="1" i="0" u="none" strike="noStrike" cap="none" normalizeH="0" baseline="0" smtClean="0">
              <a:ln>
                <a:noFill/>
              </a:ln>
              <a:solidFill>
                <a:schemeClr val="tx1"/>
              </a:solidFill>
              <a:effectLst/>
              <a:latin typeface="Arial" panose="020B0604020202020204" pitchFamily="34" charset="0"/>
            </a:endParaRPr>
          </a:p>
        </p:txBody>
      </p:sp>
      <p:sp>
        <p:nvSpPr>
          <p:cNvPr id="10" name="Rectangle 9"/>
          <p:cNvSpPr/>
          <p:nvPr/>
        </p:nvSpPr>
        <p:spPr bwMode="auto">
          <a:xfrm>
            <a:off x="999744" y="2813494"/>
            <a:ext cx="268224" cy="368618"/>
          </a:xfrm>
          <a:prstGeom prst="rect">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rtlCol="0" anchor="t" anchorCtr="0" compatLnSpc="1">
            <a:prstTxWarp prst="textNoShape">
              <a:avLst/>
            </a:prstTxWarp>
          </a:bodyPr>
          <a:lstStyle/>
          <a:p>
            <a:pPr marL="0" marR="0" indent="0" algn="l" defTabSz="814388" rtl="0" eaLnBrk="0" fontAlgn="base" latinLnBrk="0" hangingPunct="0">
              <a:lnSpc>
                <a:spcPct val="90000"/>
              </a:lnSpc>
              <a:spcBef>
                <a:spcPct val="0"/>
              </a:spcBef>
              <a:spcAft>
                <a:spcPct val="0"/>
              </a:spcAft>
              <a:buClrTx/>
              <a:buSzTx/>
              <a:buFontTx/>
              <a:buNone/>
              <a:tabLst/>
            </a:pPr>
            <a:endParaRPr kumimoji="0" lang="en-US" sz="3000" b="1" i="0" u="none" strike="noStrike" cap="none" normalizeH="0" baseline="0" smtClean="0">
              <a:ln>
                <a:noFill/>
              </a:ln>
              <a:solidFill>
                <a:schemeClr val="tx1"/>
              </a:solidFill>
              <a:effectLst/>
              <a:latin typeface="Arial" panose="020B0604020202020204" pitchFamily="34" charset="0"/>
            </a:endParaRPr>
          </a:p>
        </p:txBody>
      </p:sp>
      <p:sp>
        <p:nvSpPr>
          <p:cNvPr id="11" name="Rectangle 10"/>
          <p:cNvSpPr/>
          <p:nvPr/>
        </p:nvSpPr>
        <p:spPr bwMode="auto">
          <a:xfrm>
            <a:off x="1070166" y="4313110"/>
            <a:ext cx="502602" cy="368618"/>
          </a:xfrm>
          <a:prstGeom prst="rect">
            <a:avLst/>
          </a:prstGeom>
          <a:noFill/>
          <a:ln w="2857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82124" tIns="41061" rIns="82124" bIns="41061" numCol="1" rtlCol="0" anchor="t" anchorCtr="0" compatLnSpc="1">
            <a:prstTxWarp prst="textNoShape">
              <a:avLst/>
            </a:prstTxWarp>
          </a:bodyPr>
          <a:lstStyle/>
          <a:p>
            <a:pPr marL="0" marR="0" indent="0" algn="l" defTabSz="814388" rtl="0" eaLnBrk="0" fontAlgn="base" latinLnBrk="0" hangingPunct="0">
              <a:lnSpc>
                <a:spcPct val="90000"/>
              </a:lnSpc>
              <a:spcBef>
                <a:spcPct val="0"/>
              </a:spcBef>
              <a:spcAft>
                <a:spcPct val="0"/>
              </a:spcAft>
              <a:buClrTx/>
              <a:buSzTx/>
              <a:buFontTx/>
              <a:buNone/>
              <a:tabLst/>
            </a:pPr>
            <a:endParaRPr kumimoji="0" lang="en-US" sz="3000" b="1"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96508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xit" presetSubtype="21" fill="hold" grpId="1" nodeType="clickEffect">
                                  <p:stCondLst>
                                    <p:cond delay="0"/>
                                  </p:stCondLst>
                                  <p:childTnLst>
                                    <p:animEffect transition="out" filter="barn(inVertical)">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par>
                                <p:cTn id="16" presetID="16" presetClass="exit" presetSubtype="21" fill="hold" grpId="1" nodeType="withEffect">
                                  <p:stCondLst>
                                    <p:cond delay="0"/>
                                  </p:stCondLst>
                                  <p:childTnLst>
                                    <p:animEffect transition="out" filter="barn(inVertical)">
                                      <p:cBhvr>
                                        <p:cTn id="17" dur="500"/>
                                        <p:tgtEl>
                                          <p:spTgt spid="9"/>
                                        </p:tgtEl>
                                      </p:cBhvr>
                                    </p:animEffect>
                                    <p:set>
                                      <p:cBhvr>
                                        <p:cTn id="18" dur="1" fill="hold">
                                          <p:stCondLst>
                                            <p:cond delay="499"/>
                                          </p:stCondLst>
                                        </p:cTn>
                                        <p:tgtEl>
                                          <p:spTgt spid="9"/>
                                        </p:tgtEl>
                                        <p:attrNameLst>
                                          <p:attrName>style.visibility</p:attrName>
                                        </p:attrNameLst>
                                      </p:cBhvr>
                                      <p:to>
                                        <p:strVal val="hidden"/>
                                      </p:to>
                                    </p:set>
                                  </p:childTnLst>
                                </p:cTn>
                              </p:par>
                            </p:childTnLst>
                          </p:cTn>
                        </p:par>
                        <p:par>
                          <p:cTn id="19" fill="hold">
                            <p:stCondLst>
                              <p:cond delay="500"/>
                            </p:stCondLst>
                            <p:childTnLst>
                              <p:par>
                                <p:cTn id="20" presetID="16" presetClass="entr" presetSubtype="21"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9" grpId="0" animBg="1"/>
      <p:bldP spid="9" grpId="1"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p:cNvGraphicFramePr>
            <a:graphicFrameLocks/>
          </p:cNvGraphicFramePr>
          <p:nvPr>
            <p:extLst>
              <p:ext uri="{D42A27DB-BD31-4B8C-83A1-F6EECF244321}">
                <p14:modId xmlns:p14="http://schemas.microsoft.com/office/powerpoint/2010/main" val="1355401752"/>
              </p:ext>
            </p:extLst>
          </p:nvPr>
        </p:nvGraphicFramePr>
        <p:xfrm>
          <a:off x="1030306" y="90151"/>
          <a:ext cx="6954594" cy="6741618"/>
        </p:xfrm>
        <a:graphic>
          <a:graphicData uri="http://schemas.openxmlformats.org/drawingml/2006/table">
            <a:tbl>
              <a:tblPr firstRow="1" bandRow="1">
                <a:tableStyleId>{5C22544A-7EE6-4342-B048-85BDC9FD1C3A}</a:tableStyleId>
              </a:tblPr>
              <a:tblGrid>
                <a:gridCol w="2318198">
                  <a:extLst>
                    <a:ext uri="{9D8B030D-6E8A-4147-A177-3AD203B41FA5}">
                      <a16:colId xmlns:a16="http://schemas.microsoft.com/office/drawing/2014/main" val="20000"/>
                    </a:ext>
                  </a:extLst>
                </a:gridCol>
                <a:gridCol w="2318198">
                  <a:extLst>
                    <a:ext uri="{9D8B030D-6E8A-4147-A177-3AD203B41FA5}">
                      <a16:colId xmlns:a16="http://schemas.microsoft.com/office/drawing/2014/main" val="20001"/>
                    </a:ext>
                  </a:extLst>
                </a:gridCol>
                <a:gridCol w="2318198">
                  <a:extLst>
                    <a:ext uri="{9D8B030D-6E8A-4147-A177-3AD203B41FA5}">
                      <a16:colId xmlns:a16="http://schemas.microsoft.com/office/drawing/2014/main" val="20002"/>
                    </a:ext>
                  </a:extLst>
                </a:gridCol>
              </a:tblGrid>
              <a:tr h="40177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smtClean="0">
                          <a:latin typeface="Times" pitchFamily="18" charset="0"/>
                          <a:cs typeface="Times" pitchFamily="18" charset="0"/>
                        </a:rPr>
                        <a:t>Decimal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latin typeface="Times" pitchFamily="18" charset="0"/>
                          <a:cs typeface="Times" pitchFamily="18" charset="0"/>
                        </a:rPr>
                        <a:t>Hexadecimal</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latin typeface="Times" pitchFamily="18" charset="0"/>
                          <a:cs typeface="Times" pitchFamily="18" charset="0"/>
                        </a:rPr>
                        <a:t>Binary</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86429">
                <a:tc>
                  <a:txBody>
                    <a:bodyPr/>
                    <a:lstStyle/>
                    <a:p>
                      <a:pPr algn="ctr"/>
                      <a:r>
                        <a:rPr lang="en-US" sz="2000" b="1" smtClean="0">
                          <a:latin typeface="Times" pitchFamily="18" charset="0"/>
                          <a:cs typeface="Times" pitchFamily="18" charset="0"/>
                        </a:rPr>
                        <a:t>0</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0</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0000</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86429">
                <a:tc>
                  <a:txBody>
                    <a:bodyPr/>
                    <a:lstStyle/>
                    <a:p>
                      <a:pPr algn="ctr"/>
                      <a:r>
                        <a:rPr lang="en-US" sz="2000" b="1" smtClean="0">
                          <a:latin typeface="Times" pitchFamily="18" charset="0"/>
                          <a:cs typeface="Times" pitchFamily="18" charset="0"/>
                        </a:rPr>
                        <a:t>1</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1</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0001</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86429">
                <a:tc>
                  <a:txBody>
                    <a:bodyPr/>
                    <a:lstStyle/>
                    <a:p>
                      <a:pPr algn="ctr"/>
                      <a:r>
                        <a:rPr lang="en-US" sz="2000" b="1" smtClean="0">
                          <a:latin typeface="Times" pitchFamily="18" charset="0"/>
                          <a:cs typeface="Times" pitchFamily="18" charset="0"/>
                        </a:rPr>
                        <a:t>2</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2</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0010</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86429">
                <a:tc>
                  <a:txBody>
                    <a:bodyPr/>
                    <a:lstStyle/>
                    <a:p>
                      <a:pPr algn="ctr"/>
                      <a:r>
                        <a:rPr lang="en-US" sz="2000" b="1" smtClean="0">
                          <a:latin typeface="Times" pitchFamily="18" charset="0"/>
                          <a:cs typeface="Times" pitchFamily="18" charset="0"/>
                        </a:rPr>
                        <a:t>3</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3</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0011</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86429">
                <a:tc>
                  <a:txBody>
                    <a:bodyPr/>
                    <a:lstStyle/>
                    <a:p>
                      <a:pPr algn="ctr"/>
                      <a:r>
                        <a:rPr lang="en-US" sz="2000" b="1" smtClean="0">
                          <a:latin typeface="Times" pitchFamily="18" charset="0"/>
                          <a:cs typeface="Times" pitchFamily="18" charset="0"/>
                        </a:rPr>
                        <a:t>4</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4</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0100</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86429">
                <a:tc>
                  <a:txBody>
                    <a:bodyPr/>
                    <a:lstStyle/>
                    <a:p>
                      <a:pPr algn="ctr"/>
                      <a:r>
                        <a:rPr lang="en-US" sz="2000" b="1" smtClean="0">
                          <a:latin typeface="Times" pitchFamily="18" charset="0"/>
                          <a:cs typeface="Times" pitchFamily="18" charset="0"/>
                        </a:rPr>
                        <a:t>5</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5</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0101</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86429">
                <a:tc>
                  <a:txBody>
                    <a:bodyPr/>
                    <a:lstStyle/>
                    <a:p>
                      <a:pPr algn="ctr"/>
                      <a:r>
                        <a:rPr lang="en-US" sz="2000" b="1" smtClean="0">
                          <a:latin typeface="Times" pitchFamily="18" charset="0"/>
                          <a:cs typeface="Times" pitchFamily="18" charset="0"/>
                        </a:rPr>
                        <a:t>6</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6</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0110</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86429">
                <a:tc>
                  <a:txBody>
                    <a:bodyPr/>
                    <a:lstStyle/>
                    <a:p>
                      <a:pPr algn="ctr"/>
                      <a:r>
                        <a:rPr lang="en-US" sz="2000" b="1" smtClean="0">
                          <a:latin typeface="Times" pitchFamily="18" charset="0"/>
                          <a:cs typeface="Times" pitchFamily="18" charset="0"/>
                        </a:rPr>
                        <a:t>7</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7</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0111</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86429">
                <a:tc>
                  <a:txBody>
                    <a:bodyPr/>
                    <a:lstStyle/>
                    <a:p>
                      <a:pPr algn="ctr"/>
                      <a:r>
                        <a:rPr lang="en-US" sz="2000" b="1" smtClean="0">
                          <a:latin typeface="Times" pitchFamily="18" charset="0"/>
                          <a:cs typeface="Times" pitchFamily="18" charset="0"/>
                        </a:rPr>
                        <a:t>8</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8</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1000</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386429">
                <a:tc>
                  <a:txBody>
                    <a:bodyPr/>
                    <a:lstStyle/>
                    <a:p>
                      <a:pPr algn="ctr"/>
                      <a:r>
                        <a:rPr lang="en-US" sz="2000" b="1" smtClean="0">
                          <a:latin typeface="Times" pitchFamily="18" charset="0"/>
                          <a:cs typeface="Times" pitchFamily="18" charset="0"/>
                        </a:rPr>
                        <a:t>9</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9</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1001</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386429">
                <a:tc>
                  <a:txBody>
                    <a:bodyPr/>
                    <a:lstStyle/>
                    <a:p>
                      <a:pPr algn="ctr"/>
                      <a:r>
                        <a:rPr lang="en-US" sz="2000" b="1" smtClean="0">
                          <a:latin typeface="Times" pitchFamily="18" charset="0"/>
                          <a:cs typeface="Times" pitchFamily="18" charset="0"/>
                        </a:rPr>
                        <a:t>10</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A</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1010</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386429">
                <a:tc>
                  <a:txBody>
                    <a:bodyPr/>
                    <a:lstStyle/>
                    <a:p>
                      <a:pPr algn="ctr"/>
                      <a:r>
                        <a:rPr lang="en-US" sz="2000" b="1" smtClean="0">
                          <a:latin typeface="Times" pitchFamily="18" charset="0"/>
                          <a:cs typeface="Times" pitchFamily="18" charset="0"/>
                        </a:rPr>
                        <a:t>11</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B</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1011</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386429">
                <a:tc>
                  <a:txBody>
                    <a:bodyPr/>
                    <a:lstStyle/>
                    <a:p>
                      <a:pPr algn="ctr"/>
                      <a:r>
                        <a:rPr lang="en-US" sz="2000" b="1" smtClean="0">
                          <a:latin typeface="Times" pitchFamily="18" charset="0"/>
                          <a:cs typeface="Times" pitchFamily="18" charset="0"/>
                        </a:rPr>
                        <a:t>12</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C</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1100</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386429">
                <a:tc>
                  <a:txBody>
                    <a:bodyPr/>
                    <a:lstStyle/>
                    <a:p>
                      <a:pPr algn="ctr"/>
                      <a:r>
                        <a:rPr lang="en-US" sz="2000" b="1" smtClean="0">
                          <a:latin typeface="Times" pitchFamily="18" charset="0"/>
                          <a:cs typeface="Times" pitchFamily="18" charset="0"/>
                        </a:rPr>
                        <a:t>13</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D</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1101</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386429">
                <a:tc>
                  <a:txBody>
                    <a:bodyPr/>
                    <a:lstStyle/>
                    <a:p>
                      <a:pPr algn="ctr"/>
                      <a:r>
                        <a:rPr lang="en-US" sz="2000" b="1" smtClean="0">
                          <a:latin typeface="Times" pitchFamily="18" charset="0"/>
                          <a:cs typeface="Times" pitchFamily="18" charset="0"/>
                        </a:rPr>
                        <a:t>14</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E</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1110</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386429">
                <a:tc>
                  <a:txBody>
                    <a:bodyPr/>
                    <a:lstStyle/>
                    <a:p>
                      <a:pPr algn="ctr"/>
                      <a:r>
                        <a:rPr lang="en-US" sz="2000" b="1" smtClean="0">
                          <a:latin typeface="Times" pitchFamily="18" charset="0"/>
                          <a:cs typeface="Times" pitchFamily="18" charset="0"/>
                        </a:rPr>
                        <a:t>15</a:t>
                      </a:r>
                      <a:endParaRPr lang="en-US" sz="2000" b="1">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smtClean="0">
                          <a:solidFill>
                            <a:srgbClr val="C00000"/>
                          </a:solidFill>
                          <a:latin typeface="Times" pitchFamily="18" charset="0"/>
                          <a:cs typeface="Times" pitchFamily="18" charset="0"/>
                        </a:rPr>
                        <a:t>F</a:t>
                      </a:r>
                      <a:endParaRPr lang="en-US" sz="2000" b="1">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smtClean="0">
                          <a:solidFill>
                            <a:srgbClr val="C00000"/>
                          </a:solidFill>
                          <a:latin typeface="Times" pitchFamily="18" charset="0"/>
                          <a:cs typeface="Times" pitchFamily="18" charset="0"/>
                        </a:rPr>
                        <a:t>1111</a:t>
                      </a:r>
                      <a:endParaRPr lang="en-US" sz="2000" b="1" dirty="0">
                        <a:solidFill>
                          <a:srgbClr val="C00000"/>
                        </a:solidFill>
                        <a:latin typeface="Times" pitchFamily="18" charset="0"/>
                        <a:cs typeface="Times"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5275746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a:ea typeface="宋体" panose="02010600030101010101" pitchFamily="2" charset="-122"/>
              </a:rPr>
              <a:t>Address </a:t>
            </a:r>
            <a:r>
              <a:rPr lang="en-US" altLang="zh-CN" sz="2400" dirty="0" smtClean="0">
                <a:ea typeface="宋体" panose="02010600030101010101" pitchFamily="2" charset="-122"/>
              </a:rPr>
              <a:t>Representation</a:t>
            </a:r>
            <a:endParaRPr lang="en-US" altLang="zh-CN" sz="2400" dirty="0">
              <a:ea typeface="宋体" panose="02010600030101010101" pitchFamily="2" charset="-122"/>
            </a:endParaRPr>
          </a:p>
        </p:txBody>
      </p:sp>
      <p:sp>
        <p:nvSpPr>
          <p:cNvPr id="8" name="TextBox 7"/>
          <p:cNvSpPr txBox="1"/>
          <p:nvPr/>
        </p:nvSpPr>
        <p:spPr>
          <a:xfrm>
            <a:off x="1125675" y="3097997"/>
            <a:ext cx="6699270" cy="424732"/>
          </a:xfrm>
          <a:prstGeom prst="rect">
            <a:avLst/>
          </a:prstGeom>
          <a:solidFill>
            <a:schemeClr val="accent5">
              <a:lumMod val="20000"/>
              <a:lumOff val="80000"/>
            </a:schemeClr>
          </a:solidFill>
          <a:ln w="28575">
            <a:solidFill>
              <a:schemeClr val="accent1"/>
            </a:solidFill>
          </a:ln>
        </p:spPr>
        <p:txBody>
          <a:bodyPr wrap="none" rtlCol="0">
            <a:spAutoFit/>
          </a:bodyPr>
          <a:lstStyle/>
          <a:p>
            <a:r>
              <a:rPr lang="en-US" sz="2400" b="1" dirty="0" smtClean="0">
                <a:solidFill>
                  <a:srgbClr val="002060"/>
                </a:solidFill>
              </a:rPr>
              <a:t>2001</a:t>
            </a:r>
            <a:r>
              <a:rPr lang="en-US" sz="2400" b="1" dirty="0" smtClean="0">
                <a:solidFill>
                  <a:srgbClr val="FF0000"/>
                </a:solidFill>
              </a:rPr>
              <a:t>:</a:t>
            </a:r>
            <a:r>
              <a:rPr lang="en-US" sz="2400" b="1" dirty="0" smtClean="0">
                <a:solidFill>
                  <a:srgbClr val="002060"/>
                </a:solidFill>
              </a:rPr>
              <a:t>0ABC</a:t>
            </a:r>
            <a:r>
              <a:rPr lang="en-US" sz="2400" b="1" dirty="0" smtClean="0">
                <a:solidFill>
                  <a:srgbClr val="FF0000"/>
                </a:solidFill>
              </a:rPr>
              <a:t>:</a:t>
            </a:r>
            <a:r>
              <a:rPr lang="en-US" sz="2400" b="1" dirty="0" smtClean="0">
                <a:solidFill>
                  <a:srgbClr val="002060"/>
                </a:solidFill>
              </a:rPr>
              <a:t>00AB</a:t>
            </a:r>
            <a:r>
              <a:rPr lang="en-US" sz="2400" b="1" dirty="0" smtClean="0">
                <a:solidFill>
                  <a:srgbClr val="FF0000"/>
                </a:solidFill>
              </a:rPr>
              <a:t>:</a:t>
            </a:r>
            <a:r>
              <a:rPr lang="en-US" sz="2400" b="1" dirty="0" smtClean="0">
                <a:solidFill>
                  <a:srgbClr val="002060"/>
                </a:solidFill>
              </a:rPr>
              <a:t>000A</a:t>
            </a:r>
            <a:r>
              <a:rPr lang="en-US" sz="2400" b="1" dirty="0" smtClean="0">
                <a:solidFill>
                  <a:srgbClr val="FF0000"/>
                </a:solidFill>
              </a:rPr>
              <a:t>:</a:t>
            </a:r>
            <a:r>
              <a:rPr lang="en-US" sz="2400" b="1" dirty="0" smtClean="0">
                <a:solidFill>
                  <a:srgbClr val="002060"/>
                </a:solidFill>
              </a:rPr>
              <a:t>0000</a:t>
            </a:r>
            <a:r>
              <a:rPr lang="en-US" sz="2400" b="1" dirty="0" smtClean="0">
                <a:solidFill>
                  <a:srgbClr val="FF0000"/>
                </a:solidFill>
              </a:rPr>
              <a:t>:</a:t>
            </a:r>
            <a:r>
              <a:rPr lang="en-US" sz="2400" b="1" dirty="0" smtClean="0">
                <a:solidFill>
                  <a:srgbClr val="002060"/>
                </a:solidFill>
              </a:rPr>
              <a:t>0000</a:t>
            </a:r>
            <a:r>
              <a:rPr lang="en-US" sz="2400" b="1" dirty="0" smtClean="0">
                <a:solidFill>
                  <a:srgbClr val="FF0000"/>
                </a:solidFill>
              </a:rPr>
              <a:t>:</a:t>
            </a:r>
            <a:r>
              <a:rPr lang="en-US" sz="2400" b="1" dirty="0" smtClean="0">
                <a:solidFill>
                  <a:srgbClr val="002060"/>
                </a:solidFill>
              </a:rPr>
              <a:t>0000</a:t>
            </a:r>
            <a:r>
              <a:rPr lang="en-US" sz="2400" b="1" dirty="0" smtClean="0">
                <a:solidFill>
                  <a:srgbClr val="FF0000"/>
                </a:solidFill>
              </a:rPr>
              <a:t>:</a:t>
            </a:r>
            <a:r>
              <a:rPr lang="en-US" sz="2400" b="1" dirty="0" smtClean="0">
                <a:solidFill>
                  <a:srgbClr val="002060"/>
                </a:solidFill>
              </a:rPr>
              <a:t>1001</a:t>
            </a:r>
          </a:p>
        </p:txBody>
      </p:sp>
      <p:sp>
        <p:nvSpPr>
          <p:cNvPr id="10" name="TextBox 9"/>
          <p:cNvSpPr txBox="1"/>
          <p:nvPr/>
        </p:nvSpPr>
        <p:spPr>
          <a:xfrm>
            <a:off x="1125675" y="3671021"/>
            <a:ext cx="6699270" cy="424732"/>
          </a:xfrm>
          <a:prstGeom prst="rect">
            <a:avLst/>
          </a:prstGeom>
          <a:solidFill>
            <a:schemeClr val="accent5">
              <a:lumMod val="20000"/>
              <a:lumOff val="80000"/>
            </a:schemeClr>
          </a:solidFill>
          <a:ln w="28575">
            <a:solidFill>
              <a:schemeClr val="accent1"/>
            </a:solidFill>
          </a:ln>
        </p:spPr>
        <p:txBody>
          <a:bodyPr wrap="none" rtlCol="0">
            <a:spAutoFit/>
          </a:bodyPr>
          <a:lstStyle/>
          <a:p>
            <a:r>
              <a:rPr lang="en-US" sz="2400" b="1" dirty="0" smtClean="0">
                <a:solidFill>
                  <a:srgbClr val="002060"/>
                </a:solidFill>
              </a:rPr>
              <a:t>2001</a:t>
            </a:r>
            <a:r>
              <a:rPr lang="en-US" sz="2400" b="1" dirty="0" smtClean="0">
                <a:solidFill>
                  <a:srgbClr val="FF0000"/>
                </a:solidFill>
              </a:rPr>
              <a:t>:</a:t>
            </a:r>
            <a:r>
              <a:rPr lang="en-US" sz="2400" b="1" dirty="0" smtClean="0">
                <a:solidFill>
                  <a:schemeClr val="accent3">
                    <a:lumMod val="95000"/>
                  </a:schemeClr>
                </a:solidFill>
              </a:rPr>
              <a:t>0</a:t>
            </a:r>
            <a:r>
              <a:rPr lang="en-US" sz="2400" b="1" dirty="0" smtClean="0">
                <a:solidFill>
                  <a:srgbClr val="002060"/>
                </a:solidFill>
              </a:rPr>
              <a:t>ABC</a:t>
            </a:r>
            <a:r>
              <a:rPr lang="en-US" sz="2400" b="1" dirty="0" smtClean="0">
                <a:solidFill>
                  <a:srgbClr val="FF0000"/>
                </a:solidFill>
              </a:rPr>
              <a:t>:</a:t>
            </a:r>
            <a:r>
              <a:rPr lang="en-US" sz="2400" b="1" dirty="0" smtClean="0">
                <a:solidFill>
                  <a:schemeClr val="accent3">
                    <a:lumMod val="95000"/>
                  </a:schemeClr>
                </a:solidFill>
              </a:rPr>
              <a:t>00</a:t>
            </a:r>
            <a:r>
              <a:rPr lang="en-US" sz="2400" b="1" dirty="0" smtClean="0">
                <a:solidFill>
                  <a:srgbClr val="002060"/>
                </a:solidFill>
              </a:rPr>
              <a:t>AB</a:t>
            </a:r>
            <a:r>
              <a:rPr lang="en-US" sz="2400" b="1" dirty="0" smtClean="0">
                <a:solidFill>
                  <a:srgbClr val="FF0000"/>
                </a:solidFill>
              </a:rPr>
              <a:t>:</a:t>
            </a:r>
            <a:r>
              <a:rPr lang="en-US" sz="2400" b="1" dirty="0" smtClean="0">
                <a:solidFill>
                  <a:schemeClr val="accent3">
                    <a:lumMod val="95000"/>
                  </a:schemeClr>
                </a:solidFill>
              </a:rPr>
              <a:t>000</a:t>
            </a:r>
            <a:r>
              <a:rPr lang="en-US" sz="2400" b="1" dirty="0" smtClean="0">
                <a:solidFill>
                  <a:srgbClr val="002060"/>
                </a:solidFill>
              </a:rPr>
              <a:t>A</a:t>
            </a:r>
            <a:r>
              <a:rPr lang="en-US" sz="2400" b="1" dirty="0" smtClean="0">
                <a:solidFill>
                  <a:srgbClr val="FF0000"/>
                </a:solidFill>
              </a:rPr>
              <a:t>:</a:t>
            </a:r>
            <a:r>
              <a:rPr lang="en-US" sz="2400" b="1" dirty="0" smtClean="0">
                <a:solidFill>
                  <a:schemeClr val="accent3">
                    <a:lumMod val="95000"/>
                  </a:schemeClr>
                </a:solidFill>
              </a:rPr>
              <a:t>000</a:t>
            </a:r>
            <a:r>
              <a:rPr lang="en-US" sz="2400" b="1" dirty="0" smtClean="0">
                <a:solidFill>
                  <a:srgbClr val="002060"/>
                </a:solidFill>
              </a:rPr>
              <a:t>0</a:t>
            </a:r>
            <a:r>
              <a:rPr lang="en-US" sz="2400" b="1" dirty="0" smtClean="0">
                <a:solidFill>
                  <a:srgbClr val="FF0000"/>
                </a:solidFill>
              </a:rPr>
              <a:t>:</a:t>
            </a:r>
            <a:r>
              <a:rPr lang="en-US" sz="2400" b="1" dirty="0" smtClean="0">
                <a:solidFill>
                  <a:schemeClr val="accent3">
                    <a:lumMod val="95000"/>
                  </a:schemeClr>
                </a:solidFill>
              </a:rPr>
              <a:t>000</a:t>
            </a:r>
            <a:r>
              <a:rPr lang="en-US" sz="2400" b="1" dirty="0" smtClean="0">
                <a:solidFill>
                  <a:srgbClr val="002060"/>
                </a:solidFill>
              </a:rPr>
              <a:t>0</a:t>
            </a:r>
            <a:r>
              <a:rPr lang="en-US" sz="2400" b="1" dirty="0" smtClean="0">
                <a:solidFill>
                  <a:srgbClr val="FF0000"/>
                </a:solidFill>
              </a:rPr>
              <a:t>:</a:t>
            </a:r>
            <a:r>
              <a:rPr lang="en-US" sz="2400" b="1" dirty="0" smtClean="0">
                <a:solidFill>
                  <a:schemeClr val="accent3">
                    <a:lumMod val="95000"/>
                  </a:schemeClr>
                </a:solidFill>
              </a:rPr>
              <a:t>000</a:t>
            </a:r>
            <a:r>
              <a:rPr lang="en-US" sz="2400" b="1" dirty="0" smtClean="0">
                <a:solidFill>
                  <a:srgbClr val="002060"/>
                </a:solidFill>
              </a:rPr>
              <a:t>0</a:t>
            </a:r>
            <a:r>
              <a:rPr lang="en-US" sz="2400" b="1" dirty="0" smtClean="0">
                <a:solidFill>
                  <a:srgbClr val="FF0000"/>
                </a:solidFill>
              </a:rPr>
              <a:t>:</a:t>
            </a:r>
            <a:r>
              <a:rPr lang="en-US" sz="2400" b="1" dirty="0" smtClean="0">
                <a:solidFill>
                  <a:srgbClr val="002060"/>
                </a:solidFill>
              </a:rPr>
              <a:t>1001</a:t>
            </a:r>
            <a:endParaRPr lang="en-US" sz="2400" b="1" dirty="0">
              <a:solidFill>
                <a:srgbClr val="002060"/>
              </a:solidFill>
            </a:endParaRPr>
          </a:p>
        </p:txBody>
      </p:sp>
      <p:sp>
        <p:nvSpPr>
          <p:cNvPr id="11" name="TextBox 10"/>
          <p:cNvSpPr txBox="1"/>
          <p:nvPr/>
        </p:nvSpPr>
        <p:spPr>
          <a:xfrm>
            <a:off x="1125675" y="3671021"/>
            <a:ext cx="4126451" cy="424732"/>
          </a:xfrm>
          <a:prstGeom prst="rect">
            <a:avLst/>
          </a:prstGeom>
          <a:solidFill>
            <a:schemeClr val="accent5">
              <a:lumMod val="20000"/>
              <a:lumOff val="80000"/>
            </a:schemeClr>
          </a:solidFill>
          <a:ln w="28575">
            <a:solidFill>
              <a:schemeClr val="accent1"/>
            </a:solidFill>
          </a:ln>
        </p:spPr>
        <p:txBody>
          <a:bodyPr wrap="none" rtlCol="0">
            <a:spAutoFit/>
          </a:bodyPr>
          <a:lstStyle/>
          <a:p>
            <a:r>
              <a:rPr lang="en-US" sz="2400" b="1" dirty="0" smtClean="0">
                <a:solidFill>
                  <a:srgbClr val="002060"/>
                </a:solidFill>
              </a:rPr>
              <a:t>2001</a:t>
            </a:r>
            <a:r>
              <a:rPr lang="en-US" sz="2400" b="1" dirty="0" smtClean="0">
                <a:solidFill>
                  <a:srgbClr val="FF0000"/>
                </a:solidFill>
              </a:rPr>
              <a:t>:</a:t>
            </a:r>
            <a:r>
              <a:rPr lang="en-US" sz="2400" b="1" dirty="0" smtClean="0">
                <a:solidFill>
                  <a:srgbClr val="002060"/>
                </a:solidFill>
              </a:rPr>
              <a:t>ABC</a:t>
            </a:r>
            <a:r>
              <a:rPr lang="en-US" sz="2400" b="1" dirty="0" smtClean="0">
                <a:solidFill>
                  <a:srgbClr val="FF0000"/>
                </a:solidFill>
              </a:rPr>
              <a:t>:</a:t>
            </a:r>
            <a:r>
              <a:rPr lang="en-US" sz="2400" b="1" dirty="0" smtClean="0">
                <a:solidFill>
                  <a:srgbClr val="002060"/>
                </a:solidFill>
              </a:rPr>
              <a:t>AB</a:t>
            </a:r>
            <a:r>
              <a:rPr lang="en-US" sz="2400" b="1" dirty="0" smtClean="0">
                <a:solidFill>
                  <a:srgbClr val="FF0000"/>
                </a:solidFill>
              </a:rPr>
              <a:t>:</a:t>
            </a:r>
            <a:r>
              <a:rPr lang="en-US" sz="2400" b="1" dirty="0" smtClean="0">
                <a:solidFill>
                  <a:srgbClr val="002060"/>
                </a:solidFill>
              </a:rPr>
              <a:t>A</a:t>
            </a:r>
            <a:r>
              <a:rPr lang="en-US" sz="2400" b="1" dirty="0" smtClean="0">
                <a:solidFill>
                  <a:srgbClr val="FF0000"/>
                </a:solidFill>
              </a:rPr>
              <a:t>:</a:t>
            </a:r>
            <a:r>
              <a:rPr lang="en-US" sz="2400" b="1" dirty="0" smtClean="0">
                <a:solidFill>
                  <a:srgbClr val="C00000"/>
                </a:solidFill>
              </a:rPr>
              <a:t>0</a:t>
            </a:r>
            <a:r>
              <a:rPr lang="en-US" sz="2400" b="1" dirty="0" smtClean="0">
                <a:solidFill>
                  <a:srgbClr val="FF0000"/>
                </a:solidFill>
              </a:rPr>
              <a:t>:</a:t>
            </a:r>
            <a:r>
              <a:rPr lang="en-US" sz="2400" b="1" dirty="0" smtClean="0">
                <a:solidFill>
                  <a:srgbClr val="C00000"/>
                </a:solidFill>
              </a:rPr>
              <a:t>0</a:t>
            </a:r>
            <a:r>
              <a:rPr lang="en-US" sz="2400" b="1" dirty="0" smtClean="0">
                <a:solidFill>
                  <a:srgbClr val="FF0000"/>
                </a:solidFill>
              </a:rPr>
              <a:t>:</a:t>
            </a:r>
            <a:r>
              <a:rPr lang="en-US" sz="2400" b="1" dirty="0" smtClean="0">
                <a:solidFill>
                  <a:srgbClr val="C00000"/>
                </a:solidFill>
              </a:rPr>
              <a:t>0</a:t>
            </a:r>
            <a:r>
              <a:rPr lang="en-US" sz="2400" b="1" dirty="0" smtClean="0">
                <a:solidFill>
                  <a:srgbClr val="FF0000"/>
                </a:solidFill>
              </a:rPr>
              <a:t>:</a:t>
            </a:r>
            <a:r>
              <a:rPr lang="en-US" sz="2400" b="1" dirty="0" smtClean="0">
                <a:solidFill>
                  <a:srgbClr val="002060"/>
                </a:solidFill>
              </a:rPr>
              <a:t>1001</a:t>
            </a:r>
            <a:endParaRPr lang="en-US" sz="2400" b="1" dirty="0">
              <a:solidFill>
                <a:srgbClr val="002060"/>
              </a:solidFill>
            </a:endParaRPr>
          </a:p>
        </p:txBody>
      </p:sp>
      <p:sp>
        <p:nvSpPr>
          <p:cNvPr id="12" name="TextBox 11"/>
          <p:cNvSpPr txBox="1"/>
          <p:nvPr/>
        </p:nvSpPr>
        <p:spPr>
          <a:xfrm>
            <a:off x="1125675" y="4244045"/>
            <a:ext cx="3406702" cy="424732"/>
          </a:xfrm>
          <a:prstGeom prst="rect">
            <a:avLst/>
          </a:prstGeom>
          <a:solidFill>
            <a:schemeClr val="accent5">
              <a:lumMod val="20000"/>
              <a:lumOff val="80000"/>
            </a:schemeClr>
          </a:solidFill>
          <a:ln w="28575">
            <a:solidFill>
              <a:schemeClr val="accent1"/>
            </a:solidFill>
          </a:ln>
        </p:spPr>
        <p:txBody>
          <a:bodyPr wrap="none" rtlCol="0">
            <a:spAutoFit/>
          </a:bodyPr>
          <a:lstStyle/>
          <a:p>
            <a:r>
              <a:rPr lang="en-US" sz="2400" b="1" dirty="0" smtClean="0">
                <a:solidFill>
                  <a:srgbClr val="002060"/>
                </a:solidFill>
              </a:rPr>
              <a:t>2001</a:t>
            </a:r>
            <a:r>
              <a:rPr lang="en-US" sz="2400" b="1" dirty="0" smtClean="0">
                <a:solidFill>
                  <a:srgbClr val="FF0000"/>
                </a:solidFill>
              </a:rPr>
              <a:t>:</a:t>
            </a:r>
            <a:r>
              <a:rPr lang="en-US" sz="2400" b="1" dirty="0" smtClean="0">
                <a:solidFill>
                  <a:srgbClr val="002060"/>
                </a:solidFill>
              </a:rPr>
              <a:t>ABC</a:t>
            </a:r>
            <a:r>
              <a:rPr lang="en-US" sz="2400" b="1" dirty="0" smtClean="0">
                <a:solidFill>
                  <a:srgbClr val="FF0000"/>
                </a:solidFill>
              </a:rPr>
              <a:t>:</a:t>
            </a:r>
            <a:r>
              <a:rPr lang="en-US" sz="2400" b="1" dirty="0" smtClean="0">
                <a:solidFill>
                  <a:srgbClr val="002060"/>
                </a:solidFill>
              </a:rPr>
              <a:t>AB</a:t>
            </a:r>
            <a:r>
              <a:rPr lang="en-US" sz="2400" b="1" dirty="0" smtClean="0">
                <a:solidFill>
                  <a:srgbClr val="FF0000"/>
                </a:solidFill>
              </a:rPr>
              <a:t>:</a:t>
            </a:r>
            <a:r>
              <a:rPr lang="en-US" sz="2400" b="1" dirty="0" smtClean="0">
                <a:solidFill>
                  <a:srgbClr val="002060"/>
                </a:solidFill>
              </a:rPr>
              <a:t>A</a:t>
            </a:r>
            <a:r>
              <a:rPr lang="en-US" sz="2400" b="1" dirty="0" smtClean="0">
                <a:solidFill>
                  <a:srgbClr val="FF0000"/>
                </a:solidFill>
              </a:rPr>
              <a:t>::</a:t>
            </a:r>
            <a:r>
              <a:rPr lang="en-US" sz="2400" b="1" dirty="0" smtClean="0">
                <a:solidFill>
                  <a:srgbClr val="002060"/>
                </a:solidFill>
              </a:rPr>
              <a:t>1001</a:t>
            </a:r>
            <a:endParaRPr lang="en-US" sz="2400" b="1" dirty="0">
              <a:solidFill>
                <a:srgbClr val="002060"/>
              </a:solidFill>
            </a:endParaRPr>
          </a:p>
        </p:txBody>
      </p:sp>
    </p:spTree>
    <p:extLst>
      <p:ext uri="{BB962C8B-B14F-4D97-AF65-F5344CB8AC3E}">
        <p14:creationId xmlns:p14="http://schemas.microsoft.com/office/powerpoint/2010/main" val="31574344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xit" presetSubtype="0" fill="hold" grpId="0" nodeType="withEffect">
                                  <p:stCondLst>
                                    <p:cond delay="0"/>
                                  </p:stCondLst>
                                  <p:childTnLst>
                                    <p:animEffect transition="out" filter="fade">
                                      <p:cBhvr>
                                        <p:cTn id="19" dur="500"/>
                                        <p:tgtEl>
                                          <p:spTgt spid="10"/>
                                        </p:tgtEl>
                                      </p:cBhvr>
                                    </p:animEffect>
                                    <p:set>
                                      <p:cBhvr>
                                        <p:cTn id="20" dur="1" fill="hold">
                                          <p:stCondLst>
                                            <p:cond delay="499"/>
                                          </p:stCondLst>
                                        </p:cTn>
                                        <p:tgtEl>
                                          <p:spTgt spid="1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0" grpId="1"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a:ea typeface="宋体" panose="02010600030101010101" pitchFamily="2" charset="-122"/>
              </a:rPr>
              <a:t>Address </a:t>
            </a:r>
            <a:r>
              <a:rPr lang="en-US" altLang="zh-CN" sz="2400" dirty="0" smtClean="0">
                <a:ea typeface="宋体" panose="02010600030101010101" pitchFamily="2" charset="-122"/>
              </a:rPr>
              <a:t>Scheme</a:t>
            </a:r>
            <a:endParaRPr lang="en-US" altLang="zh-CN" sz="2400" dirty="0">
              <a:ea typeface="宋体" panose="02010600030101010101" pitchFamily="2" charset="-122"/>
            </a:endParaRPr>
          </a:p>
        </p:txBody>
      </p:sp>
      <p:pic>
        <p:nvPicPr>
          <p:cNvPr id="6" name="Picture 5"/>
          <p:cNvPicPr>
            <a:picLocks noChangeAspect="1"/>
          </p:cNvPicPr>
          <p:nvPr/>
        </p:nvPicPr>
        <p:blipFill>
          <a:blip r:embed="rId3"/>
          <a:stretch>
            <a:fillRect/>
          </a:stretch>
        </p:blipFill>
        <p:spPr>
          <a:xfrm>
            <a:off x="0" y="1567094"/>
            <a:ext cx="9144000" cy="4716759"/>
          </a:xfrm>
          <a:prstGeom prst="rect">
            <a:avLst/>
          </a:prstGeom>
        </p:spPr>
      </p:pic>
    </p:spTree>
    <p:extLst>
      <p:ext uri="{BB962C8B-B14F-4D97-AF65-F5344CB8AC3E}">
        <p14:creationId xmlns:p14="http://schemas.microsoft.com/office/powerpoint/2010/main" val="235187910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Global Unicast Address (2000::/3)</a:t>
            </a:r>
            <a:endParaRPr lang="en-US" altLang="zh-CN" sz="2400" dirty="0">
              <a:ea typeface="宋体" panose="02010600030101010101" pitchFamily="2" charset="-122"/>
            </a:endParaRPr>
          </a:p>
        </p:txBody>
      </p:sp>
      <p:pic>
        <p:nvPicPr>
          <p:cNvPr id="2" name="Picture 1"/>
          <p:cNvPicPr>
            <a:picLocks noChangeAspect="1"/>
          </p:cNvPicPr>
          <p:nvPr/>
        </p:nvPicPr>
        <p:blipFill>
          <a:blip r:embed="rId3"/>
          <a:stretch>
            <a:fillRect/>
          </a:stretch>
        </p:blipFill>
        <p:spPr>
          <a:xfrm>
            <a:off x="483326" y="1436918"/>
            <a:ext cx="8038666" cy="2120087"/>
          </a:xfrm>
          <a:prstGeom prst="rect">
            <a:avLst/>
          </a:prstGeom>
        </p:spPr>
      </p:pic>
      <p:sp>
        <p:nvSpPr>
          <p:cNvPr id="6" name="TextBox 5"/>
          <p:cNvSpPr txBox="1"/>
          <p:nvPr/>
        </p:nvSpPr>
        <p:spPr>
          <a:xfrm>
            <a:off x="568670" y="4695071"/>
            <a:ext cx="4089581" cy="1421928"/>
          </a:xfrm>
          <a:prstGeom prst="rect">
            <a:avLst/>
          </a:prstGeom>
          <a:noFill/>
          <a:ln w="28575">
            <a:noFill/>
          </a:ln>
        </p:spPr>
        <p:txBody>
          <a:bodyPr wrap="none" rtlCol="0">
            <a:spAutoFit/>
          </a:bodyPr>
          <a:lstStyle/>
          <a:p>
            <a:r>
              <a:rPr lang="en-US" sz="2400" b="1" dirty="0" smtClean="0">
                <a:solidFill>
                  <a:srgbClr val="002060"/>
                </a:solidFill>
              </a:rPr>
              <a:t>2001:0000:0000</a:t>
            </a:r>
            <a:r>
              <a:rPr lang="en-US" sz="2400" b="1" dirty="0" smtClean="0">
                <a:solidFill>
                  <a:srgbClr val="C00000"/>
                </a:solidFill>
              </a:rPr>
              <a:t>:0001</a:t>
            </a:r>
            <a:r>
              <a:rPr lang="en-US" sz="2400" b="1" dirty="0" smtClean="0">
                <a:solidFill>
                  <a:srgbClr val="002060"/>
                </a:solidFill>
              </a:rPr>
              <a:t>:: /64</a:t>
            </a:r>
          </a:p>
          <a:p>
            <a:r>
              <a:rPr lang="en-US" sz="2400" b="1" dirty="0" smtClean="0">
                <a:solidFill>
                  <a:srgbClr val="002060"/>
                </a:solidFill>
              </a:rPr>
              <a:t>2001:0000:0000</a:t>
            </a:r>
            <a:r>
              <a:rPr lang="en-US" sz="2400" b="1" dirty="0" smtClean="0">
                <a:solidFill>
                  <a:srgbClr val="C00000"/>
                </a:solidFill>
              </a:rPr>
              <a:t>:0002</a:t>
            </a:r>
            <a:r>
              <a:rPr lang="en-US" sz="2400" b="1" dirty="0" smtClean="0">
                <a:solidFill>
                  <a:srgbClr val="002060"/>
                </a:solidFill>
              </a:rPr>
              <a:t>:: </a:t>
            </a:r>
            <a:r>
              <a:rPr lang="en-US" sz="2400" b="1" dirty="0">
                <a:solidFill>
                  <a:srgbClr val="002060"/>
                </a:solidFill>
              </a:rPr>
              <a:t>/64</a:t>
            </a:r>
          </a:p>
          <a:p>
            <a:r>
              <a:rPr lang="en-US" sz="2400" b="1" dirty="0" smtClean="0">
                <a:solidFill>
                  <a:srgbClr val="002060"/>
                </a:solidFill>
              </a:rPr>
              <a:t>2001:0000:0000</a:t>
            </a:r>
            <a:r>
              <a:rPr lang="en-US" sz="2400" b="1" dirty="0" smtClean="0">
                <a:solidFill>
                  <a:srgbClr val="C00000"/>
                </a:solidFill>
              </a:rPr>
              <a:t>:0003</a:t>
            </a:r>
            <a:r>
              <a:rPr lang="en-US" sz="2400" b="1" dirty="0" smtClean="0">
                <a:solidFill>
                  <a:srgbClr val="002060"/>
                </a:solidFill>
              </a:rPr>
              <a:t>:: </a:t>
            </a:r>
            <a:r>
              <a:rPr lang="en-US" sz="2400" b="1" dirty="0">
                <a:solidFill>
                  <a:srgbClr val="002060"/>
                </a:solidFill>
              </a:rPr>
              <a:t>/</a:t>
            </a:r>
            <a:r>
              <a:rPr lang="en-US" sz="2400" b="1" dirty="0" smtClean="0">
                <a:solidFill>
                  <a:srgbClr val="002060"/>
                </a:solidFill>
              </a:rPr>
              <a:t>64</a:t>
            </a:r>
          </a:p>
          <a:p>
            <a:r>
              <a:rPr lang="en-US" sz="2400" b="1" dirty="0" smtClean="0">
                <a:solidFill>
                  <a:srgbClr val="002060"/>
                </a:solidFill>
              </a:rPr>
              <a:t>2001:0000:0000</a:t>
            </a:r>
            <a:r>
              <a:rPr lang="en-US" sz="2400" b="1" dirty="0" smtClean="0">
                <a:solidFill>
                  <a:srgbClr val="C00000"/>
                </a:solidFill>
              </a:rPr>
              <a:t>:</a:t>
            </a:r>
            <a:r>
              <a:rPr lang="en-US" sz="2400" b="1" spc="-300" dirty="0" smtClean="0">
                <a:solidFill>
                  <a:srgbClr val="C00000"/>
                </a:solidFill>
              </a:rPr>
              <a:t>XXXX</a:t>
            </a:r>
            <a:r>
              <a:rPr lang="en-US" sz="2400" b="1" dirty="0" smtClean="0">
                <a:solidFill>
                  <a:srgbClr val="002060"/>
                </a:solidFill>
              </a:rPr>
              <a:t>:: </a:t>
            </a:r>
            <a:r>
              <a:rPr lang="en-US" sz="2400" b="1" dirty="0">
                <a:solidFill>
                  <a:srgbClr val="002060"/>
                </a:solidFill>
              </a:rPr>
              <a:t>/</a:t>
            </a:r>
            <a:r>
              <a:rPr lang="en-US" sz="2400" b="1" dirty="0" smtClean="0">
                <a:solidFill>
                  <a:srgbClr val="002060"/>
                </a:solidFill>
              </a:rPr>
              <a:t>64</a:t>
            </a:r>
            <a:endParaRPr lang="en-US" sz="2400" b="1" dirty="0">
              <a:solidFill>
                <a:srgbClr val="002060"/>
              </a:solidFill>
            </a:endParaRPr>
          </a:p>
        </p:txBody>
      </p:sp>
      <p:sp>
        <p:nvSpPr>
          <p:cNvPr id="7" name="TextBox 6"/>
          <p:cNvSpPr txBox="1"/>
          <p:nvPr/>
        </p:nvSpPr>
        <p:spPr>
          <a:xfrm>
            <a:off x="568670" y="3930298"/>
            <a:ext cx="3081293" cy="424732"/>
          </a:xfrm>
          <a:prstGeom prst="rect">
            <a:avLst/>
          </a:prstGeom>
          <a:noFill/>
          <a:ln w="28575">
            <a:noFill/>
          </a:ln>
        </p:spPr>
        <p:txBody>
          <a:bodyPr wrap="none" rtlCol="0">
            <a:spAutoFit/>
          </a:bodyPr>
          <a:lstStyle/>
          <a:p>
            <a:r>
              <a:rPr lang="en-US" sz="2400" b="1" dirty="0" smtClean="0">
                <a:solidFill>
                  <a:srgbClr val="002060"/>
                </a:solidFill>
              </a:rPr>
              <a:t>2001:0000:0000</a:t>
            </a:r>
            <a:r>
              <a:rPr lang="en-US" sz="2400" b="1" dirty="0" smtClean="0">
                <a:solidFill>
                  <a:srgbClr val="C00000"/>
                </a:solidFill>
              </a:rPr>
              <a:t>::/48</a:t>
            </a:r>
            <a:endParaRPr lang="en-US" sz="2400" b="1" dirty="0" smtClean="0">
              <a:solidFill>
                <a:srgbClr val="002060"/>
              </a:solidFill>
            </a:endParaRPr>
          </a:p>
        </p:txBody>
      </p:sp>
      <p:sp>
        <p:nvSpPr>
          <p:cNvPr id="3" name="Rectangle 2"/>
          <p:cNvSpPr/>
          <p:nvPr/>
        </p:nvSpPr>
        <p:spPr bwMode="auto">
          <a:xfrm>
            <a:off x="662195" y="4251685"/>
            <a:ext cx="3681984" cy="487679"/>
          </a:xfrm>
          <a:custGeom>
            <a:avLst/>
            <a:gdLst>
              <a:gd name="connsiteX0" fmla="*/ 0 w 3681984"/>
              <a:gd name="connsiteY0" fmla="*/ 0 h 487679"/>
              <a:gd name="connsiteX1" fmla="*/ 3681984 w 3681984"/>
              <a:gd name="connsiteY1" fmla="*/ 0 h 487679"/>
              <a:gd name="connsiteX2" fmla="*/ 3681984 w 3681984"/>
              <a:gd name="connsiteY2" fmla="*/ 487679 h 487679"/>
              <a:gd name="connsiteX3" fmla="*/ 0 w 3681984"/>
              <a:gd name="connsiteY3" fmla="*/ 487679 h 487679"/>
              <a:gd name="connsiteX4" fmla="*/ 0 w 3681984"/>
              <a:gd name="connsiteY4" fmla="*/ 0 h 487679"/>
              <a:gd name="connsiteX0" fmla="*/ 0 w 3681984"/>
              <a:gd name="connsiteY0" fmla="*/ 0 h 487679"/>
              <a:gd name="connsiteX1" fmla="*/ 2848700 w 3681984"/>
              <a:gd name="connsiteY1" fmla="*/ 0 h 487679"/>
              <a:gd name="connsiteX2" fmla="*/ 3681984 w 3681984"/>
              <a:gd name="connsiteY2" fmla="*/ 487679 h 487679"/>
              <a:gd name="connsiteX3" fmla="*/ 0 w 3681984"/>
              <a:gd name="connsiteY3" fmla="*/ 487679 h 487679"/>
              <a:gd name="connsiteX4" fmla="*/ 0 w 3681984"/>
              <a:gd name="connsiteY4" fmla="*/ 0 h 487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1984" h="487679">
                <a:moveTo>
                  <a:pt x="0" y="0"/>
                </a:moveTo>
                <a:lnTo>
                  <a:pt x="2848700" y="0"/>
                </a:lnTo>
                <a:lnTo>
                  <a:pt x="3681984" y="487679"/>
                </a:lnTo>
                <a:lnTo>
                  <a:pt x="0" y="487679"/>
                </a:lnTo>
                <a:lnTo>
                  <a:pt x="0" y="0"/>
                </a:ln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8575" cap="flat" cmpd="sng" algn="ctr">
            <a:noFill/>
            <a:prstDash val="solid"/>
            <a:round/>
            <a:headEnd type="none" w="med" len="med"/>
            <a:tailEnd type="triangle" w="med" len="med"/>
          </a:ln>
          <a:effectLst/>
          <a:extLst/>
        </p:spPr>
        <p:txBody>
          <a:bodyPr vert="horz" wrap="square" lIns="82124" tIns="41061" rIns="82124" bIns="41061" numCol="1" rtlCol="0" anchor="t" anchorCtr="0" compatLnSpc="1">
            <a:prstTxWarp prst="textNoShape">
              <a:avLst/>
            </a:prstTxWarp>
          </a:bodyPr>
          <a:lstStyle/>
          <a:p>
            <a:pPr marL="0" marR="0" indent="0" algn="l" defTabSz="814388" rtl="0" eaLnBrk="0" fontAlgn="base" latinLnBrk="0" hangingPunct="0">
              <a:lnSpc>
                <a:spcPct val="90000"/>
              </a:lnSpc>
              <a:spcBef>
                <a:spcPct val="0"/>
              </a:spcBef>
              <a:spcAft>
                <a:spcPct val="0"/>
              </a:spcAft>
              <a:buClrTx/>
              <a:buSzTx/>
              <a:buFontTx/>
              <a:buNone/>
              <a:tabLst/>
            </a:pPr>
            <a:endParaRPr kumimoji="0" lang="en-US" sz="3000" b="1" i="0" u="none" strike="noStrike" cap="none" normalizeH="0" baseline="0" smtClean="0">
              <a:ln>
                <a:noFill/>
              </a:ln>
              <a:solidFill>
                <a:schemeClr val="tx1"/>
              </a:solidFill>
              <a:effectLst/>
              <a:latin typeface="Arial" panose="020B0604020202020204" pitchFamily="34" charset="0"/>
            </a:endParaRPr>
          </a:p>
        </p:txBody>
      </p:sp>
      <p:pic>
        <p:nvPicPr>
          <p:cNvPr id="9" name="Picture 8"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9488" y="4511082"/>
            <a:ext cx="687386" cy="561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0"/>
          <p:cNvCxnSpPr/>
          <p:nvPr/>
        </p:nvCxnSpPr>
        <p:spPr>
          <a:xfrm flipV="1">
            <a:off x="6753181" y="4251685"/>
            <a:ext cx="0" cy="259399"/>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4" name="Picture 10" descr="Network_Cloud_Standard"/>
          <p:cNvPicPr>
            <a:picLocks noChangeAspect="1" noChangeArrowheads="1"/>
          </p:cNvPicPr>
          <p:nvPr/>
        </p:nvPicPr>
        <p:blipFill>
          <a:blip r:embed="rId5"/>
          <a:srcRect/>
          <a:stretch>
            <a:fillRect/>
          </a:stretch>
        </p:blipFill>
        <p:spPr bwMode="auto">
          <a:xfrm>
            <a:off x="5635434" y="3143610"/>
            <a:ext cx="2178050" cy="1108075"/>
          </a:xfrm>
          <a:prstGeom prst="rect">
            <a:avLst/>
          </a:prstGeom>
          <a:noFill/>
        </p:spPr>
      </p:pic>
      <p:sp>
        <p:nvSpPr>
          <p:cNvPr id="15" name="Rectangle 11"/>
          <p:cNvSpPr>
            <a:spLocks noChangeArrowheads="1"/>
          </p:cNvSpPr>
          <p:nvPr/>
        </p:nvSpPr>
        <p:spPr bwMode="auto">
          <a:xfrm>
            <a:off x="6192646" y="3359510"/>
            <a:ext cx="1066800" cy="547757"/>
          </a:xfrm>
          <a:prstGeom prst="rect">
            <a:avLst/>
          </a:prstGeom>
          <a:noFill/>
          <a:ln w="9525">
            <a:noFill/>
            <a:miter lim="800000"/>
            <a:headEnd/>
            <a:tailEnd/>
          </a:ln>
          <a:effectLst/>
        </p:spPr>
        <p:txBody>
          <a:bodyPr lIns="103548" tIns="51774" rIns="103548" bIns="51774">
            <a:spAutoFit/>
          </a:bodyPr>
          <a:lstStyle/>
          <a:p>
            <a:pPr algn="ctr" defTabSz="1028700">
              <a:spcBef>
                <a:spcPct val="50000"/>
              </a:spcBef>
            </a:pPr>
            <a:r>
              <a:rPr lang="en-US" sz="1600" b="1" dirty="0" smtClean="0">
                <a:solidFill>
                  <a:prstClr val="black"/>
                </a:solidFill>
              </a:rPr>
              <a:t>Internet</a:t>
            </a:r>
            <a:r>
              <a:rPr lang="en-US" sz="1600" b="1" dirty="0">
                <a:solidFill>
                  <a:prstClr val="black"/>
                </a:solidFill>
              </a:rPr>
              <a:t/>
            </a:r>
            <a:br>
              <a:rPr lang="en-US" sz="1600" b="1" dirty="0">
                <a:solidFill>
                  <a:prstClr val="black"/>
                </a:solidFill>
              </a:rPr>
            </a:br>
            <a:r>
              <a:rPr lang="en-US" sz="1600" b="1" dirty="0">
                <a:solidFill>
                  <a:prstClr val="black"/>
                </a:solidFill>
              </a:rPr>
              <a:t>Network</a:t>
            </a:r>
          </a:p>
        </p:txBody>
      </p:sp>
      <p:cxnSp>
        <p:nvCxnSpPr>
          <p:cNvPr id="17" name="Straight Connector 16"/>
          <p:cNvCxnSpPr/>
          <p:nvPr/>
        </p:nvCxnSpPr>
        <p:spPr>
          <a:xfrm flipV="1">
            <a:off x="6753181" y="5072357"/>
            <a:ext cx="0" cy="104464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6358852" y="5060162"/>
            <a:ext cx="223342" cy="33368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flipV="1">
            <a:off x="6924168" y="5060162"/>
            <a:ext cx="223342" cy="33368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7011754" y="4251685"/>
            <a:ext cx="0" cy="264877"/>
          </a:xfrm>
          <a:prstGeom prst="line">
            <a:avLst/>
          </a:prstGeom>
          <a:ln w="28575">
            <a:prstDash val="sysDot"/>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948552" y="4085578"/>
            <a:ext cx="2111475" cy="313932"/>
          </a:xfrm>
          <a:prstGeom prst="rect">
            <a:avLst/>
          </a:prstGeom>
          <a:noFill/>
          <a:ln w="28575">
            <a:noFill/>
          </a:ln>
        </p:spPr>
        <p:txBody>
          <a:bodyPr wrap="none" rtlCol="0">
            <a:spAutoFit/>
          </a:bodyPr>
          <a:lstStyle/>
          <a:p>
            <a:r>
              <a:rPr lang="en-US" sz="1600" b="1" dirty="0" smtClean="0">
                <a:solidFill>
                  <a:srgbClr val="002060"/>
                </a:solidFill>
              </a:rPr>
              <a:t>2001:0000:0000</a:t>
            </a:r>
            <a:r>
              <a:rPr lang="en-US" sz="1600" b="1" dirty="0" smtClean="0">
                <a:solidFill>
                  <a:srgbClr val="C00000"/>
                </a:solidFill>
              </a:rPr>
              <a:t>::/48</a:t>
            </a:r>
            <a:endParaRPr lang="en-US" sz="1600" b="1" dirty="0" smtClean="0">
              <a:solidFill>
                <a:srgbClr val="002060"/>
              </a:solidFill>
            </a:endParaRPr>
          </a:p>
        </p:txBody>
      </p:sp>
      <p:sp>
        <p:nvSpPr>
          <p:cNvPr id="28" name="TextBox 27"/>
          <p:cNvSpPr txBox="1"/>
          <p:nvPr/>
        </p:nvSpPr>
        <p:spPr>
          <a:xfrm>
            <a:off x="5747937" y="6116999"/>
            <a:ext cx="2010487" cy="313932"/>
          </a:xfrm>
          <a:prstGeom prst="rect">
            <a:avLst/>
          </a:prstGeom>
          <a:solidFill>
            <a:schemeClr val="bg1">
              <a:lumMod val="85000"/>
            </a:schemeClr>
          </a:solidFill>
          <a:ln w="28575">
            <a:solidFill>
              <a:srgbClr val="002060"/>
            </a:solidFill>
          </a:ln>
        </p:spPr>
        <p:txBody>
          <a:bodyPr wrap="none" rtlCol="0">
            <a:spAutoFit/>
          </a:bodyPr>
          <a:lstStyle/>
          <a:p>
            <a:r>
              <a:rPr lang="en-US" sz="1600" b="1" dirty="0" smtClean="0">
                <a:solidFill>
                  <a:srgbClr val="002060"/>
                </a:solidFill>
              </a:rPr>
              <a:t>2001:0:0</a:t>
            </a:r>
            <a:r>
              <a:rPr lang="en-US" sz="1600" b="1" dirty="0" smtClean="0">
                <a:solidFill>
                  <a:srgbClr val="C00000"/>
                </a:solidFill>
              </a:rPr>
              <a:t>:0002</a:t>
            </a:r>
            <a:r>
              <a:rPr lang="en-US" sz="1600" b="1" dirty="0" smtClean="0">
                <a:solidFill>
                  <a:srgbClr val="002060"/>
                </a:solidFill>
              </a:rPr>
              <a:t>:: /64</a:t>
            </a:r>
          </a:p>
        </p:txBody>
      </p:sp>
      <p:sp>
        <p:nvSpPr>
          <p:cNvPr id="33" name="TextBox 32"/>
          <p:cNvSpPr txBox="1"/>
          <p:nvPr/>
        </p:nvSpPr>
        <p:spPr>
          <a:xfrm>
            <a:off x="4657200" y="5389751"/>
            <a:ext cx="2010487" cy="313932"/>
          </a:xfrm>
          <a:prstGeom prst="rect">
            <a:avLst/>
          </a:prstGeom>
          <a:solidFill>
            <a:schemeClr val="bg1">
              <a:lumMod val="85000"/>
            </a:schemeClr>
          </a:solidFill>
          <a:ln w="28575">
            <a:solidFill>
              <a:srgbClr val="002060"/>
            </a:solidFill>
          </a:ln>
        </p:spPr>
        <p:txBody>
          <a:bodyPr wrap="none" rtlCol="0">
            <a:spAutoFit/>
          </a:bodyPr>
          <a:lstStyle/>
          <a:p>
            <a:r>
              <a:rPr lang="en-US" sz="1600" b="1" dirty="0" smtClean="0">
                <a:solidFill>
                  <a:srgbClr val="002060"/>
                </a:solidFill>
              </a:rPr>
              <a:t>2001:0:0</a:t>
            </a:r>
            <a:r>
              <a:rPr lang="en-US" sz="1600" b="1" dirty="0" smtClean="0">
                <a:solidFill>
                  <a:srgbClr val="C00000"/>
                </a:solidFill>
              </a:rPr>
              <a:t>:0001</a:t>
            </a:r>
            <a:r>
              <a:rPr lang="en-US" sz="1600" b="1" dirty="0" smtClean="0">
                <a:solidFill>
                  <a:srgbClr val="002060"/>
                </a:solidFill>
              </a:rPr>
              <a:t>:: /64</a:t>
            </a:r>
          </a:p>
        </p:txBody>
      </p:sp>
      <p:sp>
        <p:nvSpPr>
          <p:cNvPr id="34" name="TextBox 33"/>
          <p:cNvSpPr txBox="1"/>
          <p:nvPr/>
        </p:nvSpPr>
        <p:spPr>
          <a:xfrm>
            <a:off x="6838674" y="5389751"/>
            <a:ext cx="2010487" cy="313932"/>
          </a:xfrm>
          <a:prstGeom prst="rect">
            <a:avLst/>
          </a:prstGeom>
          <a:solidFill>
            <a:schemeClr val="bg1">
              <a:lumMod val="85000"/>
            </a:schemeClr>
          </a:solidFill>
          <a:ln w="28575">
            <a:solidFill>
              <a:srgbClr val="002060"/>
            </a:solidFill>
          </a:ln>
        </p:spPr>
        <p:txBody>
          <a:bodyPr wrap="none" rtlCol="0">
            <a:spAutoFit/>
          </a:bodyPr>
          <a:lstStyle/>
          <a:p>
            <a:r>
              <a:rPr lang="en-US" sz="1600" b="1" dirty="0" smtClean="0">
                <a:solidFill>
                  <a:srgbClr val="002060"/>
                </a:solidFill>
              </a:rPr>
              <a:t>2001:0:0</a:t>
            </a:r>
            <a:r>
              <a:rPr lang="en-US" sz="1600" b="1" dirty="0" smtClean="0">
                <a:solidFill>
                  <a:srgbClr val="C00000"/>
                </a:solidFill>
              </a:rPr>
              <a:t>:0003</a:t>
            </a:r>
            <a:r>
              <a:rPr lang="en-US" sz="1600" b="1" dirty="0" smtClean="0">
                <a:solidFill>
                  <a:srgbClr val="002060"/>
                </a:solidFill>
              </a:rPr>
              <a:t>:: /64</a:t>
            </a:r>
          </a:p>
        </p:txBody>
      </p:sp>
    </p:spTree>
    <p:extLst>
      <p:ext uri="{BB962C8B-B14F-4D97-AF65-F5344CB8AC3E}">
        <p14:creationId xmlns:p14="http://schemas.microsoft.com/office/powerpoint/2010/main" val="41211595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10"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p:bldP spid="27" grpId="0"/>
      <p:bldP spid="28" grpId="0" animBg="1"/>
      <p:bldP spid="33" grpId="0"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a:ea typeface="宋体" panose="02010600030101010101" pitchFamily="2" charset="-122"/>
              </a:rPr>
              <a:t>Address </a:t>
            </a:r>
            <a:r>
              <a:rPr lang="en-US" altLang="zh-CN" sz="2400" dirty="0" smtClean="0">
                <a:ea typeface="宋体" panose="02010600030101010101" pitchFamily="2" charset="-122"/>
              </a:rPr>
              <a:t>Type</a:t>
            </a:r>
            <a:endParaRPr lang="en-US" altLang="zh-CN" sz="2400" dirty="0">
              <a:ea typeface="宋体" panose="02010600030101010101" pitchFamily="2" charset="-122"/>
            </a:endParaRPr>
          </a:p>
        </p:txBody>
      </p:sp>
      <p:sp>
        <p:nvSpPr>
          <p:cNvPr id="4" name="TextBox 3"/>
          <p:cNvSpPr txBox="1"/>
          <p:nvPr/>
        </p:nvSpPr>
        <p:spPr>
          <a:xfrm>
            <a:off x="2414998" y="6230983"/>
            <a:ext cx="4314001" cy="341632"/>
          </a:xfrm>
          <a:prstGeom prst="rect">
            <a:avLst/>
          </a:prstGeom>
          <a:noFill/>
        </p:spPr>
        <p:txBody>
          <a:bodyPr wrap="none" rtlCol="0">
            <a:spAutoFit/>
          </a:bodyPr>
          <a:lstStyle/>
          <a:p>
            <a:r>
              <a:rPr lang="en-US" sz="1800" dirty="0" smtClean="0"/>
              <a:t>IPv6 does not have a Broadcast Address</a:t>
            </a:r>
            <a:endParaRPr lang="en-US" sz="1800" dirty="0"/>
          </a:p>
        </p:txBody>
      </p:sp>
      <p:pic>
        <p:nvPicPr>
          <p:cNvPr id="2" name="Picture 1"/>
          <p:cNvPicPr>
            <a:picLocks noChangeAspect="1"/>
          </p:cNvPicPr>
          <p:nvPr/>
        </p:nvPicPr>
        <p:blipFill>
          <a:blip r:embed="rId3"/>
          <a:stretch>
            <a:fillRect/>
          </a:stretch>
        </p:blipFill>
        <p:spPr>
          <a:xfrm>
            <a:off x="9525" y="1959102"/>
            <a:ext cx="9124950" cy="3695700"/>
          </a:xfrm>
          <a:prstGeom prst="rect">
            <a:avLst/>
          </a:prstGeom>
        </p:spPr>
      </p:pic>
    </p:spTree>
    <p:extLst>
      <p:ext uri="{BB962C8B-B14F-4D97-AF65-F5344CB8AC3E}">
        <p14:creationId xmlns:p14="http://schemas.microsoft.com/office/powerpoint/2010/main" val="361854211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Multicast Address</a:t>
            </a:r>
            <a:endParaRPr lang="en-US" altLang="zh-CN" sz="2400" dirty="0">
              <a:ea typeface="宋体" panose="02010600030101010101" pitchFamily="2" charset="-122"/>
            </a:endParaRPr>
          </a:p>
        </p:txBody>
      </p:sp>
      <p:pic>
        <p:nvPicPr>
          <p:cNvPr id="2050"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412609"/>
            <a:ext cx="9144000" cy="501143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bwMode="auto">
          <a:xfrm>
            <a:off x="109728" y="3645408"/>
            <a:ext cx="8924544" cy="621792"/>
          </a:xfrm>
          <a:prstGeom prst="rect">
            <a:avLst/>
          </a:prstGeom>
          <a:noFill/>
          <a:ln w="38100" cap="flat" cmpd="sng" algn="ctr">
            <a:solidFill>
              <a:srgbClr val="FF0000"/>
            </a:solidFill>
            <a:prstDash val="solid"/>
            <a:round/>
            <a:headEnd type="none" w="med" len="med"/>
            <a:tailEnd type="triangle" w="med" len="med"/>
          </a:ln>
          <a:effectLst>
            <a:glow rad="228600">
              <a:schemeClr val="accent2">
                <a:satMod val="175000"/>
                <a:alpha val="40000"/>
              </a:schemeClr>
            </a:glow>
            <a:outerShdw dist="1796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82124" tIns="41061" rIns="82124" bIns="41061" numCol="1" rtlCol="0" anchor="t" anchorCtr="0" compatLnSpc="1">
            <a:prstTxWarp prst="textNoShape">
              <a:avLst/>
            </a:prstTxWarp>
          </a:bodyPr>
          <a:lstStyle/>
          <a:p>
            <a:pPr marL="0" marR="0" indent="0" algn="l" defTabSz="814388" rtl="0" eaLnBrk="0" fontAlgn="base" latinLnBrk="0" hangingPunct="0">
              <a:lnSpc>
                <a:spcPct val="90000"/>
              </a:lnSpc>
              <a:spcBef>
                <a:spcPct val="0"/>
              </a:spcBef>
              <a:spcAft>
                <a:spcPct val="0"/>
              </a:spcAft>
              <a:buClrTx/>
              <a:buSzTx/>
              <a:buFontTx/>
              <a:buNone/>
              <a:tabLst/>
            </a:pPr>
            <a:endParaRPr kumimoji="0" lang="en-US" sz="3000" b="1" i="0" u="none" strike="noStrike" cap="none" normalizeH="0" baseline="0" smtClean="0">
              <a:ln>
                <a:noFill/>
              </a:ln>
              <a:solidFill>
                <a:schemeClr val="tx1"/>
              </a:solidFill>
              <a:effectLst/>
              <a:latin typeface="Arial" panose="020B0604020202020204" pitchFamily="34" charset="0"/>
            </a:endParaRPr>
          </a:p>
        </p:txBody>
      </p:sp>
      <p:sp>
        <p:nvSpPr>
          <p:cNvPr id="5" name="Rectangle 4"/>
          <p:cNvSpPr/>
          <p:nvPr/>
        </p:nvSpPr>
        <p:spPr bwMode="auto">
          <a:xfrm>
            <a:off x="109728" y="4657344"/>
            <a:ext cx="8924544" cy="402336"/>
          </a:xfrm>
          <a:prstGeom prst="rect">
            <a:avLst/>
          </a:prstGeom>
          <a:noFill/>
          <a:ln w="38100" cap="flat" cmpd="sng" algn="ctr">
            <a:solidFill>
              <a:srgbClr val="FF0000"/>
            </a:solidFill>
            <a:prstDash val="solid"/>
            <a:round/>
            <a:headEnd type="none" w="med" len="med"/>
            <a:tailEnd type="triangle" w="med" len="med"/>
          </a:ln>
          <a:effectLst>
            <a:glow rad="228600">
              <a:schemeClr val="accent2">
                <a:satMod val="175000"/>
                <a:alpha val="40000"/>
              </a:schemeClr>
            </a:glow>
            <a:outerShdw dist="1796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82124" tIns="41061" rIns="82124" bIns="41061" numCol="1" rtlCol="0" anchor="t" anchorCtr="0" compatLnSpc="1">
            <a:prstTxWarp prst="textNoShape">
              <a:avLst/>
            </a:prstTxWarp>
          </a:bodyPr>
          <a:lstStyle/>
          <a:p>
            <a:pPr marL="0" marR="0" indent="0" algn="l" defTabSz="814388" rtl="0" eaLnBrk="0" fontAlgn="base" latinLnBrk="0" hangingPunct="0">
              <a:lnSpc>
                <a:spcPct val="90000"/>
              </a:lnSpc>
              <a:spcBef>
                <a:spcPct val="0"/>
              </a:spcBef>
              <a:spcAft>
                <a:spcPct val="0"/>
              </a:spcAft>
              <a:buClrTx/>
              <a:buSzTx/>
              <a:buFontTx/>
              <a:buNone/>
              <a:tabLst/>
            </a:pPr>
            <a:endParaRPr kumimoji="0" lang="en-US" sz="3000" b="1"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74748127"/>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 name="Rounded Rectangle 38"/>
          <p:cNvSpPr/>
          <p:nvPr/>
        </p:nvSpPr>
        <p:spPr bwMode="auto">
          <a:xfrm>
            <a:off x="8759" y="4513332"/>
            <a:ext cx="4381914" cy="1777739"/>
          </a:xfrm>
          <a:prstGeom prst="roundRect">
            <a:avLst/>
          </a:prstGeom>
          <a:solidFill>
            <a:schemeClr val="bg1">
              <a:lumMod val="85000"/>
            </a:schemeClr>
          </a:solidFill>
          <a:ln w="28575" cap="flat" cmpd="sng" algn="ctr">
            <a:solidFill>
              <a:schemeClr val="tx1"/>
            </a:solidFill>
            <a:prstDash val="sysDash"/>
            <a:round/>
            <a:headEnd type="none" w="med" len="med"/>
            <a:tailEnd type="triangle" w="med" len="med"/>
          </a:ln>
          <a:effectLst/>
          <a:extLst/>
        </p:spPr>
        <p:txBody>
          <a:bodyPr vert="horz" wrap="square" lIns="82124" tIns="41061" rIns="82124" bIns="41061" numCol="1" rtlCol="0" anchor="t" anchorCtr="0" compatLnSpc="1">
            <a:prstTxWarp prst="textNoShape">
              <a:avLst/>
            </a:prstTxWarp>
          </a:bodyPr>
          <a:lstStyle/>
          <a:p>
            <a:pPr marL="0" marR="0" indent="0" algn="l" defTabSz="814388" rtl="0" eaLnBrk="0" fontAlgn="base" latinLnBrk="0" hangingPunct="0">
              <a:lnSpc>
                <a:spcPct val="90000"/>
              </a:lnSpc>
              <a:spcBef>
                <a:spcPct val="0"/>
              </a:spcBef>
              <a:spcAft>
                <a:spcPct val="0"/>
              </a:spcAft>
              <a:buClrTx/>
              <a:buSzTx/>
              <a:buFontTx/>
              <a:buNone/>
              <a:tabLst/>
            </a:pPr>
            <a:endParaRPr kumimoji="0" lang="en-US" sz="3000" b="1" i="0" u="none" strike="noStrike" cap="none" normalizeH="0" baseline="0" smtClean="0">
              <a:ln>
                <a:noFill/>
              </a:ln>
              <a:solidFill>
                <a:schemeClr val="tx1"/>
              </a:solidFill>
              <a:effectLst/>
              <a:latin typeface="Arial" panose="020B0604020202020204" pitchFamily="34" charset="0"/>
            </a:endParaRPr>
          </a:p>
        </p:txBody>
      </p:sp>
      <p:sp>
        <p:nvSpPr>
          <p:cNvPr id="2" name="Rounded Rectangle 1"/>
          <p:cNvSpPr/>
          <p:nvPr/>
        </p:nvSpPr>
        <p:spPr bwMode="auto">
          <a:xfrm>
            <a:off x="4762086" y="4513332"/>
            <a:ext cx="4381914" cy="1777739"/>
          </a:xfrm>
          <a:prstGeom prst="roundRect">
            <a:avLst/>
          </a:prstGeom>
          <a:solidFill>
            <a:schemeClr val="bg1">
              <a:lumMod val="85000"/>
            </a:schemeClr>
          </a:solidFill>
          <a:ln w="28575" cap="flat" cmpd="sng" algn="ctr">
            <a:solidFill>
              <a:schemeClr val="tx1"/>
            </a:solidFill>
            <a:prstDash val="sysDash"/>
            <a:round/>
            <a:headEnd type="none" w="med" len="med"/>
            <a:tailEnd type="triangle" w="med" len="med"/>
          </a:ln>
          <a:effectLst/>
          <a:extLst/>
        </p:spPr>
        <p:txBody>
          <a:bodyPr vert="horz" wrap="square" lIns="82124" tIns="41061" rIns="82124" bIns="41061" numCol="1" rtlCol="0" anchor="t" anchorCtr="0" compatLnSpc="1">
            <a:prstTxWarp prst="textNoShape">
              <a:avLst/>
            </a:prstTxWarp>
          </a:bodyPr>
          <a:lstStyle/>
          <a:p>
            <a:pPr marL="0" marR="0" indent="0" algn="l" defTabSz="814388" rtl="0" eaLnBrk="0" fontAlgn="base" latinLnBrk="0" hangingPunct="0">
              <a:lnSpc>
                <a:spcPct val="90000"/>
              </a:lnSpc>
              <a:spcBef>
                <a:spcPct val="0"/>
              </a:spcBef>
              <a:spcAft>
                <a:spcPct val="0"/>
              </a:spcAft>
              <a:buClrTx/>
              <a:buSzTx/>
              <a:buFontTx/>
              <a:buNone/>
              <a:tabLst/>
            </a:pPr>
            <a:endParaRPr kumimoji="0" lang="en-US" sz="3000" b="1" i="0" u="none" strike="noStrike" cap="none" normalizeH="0" baseline="0" smtClean="0">
              <a:ln>
                <a:noFill/>
              </a:ln>
              <a:solidFill>
                <a:schemeClr val="tx1"/>
              </a:solidFill>
              <a:effectLst/>
              <a:latin typeface="Arial" panose="020B0604020202020204" pitchFamily="34" charset="0"/>
            </a:endParaRPr>
          </a:p>
        </p:txBody>
      </p:sp>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Link-Local Address</a:t>
            </a:r>
            <a:endParaRPr lang="en-US" altLang="zh-CN" sz="2400" dirty="0">
              <a:ea typeface="宋体" panose="02010600030101010101" pitchFamily="2" charset="-122"/>
            </a:endParaRPr>
          </a:p>
        </p:txBody>
      </p:sp>
      <p:cxnSp>
        <p:nvCxnSpPr>
          <p:cNvPr id="4" name="Straight Connector 3"/>
          <p:cNvCxnSpPr/>
          <p:nvPr/>
        </p:nvCxnSpPr>
        <p:spPr>
          <a:xfrm flipH="1">
            <a:off x="901652" y="5409649"/>
            <a:ext cx="3317651"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Picture 8" descr="Devices computer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15" y="5099295"/>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5742" y="5277875"/>
            <a:ext cx="629297" cy="291618"/>
          </a:xfrm>
          <a:prstGeom prst="rect">
            <a:avLst/>
          </a:prstGeom>
          <a:noFill/>
        </p:spPr>
        <p:txBody>
          <a:bodyPr wrap="square" rtlCol="0">
            <a:spAutoFit/>
          </a:bodyPr>
          <a:lstStyle/>
          <a:p>
            <a:pPr algn="ctr"/>
            <a:r>
              <a:rPr lang="en-US" sz="1400" b="1" dirty="0" smtClean="0">
                <a:solidFill>
                  <a:srgbClr val="FFFF00"/>
                </a:solidFill>
                <a:effectLst>
                  <a:glow rad="228600">
                    <a:srgbClr val="C0504D">
                      <a:satMod val="175000"/>
                      <a:alpha val="40000"/>
                    </a:srgbClr>
                  </a:glow>
                </a:effectLst>
                <a:latin typeface="Courier New" pitchFamily="49" charset="0"/>
                <a:cs typeface="Courier New" pitchFamily="49" charset="0"/>
              </a:rPr>
              <a:t>PC1</a:t>
            </a:r>
            <a:endParaRPr lang="en-US" sz="1400" b="1" dirty="0">
              <a:solidFill>
                <a:srgbClr val="FFFF00"/>
              </a:solidFill>
              <a:effectLst>
                <a:glow rad="228600">
                  <a:srgbClr val="C0504D">
                    <a:satMod val="175000"/>
                    <a:alpha val="40000"/>
                  </a:srgbClr>
                </a:glow>
              </a:effectLst>
              <a:latin typeface="Courier New" pitchFamily="49" charset="0"/>
              <a:cs typeface="Courier New" pitchFamily="49" charset="0"/>
            </a:endParaRPr>
          </a:p>
        </p:txBody>
      </p:sp>
      <p:pic>
        <p:nvPicPr>
          <p:cNvPr id="7" name="Picture 8"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9303" y="5168640"/>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2649" y="5269659"/>
            <a:ext cx="895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4" name="Straight Connector 13"/>
          <p:cNvCxnSpPr/>
          <p:nvPr/>
        </p:nvCxnSpPr>
        <p:spPr>
          <a:xfrm flipH="1">
            <a:off x="4906689" y="5409649"/>
            <a:ext cx="236218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696569" y="5392674"/>
            <a:ext cx="542136" cy="286232"/>
          </a:xfrm>
          <a:prstGeom prst="rect">
            <a:avLst/>
          </a:prstGeom>
          <a:noFill/>
        </p:spPr>
        <p:txBody>
          <a:bodyPr wrap="none" rtlCol="0">
            <a:spAutoFit/>
          </a:bodyPr>
          <a:lstStyle/>
          <a:p>
            <a:r>
              <a:rPr lang="en-US" sz="1400" b="1" dirty="0" smtClean="0"/>
              <a:t>F0/0</a:t>
            </a:r>
            <a:endParaRPr lang="en-US" sz="1400" b="1" dirty="0"/>
          </a:p>
        </p:txBody>
      </p:sp>
      <p:sp>
        <p:nvSpPr>
          <p:cNvPr id="22" name="TextBox 21"/>
          <p:cNvSpPr txBox="1"/>
          <p:nvPr/>
        </p:nvSpPr>
        <p:spPr>
          <a:xfrm>
            <a:off x="4854437" y="5392674"/>
            <a:ext cx="542136" cy="286232"/>
          </a:xfrm>
          <a:prstGeom prst="rect">
            <a:avLst/>
          </a:prstGeom>
          <a:noFill/>
        </p:spPr>
        <p:txBody>
          <a:bodyPr wrap="none" rtlCol="0">
            <a:spAutoFit/>
          </a:bodyPr>
          <a:lstStyle/>
          <a:p>
            <a:r>
              <a:rPr lang="en-US" sz="1400" b="1" dirty="0" smtClean="0"/>
              <a:t>F0/1</a:t>
            </a:r>
            <a:endParaRPr lang="en-US" sz="1400" b="1" dirty="0"/>
          </a:p>
        </p:txBody>
      </p:sp>
      <p:sp>
        <p:nvSpPr>
          <p:cNvPr id="23" name="TextBox 22"/>
          <p:cNvSpPr txBox="1"/>
          <p:nvPr/>
        </p:nvSpPr>
        <p:spPr>
          <a:xfrm>
            <a:off x="3533876" y="5583849"/>
            <a:ext cx="830677" cy="286232"/>
          </a:xfrm>
          <a:prstGeom prst="rect">
            <a:avLst/>
          </a:prstGeom>
          <a:noFill/>
        </p:spPr>
        <p:txBody>
          <a:bodyPr wrap="none" rtlCol="0">
            <a:spAutoFit/>
          </a:bodyPr>
          <a:lstStyle/>
          <a:p>
            <a:r>
              <a:rPr lang="en-US" sz="1400" b="1" dirty="0" smtClean="0">
                <a:solidFill>
                  <a:srgbClr val="C00000"/>
                </a:solidFill>
              </a:rPr>
              <a:t>FE80::1</a:t>
            </a:r>
            <a:endParaRPr lang="en-US" sz="1400" b="1" dirty="0">
              <a:solidFill>
                <a:srgbClr val="C00000"/>
              </a:solidFill>
            </a:endParaRPr>
          </a:p>
        </p:txBody>
      </p:sp>
      <p:sp>
        <p:nvSpPr>
          <p:cNvPr id="24" name="TextBox 23"/>
          <p:cNvSpPr txBox="1"/>
          <p:nvPr/>
        </p:nvSpPr>
        <p:spPr>
          <a:xfrm>
            <a:off x="4762086" y="5583849"/>
            <a:ext cx="830677" cy="286232"/>
          </a:xfrm>
          <a:prstGeom prst="rect">
            <a:avLst/>
          </a:prstGeom>
          <a:noFill/>
        </p:spPr>
        <p:txBody>
          <a:bodyPr wrap="none" rtlCol="0">
            <a:spAutoFit/>
          </a:bodyPr>
          <a:lstStyle/>
          <a:p>
            <a:r>
              <a:rPr lang="en-US" sz="1400" b="1" dirty="0" smtClean="0">
                <a:solidFill>
                  <a:srgbClr val="002060"/>
                </a:solidFill>
              </a:rPr>
              <a:t>FE80::1</a:t>
            </a:r>
            <a:endParaRPr lang="en-US" sz="1400" b="1" dirty="0">
              <a:solidFill>
                <a:srgbClr val="002060"/>
              </a:solidFill>
            </a:endParaRPr>
          </a:p>
        </p:txBody>
      </p:sp>
      <p:sp>
        <p:nvSpPr>
          <p:cNvPr id="25" name="TextBox 24"/>
          <p:cNvSpPr txBox="1"/>
          <p:nvPr/>
        </p:nvSpPr>
        <p:spPr>
          <a:xfrm>
            <a:off x="-54702" y="4926797"/>
            <a:ext cx="2670924" cy="286232"/>
          </a:xfrm>
          <a:prstGeom prst="rect">
            <a:avLst/>
          </a:prstGeom>
          <a:noFill/>
        </p:spPr>
        <p:txBody>
          <a:bodyPr wrap="none" rtlCol="0">
            <a:spAutoFit/>
          </a:bodyPr>
          <a:lstStyle/>
          <a:p>
            <a:r>
              <a:rPr lang="en-US" sz="1400" b="1" dirty="0" smtClean="0">
                <a:solidFill>
                  <a:srgbClr val="C00000"/>
                </a:solidFill>
              </a:rPr>
              <a:t>FE80::</a:t>
            </a:r>
            <a:r>
              <a:rPr lang="en-US" sz="1400" b="1" dirty="0" smtClean="0">
                <a:solidFill>
                  <a:srgbClr val="002060"/>
                </a:solidFill>
              </a:rPr>
              <a:t>0200:AAFF:FEAA:1001</a:t>
            </a:r>
          </a:p>
        </p:txBody>
      </p:sp>
      <p:sp>
        <p:nvSpPr>
          <p:cNvPr id="26" name="TextBox 25"/>
          <p:cNvSpPr txBox="1"/>
          <p:nvPr/>
        </p:nvSpPr>
        <p:spPr>
          <a:xfrm>
            <a:off x="6643683" y="4926797"/>
            <a:ext cx="2579552" cy="286232"/>
          </a:xfrm>
          <a:prstGeom prst="rect">
            <a:avLst/>
          </a:prstGeom>
          <a:noFill/>
        </p:spPr>
        <p:txBody>
          <a:bodyPr wrap="none" rtlCol="0">
            <a:spAutoFit/>
          </a:bodyPr>
          <a:lstStyle/>
          <a:p>
            <a:r>
              <a:rPr lang="en-US" sz="1400" b="1" dirty="0" smtClean="0">
                <a:solidFill>
                  <a:srgbClr val="C00000"/>
                </a:solidFill>
              </a:rPr>
              <a:t>FE80::</a:t>
            </a:r>
            <a:r>
              <a:rPr lang="en-US" sz="1400" b="1" dirty="0" smtClean="0">
                <a:solidFill>
                  <a:srgbClr val="002060"/>
                </a:solidFill>
              </a:rPr>
              <a:t>020C:42FF:FE28:7945</a:t>
            </a:r>
          </a:p>
        </p:txBody>
      </p:sp>
      <p:pic>
        <p:nvPicPr>
          <p:cNvPr id="13" name="Picture 12"/>
          <p:cNvPicPr>
            <a:picLocks noChangeAspect="1"/>
          </p:cNvPicPr>
          <p:nvPr/>
        </p:nvPicPr>
        <p:blipFill>
          <a:blip r:embed="rId6"/>
          <a:stretch>
            <a:fillRect/>
          </a:stretch>
        </p:blipFill>
        <p:spPr>
          <a:xfrm>
            <a:off x="1101091" y="1519618"/>
            <a:ext cx="6923809" cy="2028571"/>
          </a:xfrm>
          <a:prstGeom prst="rect">
            <a:avLst/>
          </a:prstGeom>
        </p:spPr>
      </p:pic>
      <p:cxnSp>
        <p:nvCxnSpPr>
          <p:cNvPr id="32" name="Straight Connector 31"/>
          <p:cNvCxnSpPr/>
          <p:nvPr/>
        </p:nvCxnSpPr>
        <p:spPr>
          <a:xfrm flipH="1">
            <a:off x="4947892" y="5409649"/>
            <a:ext cx="3317651"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3"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8889" y="5269659"/>
            <a:ext cx="895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8" descr="Devices computer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6570" y="5099295"/>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p:cNvSpPr txBox="1"/>
          <p:nvPr/>
        </p:nvSpPr>
        <p:spPr>
          <a:xfrm>
            <a:off x="8461397" y="5277875"/>
            <a:ext cx="629297" cy="291618"/>
          </a:xfrm>
          <a:prstGeom prst="rect">
            <a:avLst/>
          </a:prstGeom>
          <a:noFill/>
        </p:spPr>
        <p:txBody>
          <a:bodyPr wrap="square" rtlCol="0">
            <a:spAutoFit/>
          </a:bodyPr>
          <a:lstStyle/>
          <a:p>
            <a:pPr algn="ctr"/>
            <a:r>
              <a:rPr lang="en-US" sz="1400" b="1" dirty="0" smtClean="0">
                <a:solidFill>
                  <a:srgbClr val="FFFF00"/>
                </a:solidFill>
                <a:effectLst>
                  <a:glow rad="228600">
                    <a:srgbClr val="C0504D">
                      <a:satMod val="175000"/>
                      <a:alpha val="40000"/>
                    </a:srgbClr>
                  </a:glow>
                </a:effectLst>
                <a:latin typeface="Courier New" pitchFamily="49" charset="0"/>
                <a:cs typeface="Courier New" pitchFamily="49" charset="0"/>
              </a:rPr>
              <a:t>PC2</a:t>
            </a:r>
            <a:endParaRPr lang="en-US" sz="1400" b="1" dirty="0">
              <a:solidFill>
                <a:srgbClr val="FFFF00"/>
              </a:solidFill>
              <a:effectLst>
                <a:glow rad="228600">
                  <a:srgbClr val="C0504D">
                    <a:satMod val="175000"/>
                    <a:alpha val="40000"/>
                  </a:srgbClr>
                </a:glow>
              </a:effectLst>
              <a:latin typeface="Courier New" pitchFamily="49" charset="0"/>
              <a:cs typeface="Courier New" pitchFamily="49" charset="0"/>
            </a:endParaRPr>
          </a:p>
        </p:txBody>
      </p:sp>
      <p:pic>
        <p:nvPicPr>
          <p:cNvPr id="31" name="Picture 30"/>
          <p:cNvPicPr>
            <a:picLocks noChangeAspect="1"/>
          </p:cNvPicPr>
          <p:nvPr/>
        </p:nvPicPr>
        <p:blipFill>
          <a:blip r:embed="rId7"/>
          <a:stretch>
            <a:fillRect/>
          </a:stretch>
        </p:blipFill>
        <p:spPr>
          <a:xfrm>
            <a:off x="2528789" y="2270955"/>
            <a:ext cx="6561905" cy="2076190"/>
          </a:xfrm>
          <a:prstGeom prst="rect">
            <a:avLst/>
          </a:prstGeom>
        </p:spPr>
      </p:pic>
      <p:sp>
        <p:nvSpPr>
          <p:cNvPr id="28" name="Rectangle 19"/>
          <p:cNvSpPr>
            <a:spLocks noChangeArrowheads="1"/>
          </p:cNvSpPr>
          <p:nvPr/>
        </p:nvSpPr>
        <p:spPr bwMode="auto">
          <a:xfrm>
            <a:off x="2762146" y="4607155"/>
            <a:ext cx="3687422" cy="535531"/>
          </a:xfrm>
          <a:prstGeom prst="rect">
            <a:avLst/>
          </a:prstGeom>
          <a:solidFill>
            <a:schemeClr val="accent6">
              <a:lumMod val="20000"/>
              <a:lumOff val="80000"/>
            </a:schemeClr>
          </a:solidFill>
          <a:ln w="28575">
            <a:solidFill>
              <a:schemeClr val="accent1"/>
            </a:solidFill>
            <a:miter lim="800000"/>
            <a:headEnd/>
            <a:tailEnd/>
          </a:ln>
        </p:spPr>
        <p:txBody>
          <a:bodyPr wrap="square">
            <a:spAutoFit/>
          </a:bodyPr>
          <a:lstStyle/>
          <a:p>
            <a:pPr lvl="0">
              <a:defRPr/>
            </a:pPr>
            <a:r>
              <a:rPr lang="en-US" sz="1600" b="1" spc="-150" dirty="0" smtClean="0">
                <a:solidFill>
                  <a:srgbClr val="0070C0"/>
                </a:solidFill>
                <a:latin typeface="Courier New" pitchFamily="49" charset="0"/>
                <a:cs typeface="Courier New" pitchFamily="49" charset="0"/>
              </a:rPr>
              <a:t>interface f0/0</a:t>
            </a:r>
          </a:p>
          <a:p>
            <a:pPr lvl="0">
              <a:defRPr/>
            </a:pPr>
            <a:r>
              <a:rPr lang="en-US" sz="1600" b="1" spc="-150" dirty="0">
                <a:solidFill>
                  <a:srgbClr val="0070C0"/>
                </a:solidFill>
                <a:latin typeface="Courier New" pitchFamily="49" charset="0"/>
                <a:cs typeface="Courier New" pitchFamily="49" charset="0"/>
              </a:rPr>
              <a:t> </a:t>
            </a:r>
            <a:r>
              <a:rPr lang="en-US" sz="1600" b="1" spc="-150" dirty="0" smtClean="0">
                <a:solidFill>
                  <a:srgbClr val="0070C0"/>
                </a:solidFill>
                <a:latin typeface="Courier New" pitchFamily="49" charset="0"/>
                <a:cs typeface="Courier New" pitchFamily="49" charset="0"/>
              </a:rPr>
              <a:t> ipv6 address fe80::1 link-local</a:t>
            </a:r>
            <a:endParaRPr lang="en-US" sz="1600" b="1" spc="-150" dirty="0">
              <a:solidFill>
                <a:srgbClr val="0070C0"/>
              </a:solidFill>
              <a:latin typeface="Courier New" pitchFamily="49" charset="0"/>
              <a:cs typeface="Courier New" pitchFamily="49" charset="0"/>
            </a:endParaRPr>
          </a:p>
        </p:txBody>
      </p:sp>
      <p:sp>
        <p:nvSpPr>
          <p:cNvPr id="29" name="TextBox 28"/>
          <p:cNvSpPr txBox="1"/>
          <p:nvPr/>
        </p:nvSpPr>
        <p:spPr>
          <a:xfrm>
            <a:off x="-30318" y="4720597"/>
            <a:ext cx="1524776" cy="286232"/>
          </a:xfrm>
          <a:prstGeom prst="rect">
            <a:avLst/>
          </a:prstGeom>
          <a:noFill/>
        </p:spPr>
        <p:txBody>
          <a:bodyPr wrap="none" rtlCol="0">
            <a:spAutoFit/>
          </a:bodyPr>
          <a:lstStyle/>
          <a:p>
            <a:r>
              <a:rPr lang="en-US" sz="1400" b="1" dirty="0" smtClean="0">
                <a:solidFill>
                  <a:srgbClr val="C00000"/>
                </a:solidFill>
              </a:rPr>
              <a:t>2001:0:0:1:</a:t>
            </a:r>
            <a:r>
              <a:rPr lang="en-US" sz="1400" b="1" dirty="0" smtClean="0">
                <a:solidFill>
                  <a:srgbClr val="002060"/>
                </a:solidFill>
              </a:rPr>
              <a:t>:1/64</a:t>
            </a:r>
          </a:p>
        </p:txBody>
      </p:sp>
      <p:sp>
        <p:nvSpPr>
          <p:cNvPr id="30" name="TextBox 29"/>
          <p:cNvSpPr txBox="1"/>
          <p:nvPr/>
        </p:nvSpPr>
        <p:spPr>
          <a:xfrm>
            <a:off x="6643683" y="4720597"/>
            <a:ext cx="1524776" cy="286232"/>
          </a:xfrm>
          <a:prstGeom prst="rect">
            <a:avLst/>
          </a:prstGeom>
          <a:noFill/>
        </p:spPr>
        <p:txBody>
          <a:bodyPr wrap="none" rtlCol="0">
            <a:spAutoFit/>
          </a:bodyPr>
          <a:lstStyle/>
          <a:p>
            <a:r>
              <a:rPr lang="en-US" sz="1400" b="1" dirty="0" smtClean="0">
                <a:solidFill>
                  <a:srgbClr val="C00000"/>
                </a:solidFill>
              </a:rPr>
              <a:t>2001:0:0:2:</a:t>
            </a:r>
            <a:r>
              <a:rPr lang="en-US" sz="1400" b="1" dirty="0" smtClean="0">
                <a:solidFill>
                  <a:srgbClr val="002060"/>
                </a:solidFill>
              </a:rPr>
              <a:t>:2/64</a:t>
            </a:r>
          </a:p>
        </p:txBody>
      </p:sp>
      <p:sp>
        <p:nvSpPr>
          <p:cNvPr id="36" name="Rectangle 19"/>
          <p:cNvSpPr>
            <a:spLocks noChangeArrowheads="1"/>
          </p:cNvSpPr>
          <p:nvPr/>
        </p:nvSpPr>
        <p:spPr bwMode="auto">
          <a:xfrm>
            <a:off x="2762146" y="3745892"/>
            <a:ext cx="3687422" cy="1421928"/>
          </a:xfrm>
          <a:prstGeom prst="rect">
            <a:avLst/>
          </a:prstGeom>
          <a:solidFill>
            <a:schemeClr val="accent6">
              <a:lumMod val="20000"/>
              <a:lumOff val="80000"/>
            </a:schemeClr>
          </a:solidFill>
          <a:ln w="28575">
            <a:solidFill>
              <a:schemeClr val="accent1"/>
            </a:solidFill>
            <a:miter lim="800000"/>
            <a:headEnd/>
            <a:tailEnd/>
          </a:ln>
        </p:spPr>
        <p:txBody>
          <a:bodyPr wrap="square">
            <a:spAutoFit/>
          </a:bodyPr>
          <a:lstStyle/>
          <a:p>
            <a:pPr lvl="0">
              <a:defRPr/>
            </a:pPr>
            <a:r>
              <a:rPr lang="en-US" sz="1600" b="1" spc="-150" dirty="0" smtClean="0">
                <a:solidFill>
                  <a:srgbClr val="0070C0"/>
                </a:solidFill>
                <a:latin typeface="Courier New" pitchFamily="49" charset="0"/>
                <a:cs typeface="Courier New" pitchFamily="49" charset="0"/>
              </a:rPr>
              <a:t>Router(</a:t>
            </a:r>
            <a:r>
              <a:rPr lang="en-US" sz="1600" b="1" spc="-150" dirty="0" err="1" smtClean="0">
                <a:solidFill>
                  <a:srgbClr val="0070C0"/>
                </a:solidFill>
                <a:latin typeface="Courier New" pitchFamily="49" charset="0"/>
                <a:cs typeface="Courier New" pitchFamily="49" charset="0"/>
              </a:rPr>
              <a:t>config</a:t>
            </a:r>
            <a:r>
              <a:rPr lang="en-US" sz="1600" b="1" spc="-150" dirty="0" smtClean="0">
                <a:solidFill>
                  <a:srgbClr val="0070C0"/>
                </a:solidFill>
                <a:latin typeface="Courier New" pitchFamily="49" charset="0"/>
                <a:cs typeface="Courier New" pitchFamily="49" charset="0"/>
              </a:rPr>
              <a:t>)# interface f0/0</a:t>
            </a:r>
          </a:p>
          <a:p>
            <a:pPr lvl="0">
              <a:defRPr/>
            </a:pPr>
            <a:r>
              <a:rPr lang="en-US" sz="1600" b="1" spc="-150" dirty="0" smtClean="0">
                <a:solidFill>
                  <a:srgbClr val="0070C0"/>
                </a:solidFill>
                <a:latin typeface="Courier New" pitchFamily="49" charset="0"/>
                <a:cs typeface="Courier New" pitchFamily="49" charset="0"/>
              </a:rPr>
              <a:t>Router(</a:t>
            </a:r>
            <a:r>
              <a:rPr lang="en-US" sz="1600" b="1" spc="-150" dirty="0" err="1" smtClean="0">
                <a:solidFill>
                  <a:srgbClr val="0070C0"/>
                </a:solidFill>
                <a:latin typeface="Courier New" pitchFamily="49" charset="0"/>
                <a:cs typeface="Courier New" pitchFamily="49" charset="0"/>
              </a:rPr>
              <a:t>config</a:t>
            </a:r>
            <a:r>
              <a:rPr lang="en-US" sz="1600" b="1" spc="-150" dirty="0" smtClean="0">
                <a:solidFill>
                  <a:srgbClr val="0070C0"/>
                </a:solidFill>
                <a:latin typeface="Courier New" pitchFamily="49" charset="0"/>
                <a:cs typeface="Courier New" pitchFamily="49" charset="0"/>
              </a:rPr>
              <a:t>-if)# </a:t>
            </a:r>
            <a:r>
              <a:rPr lang="en-US" sz="1600" b="1" spc="-150" dirty="0" smtClean="0">
                <a:solidFill>
                  <a:srgbClr val="C00000"/>
                </a:solidFill>
                <a:latin typeface="Courier New" pitchFamily="49" charset="0"/>
                <a:cs typeface="Courier New" pitchFamily="49" charset="0"/>
              </a:rPr>
              <a:t>ipv6 enable</a:t>
            </a:r>
          </a:p>
          <a:p>
            <a:pPr lvl="0">
              <a:defRPr/>
            </a:pPr>
            <a:endParaRPr lang="en-US" sz="1600" b="1" spc="-150" dirty="0" smtClean="0">
              <a:solidFill>
                <a:srgbClr val="C00000"/>
              </a:solidFill>
              <a:latin typeface="Courier New" pitchFamily="49" charset="0"/>
              <a:cs typeface="Courier New" pitchFamily="49" charset="0"/>
            </a:endParaRPr>
          </a:p>
          <a:p>
            <a:pPr lvl="0">
              <a:defRPr/>
            </a:pPr>
            <a:r>
              <a:rPr lang="en-US" sz="1600" b="1" spc="-150" dirty="0">
                <a:solidFill>
                  <a:srgbClr val="0070C0"/>
                </a:solidFill>
                <a:latin typeface="Courier New" pitchFamily="49" charset="0"/>
                <a:cs typeface="Courier New" pitchFamily="49" charset="0"/>
              </a:rPr>
              <a:t>Router# </a:t>
            </a:r>
            <a:r>
              <a:rPr lang="en-US" sz="1600" b="1" spc="-150" dirty="0">
                <a:solidFill>
                  <a:srgbClr val="C00000"/>
                </a:solidFill>
                <a:latin typeface="Courier New" pitchFamily="49" charset="0"/>
                <a:cs typeface="Courier New" pitchFamily="49" charset="0"/>
              </a:rPr>
              <a:t>show ipv6 interface brief</a:t>
            </a:r>
          </a:p>
          <a:p>
            <a:pPr lvl="0">
              <a:defRPr/>
            </a:pPr>
            <a:r>
              <a:rPr lang="en-US" sz="1600" b="1" spc="-150" dirty="0">
                <a:solidFill>
                  <a:srgbClr val="0070C0"/>
                </a:solidFill>
                <a:latin typeface="Courier New" pitchFamily="49" charset="0"/>
                <a:cs typeface="Courier New" pitchFamily="49" charset="0"/>
              </a:rPr>
              <a:t>FastEthernet0/0		[up/up]</a:t>
            </a:r>
          </a:p>
          <a:p>
            <a:pPr lvl="0">
              <a:defRPr/>
            </a:pPr>
            <a:r>
              <a:rPr lang="en-US" sz="1600" b="1" spc="-150" dirty="0">
                <a:solidFill>
                  <a:srgbClr val="C00000"/>
                </a:solidFill>
                <a:latin typeface="Courier New" pitchFamily="49" charset="0"/>
                <a:cs typeface="Courier New" pitchFamily="49" charset="0"/>
              </a:rPr>
              <a:t>   </a:t>
            </a:r>
            <a:r>
              <a:rPr lang="en-US" sz="1600" b="1" spc="-150" dirty="0">
                <a:solidFill>
                  <a:schemeClr val="accent2">
                    <a:lumMod val="50000"/>
                  </a:schemeClr>
                </a:solidFill>
                <a:latin typeface="Courier New" pitchFamily="49" charset="0"/>
                <a:cs typeface="Courier New" pitchFamily="49" charset="0"/>
              </a:rPr>
              <a:t>fe80::</a:t>
            </a:r>
            <a:r>
              <a:rPr lang="en-US" sz="1600" b="1" spc="-150" dirty="0" smtClean="0">
                <a:solidFill>
                  <a:schemeClr val="accent2">
                    <a:lumMod val="50000"/>
                  </a:schemeClr>
                </a:solidFill>
                <a:latin typeface="Courier New" pitchFamily="49" charset="0"/>
                <a:cs typeface="Courier New" pitchFamily="49" charset="0"/>
              </a:rPr>
              <a:t>a8bb:ccff:fe00:4001</a:t>
            </a:r>
            <a:endParaRPr lang="en-US" sz="1600" b="1" spc="-150" dirty="0">
              <a:solidFill>
                <a:schemeClr val="accent2">
                  <a:lumMod val="50000"/>
                </a:schemeClr>
              </a:solidFill>
              <a:latin typeface="Courier New" pitchFamily="49" charset="0"/>
              <a:cs typeface="Courier New" pitchFamily="49" charset="0"/>
            </a:endParaRPr>
          </a:p>
        </p:txBody>
      </p:sp>
      <p:sp>
        <p:nvSpPr>
          <p:cNvPr id="38" name="Rectangle 19"/>
          <p:cNvSpPr>
            <a:spLocks noChangeArrowheads="1"/>
          </p:cNvSpPr>
          <p:nvPr/>
        </p:nvSpPr>
        <p:spPr bwMode="auto">
          <a:xfrm>
            <a:off x="2762146" y="2697168"/>
            <a:ext cx="6272126" cy="978729"/>
          </a:xfrm>
          <a:prstGeom prst="rect">
            <a:avLst/>
          </a:prstGeom>
          <a:solidFill>
            <a:schemeClr val="accent6">
              <a:lumMod val="20000"/>
              <a:lumOff val="80000"/>
            </a:schemeClr>
          </a:solidFill>
          <a:ln w="28575">
            <a:solidFill>
              <a:schemeClr val="accent1"/>
            </a:solidFill>
            <a:miter lim="800000"/>
            <a:headEnd/>
            <a:tailEnd/>
          </a:ln>
        </p:spPr>
        <p:txBody>
          <a:bodyPr wrap="square">
            <a:spAutoFit/>
          </a:bodyPr>
          <a:lstStyle/>
          <a:p>
            <a:pPr lvl="0">
              <a:defRPr/>
            </a:pPr>
            <a:r>
              <a:rPr lang="en-US" sz="1600" b="1" spc="-150" dirty="0" smtClean="0">
                <a:solidFill>
                  <a:srgbClr val="0070C0"/>
                </a:solidFill>
                <a:latin typeface="Courier New" pitchFamily="49" charset="0"/>
                <a:cs typeface="Courier New" pitchFamily="49" charset="0"/>
              </a:rPr>
              <a:t>Router(</a:t>
            </a:r>
            <a:r>
              <a:rPr lang="en-US" sz="1600" b="1" spc="-150" dirty="0" err="1" smtClean="0">
                <a:solidFill>
                  <a:srgbClr val="0070C0"/>
                </a:solidFill>
                <a:latin typeface="Courier New" pitchFamily="49" charset="0"/>
                <a:cs typeface="Courier New" pitchFamily="49" charset="0"/>
              </a:rPr>
              <a:t>config</a:t>
            </a:r>
            <a:r>
              <a:rPr lang="en-US" sz="1600" b="1" spc="-150" dirty="0" smtClean="0">
                <a:solidFill>
                  <a:srgbClr val="0070C0"/>
                </a:solidFill>
                <a:latin typeface="Courier New" pitchFamily="49" charset="0"/>
                <a:cs typeface="Courier New" pitchFamily="49" charset="0"/>
              </a:rPr>
              <a:t>)# ipv6 unicast-routing</a:t>
            </a:r>
          </a:p>
          <a:p>
            <a:pPr lvl="0">
              <a:defRPr/>
            </a:pPr>
            <a:r>
              <a:rPr lang="en-US" sz="1600" b="1" spc="-150" dirty="0" smtClean="0">
                <a:solidFill>
                  <a:srgbClr val="0070C0"/>
                </a:solidFill>
                <a:latin typeface="Courier New" pitchFamily="49" charset="0"/>
                <a:cs typeface="Courier New" pitchFamily="49" charset="0"/>
              </a:rPr>
              <a:t>Router(</a:t>
            </a:r>
            <a:r>
              <a:rPr lang="en-US" sz="1600" b="1" spc="-150" dirty="0" err="1" smtClean="0">
                <a:solidFill>
                  <a:srgbClr val="0070C0"/>
                </a:solidFill>
                <a:latin typeface="Courier New" pitchFamily="49" charset="0"/>
                <a:cs typeface="Courier New" pitchFamily="49" charset="0"/>
              </a:rPr>
              <a:t>config</a:t>
            </a:r>
            <a:r>
              <a:rPr lang="en-US" sz="1600" b="1" spc="-150" dirty="0" smtClean="0">
                <a:solidFill>
                  <a:srgbClr val="0070C0"/>
                </a:solidFill>
                <a:latin typeface="Courier New" pitchFamily="49" charset="0"/>
                <a:cs typeface="Courier New" pitchFamily="49" charset="0"/>
              </a:rPr>
              <a:t>)# interface f0/0</a:t>
            </a:r>
          </a:p>
          <a:p>
            <a:pPr lvl="0">
              <a:defRPr/>
            </a:pPr>
            <a:r>
              <a:rPr lang="en-US" sz="1600" b="1" spc="-150" dirty="0" smtClean="0">
                <a:solidFill>
                  <a:srgbClr val="0070C0"/>
                </a:solidFill>
                <a:latin typeface="Courier New" pitchFamily="49" charset="0"/>
                <a:cs typeface="Courier New" pitchFamily="49" charset="0"/>
              </a:rPr>
              <a:t>Router(</a:t>
            </a:r>
            <a:r>
              <a:rPr lang="en-US" sz="1600" b="1" spc="-150" dirty="0" err="1" smtClean="0">
                <a:solidFill>
                  <a:srgbClr val="0070C0"/>
                </a:solidFill>
                <a:latin typeface="Courier New" pitchFamily="49" charset="0"/>
                <a:cs typeface="Courier New" pitchFamily="49" charset="0"/>
              </a:rPr>
              <a:t>config</a:t>
            </a:r>
            <a:r>
              <a:rPr lang="en-US" sz="1600" b="1" spc="-150" dirty="0" smtClean="0">
                <a:solidFill>
                  <a:srgbClr val="0070C0"/>
                </a:solidFill>
                <a:latin typeface="Courier New" pitchFamily="49" charset="0"/>
                <a:cs typeface="Courier New" pitchFamily="49" charset="0"/>
              </a:rPr>
              <a:t>-if)# </a:t>
            </a:r>
            <a:r>
              <a:rPr lang="en-US" sz="1600" b="1" spc="-150" dirty="0" smtClean="0">
                <a:solidFill>
                  <a:srgbClr val="C00000"/>
                </a:solidFill>
                <a:latin typeface="Courier New" pitchFamily="49" charset="0"/>
                <a:cs typeface="Courier New" pitchFamily="49" charset="0"/>
              </a:rPr>
              <a:t>ipv6 address 2001:0:0:1</a:t>
            </a:r>
            <a:r>
              <a:rPr lang="en-US" sz="1600" b="1" spc="-150" dirty="0" smtClean="0">
                <a:solidFill>
                  <a:srgbClr val="0070C0"/>
                </a:solidFill>
                <a:latin typeface="Courier New" pitchFamily="49" charset="0"/>
                <a:cs typeface="Courier New" pitchFamily="49" charset="0"/>
              </a:rPr>
              <a:t>::2</a:t>
            </a:r>
            <a:r>
              <a:rPr lang="en-US" sz="1600" b="1" spc="-150" dirty="0" smtClean="0">
                <a:solidFill>
                  <a:srgbClr val="C00000"/>
                </a:solidFill>
                <a:latin typeface="Courier New" pitchFamily="49" charset="0"/>
                <a:cs typeface="Courier New" pitchFamily="49" charset="0"/>
              </a:rPr>
              <a:t>/64</a:t>
            </a:r>
          </a:p>
          <a:p>
            <a:pPr>
              <a:defRPr/>
            </a:pPr>
            <a:r>
              <a:rPr lang="en-US" sz="1600" b="1" spc="-150" dirty="0">
                <a:solidFill>
                  <a:srgbClr val="0070C0"/>
                </a:solidFill>
                <a:latin typeface="Courier New" pitchFamily="49" charset="0"/>
                <a:cs typeface="Courier New" pitchFamily="49" charset="0"/>
              </a:rPr>
              <a:t>Router(</a:t>
            </a:r>
            <a:r>
              <a:rPr lang="en-US" sz="1600" b="1" spc="-150" dirty="0" err="1">
                <a:solidFill>
                  <a:srgbClr val="0070C0"/>
                </a:solidFill>
                <a:latin typeface="Courier New" pitchFamily="49" charset="0"/>
                <a:cs typeface="Courier New" pitchFamily="49" charset="0"/>
              </a:rPr>
              <a:t>config</a:t>
            </a:r>
            <a:r>
              <a:rPr lang="en-US" sz="1600" b="1" spc="-150" dirty="0">
                <a:solidFill>
                  <a:srgbClr val="0070C0"/>
                </a:solidFill>
                <a:latin typeface="Courier New" pitchFamily="49" charset="0"/>
                <a:cs typeface="Courier New" pitchFamily="49" charset="0"/>
              </a:rPr>
              <a:t>-if)# </a:t>
            </a:r>
            <a:r>
              <a:rPr lang="en-US" sz="1600" b="1" spc="-150" dirty="0">
                <a:solidFill>
                  <a:srgbClr val="C00000"/>
                </a:solidFill>
                <a:latin typeface="Courier New" pitchFamily="49" charset="0"/>
                <a:cs typeface="Courier New" pitchFamily="49" charset="0"/>
              </a:rPr>
              <a:t>ipv6 address 2001:0:0:1</a:t>
            </a:r>
            <a:r>
              <a:rPr lang="en-US" sz="1600" b="1" spc="-150" dirty="0" smtClean="0">
                <a:solidFill>
                  <a:srgbClr val="0070C0"/>
                </a:solidFill>
                <a:latin typeface="Courier New" pitchFamily="49" charset="0"/>
                <a:cs typeface="Courier New" pitchFamily="49" charset="0"/>
              </a:rPr>
              <a:t>:: </a:t>
            </a:r>
            <a:r>
              <a:rPr lang="en-US" sz="1600" b="1" spc="-150" dirty="0" smtClean="0">
                <a:solidFill>
                  <a:srgbClr val="C00000"/>
                </a:solidFill>
                <a:latin typeface="Courier New" pitchFamily="49" charset="0"/>
                <a:cs typeface="Courier New" pitchFamily="49" charset="0"/>
              </a:rPr>
              <a:t>/64 eui-64</a:t>
            </a:r>
            <a:endParaRPr lang="en-US" sz="1600" b="1" spc="-150" dirty="0">
              <a:solidFill>
                <a:srgbClr val="C00000"/>
              </a:solidFill>
              <a:latin typeface="Courier New" pitchFamily="49" charset="0"/>
              <a:cs typeface="Courier New" pitchFamily="49" charset="0"/>
            </a:endParaRPr>
          </a:p>
        </p:txBody>
      </p:sp>
    </p:spTree>
    <p:extLst>
      <p:ext uri="{BB962C8B-B14F-4D97-AF65-F5344CB8AC3E}">
        <p14:creationId xmlns:p14="http://schemas.microsoft.com/office/powerpoint/2010/main" val="12656463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10" presetClass="exit" presetSubtype="0" fill="hold" nodeType="withEffect">
                                  <p:stCondLst>
                                    <p:cond delay="0"/>
                                  </p:stCondLst>
                                  <p:childTnLst>
                                    <p:animEffect transition="out" filter="fade">
                                      <p:cBhvr>
                                        <p:cTn id="32" dur="500"/>
                                        <p:tgtEl>
                                          <p:spTgt spid="31"/>
                                        </p:tgtEl>
                                      </p:cBhvr>
                                    </p:animEffect>
                                    <p:set>
                                      <p:cBhvr>
                                        <p:cTn id="33" dur="1" fill="hold">
                                          <p:stCondLst>
                                            <p:cond delay="499"/>
                                          </p:stCondLst>
                                        </p:cTn>
                                        <p:tgtEl>
                                          <p:spTgt spid="31"/>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p:bldP spid="30" grpId="0"/>
      <p:bldP spid="36" grpId="0" animBg="1"/>
      <p:bldP spid="38"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Multicast Address</a:t>
            </a:r>
            <a:endParaRPr lang="en-US" altLang="zh-CN" sz="2400" dirty="0">
              <a:ea typeface="宋体" panose="02010600030101010101" pitchFamily="2" charset="-122"/>
            </a:endParaRPr>
          </a:p>
        </p:txBody>
      </p:sp>
      <p:pic>
        <p:nvPicPr>
          <p:cNvPr id="3074" name="Picture 2" descr="Image result for link-loc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280627"/>
            <a:ext cx="9144000" cy="322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7442007"/>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a:ea typeface="宋体" panose="02010600030101010101" pitchFamily="2" charset="-122"/>
              </a:rPr>
              <a:t>Link-Local </a:t>
            </a:r>
            <a:r>
              <a:rPr lang="en-US" altLang="zh-CN" sz="2400" dirty="0" smtClean="0">
                <a:ea typeface="宋体" panose="02010600030101010101" pitchFamily="2" charset="-122"/>
              </a:rPr>
              <a:t>Address</a:t>
            </a:r>
            <a:endParaRPr lang="en-US" altLang="zh-CN" sz="2400" dirty="0">
              <a:ea typeface="宋体" panose="02010600030101010101" pitchFamily="2" charset="-122"/>
            </a:endParaRPr>
          </a:p>
        </p:txBody>
      </p:sp>
      <p:pic>
        <p:nvPicPr>
          <p:cNvPr id="5122" name="Picture 2" descr="Image result for link-loc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638" y="2435469"/>
            <a:ext cx="7733104" cy="24316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Devices computer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4275" y="1776275"/>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279102" y="1954855"/>
            <a:ext cx="629297" cy="291618"/>
          </a:xfrm>
          <a:prstGeom prst="rect">
            <a:avLst/>
          </a:prstGeom>
          <a:noFill/>
        </p:spPr>
        <p:txBody>
          <a:bodyPr wrap="square" rtlCol="0">
            <a:spAutoFit/>
          </a:bodyPr>
          <a:lstStyle/>
          <a:p>
            <a:pPr algn="ctr"/>
            <a:r>
              <a:rPr lang="en-US" sz="1400" b="1" dirty="0" smtClean="0">
                <a:solidFill>
                  <a:srgbClr val="FFFF00"/>
                </a:solidFill>
                <a:effectLst>
                  <a:glow rad="228600">
                    <a:srgbClr val="C0504D">
                      <a:satMod val="175000"/>
                      <a:alpha val="40000"/>
                    </a:srgbClr>
                  </a:glow>
                </a:effectLst>
                <a:latin typeface="Courier New" pitchFamily="49" charset="0"/>
                <a:cs typeface="Courier New" pitchFamily="49" charset="0"/>
              </a:rPr>
              <a:t>PC1</a:t>
            </a:r>
            <a:endParaRPr lang="en-US" sz="1400" b="1" dirty="0">
              <a:solidFill>
                <a:srgbClr val="FFFF00"/>
              </a:solidFill>
              <a:effectLst>
                <a:glow rad="228600">
                  <a:srgbClr val="C0504D">
                    <a:satMod val="175000"/>
                    <a:alpha val="40000"/>
                  </a:srgbClr>
                </a:glow>
              </a:effectLst>
              <a:latin typeface="Courier New" pitchFamily="49" charset="0"/>
              <a:cs typeface="Courier New" pitchFamily="49" charset="0"/>
            </a:endParaRPr>
          </a:p>
        </p:txBody>
      </p:sp>
    </p:spTree>
    <p:extLst>
      <p:ext uri="{BB962C8B-B14F-4D97-AF65-F5344CB8AC3E}">
        <p14:creationId xmlns:p14="http://schemas.microsoft.com/office/powerpoint/2010/main" val="627620710"/>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Configuring Address</a:t>
            </a:r>
            <a:endParaRPr lang="en-US" altLang="zh-CN" sz="2400" dirty="0">
              <a:ea typeface="宋体" panose="02010600030101010101" pitchFamily="2" charset="-122"/>
            </a:endParaRPr>
          </a:p>
        </p:txBody>
      </p:sp>
      <p:pic>
        <p:nvPicPr>
          <p:cNvPr id="9" name="Picture 8"/>
          <p:cNvPicPr>
            <a:picLocks noChangeAspect="1"/>
          </p:cNvPicPr>
          <p:nvPr/>
        </p:nvPicPr>
        <p:blipFill>
          <a:blip r:embed="rId3"/>
          <a:stretch>
            <a:fillRect/>
          </a:stretch>
        </p:blipFill>
        <p:spPr>
          <a:xfrm>
            <a:off x="2688862" y="1302203"/>
            <a:ext cx="4079014" cy="5211463"/>
          </a:xfrm>
          <a:prstGeom prst="rect">
            <a:avLst/>
          </a:prstGeom>
        </p:spPr>
      </p:pic>
    </p:spTree>
    <p:extLst>
      <p:ext uri="{BB962C8B-B14F-4D97-AF65-F5344CB8AC3E}">
        <p14:creationId xmlns:p14="http://schemas.microsoft.com/office/powerpoint/2010/main" val="4278130061"/>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Configuring Address</a:t>
            </a:r>
            <a:endParaRPr lang="en-US" altLang="zh-CN" sz="2400" dirty="0">
              <a:ea typeface="宋体" panose="02010600030101010101" pitchFamily="2" charset="-122"/>
            </a:endParaRPr>
          </a:p>
        </p:txBody>
      </p:sp>
      <p:pic>
        <p:nvPicPr>
          <p:cNvPr id="3" name="Picture 2"/>
          <p:cNvPicPr>
            <a:picLocks noChangeAspect="1"/>
          </p:cNvPicPr>
          <p:nvPr/>
        </p:nvPicPr>
        <p:blipFill>
          <a:blip r:embed="rId3"/>
          <a:stretch>
            <a:fillRect/>
          </a:stretch>
        </p:blipFill>
        <p:spPr>
          <a:xfrm>
            <a:off x="1627913" y="1276214"/>
            <a:ext cx="6200912" cy="5267931"/>
          </a:xfrm>
          <a:prstGeom prst="rect">
            <a:avLst/>
          </a:prstGeom>
        </p:spPr>
      </p:pic>
    </p:spTree>
    <p:extLst>
      <p:ext uri="{BB962C8B-B14F-4D97-AF65-F5344CB8AC3E}">
        <p14:creationId xmlns:p14="http://schemas.microsoft.com/office/powerpoint/2010/main" val="252332811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Configuring Address</a:t>
            </a:r>
            <a:endParaRPr lang="en-US" altLang="zh-CN" sz="2400" dirty="0">
              <a:ea typeface="宋体" panose="02010600030101010101" pitchFamily="2" charset="-122"/>
            </a:endParaRPr>
          </a:p>
        </p:txBody>
      </p:sp>
      <p:pic>
        <p:nvPicPr>
          <p:cNvPr id="6" name="Picture 8" descr="Devices computer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4275" y="1776275"/>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279102" y="1954855"/>
            <a:ext cx="629297" cy="291618"/>
          </a:xfrm>
          <a:prstGeom prst="rect">
            <a:avLst/>
          </a:prstGeom>
          <a:noFill/>
        </p:spPr>
        <p:txBody>
          <a:bodyPr wrap="square" rtlCol="0">
            <a:spAutoFit/>
          </a:bodyPr>
          <a:lstStyle/>
          <a:p>
            <a:pPr algn="ctr"/>
            <a:r>
              <a:rPr lang="en-US" sz="1400" b="1" dirty="0" smtClean="0">
                <a:solidFill>
                  <a:srgbClr val="FFFF00"/>
                </a:solidFill>
                <a:effectLst>
                  <a:glow rad="228600">
                    <a:srgbClr val="C0504D">
                      <a:satMod val="175000"/>
                      <a:alpha val="40000"/>
                    </a:srgbClr>
                  </a:glow>
                </a:effectLst>
                <a:latin typeface="Courier New" pitchFamily="49" charset="0"/>
                <a:cs typeface="Courier New" pitchFamily="49" charset="0"/>
              </a:rPr>
              <a:t>PC1</a:t>
            </a:r>
            <a:endParaRPr lang="en-US" sz="1400" b="1" dirty="0">
              <a:solidFill>
                <a:srgbClr val="FFFF00"/>
              </a:solidFill>
              <a:effectLst>
                <a:glow rad="228600">
                  <a:srgbClr val="C0504D">
                    <a:satMod val="175000"/>
                    <a:alpha val="40000"/>
                  </a:srgbClr>
                </a:glow>
              </a:effectLst>
              <a:latin typeface="Courier New" pitchFamily="49" charset="0"/>
              <a:cs typeface="Courier New" pitchFamily="49" charset="0"/>
            </a:endParaRPr>
          </a:p>
        </p:txBody>
      </p:sp>
      <p:sp>
        <p:nvSpPr>
          <p:cNvPr id="8" name="Rectangle 19"/>
          <p:cNvSpPr>
            <a:spLocks noChangeArrowheads="1"/>
          </p:cNvSpPr>
          <p:nvPr/>
        </p:nvSpPr>
        <p:spPr bwMode="auto">
          <a:xfrm>
            <a:off x="1156243" y="3903593"/>
            <a:ext cx="6831513" cy="2308324"/>
          </a:xfrm>
          <a:prstGeom prst="rect">
            <a:avLst/>
          </a:prstGeom>
          <a:solidFill>
            <a:schemeClr val="accent6">
              <a:lumMod val="20000"/>
              <a:lumOff val="80000"/>
            </a:schemeClr>
          </a:solidFill>
          <a:ln w="28575">
            <a:solidFill>
              <a:schemeClr val="accent1"/>
            </a:solidFill>
            <a:miter lim="800000"/>
            <a:headEnd/>
            <a:tailEnd/>
          </a:ln>
        </p:spPr>
        <p:txBody>
          <a:bodyPr wrap="square">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vi-VN"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C:\</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&gt; </a:t>
            </a:r>
            <a:r>
              <a:rPr kumimoji="0" lang="en-US" sz="1600" b="1" i="0" u="none" strike="noStrike" kern="1200" cap="none" spc="0" normalizeH="0" baseline="0" noProof="0" dirty="0" err="1" smtClean="0">
                <a:ln>
                  <a:noFill/>
                </a:ln>
                <a:solidFill>
                  <a:srgbClr val="C00000"/>
                </a:solidFill>
                <a:effectLst/>
                <a:uLnTx/>
                <a:uFillTx/>
                <a:latin typeface="Courier New" pitchFamily="49" charset="0"/>
                <a:ea typeface="+mn-ea"/>
                <a:cs typeface="Courier New" pitchFamily="49" charset="0"/>
              </a:rPr>
              <a:t>netsh</a:t>
            </a:r>
            <a:r>
              <a:rPr kumimoji="0" lang="vi-VN" sz="1600" b="1" i="0" u="none" strike="noStrike" kern="1200" cap="none" spc="0" normalizeH="0" baseline="0" noProof="0" dirty="0" smtClean="0">
                <a:ln>
                  <a:noFill/>
                </a:ln>
                <a:solidFill>
                  <a:srgbClr val="C0000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dirty="0" smtClean="0">
                <a:ln>
                  <a:noFill/>
                </a:ln>
                <a:solidFill>
                  <a:srgbClr val="C00000"/>
                </a:solidFill>
                <a:effectLst/>
                <a:uLnTx/>
                <a:uFillTx/>
                <a:latin typeface="Courier New" pitchFamily="49" charset="0"/>
                <a:ea typeface="+mn-ea"/>
                <a:cs typeface="Courier New" pitchFamily="49" charset="0"/>
              </a:rPr>
              <a:t>interface ipv6 </a:t>
            </a:r>
            <a:r>
              <a:rPr kumimoji="0" lang="vi-VN" sz="1600" b="1" i="0" u="none" strike="noStrike" kern="1200" cap="none" spc="0" normalizeH="0" baseline="0" noProof="0" dirty="0" smtClean="0">
                <a:ln>
                  <a:noFill/>
                </a:ln>
                <a:solidFill>
                  <a:srgbClr val="C00000"/>
                </a:solidFill>
                <a:effectLst/>
                <a:uLnTx/>
                <a:uFillTx/>
                <a:latin typeface="Courier New" pitchFamily="49" charset="0"/>
                <a:ea typeface="+mn-ea"/>
                <a:cs typeface="Courier New" pitchFamily="49" charset="0"/>
              </a:rPr>
              <a:t>install</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vi-VN"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C:\</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&gt; </a:t>
            </a:r>
            <a:r>
              <a:rPr kumimoji="0" lang="vi-VN" sz="1600" b="1" i="0" u="none" strike="noStrike" kern="1200" cap="none" spc="0" normalizeH="0" baseline="0" noProof="0" dirty="0" smtClean="0">
                <a:ln>
                  <a:noFill/>
                </a:ln>
                <a:solidFill>
                  <a:srgbClr val="C00000"/>
                </a:solidFill>
                <a:effectLst/>
                <a:uLnTx/>
                <a:uFillTx/>
                <a:latin typeface="Courier New" pitchFamily="49" charset="0"/>
                <a:ea typeface="+mn-ea"/>
                <a:cs typeface="Courier New" pitchFamily="49" charset="0"/>
              </a:rPr>
              <a:t>netsh</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vi-VN"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netsh&gt;</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 </a:t>
            </a:r>
            <a:r>
              <a:rPr kumimoji="0" lang="vi-VN" sz="1600" b="1" i="0" u="none" strike="noStrike" kern="1200" cap="none" spc="0" normalizeH="0" baseline="0" noProof="0" dirty="0" smtClean="0">
                <a:ln>
                  <a:noFill/>
                </a:ln>
                <a:solidFill>
                  <a:srgbClr val="C00000"/>
                </a:solidFill>
                <a:effectLst/>
                <a:uLnTx/>
                <a:uFillTx/>
                <a:latin typeface="Courier New" pitchFamily="49" charset="0"/>
                <a:ea typeface="+mn-ea"/>
                <a:cs typeface="Courier New" pitchFamily="49" charset="0"/>
              </a:rPr>
              <a:t>interface ipv6</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dirty="0" err="1" smtClean="0">
                <a:ln>
                  <a:noFill/>
                </a:ln>
                <a:solidFill>
                  <a:srgbClr val="0070C0"/>
                </a:solidFill>
                <a:effectLst/>
                <a:uLnTx/>
                <a:uFillTx/>
                <a:latin typeface="Courier New" pitchFamily="49" charset="0"/>
                <a:ea typeface="+mn-ea"/>
                <a:cs typeface="Courier New" pitchFamily="49" charset="0"/>
              </a:rPr>
              <a:t>netsh</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interface ipv6&gt; </a:t>
            </a:r>
            <a:r>
              <a:rPr kumimoji="0" lang="en-US" sz="1600" b="1" i="0" u="none" strike="noStrike" kern="1200" cap="none" spc="0" normalizeH="0" baseline="0" noProof="0" dirty="0">
                <a:ln>
                  <a:noFill/>
                </a:ln>
                <a:solidFill>
                  <a:srgbClr val="C00000"/>
                </a:solidFill>
                <a:effectLst/>
                <a:uLnTx/>
                <a:uFillTx/>
                <a:latin typeface="Courier New" pitchFamily="49" charset="0"/>
                <a:ea typeface="+mn-ea"/>
                <a:cs typeface="Courier New" pitchFamily="49" charset="0"/>
              </a:rPr>
              <a:t>add </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   address “</a:t>
            </a:r>
            <a:r>
              <a:rPr kumimoji="0" lang="en-US" sz="1600" b="1" i="0" u="none" strike="noStrike" kern="1200" cap="none" spc="0" normalizeH="0" baseline="0" noProof="0" dirty="0" err="1" smtClean="0">
                <a:ln>
                  <a:noFill/>
                </a:ln>
                <a:solidFill>
                  <a:srgbClr val="C00000"/>
                </a:solidFill>
                <a:effectLst/>
                <a:uLnTx/>
                <a:uFillTx/>
                <a:latin typeface="Courier New" pitchFamily="49" charset="0"/>
                <a:ea typeface="+mn-ea"/>
                <a:cs typeface="Courier New" pitchFamily="49" charset="0"/>
              </a:rPr>
              <a:t>Realtek</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2009::</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1</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dirty="0" err="1">
                <a:ln>
                  <a:noFill/>
                </a:ln>
                <a:solidFill>
                  <a:srgbClr val="0070C0"/>
                </a:solidFill>
                <a:effectLst/>
                <a:uLnTx/>
                <a:uFillTx/>
                <a:latin typeface="Courier New" pitchFamily="49" charset="0"/>
                <a:ea typeface="+mn-ea"/>
                <a:cs typeface="Courier New" pitchFamily="49" charset="0"/>
              </a:rPr>
              <a:t>netsh</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 interface ipv6&gt; </a:t>
            </a:r>
            <a:r>
              <a:rPr kumimoji="0" lang="en-US" sz="1600" b="1" i="0" u="none" strike="noStrike" kern="1200" cap="none" spc="0" normalizeH="0" baseline="0" noProof="0" dirty="0">
                <a:ln>
                  <a:noFill/>
                </a:ln>
                <a:solidFill>
                  <a:srgbClr val="C00000"/>
                </a:solidFill>
                <a:effectLst/>
                <a:uLnTx/>
                <a:uFillTx/>
                <a:latin typeface="Courier New" pitchFamily="49" charset="0"/>
                <a:ea typeface="+mn-ea"/>
                <a:cs typeface="Courier New" pitchFamily="49" charset="0"/>
              </a:rPr>
              <a:t>add</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    address “</a:t>
            </a:r>
            <a:r>
              <a:rPr kumimoji="0" lang="en-US" sz="1600" b="1" i="0" u="none" strike="noStrike" kern="1200" cap="none" spc="0" normalizeH="0" baseline="0" noProof="0" dirty="0" err="1">
                <a:ln>
                  <a:noFill/>
                </a:ln>
                <a:solidFill>
                  <a:srgbClr val="C00000"/>
                </a:solidFill>
                <a:effectLst/>
                <a:uLnTx/>
                <a:uFillTx/>
                <a:latin typeface="Courier New" pitchFamily="49" charset="0"/>
                <a:ea typeface="+mn-ea"/>
                <a:cs typeface="Courier New" pitchFamily="49" charset="0"/>
              </a:rPr>
              <a:t>Realtek</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 2009</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::2</a:t>
            </a:r>
            <a:endPar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dirty="0" err="1">
                <a:ln>
                  <a:noFill/>
                </a:ln>
                <a:solidFill>
                  <a:srgbClr val="0070C0"/>
                </a:solidFill>
                <a:effectLst/>
                <a:uLnTx/>
                <a:uFillTx/>
                <a:latin typeface="Courier New" pitchFamily="49" charset="0"/>
                <a:ea typeface="+mn-ea"/>
                <a:cs typeface="Courier New" pitchFamily="49" charset="0"/>
              </a:rPr>
              <a:t>netsh</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 interface ipv6&gt; </a:t>
            </a:r>
            <a:r>
              <a:rPr kumimoji="0" lang="en-US" sz="1600" b="1" i="0" u="none" strike="noStrike" kern="1200" cap="none" spc="0" normalizeH="0" baseline="0" noProof="0" dirty="0">
                <a:ln>
                  <a:noFill/>
                </a:ln>
                <a:solidFill>
                  <a:srgbClr val="C00000"/>
                </a:solidFill>
                <a:effectLst/>
                <a:uLnTx/>
                <a:uFillTx/>
                <a:latin typeface="Courier New" pitchFamily="49" charset="0"/>
                <a:ea typeface="+mn-ea"/>
                <a:cs typeface="Courier New" pitchFamily="49" charset="0"/>
              </a:rPr>
              <a:t>add</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    address “</a:t>
            </a:r>
            <a:r>
              <a:rPr kumimoji="0" lang="en-US" sz="1600" b="1" i="0" u="none" strike="noStrike" kern="1200" cap="none" spc="0" normalizeH="0" baseline="0" noProof="0" dirty="0" err="1" smtClean="0">
                <a:ln>
                  <a:noFill/>
                </a:ln>
                <a:solidFill>
                  <a:srgbClr val="C00000"/>
                </a:solidFill>
                <a:effectLst/>
                <a:uLnTx/>
                <a:uFillTx/>
                <a:latin typeface="Courier New" pitchFamily="49" charset="0"/>
                <a:ea typeface="+mn-ea"/>
                <a:cs typeface="Courier New" pitchFamily="49" charset="0"/>
              </a:rPr>
              <a:t>Realtek</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 200A::</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2</a:t>
            </a:r>
          </a:p>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dirty="0" err="1">
                <a:ln>
                  <a:noFill/>
                </a:ln>
                <a:solidFill>
                  <a:srgbClr val="0070C0"/>
                </a:solidFill>
                <a:effectLst/>
                <a:uLnTx/>
                <a:uFillTx/>
                <a:latin typeface="Courier New" pitchFamily="49" charset="0"/>
                <a:ea typeface="+mn-ea"/>
                <a:cs typeface="Courier New" pitchFamily="49" charset="0"/>
              </a:rPr>
              <a:t>netsh</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 interface ipv6&gt; </a:t>
            </a:r>
            <a:r>
              <a:rPr kumimoji="0" lang="en-US" sz="1600" b="1" i="0" u="none" strike="noStrike" kern="1200" cap="none" spc="0" normalizeH="0" baseline="0" noProof="0" dirty="0" smtClean="0">
                <a:ln>
                  <a:noFill/>
                </a:ln>
                <a:solidFill>
                  <a:srgbClr val="C00000"/>
                </a:solidFill>
                <a:effectLst/>
                <a:uLnTx/>
                <a:uFillTx/>
                <a:latin typeface="Courier New" pitchFamily="49" charset="0"/>
                <a:ea typeface="+mn-ea"/>
                <a:cs typeface="Courier New" pitchFamily="49" charset="0"/>
              </a:rPr>
              <a:t>delete</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 address </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a:t>
            </a:r>
            <a:r>
              <a:rPr kumimoji="0" lang="en-US" sz="1600" b="1" i="0" u="none" strike="noStrike" kern="1200" cap="none" spc="0" normalizeH="0" baseline="0" noProof="0" dirty="0" err="1" smtClean="0">
                <a:ln>
                  <a:noFill/>
                </a:ln>
                <a:solidFill>
                  <a:srgbClr val="C00000"/>
                </a:solidFill>
                <a:effectLst/>
                <a:uLnTx/>
                <a:uFillTx/>
                <a:latin typeface="Courier New" pitchFamily="49" charset="0"/>
                <a:ea typeface="+mn-ea"/>
                <a:cs typeface="Courier New" pitchFamily="49" charset="0"/>
              </a:rPr>
              <a:t>Realtek</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dirty="0">
                <a:ln>
                  <a:noFill/>
                </a:ln>
                <a:solidFill>
                  <a:srgbClr val="0070C0"/>
                </a:solidFill>
                <a:effectLst/>
                <a:uLnTx/>
                <a:uFillTx/>
                <a:latin typeface="Courier New" pitchFamily="49" charset="0"/>
                <a:ea typeface="+mn-ea"/>
                <a:cs typeface="Courier New" pitchFamily="49" charset="0"/>
              </a:rPr>
              <a:t>2009::1</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dirty="0" err="1" smtClean="0">
                <a:ln>
                  <a:noFill/>
                </a:ln>
                <a:solidFill>
                  <a:srgbClr val="0070C0"/>
                </a:solidFill>
                <a:effectLst/>
                <a:uLnTx/>
                <a:uFillTx/>
                <a:latin typeface="Courier New" pitchFamily="49" charset="0"/>
                <a:ea typeface="+mn-ea"/>
                <a:cs typeface="Courier New" pitchFamily="49" charset="0"/>
              </a:rPr>
              <a:t>netsh</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 interface ipv6&gt; </a:t>
            </a:r>
            <a:r>
              <a:rPr kumimoji="0" lang="en-US" sz="1600" b="1" i="0" u="none" strike="noStrike" kern="1200" cap="none" spc="0" normalizeH="0" baseline="0" noProof="0" dirty="0" smtClean="0">
                <a:ln>
                  <a:noFill/>
                </a:ln>
                <a:solidFill>
                  <a:srgbClr val="C00000"/>
                </a:solidFill>
                <a:effectLst/>
                <a:uLnTx/>
                <a:uFillTx/>
                <a:latin typeface="Courier New" pitchFamily="49" charset="0"/>
                <a:ea typeface="+mn-ea"/>
                <a:cs typeface="Courier New" pitchFamily="49" charset="0"/>
              </a:rPr>
              <a:t>show</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   address</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Courier New" pitchFamily="49" charset="0"/>
              </a:rPr>
              <a:t>C:\&gt; </a:t>
            </a:r>
            <a:r>
              <a:rPr kumimoji="0" lang="en-US" sz="1600" b="1" i="0" u="none" strike="noStrike" kern="1200" cap="none" spc="0" normalizeH="0" baseline="0" noProof="0" dirty="0" smtClean="0">
                <a:ln>
                  <a:noFill/>
                </a:ln>
                <a:solidFill>
                  <a:srgbClr val="C00000"/>
                </a:solidFill>
                <a:effectLst/>
                <a:uLnTx/>
                <a:uFillTx/>
                <a:latin typeface="Courier New" pitchFamily="49" charset="0"/>
                <a:ea typeface="+mn-ea"/>
                <a:cs typeface="Courier New" pitchFamily="49" charset="0"/>
              </a:rPr>
              <a:t>ping ::1</a:t>
            </a:r>
            <a:endParaRPr kumimoji="0" lang="vi-VN" sz="1600" b="1" i="0" u="none" strike="noStrike" kern="1200" cap="none" spc="0" normalizeH="0" baseline="0" noProof="0" dirty="0" smtClean="0">
              <a:ln>
                <a:noFill/>
              </a:ln>
              <a:solidFill>
                <a:srgbClr val="C00000"/>
              </a:solidFill>
              <a:effectLst/>
              <a:uLnTx/>
              <a:uFillTx/>
              <a:latin typeface="Courier New" pitchFamily="49" charset="0"/>
              <a:ea typeface="+mn-ea"/>
              <a:cs typeface="Courier New" pitchFamily="49" charset="0"/>
            </a:endParaRPr>
          </a:p>
        </p:txBody>
      </p:sp>
      <p:pic>
        <p:nvPicPr>
          <p:cNvPr id="2" name="Picture 1"/>
          <p:cNvPicPr>
            <a:picLocks noChangeAspect="1"/>
          </p:cNvPicPr>
          <p:nvPr/>
        </p:nvPicPr>
        <p:blipFill>
          <a:blip r:embed="rId4"/>
          <a:stretch>
            <a:fillRect/>
          </a:stretch>
        </p:blipFill>
        <p:spPr>
          <a:xfrm>
            <a:off x="2290762" y="2536091"/>
            <a:ext cx="4562475" cy="1095375"/>
          </a:xfrm>
          <a:prstGeom prst="rect">
            <a:avLst/>
          </a:prstGeom>
        </p:spPr>
      </p:pic>
    </p:spTree>
    <p:extLst>
      <p:ext uri="{BB962C8B-B14F-4D97-AF65-F5344CB8AC3E}">
        <p14:creationId xmlns:p14="http://schemas.microsoft.com/office/powerpoint/2010/main" val="1471497628"/>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Configuring Address</a:t>
            </a:r>
            <a:endParaRPr lang="en-US" altLang="zh-CN" sz="2400" dirty="0">
              <a:ea typeface="宋体" panose="02010600030101010101" pitchFamily="2" charset="-122"/>
            </a:endParaRPr>
          </a:p>
        </p:txBody>
      </p:sp>
      <p:pic>
        <p:nvPicPr>
          <p:cNvPr id="6" name="Picture 8" descr="Devices computer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4275" y="1776275"/>
            <a:ext cx="850737" cy="8507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279102" y="1954855"/>
            <a:ext cx="629297" cy="291618"/>
          </a:xfrm>
          <a:prstGeom prst="rect">
            <a:avLst/>
          </a:prstGeom>
          <a:noFill/>
        </p:spPr>
        <p:txBody>
          <a:bodyPr wrap="square" rtlCol="0">
            <a:spAutoFit/>
          </a:bodyPr>
          <a:lstStyle/>
          <a:p>
            <a:pPr algn="ctr"/>
            <a:r>
              <a:rPr lang="en-US" sz="1400" b="1" dirty="0" smtClean="0">
                <a:solidFill>
                  <a:srgbClr val="FFFF00"/>
                </a:solidFill>
                <a:effectLst>
                  <a:glow rad="228600">
                    <a:srgbClr val="C0504D">
                      <a:satMod val="175000"/>
                      <a:alpha val="40000"/>
                    </a:srgbClr>
                  </a:glow>
                </a:effectLst>
                <a:latin typeface="Courier New" pitchFamily="49" charset="0"/>
                <a:cs typeface="Courier New" pitchFamily="49" charset="0"/>
              </a:rPr>
              <a:t>VPC</a:t>
            </a:r>
            <a:endParaRPr lang="en-US" sz="1400" b="1" dirty="0">
              <a:solidFill>
                <a:srgbClr val="FFFF00"/>
              </a:solidFill>
              <a:effectLst>
                <a:glow rad="228600">
                  <a:srgbClr val="C0504D">
                    <a:satMod val="175000"/>
                    <a:alpha val="40000"/>
                  </a:srgbClr>
                </a:glow>
              </a:effectLst>
              <a:latin typeface="Courier New" pitchFamily="49" charset="0"/>
              <a:cs typeface="Courier New" pitchFamily="49" charset="0"/>
            </a:endParaRPr>
          </a:p>
        </p:txBody>
      </p:sp>
      <p:sp>
        <p:nvSpPr>
          <p:cNvPr id="8" name="Rectangle 19"/>
          <p:cNvSpPr>
            <a:spLocks noChangeArrowheads="1"/>
          </p:cNvSpPr>
          <p:nvPr/>
        </p:nvSpPr>
        <p:spPr bwMode="auto">
          <a:xfrm>
            <a:off x="1156243" y="2425053"/>
            <a:ext cx="6831513" cy="2086725"/>
          </a:xfrm>
          <a:prstGeom prst="rect">
            <a:avLst/>
          </a:prstGeom>
          <a:solidFill>
            <a:schemeClr val="accent6">
              <a:lumMod val="20000"/>
              <a:lumOff val="80000"/>
            </a:schemeClr>
          </a:solidFill>
          <a:ln w="28575">
            <a:solidFill>
              <a:schemeClr val="accent1"/>
            </a:solidFill>
            <a:miter lim="800000"/>
            <a:headEnd/>
            <a:tailEnd/>
          </a:ln>
        </p:spPr>
        <p:txBody>
          <a:bodyPr wrap="square">
            <a:spAutoFit/>
          </a:bodyPr>
          <a:lstStyle/>
          <a:p>
            <a:pPr lvl="0">
              <a:defRPr/>
            </a:pPr>
            <a:r>
              <a:rPr lang="en-US" sz="1600" b="1" dirty="0">
                <a:solidFill>
                  <a:srgbClr val="0070C0"/>
                </a:solidFill>
                <a:latin typeface="Courier New" pitchFamily="49" charset="0"/>
                <a:cs typeface="Courier New" pitchFamily="49" charset="0"/>
              </a:rPr>
              <a:t>VPCS&gt; </a:t>
            </a:r>
            <a:r>
              <a:rPr lang="en-US" sz="1600" b="1" dirty="0" err="1">
                <a:solidFill>
                  <a:srgbClr val="FF0000"/>
                </a:solidFill>
                <a:latin typeface="Courier New" pitchFamily="49" charset="0"/>
                <a:cs typeface="Courier New" pitchFamily="49" charset="0"/>
              </a:rPr>
              <a:t>ip</a:t>
            </a:r>
            <a:r>
              <a:rPr lang="en-US" sz="1600" b="1" dirty="0">
                <a:solidFill>
                  <a:srgbClr val="FF0000"/>
                </a:solidFill>
                <a:latin typeface="Courier New" pitchFamily="49" charset="0"/>
                <a:cs typeface="Courier New" pitchFamily="49" charset="0"/>
              </a:rPr>
              <a:t> 2001:1::2</a:t>
            </a:r>
          </a:p>
          <a:p>
            <a:pPr lvl="0">
              <a:defRPr/>
            </a:pPr>
            <a:r>
              <a:rPr lang="en-US" sz="1600" b="1" dirty="0">
                <a:solidFill>
                  <a:srgbClr val="0070C0"/>
                </a:solidFill>
                <a:latin typeface="Courier New" pitchFamily="49" charset="0"/>
                <a:cs typeface="Courier New" pitchFamily="49" charset="0"/>
              </a:rPr>
              <a:t>PC1 : 2001:1::2/64</a:t>
            </a:r>
          </a:p>
          <a:p>
            <a:pPr lvl="0">
              <a:defRPr/>
            </a:pPr>
            <a:endParaRPr lang="en-US" sz="1600" b="1" dirty="0">
              <a:solidFill>
                <a:srgbClr val="0070C0"/>
              </a:solidFill>
              <a:latin typeface="Courier New" pitchFamily="49" charset="0"/>
              <a:cs typeface="Courier New" pitchFamily="49" charset="0"/>
            </a:endParaRPr>
          </a:p>
          <a:p>
            <a:pPr lvl="0">
              <a:defRPr/>
            </a:pPr>
            <a:r>
              <a:rPr lang="en-US" sz="1600" b="1" dirty="0" smtClean="0">
                <a:solidFill>
                  <a:srgbClr val="0070C0"/>
                </a:solidFill>
                <a:latin typeface="Courier New" pitchFamily="49" charset="0"/>
                <a:cs typeface="Courier New" pitchFamily="49" charset="0"/>
              </a:rPr>
              <a:t>VPCS</a:t>
            </a:r>
            <a:r>
              <a:rPr lang="en-US" sz="1600" b="1" dirty="0">
                <a:solidFill>
                  <a:srgbClr val="0070C0"/>
                </a:solidFill>
                <a:latin typeface="Courier New" pitchFamily="49" charset="0"/>
                <a:cs typeface="Courier New" pitchFamily="49" charset="0"/>
              </a:rPr>
              <a:t>&gt; </a:t>
            </a:r>
            <a:r>
              <a:rPr lang="en-US" sz="1600" b="1" dirty="0">
                <a:solidFill>
                  <a:srgbClr val="FF0000"/>
                </a:solidFill>
                <a:latin typeface="Courier New" pitchFamily="49" charset="0"/>
                <a:cs typeface="Courier New" pitchFamily="49" charset="0"/>
              </a:rPr>
              <a:t>show ipv6</a:t>
            </a:r>
          </a:p>
          <a:p>
            <a:pPr lvl="0">
              <a:defRPr/>
            </a:pPr>
            <a:endParaRPr lang="en-US" sz="1600" b="1" dirty="0">
              <a:solidFill>
                <a:srgbClr val="0070C0"/>
              </a:solidFill>
              <a:latin typeface="Courier New" pitchFamily="49" charset="0"/>
              <a:cs typeface="Courier New" pitchFamily="49" charset="0"/>
            </a:endParaRPr>
          </a:p>
          <a:p>
            <a:pPr lvl="0">
              <a:defRPr/>
            </a:pPr>
            <a:r>
              <a:rPr lang="en-US" sz="1600" b="1" dirty="0">
                <a:solidFill>
                  <a:srgbClr val="0070C0"/>
                </a:solidFill>
                <a:latin typeface="Courier New" pitchFamily="49" charset="0"/>
                <a:cs typeface="Courier New" pitchFamily="49" charset="0"/>
              </a:rPr>
              <a:t>NAME              : VPCS[1]</a:t>
            </a:r>
          </a:p>
          <a:p>
            <a:pPr lvl="0">
              <a:defRPr/>
            </a:pPr>
            <a:r>
              <a:rPr lang="en-US" sz="1600" b="1" dirty="0">
                <a:solidFill>
                  <a:srgbClr val="0070C0"/>
                </a:solidFill>
                <a:latin typeface="Courier New" pitchFamily="49" charset="0"/>
                <a:cs typeface="Courier New" pitchFamily="49" charset="0"/>
              </a:rPr>
              <a:t>LINK-LOCAL SCOPE  : fe80::</a:t>
            </a:r>
            <a:r>
              <a:rPr lang="en-US" sz="1600" b="1" dirty="0">
                <a:solidFill>
                  <a:srgbClr val="00B050"/>
                </a:solidFill>
                <a:latin typeface="Courier New" pitchFamily="49" charset="0"/>
                <a:cs typeface="Courier New" pitchFamily="49" charset="0"/>
              </a:rPr>
              <a:t>250:79ff:fe66:6805</a:t>
            </a:r>
            <a:r>
              <a:rPr lang="en-US" sz="1600" b="1" dirty="0">
                <a:solidFill>
                  <a:srgbClr val="0070C0"/>
                </a:solidFill>
                <a:latin typeface="Courier New" pitchFamily="49" charset="0"/>
                <a:cs typeface="Courier New" pitchFamily="49" charset="0"/>
              </a:rPr>
              <a:t>/64</a:t>
            </a:r>
          </a:p>
          <a:p>
            <a:pPr lvl="0">
              <a:defRPr/>
            </a:pPr>
            <a:r>
              <a:rPr lang="en-US" sz="1600" b="1" dirty="0">
                <a:solidFill>
                  <a:srgbClr val="0070C0"/>
                </a:solidFill>
                <a:latin typeface="Courier New" pitchFamily="49" charset="0"/>
                <a:cs typeface="Courier New" pitchFamily="49" charset="0"/>
              </a:rPr>
              <a:t>GLOBAL SCOPE      : 2001:1::2/64</a:t>
            </a:r>
          </a:p>
          <a:p>
            <a:pPr lvl="0">
              <a:defRPr/>
            </a:pPr>
            <a:r>
              <a:rPr lang="en-US" sz="1600" b="1" dirty="0" smtClean="0">
                <a:solidFill>
                  <a:srgbClr val="0070C0"/>
                </a:solidFill>
                <a:latin typeface="Courier New" pitchFamily="49" charset="0"/>
                <a:cs typeface="Courier New" pitchFamily="49" charset="0"/>
              </a:rPr>
              <a:t>…</a:t>
            </a:r>
            <a:endParaRPr lang="en-US" sz="1600" b="1" dirty="0">
              <a:solidFill>
                <a:srgbClr val="0070C0"/>
              </a:solidFill>
              <a:latin typeface="Courier New" pitchFamily="49" charset="0"/>
              <a:cs typeface="Courier New" pitchFamily="49" charset="0"/>
            </a:endParaRPr>
          </a:p>
        </p:txBody>
      </p:sp>
    </p:spTree>
    <p:extLst>
      <p:ext uri="{BB962C8B-B14F-4D97-AF65-F5344CB8AC3E}">
        <p14:creationId xmlns:p14="http://schemas.microsoft.com/office/powerpoint/2010/main" val="3117632025"/>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dirty="0" smtClean="0">
                <a:ea typeface="宋体" panose="02010600030101010101" pitchFamily="2" charset="-122"/>
              </a:rPr>
              <a:t/>
            </a:r>
            <a:br>
              <a:rPr lang="en-US" altLang="zh-CN" dirty="0" smtClean="0">
                <a:ea typeface="宋体" panose="02010600030101010101" pitchFamily="2" charset="-122"/>
              </a:rPr>
            </a:br>
            <a:r>
              <a:rPr lang="en-US" altLang="zh-CN" sz="2400" dirty="0" smtClean="0">
                <a:ea typeface="宋体" panose="02010600030101010101" pitchFamily="2" charset="-122"/>
              </a:rPr>
              <a:t>SLAAC </a:t>
            </a:r>
            <a:r>
              <a:rPr lang="en-US" altLang="zh-CN" sz="2400" dirty="0">
                <a:ea typeface="宋体" panose="02010600030101010101" pitchFamily="2" charset="-122"/>
              </a:rPr>
              <a:t>(Stateless Address </a:t>
            </a:r>
            <a:r>
              <a:rPr lang="en-US" altLang="zh-CN" sz="2400" dirty="0" err="1" smtClean="0">
                <a:ea typeface="宋体" panose="02010600030101010101" pitchFamily="2" charset="-122"/>
              </a:rPr>
              <a:t>AutoConfiguration</a:t>
            </a:r>
            <a:r>
              <a:rPr lang="en-US" altLang="zh-CN" sz="2400" dirty="0" smtClean="0">
                <a:ea typeface="宋体" panose="02010600030101010101" pitchFamily="2" charset="-122"/>
              </a:rPr>
              <a:t>)</a:t>
            </a:r>
            <a:endParaRPr lang="en-US" altLang="zh-CN" sz="2400" dirty="0">
              <a:ea typeface="宋体" panose="02010600030101010101" pitchFamily="2" charset="-122"/>
            </a:endParaRPr>
          </a:p>
        </p:txBody>
      </p:sp>
      <p:cxnSp>
        <p:nvCxnSpPr>
          <p:cNvPr id="9" name="Straight Connector 8"/>
          <p:cNvCxnSpPr/>
          <p:nvPr/>
        </p:nvCxnSpPr>
        <p:spPr>
          <a:xfrm flipH="1" flipV="1">
            <a:off x="3852203" y="2338999"/>
            <a:ext cx="783507" cy="882497"/>
          </a:xfrm>
          <a:prstGeom prst="line">
            <a:avLst/>
          </a:prstGeom>
          <a:noFill/>
          <a:ln w="28575" cap="flat" cmpd="sng" algn="ctr">
            <a:solidFill>
              <a:schemeClr val="accent1"/>
            </a:solidFill>
            <a:prstDash val="solid"/>
          </a:ln>
          <a:effectLst/>
        </p:spPr>
      </p:cxnSp>
      <p:sp>
        <p:nvSpPr>
          <p:cNvPr id="10" name="Freeform 9"/>
          <p:cNvSpPr>
            <a:spLocks/>
          </p:cNvSpPr>
          <p:nvPr/>
        </p:nvSpPr>
        <p:spPr bwMode="auto">
          <a:xfrm>
            <a:off x="3003143" y="1346814"/>
            <a:ext cx="1573809" cy="992184"/>
          </a:xfrm>
          <a:custGeom>
            <a:avLst/>
            <a:gdLst>
              <a:gd name="T0" fmla="*/ 393 w 1012"/>
              <a:gd name="T1" fmla="*/ 595 h 638"/>
              <a:gd name="T2" fmla="*/ 453 w 1012"/>
              <a:gd name="T3" fmla="*/ 621 h 638"/>
              <a:gd name="T4" fmla="*/ 525 w 1012"/>
              <a:gd name="T5" fmla="*/ 638 h 638"/>
              <a:gd name="T6" fmla="*/ 574 w 1012"/>
              <a:gd name="T7" fmla="*/ 635 h 638"/>
              <a:gd name="T8" fmla="*/ 665 w 1012"/>
              <a:gd name="T9" fmla="*/ 614 h 638"/>
              <a:gd name="T10" fmla="*/ 711 w 1012"/>
              <a:gd name="T11" fmla="*/ 583 h 638"/>
              <a:gd name="T12" fmla="*/ 764 w 1012"/>
              <a:gd name="T13" fmla="*/ 578 h 638"/>
              <a:gd name="T14" fmla="*/ 841 w 1012"/>
              <a:gd name="T15" fmla="*/ 564 h 638"/>
              <a:gd name="T16" fmla="*/ 915 w 1012"/>
              <a:gd name="T17" fmla="*/ 528 h 638"/>
              <a:gd name="T18" fmla="*/ 942 w 1012"/>
              <a:gd name="T19" fmla="*/ 494 h 638"/>
              <a:gd name="T20" fmla="*/ 961 w 1012"/>
              <a:gd name="T21" fmla="*/ 455 h 638"/>
              <a:gd name="T22" fmla="*/ 961 w 1012"/>
              <a:gd name="T23" fmla="*/ 405 h 638"/>
              <a:gd name="T24" fmla="*/ 949 w 1012"/>
              <a:gd name="T25" fmla="*/ 364 h 638"/>
              <a:gd name="T26" fmla="*/ 968 w 1012"/>
              <a:gd name="T27" fmla="*/ 350 h 638"/>
              <a:gd name="T28" fmla="*/ 992 w 1012"/>
              <a:gd name="T29" fmla="*/ 331 h 638"/>
              <a:gd name="T30" fmla="*/ 1002 w 1012"/>
              <a:gd name="T31" fmla="*/ 314 h 638"/>
              <a:gd name="T32" fmla="*/ 1009 w 1012"/>
              <a:gd name="T33" fmla="*/ 288 h 638"/>
              <a:gd name="T34" fmla="*/ 1006 w 1012"/>
              <a:gd name="T35" fmla="*/ 261 h 638"/>
              <a:gd name="T36" fmla="*/ 997 w 1012"/>
              <a:gd name="T37" fmla="*/ 242 h 638"/>
              <a:gd name="T38" fmla="*/ 977 w 1012"/>
              <a:gd name="T39" fmla="*/ 223 h 638"/>
              <a:gd name="T40" fmla="*/ 946 w 1012"/>
              <a:gd name="T41" fmla="*/ 211 h 638"/>
              <a:gd name="T42" fmla="*/ 932 w 1012"/>
              <a:gd name="T43" fmla="*/ 182 h 638"/>
              <a:gd name="T44" fmla="*/ 922 w 1012"/>
              <a:gd name="T45" fmla="*/ 153 h 638"/>
              <a:gd name="T46" fmla="*/ 910 w 1012"/>
              <a:gd name="T47" fmla="*/ 136 h 638"/>
              <a:gd name="T48" fmla="*/ 889 w 1012"/>
              <a:gd name="T49" fmla="*/ 120 h 638"/>
              <a:gd name="T50" fmla="*/ 860 w 1012"/>
              <a:gd name="T51" fmla="*/ 103 h 638"/>
              <a:gd name="T52" fmla="*/ 833 w 1012"/>
              <a:gd name="T53" fmla="*/ 95 h 638"/>
              <a:gd name="T54" fmla="*/ 766 w 1012"/>
              <a:gd name="T55" fmla="*/ 98 h 638"/>
              <a:gd name="T56" fmla="*/ 718 w 1012"/>
              <a:gd name="T57" fmla="*/ 45 h 638"/>
              <a:gd name="T58" fmla="*/ 685 w 1012"/>
              <a:gd name="T59" fmla="*/ 21 h 638"/>
              <a:gd name="T60" fmla="*/ 646 w 1012"/>
              <a:gd name="T61" fmla="*/ 9 h 638"/>
              <a:gd name="T62" fmla="*/ 567 w 1012"/>
              <a:gd name="T63" fmla="*/ 0 h 638"/>
              <a:gd name="T64" fmla="*/ 513 w 1012"/>
              <a:gd name="T65" fmla="*/ 2 h 638"/>
              <a:gd name="T66" fmla="*/ 455 w 1012"/>
              <a:gd name="T67" fmla="*/ 14 h 638"/>
              <a:gd name="T68" fmla="*/ 415 w 1012"/>
              <a:gd name="T69" fmla="*/ 33 h 638"/>
              <a:gd name="T70" fmla="*/ 381 w 1012"/>
              <a:gd name="T71" fmla="*/ 72 h 638"/>
              <a:gd name="T72" fmla="*/ 347 w 1012"/>
              <a:gd name="T73" fmla="*/ 64 h 638"/>
              <a:gd name="T74" fmla="*/ 316 w 1012"/>
              <a:gd name="T75" fmla="*/ 57 h 638"/>
              <a:gd name="T76" fmla="*/ 237 w 1012"/>
              <a:gd name="T77" fmla="*/ 67 h 638"/>
              <a:gd name="T78" fmla="*/ 184 w 1012"/>
              <a:gd name="T79" fmla="*/ 95 h 638"/>
              <a:gd name="T80" fmla="*/ 163 w 1012"/>
              <a:gd name="T81" fmla="*/ 117 h 638"/>
              <a:gd name="T82" fmla="*/ 148 w 1012"/>
              <a:gd name="T83" fmla="*/ 139 h 638"/>
              <a:gd name="T84" fmla="*/ 139 w 1012"/>
              <a:gd name="T85" fmla="*/ 160 h 638"/>
              <a:gd name="T86" fmla="*/ 107 w 1012"/>
              <a:gd name="T87" fmla="*/ 201 h 638"/>
              <a:gd name="T88" fmla="*/ 69 w 1012"/>
              <a:gd name="T89" fmla="*/ 213 h 638"/>
              <a:gd name="T90" fmla="*/ 40 w 1012"/>
              <a:gd name="T91" fmla="*/ 235 h 638"/>
              <a:gd name="T92" fmla="*/ 9 w 1012"/>
              <a:gd name="T93" fmla="*/ 273 h 638"/>
              <a:gd name="T94" fmla="*/ 2 w 1012"/>
              <a:gd name="T95" fmla="*/ 331 h 638"/>
              <a:gd name="T96" fmla="*/ 14 w 1012"/>
              <a:gd name="T97" fmla="*/ 369 h 638"/>
              <a:gd name="T98" fmla="*/ 35 w 1012"/>
              <a:gd name="T99" fmla="*/ 395 h 638"/>
              <a:gd name="T100" fmla="*/ 60 w 1012"/>
              <a:gd name="T101" fmla="*/ 412 h 638"/>
              <a:gd name="T102" fmla="*/ 93 w 1012"/>
              <a:gd name="T103" fmla="*/ 424 h 638"/>
              <a:gd name="T104" fmla="*/ 105 w 1012"/>
              <a:gd name="T105" fmla="*/ 480 h 638"/>
              <a:gd name="T106" fmla="*/ 132 w 1012"/>
              <a:gd name="T107" fmla="*/ 513 h 638"/>
              <a:gd name="T108" fmla="*/ 189 w 1012"/>
              <a:gd name="T109" fmla="*/ 547 h 638"/>
              <a:gd name="T110" fmla="*/ 240 w 1012"/>
              <a:gd name="T111" fmla="*/ 556 h 638"/>
              <a:gd name="T112" fmla="*/ 319 w 1012"/>
              <a:gd name="T113" fmla="*/ 552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12" h="638">
                <a:moveTo>
                  <a:pt x="333" y="547"/>
                </a:moveTo>
                <a:lnTo>
                  <a:pt x="383" y="590"/>
                </a:lnTo>
                <a:lnTo>
                  <a:pt x="393" y="595"/>
                </a:lnTo>
                <a:lnTo>
                  <a:pt x="403" y="602"/>
                </a:lnTo>
                <a:lnTo>
                  <a:pt x="439" y="616"/>
                </a:lnTo>
                <a:lnTo>
                  <a:pt x="453" y="621"/>
                </a:lnTo>
                <a:lnTo>
                  <a:pt x="487" y="631"/>
                </a:lnTo>
                <a:lnTo>
                  <a:pt x="506" y="633"/>
                </a:lnTo>
                <a:lnTo>
                  <a:pt x="525" y="638"/>
                </a:lnTo>
                <a:lnTo>
                  <a:pt x="544" y="638"/>
                </a:lnTo>
                <a:lnTo>
                  <a:pt x="561" y="635"/>
                </a:lnTo>
                <a:lnTo>
                  <a:pt x="574" y="635"/>
                </a:lnTo>
                <a:lnTo>
                  <a:pt x="617" y="628"/>
                </a:lnTo>
                <a:lnTo>
                  <a:pt x="642" y="624"/>
                </a:lnTo>
                <a:lnTo>
                  <a:pt x="665" y="614"/>
                </a:lnTo>
                <a:lnTo>
                  <a:pt x="685" y="604"/>
                </a:lnTo>
                <a:lnTo>
                  <a:pt x="704" y="590"/>
                </a:lnTo>
                <a:lnTo>
                  <a:pt x="711" y="583"/>
                </a:lnTo>
                <a:lnTo>
                  <a:pt x="721" y="575"/>
                </a:lnTo>
                <a:lnTo>
                  <a:pt x="730" y="578"/>
                </a:lnTo>
                <a:lnTo>
                  <a:pt x="764" y="578"/>
                </a:lnTo>
                <a:lnTo>
                  <a:pt x="790" y="575"/>
                </a:lnTo>
                <a:lnTo>
                  <a:pt x="814" y="571"/>
                </a:lnTo>
                <a:lnTo>
                  <a:pt x="841" y="564"/>
                </a:lnTo>
                <a:lnTo>
                  <a:pt x="867" y="554"/>
                </a:lnTo>
                <a:lnTo>
                  <a:pt x="891" y="542"/>
                </a:lnTo>
                <a:lnTo>
                  <a:pt x="915" y="528"/>
                </a:lnTo>
                <a:lnTo>
                  <a:pt x="925" y="515"/>
                </a:lnTo>
                <a:lnTo>
                  <a:pt x="934" y="506"/>
                </a:lnTo>
                <a:lnTo>
                  <a:pt x="942" y="494"/>
                </a:lnTo>
                <a:lnTo>
                  <a:pt x="949" y="484"/>
                </a:lnTo>
                <a:lnTo>
                  <a:pt x="958" y="465"/>
                </a:lnTo>
                <a:lnTo>
                  <a:pt x="961" y="455"/>
                </a:lnTo>
                <a:lnTo>
                  <a:pt x="963" y="446"/>
                </a:lnTo>
                <a:lnTo>
                  <a:pt x="963" y="417"/>
                </a:lnTo>
                <a:lnTo>
                  <a:pt x="961" y="405"/>
                </a:lnTo>
                <a:lnTo>
                  <a:pt x="958" y="395"/>
                </a:lnTo>
                <a:lnTo>
                  <a:pt x="956" y="386"/>
                </a:lnTo>
                <a:lnTo>
                  <a:pt x="949" y="364"/>
                </a:lnTo>
                <a:lnTo>
                  <a:pt x="956" y="357"/>
                </a:lnTo>
                <a:lnTo>
                  <a:pt x="963" y="355"/>
                </a:lnTo>
                <a:lnTo>
                  <a:pt x="968" y="350"/>
                </a:lnTo>
                <a:lnTo>
                  <a:pt x="973" y="348"/>
                </a:lnTo>
                <a:lnTo>
                  <a:pt x="982" y="340"/>
                </a:lnTo>
                <a:lnTo>
                  <a:pt x="992" y="331"/>
                </a:lnTo>
                <a:lnTo>
                  <a:pt x="994" y="326"/>
                </a:lnTo>
                <a:lnTo>
                  <a:pt x="999" y="319"/>
                </a:lnTo>
                <a:lnTo>
                  <a:pt x="1002" y="314"/>
                </a:lnTo>
                <a:lnTo>
                  <a:pt x="1004" y="307"/>
                </a:lnTo>
                <a:lnTo>
                  <a:pt x="1006" y="297"/>
                </a:lnTo>
                <a:lnTo>
                  <a:pt x="1009" y="288"/>
                </a:lnTo>
                <a:lnTo>
                  <a:pt x="1011" y="275"/>
                </a:lnTo>
                <a:lnTo>
                  <a:pt x="1009" y="268"/>
                </a:lnTo>
                <a:lnTo>
                  <a:pt x="1006" y="261"/>
                </a:lnTo>
                <a:lnTo>
                  <a:pt x="1004" y="254"/>
                </a:lnTo>
                <a:lnTo>
                  <a:pt x="1002" y="247"/>
                </a:lnTo>
                <a:lnTo>
                  <a:pt x="997" y="242"/>
                </a:lnTo>
                <a:lnTo>
                  <a:pt x="994" y="237"/>
                </a:lnTo>
                <a:lnTo>
                  <a:pt x="987" y="230"/>
                </a:lnTo>
                <a:lnTo>
                  <a:pt x="977" y="223"/>
                </a:lnTo>
                <a:lnTo>
                  <a:pt x="965" y="218"/>
                </a:lnTo>
                <a:lnTo>
                  <a:pt x="961" y="215"/>
                </a:lnTo>
                <a:lnTo>
                  <a:pt x="946" y="211"/>
                </a:lnTo>
                <a:lnTo>
                  <a:pt x="937" y="206"/>
                </a:lnTo>
                <a:lnTo>
                  <a:pt x="934" y="194"/>
                </a:lnTo>
                <a:lnTo>
                  <a:pt x="932" y="182"/>
                </a:lnTo>
                <a:lnTo>
                  <a:pt x="927" y="172"/>
                </a:lnTo>
                <a:lnTo>
                  <a:pt x="925" y="160"/>
                </a:lnTo>
                <a:lnTo>
                  <a:pt x="922" y="153"/>
                </a:lnTo>
                <a:lnTo>
                  <a:pt x="917" y="148"/>
                </a:lnTo>
                <a:lnTo>
                  <a:pt x="915" y="144"/>
                </a:lnTo>
                <a:lnTo>
                  <a:pt x="910" y="136"/>
                </a:lnTo>
                <a:lnTo>
                  <a:pt x="903" y="132"/>
                </a:lnTo>
                <a:lnTo>
                  <a:pt x="898" y="124"/>
                </a:lnTo>
                <a:lnTo>
                  <a:pt x="889" y="120"/>
                </a:lnTo>
                <a:lnTo>
                  <a:pt x="882" y="112"/>
                </a:lnTo>
                <a:lnTo>
                  <a:pt x="870" y="108"/>
                </a:lnTo>
                <a:lnTo>
                  <a:pt x="860" y="103"/>
                </a:lnTo>
                <a:lnTo>
                  <a:pt x="850" y="100"/>
                </a:lnTo>
                <a:lnTo>
                  <a:pt x="843" y="98"/>
                </a:lnTo>
                <a:lnTo>
                  <a:pt x="833" y="95"/>
                </a:lnTo>
                <a:lnTo>
                  <a:pt x="826" y="93"/>
                </a:lnTo>
                <a:lnTo>
                  <a:pt x="795" y="93"/>
                </a:lnTo>
                <a:lnTo>
                  <a:pt x="766" y="98"/>
                </a:lnTo>
                <a:lnTo>
                  <a:pt x="752" y="103"/>
                </a:lnTo>
                <a:lnTo>
                  <a:pt x="737" y="69"/>
                </a:lnTo>
                <a:lnTo>
                  <a:pt x="718" y="45"/>
                </a:lnTo>
                <a:lnTo>
                  <a:pt x="709" y="38"/>
                </a:lnTo>
                <a:lnTo>
                  <a:pt x="697" y="28"/>
                </a:lnTo>
                <a:lnTo>
                  <a:pt x="685" y="21"/>
                </a:lnTo>
                <a:lnTo>
                  <a:pt x="673" y="16"/>
                </a:lnTo>
                <a:lnTo>
                  <a:pt x="661" y="14"/>
                </a:lnTo>
                <a:lnTo>
                  <a:pt x="646" y="9"/>
                </a:lnTo>
                <a:lnTo>
                  <a:pt x="632" y="7"/>
                </a:lnTo>
                <a:lnTo>
                  <a:pt x="620" y="4"/>
                </a:lnTo>
                <a:lnTo>
                  <a:pt x="567" y="0"/>
                </a:lnTo>
                <a:lnTo>
                  <a:pt x="542" y="0"/>
                </a:lnTo>
                <a:lnTo>
                  <a:pt x="530" y="2"/>
                </a:lnTo>
                <a:lnTo>
                  <a:pt x="513" y="2"/>
                </a:lnTo>
                <a:lnTo>
                  <a:pt x="484" y="7"/>
                </a:lnTo>
                <a:lnTo>
                  <a:pt x="470" y="12"/>
                </a:lnTo>
                <a:lnTo>
                  <a:pt x="455" y="14"/>
                </a:lnTo>
                <a:lnTo>
                  <a:pt x="441" y="19"/>
                </a:lnTo>
                <a:lnTo>
                  <a:pt x="427" y="26"/>
                </a:lnTo>
                <a:lnTo>
                  <a:pt x="415" y="33"/>
                </a:lnTo>
                <a:lnTo>
                  <a:pt x="395" y="48"/>
                </a:lnTo>
                <a:lnTo>
                  <a:pt x="388" y="57"/>
                </a:lnTo>
                <a:lnTo>
                  <a:pt x="381" y="72"/>
                </a:lnTo>
                <a:lnTo>
                  <a:pt x="379" y="79"/>
                </a:lnTo>
                <a:lnTo>
                  <a:pt x="360" y="69"/>
                </a:lnTo>
                <a:lnTo>
                  <a:pt x="347" y="64"/>
                </a:lnTo>
                <a:lnTo>
                  <a:pt x="338" y="62"/>
                </a:lnTo>
                <a:lnTo>
                  <a:pt x="326" y="60"/>
                </a:lnTo>
                <a:lnTo>
                  <a:pt x="316" y="57"/>
                </a:lnTo>
                <a:lnTo>
                  <a:pt x="271" y="57"/>
                </a:lnTo>
                <a:lnTo>
                  <a:pt x="247" y="62"/>
                </a:lnTo>
                <a:lnTo>
                  <a:pt x="237" y="67"/>
                </a:lnTo>
                <a:lnTo>
                  <a:pt x="201" y="81"/>
                </a:lnTo>
                <a:lnTo>
                  <a:pt x="192" y="88"/>
                </a:lnTo>
                <a:lnTo>
                  <a:pt x="184" y="95"/>
                </a:lnTo>
                <a:lnTo>
                  <a:pt x="175" y="103"/>
                </a:lnTo>
                <a:lnTo>
                  <a:pt x="170" y="110"/>
                </a:lnTo>
                <a:lnTo>
                  <a:pt x="163" y="117"/>
                </a:lnTo>
                <a:lnTo>
                  <a:pt x="158" y="124"/>
                </a:lnTo>
                <a:lnTo>
                  <a:pt x="151" y="129"/>
                </a:lnTo>
                <a:lnTo>
                  <a:pt x="148" y="139"/>
                </a:lnTo>
                <a:lnTo>
                  <a:pt x="143" y="146"/>
                </a:lnTo>
                <a:lnTo>
                  <a:pt x="141" y="153"/>
                </a:lnTo>
                <a:lnTo>
                  <a:pt x="139" y="160"/>
                </a:lnTo>
                <a:lnTo>
                  <a:pt x="136" y="168"/>
                </a:lnTo>
                <a:lnTo>
                  <a:pt x="136" y="201"/>
                </a:lnTo>
                <a:lnTo>
                  <a:pt x="107" y="201"/>
                </a:lnTo>
                <a:lnTo>
                  <a:pt x="88" y="206"/>
                </a:lnTo>
                <a:lnTo>
                  <a:pt x="79" y="211"/>
                </a:lnTo>
                <a:lnTo>
                  <a:pt x="69" y="213"/>
                </a:lnTo>
                <a:lnTo>
                  <a:pt x="60" y="220"/>
                </a:lnTo>
                <a:lnTo>
                  <a:pt x="50" y="225"/>
                </a:lnTo>
                <a:lnTo>
                  <a:pt x="40" y="235"/>
                </a:lnTo>
                <a:lnTo>
                  <a:pt x="31" y="242"/>
                </a:lnTo>
                <a:lnTo>
                  <a:pt x="16" y="261"/>
                </a:lnTo>
                <a:lnTo>
                  <a:pt x="9" y="273"/>
                </a:lnTo>
                <a:lnTo>
                  <a:pt x="0" y="302"/>
                </a:lnTo>
                <a:lnTo>
                  <a:pt x="0" y="316"/>
                </a:lnTo>
                <a:lnTo>
                  <a:pt x="2" y="331"/>
                </a:lnTo>
                <a:lnTo>
                  <a:pt x="4" y="345"/>
                </a:lnTo>
                <a:lnTo>
                  <a:pt x="7" y="357"/>
                </a:lnTo>
                <a:lnTo>
                  <a:pt x="14" y="369"/>
                </a:lnTo>
                <a:lnTo>
                  <a:pt x="19" y="379"/>
                </a:lnTo>
                <a:lnTo>
                  <a:pt x="26" y="388"/>
                </a:lnTo>
                <a:lnTo>
                  <a:pt x="35" y="395"/>
                </a:lnTo>
                <a:lnTo>
                  <a:pt x="43" y="403"/>
                </a:lnTo>
                <a:lnTo>
                  <a:pt x="50" y="408"/>
                </a:lnTo>
                <a:lnTo>
                  <a:pt x="60" y="412"/>
                </a:lnTo>
                <a:lnTo>
                  <a:pt x="67" y="417"/>
                </a:lnTo>
                <a:lnTo>
                  <a:pt x="88" y="424"/>
                </a:lnTo>
                <a:lnTo>
                  <a:pt x="93" y="424"/>
                </a:lnTo>
                <a:lnTo>
                  <a:pt x="93" y="451"/>
                </a:lnTo>
                <a:lnTo>
                  <a:pt x="100" y="472"/>
                </a:lnTo>
                <a:lnTo>
                  <a:pt x="105" y="480"/>
                </a:lnTo>
                <a:lnTo>
                  <a:pt x="110" y="489"/>
                </a:lnTo>
                <a:lnTo>
                  <a:pt x="124" y="504"/>
                </a:lnTo>
                <a:lnTo>
                  <a:pt x="132" y="513"/>
                </a:lnTo>
                <a:lnTo>
                  <a:pt x="160" y="535"/>
                </a:lnTo>
                <a:lnTo>
                  <a:pt x="172" y="542"/>
                </a:lnTo>
                <a:lnTo>
                  <a:pt x="189" y="547"/>
                </a:lnTo>
                <a:lnTo>
                  <a:pt x="203" y="552"/>
                </a:lnTo>
                <a:lnTo>
                  <a:pt x="227" y="556"/>
                </a:lnTo>
                <a:lnTo>
                  <a:pt x="240" y="556"/>
                </a:lnTo>
                <a:lnTo>
                  <a:pt x="249" y="559"/>
                </a:lnTo>
                <a:lnTo>
                  <a:pt x="268" y="559"/>
                </a:lnTo>
                <a:lnTo>
                  <a:pt x="319" y="552"/>
                </a:lnTo>
                <a:lnTo>
                  <a:pt x="333" y="547"/>
                </a:lnTo>
              </a:path>
            </a:pathLst>
          </a:custGeom>
          <a:noFill/>
          <a:ln w="28575" cap="flat" cmpd="sng" algn="ctr">
            <a:solidFill>
              <a:schemeClr val="accent1"/>
            </a:solidFill>
            <a:prstDash val="solid"/>
          </a:ln>
          <a:effectLst/>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itchFamily="34" charset="0"/>
              <a:ea typeface="+mn-ea"/>
              <a:cs typeface="+mn-cs"/>
            </a:endParaRPr>
          </a:p>
        </p:txBody>
      </p:sp>
      <p:pic>
        <p:nvPicPr>
          <p:cNvPr id="11" name="Picture 8" descr="Rou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54353" y="3207428"/>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flipV="1">
            <a:off x="4971805" y="2338999"/>
            <a:ext cx="783507" cy="882497"/>
          </a:xfrm>
          <a:prstGeom prst="line">
            <a:avLst/>
          </a:prstGeom>
          <a:noFill/>
          <a:ln w="28575" cap="flat" cmpd="sng" algn="ctr">
            <a:solidFill>
              <a:schemeClr val="accent1"/>
            </a:solidFill>
            <a:prstDash val="solid"/>
          </a:ln>
          <a:effectLst/>
        </p:spPr>
      </p:cxnSp>
      <p:sp>
        <p:nvSpPr>
          <p:cNvPr id="13" name="Freeform 12"/>
          <p:cNvSpPr>
            <a:spLocks/>
          </p:cNvSpPr>
          <p:nvPr/>
        </p:nvSpPr>
        <p:spPr bwMode="auto">
          <a:xfrm>
            <a:off x="4971805" y="1346814"/>
            <a:ext cx="1573809" cy="992184"/>
          </a:xfrm>
          <a:custGeom>
            <a:avLst/>
            <a:gdLst>
              <a:gd name="T0" fmla="*/ 393 w 1012"/>
              <a:gd name="T1" fmla="*/ 595 h 638"/>
              <a:gd name="T2" fmla="*/ 453 w 1012"/>
              <a:gd name="T3" fmla="*/ 621 h 638"/>
              <a:gd name="T4" fmla="*/ 525 w 1012"/>
              <a:gd name="T5" fmla="*/ 638 h 638"/>
              <a:gd name="T6" fmla="*/ 574 w 1012"/>
              <a:gd name="T7" fmla="*/ 635 h 638"/>
              <a:gd name="T8" fmla="*/ 665 w 1012"/>
              <a:gd name="T9" fmla="*/ 614 h 638"/>
              <a:gd name="T10" fmla="*/ 711 w 1012"/>
              <a:gd name="T11" fmla="*/ 583 h 638"/>
              <a:gd name="T12" fmla="*/ 764 w 1012"/>
              <a:gd name="T13" fmla="*/ 578 h 638"/>
              <a:gd name="T14" fmla="*/ 841 w 1012"/>
              <a:gd name="T15" fmla="*/ 564 h 638"/>
              <a:gd name="T16" fmla="*/ 915 w 1012"/>
              <a:gd name="T17" fmla="*/ 528 h 638"/>
              <a:gd name="T18" fmla="*/ 942 w 1012"/>
              <a:gd name="T19" fmla="*/ 494 h 638"/>
              <a:gd name="T20" fmla="*/ 961 w 1012"/>
              <a:gd name="T21" fmla="*/ 455 h 638"/>
              <a:gd name="T22" fmla="*/ 961 w 1012"/>
              <a:gd name="T23" fmla="*/ 405 h 638"/>
              <a:gd name="T24" fmla="*/ 949 w 1012"/>
              <a:gd name="T25" fmla="*/ 364 h 638"/>
              <a:gd name="T26" fmla="*/ 968 w 1012"/>
              <a:gd name="T27" fmla="*/ 350 h 638"/>
              <a:gd name="T28" fmla="*/ 992 w 1012"/>
              <a:gd name="T29" fmla="*/ 331 h 638"/>
              <a:gd name="T30" fmla="*/ 1002 w 1012"/>
              <a:gd name="T31" fmla="*/ 314 h 638"/>
              <a:gd name="T32" fmla="*/ 1009 w 1012"/>
              <a:gd name="T33" fmla="*/ 288 h 638"/>
              <a:gd name="T34" fmla="*/ 1006 w 1012"/>
              <a:gd name="T35" fmla="*/ 261 h 638"/>
              <a:gd name="T36" fmla="*/ 997 w 1012"/>
              <a:gd name="T37" fmla="*/ 242 h 638"/>
              <a:gd name="T38" fmla="*/ 977 w 1012"/>
              <a:gd name="T39" fmla="*/ 223 h 638"/>
              <a:gd name="T40" fmla="*/ 946 w 1012"/>
              <a:gd name="T41" fmla="*/ 211 h 638"/>
              <a:gd name="T42" fmla="*/ 932 w 1012"/>
              <a:gd name="T43" fmla="*/ 182 h 638"/>
              <a:gd name="T44" fmla="*/ 922 w 1012"/>
              <a:gd name="T45" fmla="*/ 153 h 638"/>
              <a:gd name="T46" fmla="*/ 910 w 1012"/>
              <a:gd name="T47" fmla="*/ 136 h 638"/>
              <a:gd name="T48" fmla="*/ 889 w 1012"/>
              <a:gd name="T49" fmla="*/ 120 h 638"/>
              <a:gd name="T50" fmla="*/ 860 w 1012"/>
              <a:gd name="T51" fmla="*/ 103 h 638"/>
              <a:gd name="T52" fmla="*/ 833 w 1012"/>
              <a:gd name="T53" fmla="*/ 95 h 638"/>
              <a:gd name="T54" fmla="*/ 766 w 1012"/>
              <a:gd name="T55" fmla="*/ 98 h 638"/>
              <a:gd name="T56" fmla="*/ 718 w 1012"/>
              <a:gd name="T57" fmla="*/ 45 h 638"/>
              <a:gd name="T58" fmla="*/ 685 w 1012"/>
              <a:gd name="T59" fmla="*/ 21 h 638"/>
              <a:gd name="T60" fmla="*/ 646 w 1012"/>
              <a:gd name="T61" fmla="*/ 9 h 638"/>
              <a:gd name="T62" fmla="*/ 567 w 1012"/>
              <a:gd name="T63" fmla="*/ 0 h 638"/>
              <a:gd name="T64" fmla="*/ 513 w 1012"/>
              <a:gd name="T65" fmla="*/ 2 h 638"/>
              <a:gd name="T66" fmla="*/ 455 w 1012"/>
              <a:gd name="T67" fmla="*/ 14 h 638"/>
              <a:gd name="T68" fmla="*/ 415 w 1012"/>
              <a:gd name="T69" fmla="*/ 33 h 638"/>
              <a:gd name="T70" fmla="*/ 381 w 1012"/>
              <a:gd name="T71" fmla="*/ 72 h 638"/>
              <a:gd name="T72" fmla="*/ 347 w 1012"/>
              <a:gd name="T73" fmla="*/ 64 h 638"/>
              <a:gd name="T74" fmla="*/ 316 w 1012"/>
              <a:gd name="T75" fmla="*/ 57 h 638"/>
              <a:gd name="T76" fmla="*/ 237 w 1012"/>
              <a:gd name="T77" fmla="*/ 67 h 638"/>
              <a:gd name="T78" fmla="*/ 184 w 1012"/>
              <a:gd name="T79" fmla="*/ 95 h 638"/>
              <a:gd name="T80" fmla="*/ 163 w 1012"/>
              <a:gd name="T81" fmla="*/ 117 h 638"/>
              <a:gd name="T82" fmla="*/ 148 w 1012"/>
              <a:gd name="T83" fmla="*/ 139 h 638"/>
              <a:gd name="T84" fmla="*/ 139 w 1012"/>
              <a:gd name="T85" fmla="*/ 160 h 638"/>
              <a:gd name="T86" fmla="*/ 107 w 1012"/>
              <a:gd name="T87" fmla="*/ 201 h 638"/>
              <a:gd name="T88" fmla="*/ 69 w 1012"/>
              <a:gd name="T89" fmla="*/ 213 h 638"/>
              <a:gd name="T90" fmla="*/ 40 w 1012"/>
              <a:gd name="T91" fmla="*/ 235 h 638"/>
              <a:gd name="T92" fmla="*/ 9 w 1012"/>
              <a:gd name="T93" fmla="*/ 273 h 638"/>
              <a:gd name="T94" fmla="*/ 2 w 1012"/>
              <a:gd name="T95" fmla="*/ 331 h 638"/>
              <a:gd name="T96" fmla="*/ 14 w 1012"/>
              <a:gd name="T97" fmla="*/ 369 h 638"/>
              <a:gd name="T98" fmla="*/ 35 w 1012"/>
              <a:gd name="T99" fmla="*/ 395 h 638"/>
              <a:gd name="T100" fmla="*/ 60 w 1012"/>
              <a:gd name="T101" fmla="*/ 412 h 638"/>
              <a:gd name="T102" fmla="*/ 93 w 1012"/>
              <a:gd name="T103" fmla="*/ 424 h 638"/>
              <a:gd name="T104" fmla="*/ 105 w 1012"/>
              <a:gd name="T105" fmla="*/ 480 h 638"/>
              <a:gd name="T106" fmla="*/ 132 w 1012"/>
              <a:gd name="T107" fmla="*/ 513 h 638"/>
              <a:gd name="T108" fmla="*/ 189 w 1012"/>
              <a:gd name="T109" fmla="*/ 547 h 638"/>
              <a:gd name="T110" fmla="*/ 240 w 1012"/>
              <a:gd name="T111" fmla="*/ 556 h 638"/>
              <a:gd name="T112" fmla="*/ 319 w 1012"/>
              <a:gd name="T113" fmla="*/ 552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12" h="638">
                <a:moveTo>
                  <a:pt x="333" y="547"/>
                </a:moveTo>
                <a:lnTo>
                  <a:pt x="383" y="590"/>
                </a:lnTo>
                <a:lnTo>
                  <a:pt x="393" y="595"/>
                </a:lnTo>
                <a:lnTo>
                  <a:pt x="403" y="602"/>
                </a:lnTo>
                <a:lnTo>
                  <a:pt x="439" y="616"/>
                </a:lnTo>
                <a:lnTo>
                  <a:pt x="453" y="621"/>
                </a:lnTo>
                <a:lnTo>
                  <a:pt x="487" y="631"/>
                </a:lnTo>
                <a:lnTo>
                  <a:pt x="506" y="633"/>
                </a:lnTo>
                <a:lnTo>
                  <a:pt x="525" y="638"/>
                </a:lnTo>
                <a:lnTo>
                  <a:pt x="544" y="638"/>
                </a:lnTo>
                <a:lnTo>
                  <a:pt x="561" y="635"/>
                </a:lnTo>
                <a:lnTo>
                  <a:pt x="574" y="635"/>
                </a:lnTo>
                <a:lnTo>
                  <a:pt x="617" y="628"/>
                </a:lnTo>
                <a:lnTo>
                  <a:pt x="642" y="624"/>
                </a:lnTo>
                <a:lnTo>
                  <a:pt x="665" y="614"/>
                </a:lnTo>
                <a:lnTo>
                  <a:pt x="685" y="604"/>
                </a:lnTo>
                <a:lnTo>
                  <a:pt x="704" y="590"/>
                </a:lnTo>
                <a:lnTo>
                  <a:pt x="711" y="583"/>
                </a:lnTo>
                <a:lnTo>
                  <a:pt x="721" y="575"/>
                </a:lnTo>
                <a:lnTo>
                  <a:pt x="730" y="578"/>
                </a:lnTo>
                <a:lnTo>
                  <a:pt x="764" y="578"/>
                </a:lnTo>
                <a:lnTo>
                  <a:pt x="790" y="575"/>
                </a:lnTo>
                <a:lnTo>
                  <a:pt x="814" y="571"/>
                </a:lnTo>
                <a:lnTo>
                  <a:pt x="841" y="564"/>
                </a:lnTo>
                <a:lnTo>
                  <a:pt x="867" y="554"/>
                </a:lnTo>
                <a:lnTo>
                  <a:pt x="891" y="542"/>
                </a:lnTo>
                <a:lnTo>
                  <a:pt x="915" y="528"/>
                </a:lnTo>
                <a:lnTo>
                  <a:pt x="925" y="515"/>
                </a:lnTo>
                <a:lnTo>
                  <a:pt x="934" y="506"/>
                </a:lnTo>
                <a:lnTo>
                  <a:pt x="942" y="494"/>
                </a:lnTo>
                <a:lnTo>
                  <a:pt x="949" y="484"/>
                </a:lnTo>
                <a:lnTo>
                  <a:pt x="958" y="465"/>
                </a:lnTo>
                <a:lnTo>
                  <a:pt x="961" y="455"/>
                </a:lnTo>
                <a:lnTo>
                  <a:pt x="963" y="446"/>
                </a:lnTo>
                <a:lnTo>
                  <a:pt x="963" y="417"/>
                </a:lnTo>
                <a:lnTo>
                  <a:pt x="961" y="405"/>
                </a:lnTo>
                <a:lnTo>
                  <a:pt x="958" y="395"/>
                </a:lnTo>
                <a:lnTo>
                  <a:pt x="956" y="386"/>
                </a:lnTo>
                <a:lnTo>
                  <a:pt x="949" y="364"/>
                </a:lnTo>
                <a:lnTo>
                  <a:pt x="956" y="357"/>
                </a:lnTo>
                <a:lnTo>
                  <a:pt x="963" y="355"/>
                </a:lnTo>
                <a:lnTo>
                  <a:pt x="968" y="350"/>
                </a:lnTo>
                <a:lnTo>
                  <a:pt x="973" y="348"/>
                </a:lnTo>
                <a:lnTo>
                  <a:pt x="982" y="340"/>
                </a:lnTo>
                <a:lnTo>
                  <a:pt x="992" y="331"/>
                </a:lnTo>
                <a:lnTo>
                  <a:pt x="994" y="326"/>
                </a:lnTo>
                <a:lnTo>
                  <a:pt x="999" y="319"/>
                </a:lnTo>
                <a:lnTo>
                  <a:pt x="1002" y="314"/>
                </a:lnTo>
                <a:lnTo>
                  <a:pt x="1004" y="307"/>
                </a:lnTo>
                <a:lnTo>
                  <a:pt x="1006" y="297"/>
                </a:lnTo>
                <a:lnTo>
                  <a:pt x="1009" y="288"/>
                </a:lnTo>
                <a:lnTo>
                  <a:pt x="1011" y="275"/>
                </a:lnTo>
                <a:lnTo>
                  <a:pt x="1009" y="268"/>
                </a:lnTo>
                <a:lnTo>
                  <a:pt x="1006" y="261"/>
                </a:lnTo>
                <a:lnTo>
                  <a:pt x="1004" y="254"/>
                </a:lnTo>
                <a:lnTo>
                  <a:pt x="1002" y="247"/>
                </a:lnTo>
                <a:lnTo>
                  <a:pt x="997" y="242"/>
                </a:lnTo>
                <a:lnTo>
                  <a:pt x="994" y="237"/>
                </a:lnTo>
                <a:lnTo>
                  <a:pt x="987" y="230"/>
                </a:lnTo>
                <a:lnTo>
                  <a:pt x="977" y="223"/>
                </a:lnTo>
                <a:lnTo>
                  <a:pt x="965" y="218"/>
                </a:lnTo>
                <a:lnTo>
                  <a:pt x="961" y="215"/>
                </a:lnTo>
                <a:lnTo>
                  <a:pt x="946" y="211"/>
                </a:lnTo>
                <a:lnTo>
                  <a:pt x="937" y="206"/>
                </a:lnTo>
                <a:lnTo>
                  <a:pt x="934" y="194"/>
                </a:lnTo>
                <a:lnTo>
                  <a:pt x="932" y="182"/>
                </a:lnTo>
                <a:lnTo>
                  <a:pt x="927" y="172"/>
                </a:lnTo>
                <a:lnTo>
                  <a:pt x="925" y="160"/>
                </a:lnTo>
                <a:lnTo>
                  <a:pt x="922" y="153"/>
                </a:lnTo>
                <a:lnTo>
                  <a:pt x="917" y="148"/>
                </a:lnTo>
                <a:lnTo>
                  <a:pt x="915" y="144"/>
                </a:lnTo>
                <a:lnTo>
                  <a:pt x="910" y="136"/>
                </a:lnTo>
                <a:lnTo>
                  <a:pt x="903" y="132"/>
                </a:lnTo>
                <a:lnTo>
                  <a:pt x="898" y="124"/>
                </a:lnTo>
                <a:lnTo>
                  <a:pt x="889" y="120"/>
                </a:lnTo>
                <a:lnTo>
                  <a:pt x="882" y="112"/>
                </a:lnTo>
                <a:lnTo>
                  <a:pt x="870" y="108"/>
                </a:lnTo>
                <a:lnTo>
                  <a:pt x="860" y="103"/>
                </a:lnTo>
                <a:lnTo>
                  <a:pt x="850" y="100"/>
                </a:lnTo>
                <a:lnTo>
                  <a:pt x="843" y="98"/>
                </a:lnTo>
                <a:lnTo>
                  <a:pt x="833" y="95"/>
                </a:lnTo>
                <a:lnTo>
                  <a:pt x="826" y="93"/>
                </a:lnTo>
                <a:lnTo>
                  <a:pt x="795" y="93"/>
                </a:lnTo>
                <a:lnTo>
                  <a:pt x="766" y="98"/>
                </a:lnTo>
                <a:lnTo>
                  <a:pt x="752" y="103"/>
                </a:lnTo>
                <a:lnTo>
                  <a:pt x="737" y="69"/>
                </a:lnTo>
                <a:lnTo>
                  <a:pt x="718" y="45"/>
                </a:lnTo>
                <a:lnTo>
                  <a:pt x="709" y="38"/>
                </a:lnTo>
                <a:lnTo>
                  <a:pt x="697" y="28"/>
                </a:lnTo>
                <a:lnTo>
                  <a:pt x="685" y="21"/>
                </a:lnTo>
                <a:lnTo>
                  <a:pt x="673" y="16"/>
                </a:lnTo>
                <a:lnTo>
                  <a:pt x="661" y="14"/>
                </a:lnTo>
                <a:lnTo>
                  <a:pt x="646" y="9"/>
                </a:lnTo>
                <a:lnTo>
                  <a:pt x="632" y="7"/>
                </a:lnTo>
                <a:lnTo>
                  <a:pt x="620" y="4"/>
                </a:lnTo>
                <a:lnTo>
                  <a:pt x="567" y="0"/>
                </a:lnTo>
                <a:lnTo>
                  <a:pt x="542" y="0"/>
                </a:lnTo>
                <a:lnTo>
                  <a:pt x="530" y="2"/>
                </a:lnTo>
                <a:lnTo>
                  <a:pt x="513" y="2"/>
                </a:lnTo>
                <a:lnTo>
                  <a:pt x="484" y="7"/>
                </a:lnTo>
                <a:lnTo>
                  <a:pt x="470" y="12"/>
                </a:lnTo>
                <a:lnTo>
                  <a:pt x="455" y="14"/>
                </a:lnTo>
                <a:lnTo>
                  <a:pt x="441" y="19"/>
                </a:lnTo>
                <a:lnTo>
                  <a:pt x="427" y="26"/>
                </a:lnTo>
                <a:lnTo>
                  <a:pt x="415" y="33"/>
                </a:lnTo>
                <a:lnTo>
                  <a:pt x="395" y="48"/>
                </a:lnTo>
                <a:lnTo>
                  <a:pt x="388" y="57"/>
                </a:lnTo>
                <a:lnTo>
                  <a:pt x="381" y="72"/>
                </a:lnTo>
                <a:lnTo>
                  <a:pt x="379" y="79"/>
                </a:lnTo>
                <a:lnTo>
                  <a:pt x="360" y="69"/>
                </a:lnTo>
                <a:lnTo>
                  <a:pt x="347" y="64"/>
                </a:lnTo>
                <a:lnTo>
                  <a:pt x="338" y="62"/>
                </a:lnTo>
                <a:lnTo>
                  <a:pt x="326" y="60"/>
                </a:lnTo>
                <a:lnTo>
                  <a:pt x="316" y="57"/>
                </a:lnTo>
                <a:lnTo>
                  <a:pt x="271" y="57"/>
                </a:lnTo>
                <a:lnTo>
                  <a:pt x="247" y="62"/>
                </a:lnTo>
                <a:lnTo>
                  <a:pt x="237" y="67"/>
                </a:lnTo>
                <a:lnTo>
                  <a:pt x="201" y="81"/>
                </a:lnTo>
                <a:lnTo>
                  <a:pt x="192" y="88"/>
                </a:lnTo>
                <a:lnTo>
                  <a:pt x="184" y="95"/>
                </a:lnTo>
                <a:lnTo>
                  <a:pt x="175" y="103"/>
                </a:lnTo>
                <a:lnTo>
                  <a:pt x="170" y="110"/>
                </a:lnTo>
                <a:lnTo>
                  <a:pt x="163" y="117"/>
                </a:lnTo>
                <a:lnTo>
                  <a:pt x="158" y="124"/>
                </a:lnTo>
                <a:lnTo>
                  <a:pt x="151" y="129"/>
                </a:lnTo>
                <a:lnTo>
                  <a:pt x="148" y="139"/>
                </a:lnTo>
                <a:lnTo>
                  <a:pt x="143" y="146"/>
                </a:lnTo>
                <a:lnTo>
                  <a:pt x="141" y="153"/>
                </a:lnTo>
                <a:lnTo>
                  <a:pt x="139" y="160"/>
                </a:lnTo>
                <a:lnTo>
                  <a:pt x="136" y="168"/>
                </a:lnTo>
                <a:lnTo>
                  <a:pt x="136" y="201"/>
                </a:lnTo>
                <a:lnTo>
                  <a:pt x="107" y="201"/>
                </a:lnTo>
                <a:lnTo>
                  <a:pt x="88" y="206"/>
                </a:lnTo>
                <a:lnTo>
                  <a:pt x="79" y="211"/>
                </a:lnTo>
                <a:lnTo>
                  <a:pt x="69" y="213"/>
                </a:lnTo>
                <a:lnTo>
                  <a:pt x="60" y="220"/>
                </a:lnTo>
                <a:lnTo>
                  <a:pt x="50" y="225"/>
                </a:lnTo>
                <a:lnTo>
                  <a:pt x="40" y="235"/>
                </a:lnTo>
                <a:lnTo>
                  <a:pt x="31" y="242"/>
                </a:lnTo>
                <a:lnTo>
                  <a:pt x="16" y="261"/>
                </a:lnTo>
                <a:lnTo>
                  <a:pt x="9" y="273"/>
                </a:lnTo>
                <a:lnTo>
                  <a:pt x="0" y="302"/>
                </a:lnTo>
                <a:lnTo>
                  <a:pt x="0" y="316"/>
                </a:lnTo>
                <a:lnTo>
                  <a:pt x="2" y="331"/>
                </a:lnTo>
                <a:lnTo>
                  <a:pt x="4" y="345"/>
                </a:lnTo>
                <a:lnTo>
                  <a:pt x="7" y="357"/>
                </a:lnTo>
                <a:lnTo>
                  <a:pt x="14" y="369"/>
                </a:lnTo>
                <a:lnTo>
                  <a:pt x="19" y="379"/>
                </a:lnTo>
                <a:lnTo>
                  <a:pt x="26" y="388"/>
                </a:lnTo>
                <a:lnTo>
                  <a:pt x="35" y="395"/>
                </a:lnTo>
                <a:lnTo>
                  <a:pt x="43" y="403"/>
                </a:lnTo>
                <a:lnTo>
                  <a:pt x="50" y="408"/>
                </a:lnTo>
                <a:lnTo>
                  <a:pt x="60" y="412"/>
                </a:lnTo>
                <a:lnTo>
                  <a:pt x="67" y="417"/>
                </a:lnTo>
                <a:lnTo>
                  <a:pt x="88" y="424"/>
                </a:lnTo>
                <a:lnTo>
                  <a:pt x="93" y="424"/>
                </a:lnTo>
                <a:lnTo>
                  <a:pt x="93" y="451"/>
                </a:lnTo>
                <a:lnTo>
                  <a:pt x="100" y="472"/>
                </a:lnTo>
                <a:lnTo>
                  <a:pt x="105" y="480"/>
                </a:lnTo>
                <a:lnTo>
                  <a:pt x="110" y="489"/>
                </a:lnTo>
                <a:lnTo>
                  <a:pt x="124" y="504"/>
                </a:lnTo>
                <a:lnTo>
                  <a:pt x="132" y="513"/>
                </a:lnTo>
                <a:lnTo>
                  <a:pt x="160" y="535"/>
                </a:lnTo>
                <a:lnTo>
                  <a:pt x="172" y="542"/>
                </a:lnTo>
                <a:lnTo>
                  <a:pt x="189" y="547"/>
                </a:lnTo>
                <a:lnTo>
                  <a:pt x="203" y="552"/>
                </a:lnTo>
                <a:lnTo>
                  <a:pt x="227" y="556"/>
                </a:lnTo>
                <a:lnTo>
                  <a:pt x="240" y="556"/>
                </a:lnTo>
                <a:lnTo>
                  <a:pt x="249" y="559"/>
                </a:lnTo>
                <a:lnTo>
                  <a:pt x="268" y="559"/>
                </a:lnTo>
                <a:lnTo>
                  <a:pt x="319" y="552"/>
                </a:lnTo>
                <a:lnTo>
                  <a:pt x="333" y="547"/>
                </a:lnTo>
              </a:path>
            </a:pathLst>
          </a:custGeom>
          <a:noFill/>
          <a:ln w="28575" cap="flat" cmpd="sng" algn="ctr">
            <a:solidFill>
              <a:schemeClr val="accent1"/>
            </a:solidFill>
            <a:prstDash val="solid"/>
          </a:ln>
          <a:effectLst/>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itchFamily="34" charset="0"/>
              <a:ea typeface="+mn-ea"/>
              <a:cs typeface="+mn-cs"/>
            </a:endParaRPr>
          </a:p>
        </p:txBody>
      </p:sp>
      <p:cxnSp>
        <p:nvCxnSpPr>
          <p:cNvPr id="14" name="Straight Connector 13"/>
          <p:cNvCxnSpPr/>
          <p:nvPr/>
        </p:nvCxnSpPr>
        <p:spPr>
          <a:xfrm flipV="1">
            <a:off x="4823646" y="3689448"/>
            <a:ext cx="0" cy="1143350"/>
          </a:xfrm>
          <a:prstGeom prst="line">
            <a:avLst/>
          </a:prstGeom>
          <a:noFill/>
          <a:ln w="28575" cap="flat" cmpd="sng" algn="ctr">
            <a:solidFill>
              <a:schemeClr val="accent1"/>
            </a:solidFill>
            <a:prstDash val="solid"/>
          </a:ln>
          <a:effectLst/>
        </p:spPr>
      </p:cxnSp>
      <p:pic>
        <p:nvPicPr>
          <p:cNvPr id="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5418" y="5980349"/>
            <a:ext cx="620874" cy="59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6408" y="5980349"/>
            <a:ext cx="620874" cy="59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3596999" y="6188539"/>
            <a:ext cx="524503" cy="313932"/>
          </a:xfrm>
          <a:prstGeom prst="rect">
            <a:avLst/>
          </a:prstGeom>
          <a:noFill/>
        </p:spPr>
        <p:txBody>
          <a:bodyPr wrap="non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30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IPv4</a:t>
            </a:r>
            <a:endParaRPr kumimoji="0" lang="en-US" sz="1600" b="1" i="0" u="none" strike="noStrike" kern="1200" cap="none" spc="-300" normalizeH="0" baseline="0" noProof="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endParaRPr>
          </a:p>
        </p:txBody>
      </p:sp>
      <p:sp>
        <p:nvSpPr>
          <p:cNvPr id="18" name="TextBox 17"/>
          <p:cNvSpPr txBox="1"/>
          <p:nvPr/>
        </p:nvSpPr>
        <p:spPr>
          <a:xfrm>
            <a:off x="5517989" y="6188539"/>
            <a:ext cx="524503" cy="313932"/>
          </a:xfrm>
          <a:prstGeom prst="rect">
            <a:avLst/>
          </a:prstGeom>
          <a:noFill/>
        </p:spPr>
        <p:txBody>
          <a:bodyPr wrap="non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300" normalizeH="0" baseline="0" noProof="0" dirty="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IPv6</a:t>
            </a:r>
            <a:endParaRPr kumimoji="0" lang="en-US" sz="1600" b="1" i="0" u="none" strike="noStrike" kern="1200" cap="none" spc="-300" normalizeH="0" baseline="0" noProof="0" dirty="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endParaRPr>
          </a:p>
        </p:txBody>
      </p:sp>
      <p:sp>
        <p:nvSpPr>
          <p:cNvPr id="19" name="TextBox 18"/>
          <p:cNvSpPr txBox="1"/>
          <p:nvPr/>
        </p:nvSpPr>
        <p:spPr>
          <a:xfrm>
            <a:off x="3145479" y="1685940"/>
            <a:ext cx="1289135" cy="320088"/>
          </a:xfrm>
          <a:prstGeom prst="rect">
            <a:avLst/>
          </a:prstGeom>
          <a:noFill/>
        </p:spPr>
        <p:txBody>
          <a:bodyPr wrap="non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300" normalizeH="0" baseline="0" noProof="0" smtClean="0">
                <a:ln>
                  <a:noFill/>
                </a:ln>
                <a:solidFill>
                  <a:srgbClr val="0070C0"/>
                </a:solidFill>
                <a:effectLst/>
                <a:uLnTx/>
                <a:uFillTx/>
                <a:latin typeface="Courier New" pitchFamily="49" charset="0"/>
                <a:ea typeface="+mn-ea"/>
                <a:cs typeface="Courier New" pitchFamily="49" charset="0"/>
              </a:rPr>
              <a:t>IPv4 Internet</a:t>
            </a:r>
            <a:endParaRPr kumimoji="0" lang="en-US" sz="1600" b="1" i="0" u="none" strike="noStrike" kern="1200" cap="none" spc="-300" normalizeH="0" baseline="0" noProof="0">
              <a:ln>
                <a:noFill/>
              </a:ln>
              <a:solidFill>
                <a:srgbClr val="0070C0"/>
              </a:solidFill>
              <a:effectLst/>
              <a:uLnTx/>
              <a:uFillTx/>
              <a:latin typeface="Courier New" pitchFamily="49" charset="0"/>
              <a:ea typeface="+mn-ea"/>
              <a:cs typeface="Courier New" pitchFamily="49" charset="0"/>
            </a:endParaRPr>
          </a:p>
        </p:txBody>
      </p:sp>
      <p:sp>
        <p:nvSpPr>
          <p:cNvPr id="20" name="TextBox 19"/>
          <p:cNvSpPr txBox="1"/>
          <p:nvPr/>
        </p:nvSpPr>
        <p:spPr>
          <a:xfrm>
            <a:off x="5114141" y="1685940"/>
            <a:ext cx="1289135" cy="313932"/>
          </a:xfrm>
          <a:prstGeom prst="rect">
            <a:avLst/>
          </a:prstGeom>
          <a:noFill/>
        </p:spPr>
        <p:txBody>
          <a:bodyPr wrap="non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300" normalizeH="0" baseline="0" noProof="0" smtClean="0">
                <a:ln>
                  <a:noFill/>
                </a:ln>
                <a:solidFill>
                  <a:srgbClr val="0070C0"/>
                </a:solidFill>
                <a:effectLst/>
                <a:uLnTx/>
                <a:uFillTx/>
                <a:latin typeface="Courier New" pitchFamily="49" charset="0"/>
                <a:ea typeface="+mn-ea"/>
                <a:cs typeface="Courier New" pitchFamily="49" charset="0"/>
              </a:rPr>
              <a:t>IPv6 Internet</a:t>
            </a:r>
            <a:endParaRPr kumimoji="0" lang="en-US" sz="1600" b="1" i="0" u="none" strike="noStrike" kern="1200" cap="none" spc="-300" normalizeH="0" baseline="0" noProof="0">
              <a:ln>
                <a:noFill/>
              </a:ln>
              <a:solidFill>
                <a:srgbClr val="0070C0"/>
              </a:solidFill>
              <a:effectLst/>
              <a:uLnTx/>
              <a:uFillTx/>
              <a:latin typeface="Courier New" pitchFamily="49" charset="0"/>
              <a:ea typeface="+mn-ea"/>
              <a:cs typeface="Courier New" pitchFamily="49" charset="0"/>
            </a:endParaRPr>
          </a:p>
        </p:txBody>
      </p:sp>
      <p:cxnSp>
        <p:nvCxnSpPr>
          <p:cNvPr id="21" name="Straight Connector 20"/>
          <p:cNvCxnSpPr/>
          <p:nvPr/>
        </p:nvCxnSpPr>
        <p:spPr>
          <a:xfrm>
            <a:off x="3696020" y="4840376"/>
            <a:ext cx="2240546" cy="0"/>
          </a:xfrm>
          <a:prstGeom prst="line">
            <a:avLst/>
          </a:prstGeom>
          <a:noFill/>
          <a:ln w="28575" cap="flat" cmpd="sng" algn="ctr">
            <a:solidFill>
              <a:schemeClr val="accent1"/>
            </a:solidFill>
            <a:prstDash val="solid"/>
          </a:ln>
          <a:effectLst/>
        </p:spPr>
      </p:cxnSp>
      <p:cxnSp>
        <p:nvCxnSpPr>
          <p:cNvPr id="22" name="Straight Connector 21"/>
          <p:cNvCxnSpPr/>
          <p:nvPr/>
        </p:nvCxnSpPr>
        <p:spPr>
          <a:xfrm flipV="1">
            <a:off x="3864698" y="4832798"/>
            <a:ext cx="0" cy="1143350"/>
          </a:xfrm>
          <a:prstGeom prst="line">
            <a:avLst/>
          </a:prstGeom>
          <a:noFill/>
          <a:ln w="28575" cap="flat" cmpd="sng" algn="ctr">
            <a:solidFill>
              <a:schemeClr val="accent1"/>
            </a:solidFill>
            <a:prstDash val="solid"/>
          </a:ln>
          <a:effectLst/>
        </p:spPr>
      </p:cxnSp>
      <p:cxnSp>
        <p:nvCxnSpPr>
          <p:cNvPr id="23" name="Straight Connector 22"/>
          <p:cNvCxnSpPr/>
          <p:nvPr/>
        </p:nvCxnSpPr>
        <p:spPr>
          <a:xfrm flipV="1">
            <a:off x="5755312" y="4832798"/>
            <a:ext cx="0" cy="1143350"/>
          </a:xfrm>
          <a:prstGeom prst="line">
            <a:avLst/>
          </a:prstGeom>
          <a:noFill/>
          <a:ln w="28575" cap="flat" cmpd="sng" algn="ctr">
            <a:solidFill>
              <a:schemeClr val="accent1"/>
            </a:solidFill>
            <a:prstDash val="solid"/>
          </a:ln>
          <a:effectLst/>
        </p:spPr>
      </p:cxnSp>
      <p:sp>
        <p:nvSpPr>
          <p:cNvPr id="24" name="Rectangle 16"/>
          <p:cNvSpPr>
            <a:spLocks noChangeArrowheads="1"/>
          </p:cNvSpPr>
          <p:nvPr/>
        </p:nvSpPr>
        <p:spPr bwMode="auto">
          <a:xfrm>
            <a:off x="258367" y="3650876"/>
            <a:ext cx="4491861" cy="1495794"/>
          </a:xfrm>
          <a:prstGeom prst="rect">
            <a:avLst/>
          </a:prstGeom>
          <a:solidFill>
            <a:schemeClr val="accent6">
              <a:lumMod val="20000"/>
              <a:lumOff val="80000"/>
            </a:schemeClr>
          </a:solidFill>
          <a:ln w="28575">
            <a:solidFill>
              <a:schemeClr val="accent1"/>
            </a:solidFill>
            <a:miter lim="800000"/>
            <a:headEnd/>
            <a:tailEnd/>
          </a:ln>
          <a:effectLst/>
          <a:extLst/>
        </p:spPr>
        <p:txBody>
          <a:bodyPr wrap="square">
            <a:spAutoFit/>
          </a:bodyPr>
          <a:lstStyle/>
          <a:p>
            <a:pPr>
              <a:lnSpc>
                <a:spcPct val="95000"/>
              </a:lnSpc>
              <a:tabLst>
                <a:tab pos="7654925" algn="r"/>
              </a:tabLst>
              <a:defRPr/>
            </a:pPr>
            <a:r>
              <a:rPr lang="en-US" sz="1600" b="1" dirty="0">
                <a:solidFill>
                  <a:srgbClr val="FF0000"/>
                </a:solidFill>
                <a:latin typeface="Courier New" pitchFamily="49" charset="0"/>
              </a:rPr>
              <a:t>ipv6 unicast-routing</a:t>
            </a:r>
          </a:p>
          <a:p>
            <a:pPr marL="0" marR="0" lvl="0" indent="0" algn="l" defTabSz="914400" rtl="0" eaLnBrk="0" fontAlgn="base" latinLnBrk="0" hangingPunct="0">
              <a:lnSpc>
                <a:spcPct val="95000"/>
              </a:lnSpc>
              <a:spcBef>
                <a:spcPct val="0"/>
              </a:spcBef>
              <a:spcAft>
                <a:spcPct val="0"/>
              </a:spcAft>
              <a:buClrTx/>
              <a:buSzTx/>
              <a:buFontTx/>
              <a:buNone/>
              <a:tabLst>
                <a:tab pos="7654925" algn="r"/>
              </a:tabLst>
              <a:defRPr/>
            </a:pPr>
            <a:r>
              <a:rPr lang="en-US" sz="1600" b="1" dirty="0" err="1" smtClean="0">
                <a:solidFill>
                  <a:srgbClr val="000000"/>
                </a:solidFill>
                <a:latin typeface="Courier New" pitchFamily="49" charset="0"/>
              </a:rPr>
              <a:t>i</a:t>
            </a:r>
            <a:r>
              <a:rPr kumimoji="0" lang="en-US" sz="1600" b="1" i="0" u="none" strike="noStrike" kern="1200" cap="none" spc="0" normalizeH="0" baseline="0" noProof="0" dirty="0" err="1" smtClean="0">
                <a:ln>
                  <a:noFill/>
                </a:ln>
                <a:solidFill>
                  <a:srgbClr val="000000"/>
                </a:solidFill>
                <a:effectLst/>
                <a:uLnTx/>
                <a:uFillTx/>
                <a:latin typeface="Courier New" pitchFamily="49" charset="0"/>
                <a:ea typeface="+mn-ea"/>
                <a:cs typeface="+mn-cs"/>
              </a:rPr>
              <a:t>nterface</a:t>
            </a:r>
            <a:r>
              <a:rPr kumimoji="0" lang="en-US" sz="1600" b="1" i="0" u="none" strike="noStrike" kern="1200" cap="none" spc="0" normalizeH="0" baseline="0" noProof="0" dirty="0" smtClean="0">
                <a:ln>
                  <a:noFill/>
                </a:ln>
                <a:solidFill>
                  <a:srgbClr val="000000"/>
                </a:solidFill>
                <a:effectLst/>
                <a:uLnTx/>
                <a:uFillTx/>
                <a:latin typeface="Courier New" pitchFamily="49" charset="0"/>
                <a:ea typeface="+mn-ea"/>
                <a:cs typeface="+mn-cs"/>
              </a:rPr>
              <a:t> g1</a:t>
            </a:r>
          </a:p>
          <a:p>
            <a:pPr marL="0" marR="0" lvl="0" indent="0" algn="l" defTabSz="914400" rtl="0" eaLnBrk="0" fontAlgn="base" latinLnBrk="0" hangingPunct="0">
              <a:lnSpc>
                <a:spcPct val="95000"/>
              </a:lnSpc>
              <a:spcBef>
                <a:spcPct val="0"/>
              </a:spcBef>
              <a:spcAft>
                <a:spcPct val="0"/>
              </a:spcAft>
              <a:buClrTx/>
              <a:buSzTx/>
              <a:buFontTx/>
              <a:buNone/>
              <a:tabLst>
                <a:tab pos="7654925" algn="r"/>
              </a:tabLst>
              <a:defRPr/>
            </a:pPr>
            <a:r>
              <a:rPr kumimoji="0" lang="en-US" sz="1600" b="0" i="0" u="none" strike="noStrike" kern="1200" cap="none" spc="0" normalizeH="0" baseline="0" noProof="0" dirty="0" smtClean="0">
                <a:ln>
                  <a:noFill/>
                </a:ln>
                <a:solidFill>
                  <a:srgbClr val="000000"/>
                </a:solidFill>
                <a:effectLst/>
                <a:uLnTx/>
                <a:uFillTx/>
                <a:latin typeface="Courier New" pitchFamily="49" charset="0"/>
                <a:ea typeface="+mn-ea"/>
                <a:cs typeface="+mn-cs"/>
              </a:rPr>
              <a:t>  </a:t>
            </a:r>
            <a:r>
              <a:rPr kumimoji="0" lang="en-US" sz="1600" b="1" i="0" u="none" strike="noStrike" kern="1200" cap="none" spc="0" normalizeH="0" baseline="0" noProof="0" dirty="0" err="1" smtClean="0">
                <a:ln>
                  <a:noFill/>
                </a:ln>
                <a:solidFill>
                  <a:srgbClr val="000000"/>
                </a:solidFill>
                <a:effectLst/>
                <a:uLnTx/>
                <a:uFillTx/>
                <a:latin typeface="Courier New" pitchFamily="49" charset="0"/>
                <a:ea typeface="+mn-ea"/>
                <a:cs typeface="+mn-cs"/>
              </a:rPr>
              <a:t>ip</a:t>
            </a:r>
            <a:r>
              <a:rPr kumimoji="0" lang="en-US" sz="1600" b="1" i="0" u="none" strike="noStrike" kern="1200" cap="none" spc="0" normalizeH="0" baseline="0" noProof="0" dirty="0" smtClean="0">
                <a:ln>
                  <a:noFill/>
                </a:ln>
                <a:solidFill>
                  <a:srgbClr val="000000"/>
                </a:solidFill>
                <a:effectLst/>
                <a:uLnTx/>
                <a:uFillTx/>
                <a:latin typeface="Courier New" pitchFamily="49" charset="0"/>
                <a:ea typeface="+mn-ea"/>
                <a:cs typeface="+mn-cs"/>
              </a:rPr>
              <a:t> address 10.0.0.1 255.255.255.0</a:t>
            </a:r>
          </a:p>
          <a:p>
            <a:pPr lvl="0">
              <a:lnSpc>
                <a:spcPct val="95000"/>
              </a:lnSpc>
              <a:tabLst>
                <a:tab pos="7654925" algn="r"/>
              </a:tabLst>
            </a:pPr>
            <a:r>
              <a:rPr kumimoji="0" lang="en-US" sz="1600" b="1" i="0" u="none" strike="noStrike" kern="1200" cap="none" spc="0" normalizeH="0" baseline="0" noProof="0" dirty="0" smtClean="0">
                <a:ln>
                  <a:noFill/>
                </a:ln>
                <a:solidFill>
                  <a:srgbClr val="FF0000"/>
                </a:solidFill>
                <a:effectLst/>
                <a:uLnTx/>
                <a:uFillTx/>
                <a:latin typeface="Courier New" pitchFamily="49" charset="0"/>
                <a:ea typeface="+mn-ea"/>
                <a:cs typeface="+mn-cs"/>
              </a:rPr>
              <a:t>  ipv6 </a:t>
            </a:r>
            <a:r>
              <a:rPr kumimoji="0" lang="en-US" sz="1600" b="1" i="0" u="none" strike="noStrike" kern="1200" cap="none" spc="0" normalizeH="0" baseline="0" noProof="0" dirty="0">
                <a:ln>
                  <a:noFill/>
                </a:ln>
                <a:solidFill>
                  <a:srgbClr val="FF0000"/>
                </a:solidFill>
                <a:effectLst/>
                <a:uLnTx/>
                <a:uFillTx/>
                <a:latin typeface="Courier New" pitchFamily="49" charset="0"/>
                <a:ea typeface="+mn-ea"/>
                <a:cs typeface="+mn-cs"/>
              </a:rPr>
              <a:t>address </a:t>
            </a:r>
            <a:r>
              <a:rPr kumimoji="0" lang="en-US" sz="1600" b="1" i="0" u="none" strike="noStrike" kern="1200" cap="none" spc="0" normalizeH="0" baseline="0" noProof="0" dirty="0" smtClean="0">
                <a:ln>
                  <a:noFill/>
                </a:ln>
                <a:solidFill>
                  <a:srgbClr val="00B050"/>
                </a:solidFill>
                <a:effectLst/>
                <a:uLnTx/>
                <a:uFillTx/>
                <a:latin typeface="Courier New" pitchFamily="49" charset="0"/>
                <a:ea typeface="+mn-ea"/>
                <a:cs typeface="+mn-cs"/>
              </a:rPr>
              <a:t>2001::</a:t>
            </a:r>
            <a:r>
              <a:rPr kumimoji="0" lang="en-US" sz="1600" b="1" i="0" u="none" strike="noStrike" kern="1200" cap="none" spc="0" normalizeH="0" baseline="0" noProof="0" dirty="0" smtClean="0">
                <a:ln>
                  <a:noFill/>
                </a:ln>
                <a:solidFill>
                  <a:srgbClr val="0070C0"/>
                </a:solidFill>
                <a:effectLst/>
                <a:uLnTx/>
                <a:uFillTx/>
                <a:latin typeface="Courier New" pitchFamily="49" charset="0"/>
                <a:ea typeface="+mn-ea"/>
                <a:cs typeface="+mn-cs"/>
              </a:rPr>
              <a:t>1</a:t>
            </a:r>
            <a:r>
              <a:rPr kumimoji="0" lang="en-US" sz="1600" b="1" i="0" u="none" strike="noStrike" kern="1200" cap="none" spc="0" normalizeH="0" baseline="0" noProof="0" dirty="0" smtClean="0">
                <a:ln>
                  <a:noFill/>
                </a:ln>
                <a:solidFill>
                  <a:srgbClr val="FF0000"/>
                </a:solidFill>
                <a:effectLst/>
                <a:uLnTx/>
                <a:uFillTx/>
                <a:latin typeface="Courier New" pitchFamily="49" charset="0"/>
                <a:ea typeface="+mn-ea"/>
                <a:cs typeface="+mn-cs"/>
              </a:rPr>
              <a:t>/64</a:t>
            </a:r>
          </a:p>
          <a:p>
            <a:pPr lvl="0">
              <a:lnSpc>
                <a:spcPct val="95000"/>
              </a:lnSpc>
              <a:tabLst>
                <a:tab pos="7654925" algn="r"/>
              </a:tabLst>
            </a:pPr>
            <a:r>
              <a:rPr lang="en-US" sz="1600" b="1" dirty="0">
                <a:solidFill>
                  <a:srgbClr val="FF0000"/>
                </a:solidFill>
                <a:latin typeface="Courier New" pitchFamily="49" charset="0"/>
              </a:rPr>
              <a:t> </a:t>
            </a:r>
            <a:r>
              <a:rPr lang="en-US" sz="1600" b="1" dirty="0" smtClean="0">
                <a:solidFill>
                  <a:srgbClr val="FF0000"/>
                </a:solidFill>
                <a:latin typeface="Courier New" pitchFamily="49" charset="0"/>
              </a:rPr>
              <a:t> ipv6 </a:t>
            </a:r>
            <a:r>
              <a:rPr lang="en-US" sz="1600" b="1" dirty="0">
                <a:solidFill>
                  <a:srgbClr val="FF0000"/>
                </a:solidFill>
                <a:latin typeface="Courier New" pitchFamily="49" charset="0"/>
              </a:rPr>
              <a:t>address </a:t>
            </a:r>
            <a:r>
              <a:rPr lang="en-US" sz="1600" b="1" dirty="0" smtClean="0">
                <a:solidFill>
                  <a:srgbClr val="00B050"/>
                </a:solidFill>
                <a:latin typeface="Courier New" pitchFamily="49" charset="0"/>
              </a:rPr>
              <a:t>2002::</a:t>
            </a:r>
            <a:r>
              <a:rPr lang="en-US" sz="1600" b="1" dirty="0">
                <a:solidFill>
                  <a:srgbClr val="0070C0"/>
                </a:solidFill>
                <a:latin typeface="Courier New" pitchFamily="49" charset="0"/>
              </a:rPr>
              <a:t>1</a:t>
            </a:r>
            <a:r>
              <a:rPr lang="en-US" sz="1600" b="1" dirty="0">
                <a:solidFill>
                  <a:srgbClr val="FF0000"/>
                </a:solidFill>
                <a:latin typeface="Courier New" pitchFamily="49" charset="0"/>
              </a:rPr>
              <a:t>/64</a:t>
            </a:r>
            <a:endParaRPr kumimoji="0" lang="en-US" sz="1600" b="1" i="0" u="none" strike="noStrike" kern="1200" cap="none" spc="0" normalizeH="0" baseline="0" noProof="0" dirty="0" smtClean="0">
              <a:ln>
                <a:noFill/>
              </a:ln>
              <a:solidFill>
                <a:srgbClr val="FF0000"/>
              </a:solidFill>
              <a:effectLst/>
              <a:uLnTx/>
              <a:uFillTx/>
              <a:latin typeface="Courier New" pitchFamily="49" charset="0"/>
              <a:ea typeface="+mn-ea"/>
              <a:cs typeface="+mn-cs"/>
            </a:endParaRPr>
          </a:p>
          <a:p>
            <a:pPr lvl="0">
              <a:lnSpc>
                <a:spcPct val="95000"/>
              </a:lnSpc>
              <a:tabLst>
                <a:tab pos="7654925" algn="r"/>
              </a:tabLst>
            </a:pPr>
            <a:r>
              <a:rPr lang="en-US" sz="1600" b="1" dirty="0">
                <a:solidFill>
                  <a:srgbClr val="0070C0"/>
                </a:solidFill>
                <a:latin typeface="Courier New" pitchFamily="49" charset="0"/>
              </a:rPr>
              <a:t> </a:t>
            </a:r>
            <a:r>
              <a:rPr lang="en-US" sz="1600" b="1" dirty="0" smtClean="0">
                <a:solidFill>
                  <a:srgbClr val="0070C0"/>
                </a:solidFill>
                <a:latin typeface="Courier New" pitchFamily="49" charset="0"/>
              </a:rPr>
              <a:t> </a:t>
            </a:r>
            <a:r>
              <a:rPr lang="nn-NO" sz="1600" b="1" dirty="0" smtClean="0">
                <a:solidFill>
                  <a:srgbClr val="0070C0"/>
                </a:solidFill>
                <a:latin typeface="Courier New" pitchFamily="49" charset="0"/>
              </a:rPr>
              <a:t>ipv6 </a:t>
            </a:r>
            <a:r>
              <a:rPr lang="nn-NO" sz="1600" b="1" dirty="0">
                <a:solidFill>
                  <a:srgbClr val="0070C0"/>
                </a:solidFill>
                <a:latin typeface="Courier New" pitchFamily="49" charset="0"/>
              </a:rPr>
              <a:t>nd ra interval 200 </a:t>
            </a:r>
            <a:endParaRPr kumimoji="0" lang="en-US" sz="1600" b="1" i="0" u="none" strike="noStrike" kern="1200" cap="none" spc="0" normalizeH="0" baseline="0" noProof="0" dirty="0" smtClean="0">
              <a:ln>
                <a:noFill/>
              </a:ln>
              <a:solidFill>
                <a:srgbClr val="0070C0"/>
              </a:solidFill>
              <a:effectLst/>
              <a:uLnTx/>
              <a:uFillTx/>
              <a:latin typeface="Courier New" pitchFamily="49" charset="0"/>
            </a:endParaRPr>
          </a:p>
        </p:txBody>
      </p:sp>
      <p:cxnSp>
        <p:nvCxnSpPr>
          <p:cNvPr id="25" name="Straight Connector 24"/>
          <p:cNvCxnSpPr/>
          <p:nvPr/>
        </p:nvCxnSpPr>
        <p:spPr>
          <a:xfrm flipV="1">
            <a:off x="4880364" y="3746417"/>
            <a:ext cx="0" cy="1975114"/>
          </a:xfrm>
          <a:prstGeom prst="line">
            <a:avLst/>
          </a:prstGeom>
          <a:noFill/>
          <a:ln w="28575" cap="flat" cmpd="sng" algn="ctr">
            <a:solidFill>
              <a:schemeClr val="accent1"/>
            </a:solidFill>
            <a:prstDash val="sysDash"/>
            <a:headEnd type="arrow" w="med" len="med"/>
            <a:tailEnd type="none" w="med" len="med"/>
          </a:ln>
          <a:effectLst/>
        </p:spPr>
      </p:cxnSp>
      <p:sp>
        <p:nvSpPr>
          <p:cNvPr id="26" name="TextBox 25"/>
          <p:cNvSpPr txBox="1"/>
          <p:nvPr/>
        </p:nvSpPr>
        <p:spPr>
          <a:xfrm>
            <a:off x="4971805" y="4724460"/>
            <a:ext cx="2395155" cy="763286"/>
          </a:xfrm>
          <a:prstGeom prst="rect">
            <a:avLst/>
          </a:prstGeom>
          <a:solidFill>
            <a:schemeClr val="accent3">
              <a:lumMod val="95000"/>
            </a:schemeClr>
          </a:solidFill>
          <a:ln w="28575">
            <a:solidFill>
              <a:srgbClr val="002060"/>
            </a:solidFill>
          </a:ln>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150" normalizeH="0" baseline="0" noProof="0" dirty="0">
                <a:ln>
                  <a:noFill/>
                </a:ln>
                <a:solidFill>
                  <a:srgbClr val="FF0000"/>
                </a:solidFill>
                <a:effectLst/>
                <a:uLnTx/>
                <a:uFillTx/>
                <a:latin typeface="Courier New" pitchFamily="49" charset="0"/>
                <a:ea typeface="+mn-ea"/>
                <a:cs typeface="Courier New" pitchFamily="49" charset="0"/>
              </a:rPr>
              <a:t>Router </a:t>
            </a:r>
            <a:r>
              <a:rPr kumimoji="0" lang="en-US" sz="1600" b="1" i="0" u="none" strike="noStrike" kern="1200" cap="none" spc="-150" normalizeH="0" baseline="0" noProof="0" dirty="0" smtClean="0">
                <a:ln>
                  <a:noFill/>
                </a:ln>
                <a:solidFill>
                  <a:srgbClr val="FF0000"/>
                </a:solidFill>
                <a:effectLst/>
                <a:uLnTx/>
                <a:uFillTx/>
                <a:latin typeface="Courier New" pitchFamily="49" charset="0"/>
                <a:ea typeface="+mn-ea"/>
                <a:cs typeface="Courier New" pitchFamily="49" charset="0"/>
              </a:rPr>
              <a:t>Advertisement:</a:t>
            </a:r>
          </a:p>
          <a:p>
            <a:pPr marL="0" marR="0" lvl="0" indent="0" algn="ctr" defTabSz="914400" rtl="0" eaLnBrk="0" fontAlgn="base" latinLnBrk="0" hangingPunct="0">
              <a:lnSpc>
                <a:spcPct val="90000"/>
              </a:lnSpc>
              <a:spcBef>
                <a:spcPct val="0"/>
              </a:spcBef>
              <a:spcAft>
                <a:spcPct val="0"/>
              </a:spcAft>
              <a:buClrTx/>
              <a:buSzTx/>
              <a:buFontTx/>
              <a:buNone/>
              <a:tabLst/>
              <a:defRPr/>
            </a:pPr>
            <a:r>
              <a:rPr lang="en-US" sz="1600" b="1" spc="-150" dirty="0" smtClean="0">
                <a:solidFill>
                  <a:srgbClr val="00B050"/>
                </a:solidFill>
                <a:latin typeface="Courier New" pitchFamily="49" charset="0"/>
                <a:cs typeface="Courier New" pitchFamily="49" charset="0"/>
              </a:rPr>
              <a:t>2001::</a:t>
            </a:r>
            <a:r>
              <a:rPr lang="en-US" sz="1600" b="1" spc="-150" dirty="0" smtClean="0">
                <a:solidFill>
                  <a:srgbClr val="0070C0"/>
                </a:solidFill>
                <a:latin typeface="Courier New" pitchFamily="49" charset="0"/>
                <a:cs typeface="Courier New" pitchFamily="49" charset="0"/>
              </a:rPr>
              <a:t>/64</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150" normalizeH="0" baseline="0" noProof="0" dirty="0" smtClean="0">
                <a:ln>
                  <a:noFill/>
                </a:ln>
                <a:solidFill>
                  <a:srgbClr val="00B050"/>
                </a:solidFill>
                <a:effectLst/>
                <a:uLnTx/>
                <a:uFillTx/>
                <a:latin typeface="Courier New" pitchFamily="49" charset="0"/>
                <a:ea typeface="+mn-ea"/>
                <a:cs typeface="Courier New" pitchFamily="49" charset="0"/>
              </a:rPr>
              <a:t>2002::</a:t>
            </a:r>
            <a:r>
              <a:rPr kumimoji="0" lang="en-US" sz="1600" b="1" i="0" u="none" strike="noStrike" kern="1200" cap="none" spc="-150" normalizeH="0" baseline="0" noProof="0" dirty="0" smtClean="0">
                <a:ln>
                  <a:noFill/>
                </a:ln>
                <a:solidFill>
                  <a:srgbClr val="0070C0"/>
                </a:solidFill>
                <a:effectLst/>
                <a:uLnTx/>
                <a:uFillTx/>
                <a:latin typeface="Courier New" pitchFamily="49" charset="0"/>
                <a:ea typeface="+mn-ea"/>
                <a:cs typeface="Courier New" pitchFamily="49" charset="0"/>
              </a:rPr>
              <a:t>/64</a:t>
            </a:r>
            <a:endParaRPr kumimoji="0" lang="en-US" sz="1600" b="1" i="0" u="none" strike="noStrike" kern="1200" cap="none" spc="-150" normalizeH="0" baseline="0" noProof="0" dirty="0">
              <a:ln>
                <a:noFill/>
              </a:ln>
              <a:solidFill>
                <a:srgbClr val="0070C0"/>
              </a:solidFill>
              <a:effectLst/>
              <a:uLnTx/>
              <a:uFillTx/>
              <a:latin typeface="Courier New" pitchFamily="49" charset="0"/>
              <a:ea typeface="+mn-ea"/>
              <a:cs typeface="Courier New" pitchFamily="49" charset="0"/>
            </a:endParaRPr>
          </a:p>
        </p:txBody>
      </p:sp>
      <p:sp>
        <p:nvSpPr>
          <p:cNvPr id="27" name="TextBox 26"/>
          <p:cNvSpPr txBox="1"/>
          <p:nvPr/>
        </p:nvSpPr>
        <p:spPr>
          <a:xfrm>
            <a:off x="6042492" y="6262205"/>
            <a:ext cx="2395155" cy="320088"/>
          </a:xfrm>
          <a:prstGeom prst="rect">
            <a:avLst/>
          </a:prstGeom>
          <a:noFill/>
          <a:ln w="28575">
            <a:noFill/>
          </a:ln>
        </p:spPr>
        <p:txBody>
          <a:bodyPr wrap="square" rtlCol="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150" normalizeH="0" baseline="0" noProof="0" dirty="0" smtClean="0">
                <a:ln>
                  <a:noFill/>
                </a:ln>
                <a:solidFill>
                  <a:srgbClr val="0070C0"/>
                </a:solidFill>
                <a:effectLst/>
                <a:uLnTx/>
                <a:uFillTx/>
                <a:latin typeface="Courier New" pitchFamily="49" charset="0"/>
                <a:ea typeface="+mn-ea"/>
                <a:cs typeface="Courier New" pitchFamily="49" charset="0"/>
              </a:rPr>
              <a:t>MAC 0000.AAAA.1002</a:t>
            </a:r>
            <a:endParaRPr kumimoji="0" lang="en-US" sz="1600" b="1" i="0" u="none" strike="noStrike" kern="1200" cap="none" spc="-150" normalizeH="0" baseline="0" noProof="0" dirty="0">
              <a:ln>
                <a:noFill/>
              </a:ln>
              <a:solidFill>
                <a:srgbClr val="0070C0"/>
              </a:solidFill>
              <a:effectLst/>
              <a:uLnTx/>
              <a:uFillTx/>
              <a:latin typeface="Courier New" pitchFamily="49" charset="0"/>
              <a:ea typeface="+mn-ea"/>
              <a:cs typeface="Courier New" pitchFamily="49" charset="0"/>
            </a:endParaRPr>
          </a:p>
        </p:txBody>
      </p:sp>
      <p:sp>
        <p:nvSpPr>
          <p:cNvPr id="28" name="TextBox 27"/>
          <p:cNvSpPr txBox="1"/>
          <p:nvPr/>
        </p:nvSpPr>
        <p:spPr>
          <a:xfrm>
            <a:off x="5729186" y="5532615"/>
            <a:ext cx="3140494" cy="535531"/>
          </a:xfrm>
          <a:prstGeom prst="rect">
            <a:avLst/>
          </a:prstGeom>
          <a:noFill/>
          <a:ln w="28575">
            <a:noFill/>
          </a:ln>
        </p:spPr>
        <p:txBody>
          <a:bodyPr wrap="square" rtlCol="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150" normalizeH="0" baseline="0" noProof="0" dirty="0" smtClean="0">
                <a:ln>
                  <a:noFill/>
                </a:ln>
                <a:solidFill>
                  <a:srgbClr val="00B050"/>
                </a:solidFill>
                <a:effectLst/>
                <a:uLnTx/>
                <a:uFillTx/>
                <a:latin typeface="Courier New" pitchFamily="49" charset="0"/>
                <a:ea typeface="+mn-ea"/>
                <a:cs typeface="Courier New" pitchFamily="49" charset="0"/>
              </a:rPr>
              <a:t>2001::</a:t>
            </a:r>
            <a:r>
              <a:rPr kumimoji="0" lang="en-US" sz="1600" b="1" i="0" u="none" strike="noStrike" kern="1200" cap="none" spc="-150" normalizeH="0" baseline="0" noProof="0" dirty="0" smtClean="0">
                <a:ln>
                  <a:noFill/>
                </a:ln>
                <a:solidFill>
                  <a:srgbClr val="0070C0"/>
                </a:solidFill>
                <a:effectLst/>
                <a:uLnTx/>
                <a:uFillTx/>
                <a:latin typeface="Courier New" pitchFamily="49" charset="0"/>
                <a:ea typeface="+mn-ea"/>
                <a:cs typeface="Courier New" pitchFamily="49" charset="0"/>
              </a:rPr>
              <a:t>0200:AAFF:FEAA:1002/64</a:t>
            </a:r>
          </a:p>
          <a:p>
            <a:r>
              <a:rPr lang="en-US" sz="1600" b="1" spc="-150" dirty="0" smtClean="0">
                <a:solidFill>
                  <a:srgbClr val="00B050"/>
                </a:solidFill>
                <a:latin typeface="Courier New" pitchFamily="49" charset="0"/>
                <a:cs typeface="Courier New" pitchFamily="49" charset="0"/>
              </a:rPr>
              <a:t>2002::</a:t>
            </a:r>
            <a:r>
              <a:rPr lang="en-US" sz="1600" b="1" spc="-150" dirty="0" smtClean="0">
                <a:solidFill>
                  <a:srgbClr val="0070C0"/>
                </a:solidFill>
                <a:latin typeface="Courier New" pitchFamily="49" charset="0"/>
                <a:cs typeface="Courier New" pitchFamily="49" charset="0"/>
              </a:rPr>
              <a:t>0200:AAFF:FEAA:1002/64</a:t>
            </a:r>
            <a:endParaRPr lang="en-US" sz="1600" b="1" spc="-150" dirty="0">
              <a:solidFill>
                <a:srgbClr val="0070C0"/>
              </a:solidFill>
              <a:latin typeface="Courier New" pitchFamily="49" charset="0"/>
              <a:cs typeface="Courier New" pitchFamily="49" charset="0"/>
            </a:endParaRPr>
          </a:p>
        </p:txBody>
      </p:sp>
      <p:sp>
        <p:nvSpPr>
          <p:cNvPr id="29" name="TextBox 28"/>
          <p:cNvSpPr txBox="1"/>
          <p:nvPr/>
        </p:nvSpPr>
        <p:spPr>
          <a:xfrm>
            <a:off x="4249790" y="3288333"/>
            <a:ext cx="1226618" cy="320088"/>
          </a:xfrm>
          <a:prstGeom prst="rect">
            <a:avLst/>
          </a:prstGeom>
          <a:noFill/>
        </p:spPr>
        <p:txBody>
          <a:bodyPr wrap="non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sz="1600" b="1" spc="-150" dirty="0" smtClean="0">
                <a:solidFill>
                  <a:srgbClr val="FFFF00"/>
                </a:solidFill>
                <a:effectLst>
                  <a:glow rad="228600">
                    <a:srgbClr val="C0504D">
                      <a:satMod val="175000"/>
                      <a:alpha val="40000"/>
                    </a:srgbClr>
                  </a:glow>
                </a:effectLst>
                <a:latin typeface="Courier New" pitchFamily="49" charset="0"/>
                <a:cs typeface="Courier New" pitchFamily="49" charset="0"/>
              </a:rPr>
              <a:t>Dual-Stack</a:t>
            </a:r>
            <a:endParaRPr kumimoji="0" lang="en-US" sz="1600" b="1" i="0" u="none" strike="noStrike" kern="1200" cap="none" spc="-150" normalizeH="0" baseline="0" noProof="0" dirty="0">
              <a:ln>
                <a:noFill/>
              </a:ln>
              <a:solidFill>
                <a:srgbClr val="FFFF00"/>
              </a:solidFill>
              <a:effectLst>
                <a:glow rad="228600">
                  <a:srgbClr val="C0504D">
                    <a:satMod val="175000"/>
                    <a:alpha val="40000"/>
                  </a:srgbClr>
                </a:glow>
              </a:effectLst>
              <a:uLnTx/>
              <a:uFillTx/>
              <a:latin typeface="Courier New" pitchFamily="49" charset="0"/>
              <a:cs typeface="Courier New" pitchFamily="49" charset="0"/>
            </a:endParaRPr>
          </a:p>
        </p:txBody>
      </p:sp>
      <p:sp>
        <p:nvSpPr>
          <p:cNvPr id="30" name="TextBox 29"/>
          <p:cNvSpPr txBox="1"/>
          <p:nvPr/>
        </p:nvSpPr>
        <p:spPr>
          <a:xfrm>
            <a:off x="4863099" y="3714845"/>
            <a:ext cx="1234183" cy="320088"/>
          </a:xfrm>
          <a:prstGeom prst="rect">
            <a:avLst/>
          </a:prstGeom>
          <a:noFill/>
          <a:ln w="28575">
            <a:noFill/>
          </a:ln>
        </p:spPr>
        <p:txBody>
          <a:bodyPr wrap="square" rtlCol="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150" normalizeH="0" baseline="0" noProof="0" dirty="0" smtClean="0">
                <a:ln>
                  <a:noFill/>
                </a:ln>
                <a:solidFill>
                  <a:srgbClr val="0070C0"/>
                </a:solidFill>
                <a:effectLst/>
                <a:uLnTx/>
                <a:uFillTx/>
                <a:latin typeface="Courier New" pitchFamily="49" charset="0"/>
                <a:ea typeface="+mn-ea"/>
                <a:cs typeface="Courier New" pitchFamily="49" charset="0"/>
              </a:rPr>
              <a:t>Link-local</a:t>
            </a:r>
            <a:endParaRPr kumimoji="0" lang="en-US" sz="1600" b="1" i="0" u="none" strike="noStrike" kern="1200" cap="none" spc="-150" normalizeH="0" baseline="0" noProof="0" dirty="0">
              <a:ln>
                <a:noFill/>
              </a:ln>
              <a:solidFill>
                <a:srgbClr val="0070C0"/>
              </a:solidFill>
              <a:effectLst/>
              <a:uLnTx/>
              <a:uFillTx/>
              <a:latin typeface="Courier New" pitchFamily="49" charset="0"/>
              <a:ea typeface="+mn-ea"/>
              <a:cs typeface="Courier New" pitchFamily="49" charset="0"/>
            </a:endParaRPr>
          </a:p>
        </p:txBody>
      </p:sp>
    </p:spTree>
    <p:extLst>
      <p:ext uri="{BB962C8B-B14F-4D97-AF65-F5344CB8AC3E}">
        <p14:creationId xmlns:p14="http://schemas.microsoft.com/office/powerpoint/2010/main" val="24881343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6" grpId="0" animBg="1"/>
      <p:bldP spid="28" grpId="0"/>
      <p:bldP spid="30"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dirty="0" smtClean="0">
                <a:ea typeface="宋体" panose="02010600030101010101" pitchFamily="2" charset="-122"/>
              </a:rPr>
              <a:t/>
            </a:r>
            <a:br>
              <a:rPr lang="en-US" altLang="zh-CN" dirty="0" smtClean="0">
                <a:ea typeface="宋体" panose="02010600030101010101" pitchFamily="2" charset="-122"/>
              </a:rPr>
            </a:br>
            <a:r>
              <a:rPr lang="en-US" altLang="zh-CN" sz="2400" dirty="0" smtClean="0">
                <a:ea typeface="宋体" panose="02010600030101010101" pitchFamily="2" charset="-122"/>
              </a:rPr>
              <a:t>SLAAC </a:t>
            </a:r>
            <a:r>
              <a:rPr lang="en-US" altLang="zh-CN" sz="2400" dirty="0">
                <a:ea typeface="宋体" panose="02010600030101010101" pitchFamily="2" charset="-122"/>
              </a:rPr>
              <a:t>(Stateless Address </a:t>
            </a:r>
            <a:r>
              <a:rPr lang="en-US" altLang="zh-CN" sz="2400" dirty="0" err="1" smtClean="0">
                <a:ea typeface="宋体" panose="02010600030101010101" pitchFamily="2" charset="-122"/>
              </a:rPr>
              <a:t>AutoConfiguration</a:t>
            </a:r>
            <a:r>
              <a:rPr lang="en-US" altLang="zh-CN" sz="2400" dirty="0" smtClean="0">
                <a:ea typeface="宋体" panose="02010600030101010101" pitchFamily="2" charset="-122"/>
              </a:rPr>
              <a:t>)</a:t>
            </a:r>
            <a:endParaRPr lang="en-US" altLang="zh-CN" sz="2400" dirty="0">
              <a:ea typeface="宋体" panose="02010600030101010101" pitchFamily="2" charset="-122"/>
            </a:endParaRPr>
          </a:p>
        </p:txBody>
      </p:sp>
      <p:cxnSp>
        <p:nvCxnSpPr>
          <p:cNvPr id="9" name="Straight Connector 8"/>
          <p:cNvCxnSpPr/>
          <p:nvPr/>
        </p:nvCxnSpPr>
        <p:spPr>
          <a:xfrm flipH="1" flipV="1">
            <a:off x="3852203" y="2338999"/>
            <a:ext cx="783507" cy="882497"/>
          </a:xfrm>
          <a:prstGeom prst="line">
            <a:avLst/>
          </a:prstGeom>
          <a:noFill/>
          <a:ln w="28575" cap="flat" cmpd="sng" algn="ctr">
            <a:solidFill>
              <a:schemeClr val="accent1"/>
            </a:solidFill>
            <a:prstDash val="solid"/>
          </a:ln>
          <a:effectLst/>
        </p:spPr>
      </p:cxnSp>
      <p:sp>
        <p:nvSpPr>
          <p:cNvPr id="10" name="Freeform 9"/>
          <p:cNvSpPr>
            <a:spLocks/>
          </p:cNvSpPr>
          <p:nvPr/>
        </p:nvSpPr>
        <p:spPr bwMode="auto">
          <a:xfrm>
            <a:off x="3003143" y="1346814"/>
            <a:ext cx="1573809" cy="992184"/>
          </a:xfrm>
          <a:custGeom>
            <a:avLst/>
            <a:gdLst>
              <a:gd name="T0" fmla="*/ 393 w 1012"/>
              <a:gd name="T1" fmla="*/ 595 h 638"/>
              <a:gd name="T2" fmla="*/ 453 w 1012"/>
              <a:gd name="T3" fmla="*/ 621 h 638"/>
              <a:gd name="T4" fmla="*/ 525 w 1012"/>
              <a:gd name="T5" fmla="*/ 638 h 638"/>
              <a:gd name="T6" fmla="*/ 574 w 1012"/>
              <a:gd name="T7" fmla="*/ 635 h 638"/>
              <a:gd name="T8" fmla="*/ 665 w 1012"/>
              <a:gd name="T9" fmla="*/ 614 h 638"/>
              <a:gd name="T10" fmla="*/ 711 w 1012"/>
              <a:gd name="T11" fmla="*/ 583 h 638"/>
              <a:gd name="T12" fmla="*/ 764 w 1012"/>
              <a:gd name="T13" fmla="*/ 578 h 638"/>
              <a:gd name="T14" fmla="*/ 841 w 1012"/>
              <a:gd name="T15" fmla="*/ 564 h 638"/>
              <a:gd name="T16" fmla="*/ 915 w 1012"/>
              <a:gd name="T17" fmla="*/ 528 h 638"/>
              <a:gd name="T18" fmla="*/ 942 w 1012"/>
              <a:gd name="T19" fmla="*/ 494 h 638"/>
              <a:gd name="T20" fmla="*/ 961 w 1012"/>
              <a:gd name="T21" fmla="*/ 455 h 638"/>
              <a:gd name="T22" fmla="*/ 961 w 1012"/>
              <a:gd name="T23" fmla="*/ 405 h 638"/>
              <a:gd name="T24" fmla="*/ 949 w 1012"/>
              <a:gd name="T25" fmla="*/ 364 h 638"/>
              <a:gd name="T26" fmla="*/ 968 w 1012"/>
              <a:gd name="T27" fmla="*/ 350 h 638"/>
              <a:gd name="T28" fmla="*/ 992 w 1012"/>
              <a:gd name="T29" fmla="*/ 331 h 638"/>
              <a:gd name="T30" fmla="*/ 1002 w 1012"/>
              <a:gd name="T31" fmla="*/ 314 h 638"/>
              <a:gd name="T32" fmla="*/ 1009 w 1012"/>
              <a:gd name="T33" fmla="*/ 288 h 638"/>
              <a:gd name="T34" fmla="*/ 1006 w 1012"/>
              <a:gd name="T35" fmla="*/ 261 h 638"/>
              <a:gd name="T36" fmla="*/ 997 w 1012"/>
              <a:gd name="T37" fmla="*/ 242 h 638"/>
              <a:gd name="T38" fmla="*/ 977 w 1012"/>
              <a:gd name="T39" fmla="*/ 223 h 638"/>
              <a:gd name="T40" fmla="*/ 946 w 1012"/>
              <a:gd name="T41" fmla="*/ 211 h 638"/>
              <a:gd name="T42" fmla="*/ 932 w 1012"/>
              <a:gd name="T43" fmla="*/ 182 h 638"/>
              <a:gd name="T44" fmla="*/ 922 w 1012"/>
              <a:gd name="T45" fmla="*/ 153 h 638"/>
              <a:gd name="T46" fmla="*/ 910 w 1012"/>
              <a:gd name="T47" fmla="*/ 136 h 638"/>
              <a:gd name="T48" fmla="*/ 889 w 1012"/>
              <a:gd name="T49" fmla="*/ 120 h 638"/>
              <a:gd name="T50" fmla="*/ 860 w 1012"/>
              <a:gd name="T51" fmla="*/ 103 h 638"/>
              <a:gd name="T52" fmla="*/ 833 w 1012"/>
              <a:gd name="T53" fmla="*/ 95 h 638"/>
              <a:gd name="T54" fmla="*/ 766 w 1012"/>
              <a:gd name="T55" fmla="*/ 98 h 638"/>
              <a:gd name="T56" fmla="*/ 718 w 1012"/>
              <a:gd name="T57" fmla="*/ 45 h 638"/>
              <a:gd name="T58" fmla="*/ 685 w 1012"/>
              <a:gd name="T59" fmla="*/ 21 h 638"/>
              <a:gd name="T60" fmla="*/ 646 w 1012"/>
              <a:gd name="T61" fmla="*/ 9 h 638"/>
              <a:gd name="T62" fmla="*/ 567 w 1012"/>
              <a:gd name="T63" fmla="*/ 0 h 638"/>
              <a:gd name="T64" fmla="*/ 513 w 1012"/>
              <a:gd name="T65" fmla="*/ 2 h 638"/>
              <a:gd name="T66" fmla="*/ 455 w 1012"/>
              <a:gd name="T67" fmla="*/ 14 h 638"/>
              <a:gd name="T68" fmla="*/ 415 w 1012"/>
              <a:gd name="T69" fmla="*/ 33 h 638"/>
              <a:gd name="T70" fmla="*/ 381 w 1012"/>
              <a:gd name="T71" fmla="*/ 72 h 638"/>
              <a:gd name="T72" fmla="*/ 347 w 1012"/>
              <a:gd name="T73" fmla="*/ 64 h 638"/>
              <a:gd name="T74" fmla="*/ 316 w 1012"/>
              <a:gd name="T75" fmla="*/ 57 h 638"/>
              <a:gd name="T76" fmla="*/ 237 w 1012"/>
              <a:gd name="T77" fmla="*/ 67 h 638"/>
              <a:gd name="T78" fmla="*/ 184 w 1012"/>
              <a:gd name="T79" fmla="*/ 95 h 638"/>
              <a:gd name="T80" fmla="*/ 163 w 1012"/>
              <a:gd name="T81" fmla="*/ 117 h 638"/>
              <a:gd name="T82" fmla="*/ 148 w 1012"/>
              <a:gd name="T83" fmla="*/ 139 h 638"/>
              <a:gd name="T84" fmla="*/ 139 w 1012"/>
              <a:gd name="T85" fmla="*/ 160 h 638"/>
              <a:gd name="T86" fmla="*/ 107 w 1012"/>
              <a:gd name="T87" fmla="*/ 201 h 638"/>
              <a:gd name="T88" fmla="*/ 69 w 1012"/>
              <a:gd name="T89" fmla="*/ 213 h 638"/>
              <a:gd name="T90" fmla="*/ 40 w 1012"/>
              <a:gd name="T91" fmla="*/ 235 h 638"/>
              <a:gd name="T92" fmla="*/ 9 w 1012"/>
              <a:gd name="T93" fmla="*/ 273 h 638"/>
              <a:gd name="T94" fmla="*/ 2 w 1012"/>
              <a:gd name="T95" fmla="*/ 331 h 638"/>
              <a:gd name="T96" fmla="*/ 14 w 1012"/>
              <a:gd name="T97" fmla="*/ 369 h 638"/>
              <a:gd name="T98" fmla="*/ 35 w 1012"/>
              <a:gd name="T99" fmla="*/ 395 h 638"/>
              <a:gd name="T100" fmla="*/ 60 w 1012"/>
              <a:gd name="T101" fmla="*/ 412 h 638"/>
              <a:gd name="T102" fmla="*/ 93 w 1012"/>
              <a:gd name="T103" fmla="*/ 424 h 638"/>
              <a:gd name="T104" fmla="*/ 105 w 1012"/>
              <a:gd name="T105" fmla="*/ 480 h 638"/>
              <a:gd name="T106" fmla="*/ 132 w 1012"/>
              <a:gd name="T107" fmla="*/ 513 h 638"/>
              <a:gd name="T108" fmla="*/ 189 w 1012"/>
              <a:gd name="T109" fmla="*/ 547 h 638"/>
              <a:gd name="T110" fmla="*/ 240 w 1012"/>
              <a:gd name="T111" fmla="*/ 556 h 638"/>
              <a:gd name="T112" fmla="*/ 319 w 1012"/>
              <a:gd name="T113" fmla="*/ 552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12" h="638">
                <a:moveTo>
                  <a:pt x="333" y="547"/>
                </a:moveTo>
                <a:lnTo>
                  <a:pt x="383" y="590"/>
                </a:lnTo>
                <a:lnTo>
                  <a:pt x="393" y="595"/>
                </a:lnTo>
                <a:lnTo>
                  <a:pt x="403" y="602"/>
                </a:lnTo>
                <a:lnTo>
                  <a:pt x="439" y="616"/>
                </a:lnTo>
                <a:lnTo>
                  <a:pt x="453" y="621"/>
                </a:lnTo>
                <a:lnTo>
                  <a:pt x="487" y="631"/>
                </a:lnTo>
                <a:lnTo>
                  <a:pt x="506" y="633"/>
                </a:lnTo>
                <a:lnTo>
                  <a:pt x="525" y="638"/>
                </a:lnTo>
                <a:lnTo>
                  <a:pt x="544" y="638"/>
                </a:lnTo>
                <a:lnTo>
                  <a:pt x="561" y="635"/>
                </a:lnTo>
                <a:lnTo>
                  <a:pt x="574" y="635"/>
                </a:lnTo>
                <a:lnTo>
                  <a:pt x="617" y="628"/>
                </a:lnTo>
                <a:lnTo>
                  <a:pt x="642" y="624"/>
                </a:lnTo>
                <a:lnTo>
                  <a:pt x="665" y="614"/>
                </a:lnTo>
                <a:lnTo>
                  <a:pt x="685" y="604"/>
                </a:lnTo>
                <a:lnTo>
                  <a:pt x="704" y="590"/>
                </a:lnTo>
                <a:lnTo>
                  <a:pt x="711" y="583"/>
                </a:lnTo>
                <a:lnTo>
                  <a:pt x="721" y="575"/>
                </a:lnTo>
                <a:lnTo>
                  <a:pt x="730" y="578"/>
                </a:lnTo>
                <a:lnTo>
                  <a:pt x="764" y="578"/>
                </a:lnTo>
                <a:lnTo>
                  <a:pt x="790" y="575"/>
                </a:lnTo>
                <a:lnTo>
                  <a:pt x="814" y="571"/>
                </a:lnTo>
                <a:lnTo>
                  <a:pt x="841" y="564"/>
                </a:lnTo>
                <a:lnTo>
                  <a:pt x="867" y="554"/>
                </a:lnTo>
                <a:lnTo>
                  <a:pt x="891" y="542"/>
                </a:lnTo>
                <a:lnTo>
                  <a:pt x="915" y="528"/>
                </a:lnTo>
                <a:lnTo>
                  <a:pt x="925" y="515"/>
                </a:lnTo>
                <a:lnTo>
                  <a:pt x="934" y="506"/>
                </a:lnTo>
                <a:lnTo>
                  <a:pt x="942" y="494"/>
                </a:lnTo>
                <a:lnTo>
                  <a:pt x="949" y="484"/>
                </a:lnTo>
                <a:lnTo>
                  <a:pt x="958" y="465"/>
                </a:lnTo>
                <a:lnTo>
                  <a:pt x="961" y="455"/>
                </a:lnTo>
                <a:lnTo>
                  <a:pt x="963" y="446"/>
                </a:lnTo>
                <a:lnTo>
                  <a:pt x="963" y="417"/>
                </a:lnTo>
                <a:lnTo>
                  <a:pt x="961" y="405"/>
                </a:lnTo>
                <a:lnTo>
                  <a:pt x="958" y="395"/>
                </a:lnTo>
                <a:lnTo>
                  <a:pt x="956" y="386"/>
                </a:lnTo>
                <a:lnTo>
                  <a:pt x="949" y="364"/>
                </a:lnTo>
                <a:lnTo>
                  <a:pt x="956" y="357"/>
                </a:lnTo>
                <a:lnTo>
                  <a:pt x="963" y="355"/>
                </a:lnTo>
                <a:lnTo>
                  <a:pt x="968" y="350"/>
                </a:lnTo>
                <a:lnTo>
                  <a:pt x="973" y="348"/>
                </a:lnTo>
                <a:lnTo>
                  <a:pt x="982" y="340"/>
                </a:lnTo>
                <a:lnTo>
                  <a:pt x="992" y="331"/>
                </a:lnTo>
                <a:lnTo>
                  <a:pt x="994" y="326"/>
                </a:lnTo>
                <a:lnTo>
                  <a:pt x="999" y="319"/>
                </a:lnTo>
                <a:lnTo>
                  <a:pt x="1002" y="314"/>
                </a:lnTo>
                <a:lnTo>
                  <a:pt x="1004" y="307"/>
                </a:lnTo>
                <a:lnTo>
                  <a:pt x="1006" y="297"/>
                </a:lnTo>
                <a:lnTo>
                  <a:pt x="1009" y="288"/>
                </a:lnTo>
                <a:lnTo>
                  <a:pt x="1011" y="275"/>
                </a:lnTo>
                <a:lnTo>
                  <a:pt x="1009" y="268"/>
                </a:lnTo>
                <a:lnTo>
                  <a:pt x="1006" y="261"/>
                </a:lnTo>
                <a:lnTo>
                  <a:pt x="1004" y="254"/>
                </a:lnTo>
                <a:lnTo>
                  <a:pt x="1002" y="247"/>
                </a:lnTo>
                <a:lnTo>
                  <a:pt x="997" y="242"/>
                </a:lnTo>
                <a:lnTo>
                  <a:pt x="994" y="237"/>
                </a:lnTo>
                <a:lnTo>
                  <a:pt x="987" y="230"/>
                </a:lnTo>
                <a:lnTo>
                  <a:pt x="977" y="223"/>
                </a:lnTo>
                <a:lnTo>
                  <a:pt x="965" y="218"/>
                </a:lnTo>
                <a:lnTo>
                  <a:pt x="961" y="215"/>
                </a:lnTo>
                <a:lnTo>
                  <a:pt x="946" y="211"/>
                </a:lnTo>
                <a:lnTo>
                  <a:pt x="937" y="206"/>
                </a:lnTo>
                <a:lnTo>
                  <a:pt x="934" y="194"/>
                </a:lnTo>
                <a:lnTo>
                  <a:pt x="932" y="182"/>
                </a:lnTo>
                <a:lnTo>
                  <a:pt x="927" y="172"/>
                </a:lnTo>
                <a:lnTo>
                  <a:pt x="925" y="160"/>
                </a:lnTo>
                <a:lnTo>
                  <a:pt x="922" y="153"/>
                </a:lnTo>
                <a:lnTo>
                  <a:pt x="917" y="148"/>
                </a:lnTo>
                <a:lnTo>
                  <a:pt x="915" y="144"/>
                </a:lnTo>
                <a:lnTo>
                  <a:pt x="910" y="136"/>
                </a:lnTo>
                <a:lnTo>
                  <a:pt x="903" y="132"/>
                </a:lnTo>
                <a:lnTo>
                  <a:pt x="898" y="124"/>
                </a:lnTo>
                <a:lnTo>
                  <a:pt x="889" y="120"/>
                </a:lnTo>
                <a:lnTo>
                  <a:pt x="882" y="112"/>
                </a:lnTo>
                <a:lnTo>
                  <a:pt x="870" y="108"/>
                </a:lnTo>
                <a:lnTo>
                  <a:pt x="860" y="103"/>
                </a:lnTo>
                <a:lnTo>
                  <a:pt x="850" y="100"/>
                </a:lnTo>
                <a:lnTo>
                  <a:pt x="843" y="98"/>
                </a:lnTo>
                <a:lnTo>
                  <a:pt x="833" y="95"/>
                </a:lnTo>
                <a:lnTo>
                  <a:pt x="826" y="93"/>
                </a:lnTo>
                <a:lnTo>
                  <a:pt x="795" y="93"/>
                </a:lnTo>
                <a:lnTo>
                  <a:pt x="766" y="98"/>
                </a:lnTo>
                <a:lnTo>
                  <a:pt x="752" y="103"/>
                </a:lnTo>
                <a:lnTo>
                  <a:pt x="737" y="69"/>
                </a:lnTo>
                <a:lnTo>
                  <a:pt x="718" y="45"/>
                </a:lnTo>
                <a:lnTo>
                  <a:pt x="709" y="38"/>
                </a:lnTo>
                <a:lnTo>
                  <a:pt x="697" y="28"/>
                </a:lnTo>
                <a:lnTo>
                  <a:pt x="685" y="21"/>
                </a:lnTo>
                <a:lnTo>
                  <a:pt x="673" y="16"/>
                </a:lnTo>
                <a:lnTo>
                  <a:pt x="661" y="14"/>
                </a:lnTo>
                <a:lnTo>
                  <a:pt x="646" y="9"/>
                </a:lnTo>
                <a:lnTo>
                  <a:pt x="632" y="7"/>
                </a:lnTo>
                <a:lnTo>
                  <a:pt x="620" y="4"/>
                </a:lnTo>
                <a:lnTo>
                  <a:pt x="567" y="0"/>
                </a:lnTo>
                <a:lnTo>
                  <a:pt x="542" y="0"/>
                </a:lnTo>
                <a:lnTo>
                  <a:pt x="530" y="2"/>
                </a:lnTo>
                <a:lnTo>
                  <a:pt x="513" y="2"/>
                </a:lnTo>
                <a:lnTo>
                  <a:pt x="484" y="7"/>
                </a:lnTo>
                <a:lnTo>
                  <a:pt x="470" y="12"/>
                </a:lnTo>
                <a:lnTo>
                  <a:pt x="455" y="14"/>
                </a:lnTo>
                <a:lnTo>
                  <a:pt x="441" y="19"/>
                </a:lnTo>
                <a:lnTo>
                  <a:pt x="427" y="26"/>
                </a:lnTo>
                <a:lnTo>
                  <a:pt x="415" y="33"/>
                </a:lnTo>
                <a:lnTo>
                  <a:pt x="395" y="48"/>
                </a:lnTo>
                <a:lnTo>
                  <a:pt x="388" y="57"/>
                </a:lnTo>
                <a:lnTo>
                  <a:pt x="381" y="72"/>
                </a:lnTo>
                <a:lnTo>
                  <a:pt x="379" y="79"/>
                </a:lnTo>
                <a:lnTo>
                  <a:pt x="360" y="69"/>
                </a:lnTo>
                <a:lnTo>
                  <a:pt x="347" y="64"/>
                </a:lnTo>
                <a:lnTo>
                  <a:pt x="338" y="62"/>
                </a:lnTo>
                <a:lnTo>
                  <a:pt x="326" y="60"/>
                </a:lnTo>
                <a:lnTo>
                  <a:pt x="316" y="57"/>
                </a:lnTo>
                <a:lnTo>
                  <a:pt x="271" y="57"/>
                </a:lnTo>
                <a:lnTo>
                  <a:pt x="247" y="62"/>
                </a:lnTo>
                <a:lnTo>
                  <a:pt x="237" y="67"/>
                </a:lnTo>
                <a:lnTo>
                  <a:pt x="201" y="81"/>
                </a:lnTo>
                <a:lnTo>
                  <a:pt x="192" y="88"/>
                </a:lnTo>
                <a:lnTo>
                  <a:pt x="184" y="95"/>
                </a:lnTo>
                <a:lnTo>
                  <a:pt x="175" y="103"/>
                </a:lnTo>
                <a:lnTo>
                  <a:pt x="170" y="110"/>
                </a:lnTo>
                <a:lnTo>
                  <a:pt x="163" y="117"/>
                </a:lnTo>
                <a:lnTo>
                  <a:pt x="158" y="124"/>
                </a:lnTo>
                <a:lnTo>
                  <a:pt x="151" y="129"/>
                </a:lnTo>
                <a:lnTo>
                  <a:pt x="148" y="139"/>
                </a:lnTo>
                <a:lnTo>
                  <a:pt x="143" y="146"/>
                </a:lnTo>
                <a:lnTo>
                  <a:pt x="141" y="153"/>
                </a:lnTo>
                <a:lnTo>
                  <a:pt x="139" y="160"/>
                </a:lnTo>
                <a:lnTo>
                  <a:pt x="136" y="168"/>
                </a:lnTo>
                <a:lnTo>
                  <a:pt x="136" y="201"/>
                </a:lnTo>
                <a:lnTo>
                  <a:pt x="107" y="201"/>
                </a:lnTo>
                <a:lnTo>
                  <a:pt x="88" y="206"/>
                </a:lnTo>
                <a:lnTo>
                  <a:pt x="79" y="211"/>
                </a:lnTo>
                <a:lnTo>
                  <a:pt x="69" y="213"/>
                </a:lnTo>
                <a:lnTo>
                  <a:pt x="60" y="220"/>
                </a:lnTo>
                <a:lnTo>
                  <a:pt x="50" y="225"/>
                </a:lnTo>
                <a:lnTo>
                  <a:pt x="40" y="235"/>
                </a:lnTo>
                <a:lnTo>
                  <a:pt x="31" y="242"/>
                </a:lnTo>
                <a:lnTo>
                  <a:pt x="16" y="261"/>
                </a:lnTo>
                <a:lnTo>
                  <a:pt x="9" y="273"/>
                </a:lnTo>
                <a:lnTo>
                  <a:pt x="0" y="302"/>
                </a:lnTo>
                <a:lnTo>
                  <a:pt x="0" y="316"/>
                </a:lnTo>
                <a:lnTo>
                  <a:pt x="2" y="331"/>
                </a:lnTo>
                <a:lnTo>
                  <a:pt x="4" y="345"/>
                </a:lnTo>
                <a:lnTo>
                  <a:pt x="7" y="357"/>
                </a:lnTo>
                <a:lnTo>
                  <a:pt x="14" y="369"/>
                </a:lnTo>
                <a:lnTo>
                  <a:pt x="19" y="379"/>
                </a:lnTo>
                <a:lnTo>
                  <a:pt x="26" y="388"/>
                </a:lnTo>
                <a:lnTo>
                  <a:pt x="35" y="395"/>
                </a:lnTo>
                <a:lnTo>
                  <a:pt x="43" y="403"/>
                </a:lnTo>
                <a:lnTo>
                  <a:pt x="50" y="408"/>
                </a:lnTo>
                <a:lnTo>
                  <a:pt x="60" y="412"/>
                </a:lnTo>
                <a:lnTo>
                  <a:pt x="67" y="417"/>
                </a:lnTo>
                <a:lnTo>
                  <a:pt x="88" y="424"/>
                </a:lnTo>
                <a:lnTo>
                  <a:pt x="93" y="424"/>
                </a:lnTo>
                <a:lnTo>
                  <a:pt x="93" y="451"/>
                </a:lnTo>
                <a:lnTo>
                  <a:pt x="100" y="472"/>
                </a:lnTo>
                <a:lnTo>
                  <a:pt x="105" y="480"/>
                </a:lnTo>
                <a:lnTo>
                  <a:pt x="110" y="489"/>
                </a:lnTo>
                <a:lnTo>
                  <a:pt x="124" y="504"/>
                </a:lnTo>
                <a:lnTo>
                  <a:pt x="132" y="513"/>
                </a:lnTo>
                <a:lnTo>
                  <a:pt x="160" y="535"/>
                </a:lnTo>
                <a:lnTo>
                  <a:pt x="172" y="542"/>
                </a:lnTo>
                <a:lnTo>
                  <a:pt x="189" y="547"/>
                </a:lnTo>
                <a:lnTo>
                  <a:pt x="203" y="552"/>
                </a:lnTo>
                <a:lnTo>
                  <a:pt x="227" y="556"/>
                </a:lnTo>
                <a:lnTo>
                  <a:pt x="240" y="556"/>
                </a:lnTo>
                <a:lnTo>
                  <a:pt x="249" y="559"/>
                </a:lnTo>
                <a:lnTo>
                  <a:pt x="268" y="559"/>
                </a:lnTo>
                <a:lnTo>
                  <a:pt x="319" y="552"/>
                </a:lnTo>
                <a:lnTo>
                  <a:pt x="333" y="547"/>
                </a:lnTo>
              </a:path>
            </a:pathLst>
          </a:custGeom>
          <a:noFill/>
          <a:ln w="28575" cap="flat" cmpd="sng" algn="ctr">
            <a:solidFill>
              <a:schemeClr val="accent1"/>
            </a:solidFill>
            <a:prstDash val="solid"/>
          </a:ln>
          <a:effectLst/>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itchFamily="34" charset="0"/>
              <a:ea typeface="+mn-ea"/>
              <a:cs typeface="+mn-cs"/>
            </a:endParaRPr>
          </a:p>
        </p:txBody>
      </p:sp>
      <p:pic>
        <p:nvPicPr>
          <p:cNvPr id="11" name="Picture 8" descr="Rou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54353" y="3207428"/>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flipV="1">
            <a:off x="4971805" y="2338999"/>
            <a:ext cx="783507" cy="882497"/>
          </a:xfrm>
          <a:prstGeom prst="line">
            <a:avLst/>
          </a:prstGeom>
          <a:noFill/>
          <a:ln w="28575" cap="flat" cmpd="sng" algn="ctr">
            <a:solidFill>
              <a:schemeClr val="accent1"/>
            </a:solidFill>
            <a:prstDash val="solid"/>
          </a:ln>
          <a:effectLst/>
        </p:spPr>
      </p:cxnSp>
      <p:sp>
        <p:nvSpPr>
          <p:cNvPr id="13" name="Freeform 12"/>
          <p:cNvSpPr>
            <a:spLocks/>
          </p:cNvSpPr>
          <p:nvPr/>
        </p:nvSpPr>
        <p:spPr bwMode="auto">
          <a:xfrm>
            <a:off x="4971805" y="1346814"/>
            <a:ext cx="1573809" cy="992184"/>
          </a:xfrm>
          <a:custGeom>
            <a:avLst/>
            <a:gdLst>
              <a:gd name="T0" fmla="*/ 393 w 1012"/>
              <a:gd name="T1" fmla="*/ 595 h 638"/>
              <a:gd name="T2" fmla="*/ 453 w 1012"/>
              <a:gd name="T3" fmla="*/ 621 h 638"/>
              <a:gd name="T4" fmla="*/ 525 w 1012"/>
              <a:gd name="T5" fmla="*/ 638 h 638"/>
              <a:gd name="T6" fmla="*/ 574 w 1012"/>
              <a:gd name="T7" fmla="*/ 635 h 638"/>
              <a:gd name="T8" fmla="*/ 665 w 1012"/>
              <a:gd name="T9" fmla="*/ 614 h 638"/>
              <a:gd name="T10" fmla="*/ 711 w 1012"/>
              <a:gd name="T11" fmla="*/ 583 h 638"/>
              <a:gd name="T12" fmla="*/ 764 w 1012"/>
              <a:gd name="T13" fmla="*/ 578 h 638"/>
              <a:gd name="T14" fmla="*/ 841 w 1012"/>
              <a:gd name="T15" fmla="*/ 564 h 638"/>
              <a:gd name="T16" fmla="*/ 915 w 1012"/>
              <a:gd name="T17" fmla="*/ 528 h 638"/>
              <a:gd name="T18" fmla="*/ 942 w 1012"/>
              <a:gd name="T19" fmla="*/ 494 h 638"/>
              <a:gd name="T20" fmla="*/ 961 w 1012"/>
              <a:gd name="T21" fmla="*/ 455 h 638"/>
              <a:gd name="T22" fmla="*/ 961 w 1012"/>
              <a:gd name="T23" fmla="*/ 405 h 638"/>
              <a:gd name="T24" fmla="*/ 949 w 1012"/>
              <a:gd name="T25" fmla="*/ 364 h 638"/>
              <a:gd name="T26" fmla="*/ 968 w 1012"/>
              <a:gd name="T27" fmla="*/ 350 h 638"/>
              <a:gd name="T28" fmla="*/ 992 w 1012"/>
              <a:gd name="T29" fmla="*/ 331 h 638"/>
              <a:gd name="T30" fmla="*/ 1002 w 1012"/>
              <a:gd name="T31" fmla="*/ 314 h 638"/>
              <a:gd name="T32" fmla="*/ 1009 w 1012"/>
              <a:gd name="T33" fmla="*/ 288 h 638"/>
              <a:gd name="T34" fmla="*/ 1006 w 1012"/>
              <a:gd name="T35" fmla="*/ 261 h 638"/>
              <a:gd name="T36" fmla="*/ 997 w 1012"/>
              <a:gd name="T37" fmla="*/ 242 h 638"/>
              <a:gd name="T38" fmla="*/ 977 w 1012"/>
              <a:gd name="T39" fmla="*/ 223 h 638"/>
              <a:gd name="T40" fmla="*/ 946 w 1012"/>
              <a:gd name="T41" fmla="*/ 211 h 638"/>
              <a:gd name="T42" fmla="*/ 932 w 1012"/>
              <a:gd name="T43" fmla="*/ 182 h 638"/>
              <a:gd name="T44" fmla="*/ 922 w 1012"/>
              <a:gd name="T45" fmla="*/ 153 h 638"/>
              <a:gd name="T46" fmla="*/ 910 w 1012"/>
              <a:gd name="T47" fmla="*/ 136 h 638"/>
              <a:gd name="T48" fmla="*/ 889 w 1012"/>
              <a:gd name="T49" fmla="*/ 120 h 638"/>
              <a:gd name="T50" fmla="*/ 860 w 1012"/>
              <a:gd name="T51" fmla="*/ 103 h 638"/>
              <a:gd name="T52" fmla="*/ 833 w 1012"/>
              <a:gd name="T53" fmla="*/ 95 h 638"/>
              <a:gd name="T54" fmla="*/ 766 w 1012"/>
              <a:gd name="T55" fmla="*/ 98 h 638"/>
              <a:gd name="T56" fmla="*/ 718 w 1012"/>
              <a:gd name="T57" fmla="*/ 45 h 638"/>
              <a:gd name="T58" fmla="*/ 685 w 1012"/>
              <a:gd name="T59" fmla="*/ 21 h 638"/>
              <a:gd name="T60" fmla="*/ 646 w 1012"/>
              <a:gd name="T61" fmla="*/ 9 h 638"/>
              <a:gd name="T62" fmla="*/ 567 w 1012"/>
              <a:gd name="T63" fmla="*/ 0 h 638"/>
              <a:gd name="T64" fmla="*/ 513 w 1012"/>
              <a:gd name="T65" fmla="*/ 2 h 638"/>
              <a:gd name="T66" fmla="*/ 455 w 1012"/>
              <a:gd name="T67" fmla="*/ 14 h 638"/>
              <a:gd name="T68" fmla="*/ 415 w 1012"/>
              <a:gd name="T69" fmla="*/ 33 h 638"/>
              <a:gd name="T70" fmla="*/ 381 w 1012"/>
              <a:gd name="T71" fmla="*/ 72 h 638"/>
              <a:gd name="T72" fmla="*/ 347 w 1012"/>
              <a:gd name="T73" fmla="*/ 64 h 638"/>
              <a:gd name="T74" fmla="*/ 316 w 1012"/>
              <a:gd name="T75" fmla="*/ 57 h 638"/>
              <a:gd name="T76" fmla="*/ 237 w 1012"/>
              <a:gd name="T77" fmla="*/ 67 h 638"/>
              <a:gd name="T78" fmla="*/ 184 w 1012"/>
              <a:gd name="T79" fmla="*/ 95 h 638"/>
              <a:gd name="T80" fmla="*/ 163 w 1012"/>
              <a:gd name="T81" fmla="*/ 117 h 638"/>
              <a:gd name="T82" fmla="*/ 148 w 1012"/>
              <a:gd name="T83" fmla="*/ 139 h 638"/>
              <a:gd name="T84" fmla="*/ 139 w 1012"/>
              <a:gd name="T85" fmla="*/ 160 h 638"/>
              <a:gd name="T86" fmla="*/ 107 w 1012"/>
              <a:gd name="T87" fmla="*/ 201 h 638"/>
              <a:gd name="T88" fmla="*/ 69 w 1012"/>
              <a:gd name="T89" fmla="*/ 213 h 638"/>
              <a:gd name="T90" fmla="*/ 40 w 1012"/>
              <a:gd name="T91" fmla="*/ 235 h 638"/>
              <a:gd name="T92" fmla="*/ 9 w 1012"/>
              <a:gd name="T93" fmla="*/ 273 h 638"/>
              <a:gd name="T94" fmla="*/ 2 w 1012"/>
              <a:gd name="T95" fmla="*/ 331 h 638"/>
              <a:gd name="T96" fmla="*/ 14 w 1012"/>
              <a:gd name="T97" fmla="*/ 369 h 638"/>
              <a:gd name="T98" fmla="*/ 35 w 1012"/>
              <a:gd name="T99" fmla="*/ 395 h 638"/>
              <a:gd name="T100" fmla="*/ 60 w 1012"/>
              <a:gd name="T101" fmla="*/ 412 h 638"/>
              <a:gd name="T102" fmla="*/ 93 w 1012"/>
              <a:gd name="T103" fmla="*/ 424 h 638"/>
              <a:gd name="T104" fmla="*/ 105 w 1012"/>
              <a:gd name="T105" fmla="*/ 480 h 638"/>
              <a:gd name="T106" fmla="*/ 132 w 1012"/>
              <a:gd name="T107" fmla="*/ 513 h 638"/>
              <a:gd name="T108" fmla="*/ 189 w 1012"/>
              <a:gd name="T109" fmla="*/ 547 h 638"/>
              <a:gd name="T110" fmla="*/ 240 w 1012"/>
              <a:gd name="T111" fmla="*/ 556 h 638"/>
              <a:gd name="T112" fmla="*/ 319 w 1012"/>
              <a:gd name="T113" fmla="*/ 552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12" h="638">
                <a:moveTo>
                  <a:pt x="333" y="547"/>
                </a:moveTo>
                <a:lnTo>
                  <a:pt x="383" y="590"/>
                </a:lnTo>
                <a:lnTo>
                  <a:pt x="393" y="595"/>
                </a:lnTo>
                <a:lnTo>
                  <a:pt x="403" y="602"/>
                </a:lnTo>
                <a:lnTo>
                  <a:pt x="439" y="616"/>
                </a:lnTo>
                <a:lnTo>
                  <a:pt x="453" y="621"/>
                </a:lnTo>
                <a:lnTo>
                  <a:pt x="487" y="631"/>
                </a:lnTo>
                <a:lnTo>
                  <a:pt x="506" y="633"/>
                </a:lnTo>
                <a:lnTo>
                  <a:pt x="525" y="638"/>
                </a:lnTo>
                <a:lnTo>
                  <a:pt x="544" y="638"/>
                </a:lnTo>
                <a:lnTo>
                  <a:pt x="561" y="635"/>
                </a:lnTo>
                <a:lnTo>
                  <a:pt x="574" y="635"/>
                </a:lnTo>
                <a:lnTo>
                  <a:pt x="617" y="628"/>
                </a:lnTo>
                <a:lnTo>
                  <a:pt x="642" y="624"/>
                </a:lnTo>
                <a:lnTo>
                  <a:pt x="665" y="614"/>
                </a:lnTo>
                <a:lnTo>
                  <a:pt x="685" y="604"/>
                </a:lnTo>
                <a:lnTo>
                  <a:pt x="704" y="590"/>
                </a:lnTo>
                <a:lnTo>
                  <a:pt x="711" y="583"/>
                </a:lnTo>
                <a:lnTo>
                  <a:pt x="721" y="575"/>
                </a:lnTo>
                <a:lnTo>
                  <a:pt x="730" y="578"/>
                </a:lnTo>
                <a:lnTo>
                  <a:pt x="764" y="578"/>
                </a:lnTo>
                <a:lnTo>
                  <a:pt x="790" y="575"/>
                </a:lnTo>
                <a:lnTo>
                  <a:pt x="814" y="571"/>
                </a:lnTo>
                <a:lnTo>
                  <a:pt x="841" y="564"/>
                </a:lnTo>
                <a:lnTo>
                  <a:pt x="867" y="554"/>
                </a:lnTo>
                <a:lnTo>
                  <a:pt x="891" y="542"/>
                </a:lnTo>
                <a:lnTo>
                  <a:pt x="915" y="528"/>
                </a:lnTo>
                <a:lnTo>
                  <a:pt x="925" y="515"/>
                </a:lnTo>
                <a:lnTo>
                  <a:pt x="934" y="506"/>
                </a:lnTo>
                <a:lnTo>
                  <a:pt x="942" y="494"/>
                </a:lnTo>
                <a:lnTo>
                  <a:pt x="949" y="484"/>
                </a:lnTo>
                <a:lnTo>
                  <a:pt x="958" y="465"/>
                </a:lnTo>
                <a:lnTo>
                  <a:pt x="961" y="455"/>
                </a:lnTo>
                <a:lnTo>
                  <a:pt x="963" y="446"/>
                </a:lnTo>
                <a:lnTo>
                  <a:pt x="963" y="417"/>
                </a:lnTo>
                <a:lnTo>
                  <a:pt x="961" y="405"/>
                </a:lnTo>
                <a:lnTo>
                  <a:pt x="958" y="395"/>
                </a:lnTo>
                <a:lnTo>
                  <a:pt x="956" y="386"/>
                </a:lnTo>
                <a:lnTo>
                  <a:pt x="949" y="364"/>
                </a:lnTo>
                <a:lnTo>
                  <a:pt x="956" y="357"/>
                </a:lnTo>
                <a:lnTo>
                  <a:pt x="963" y="355"/>
                </a:lnTo>
                <a:lnTo>
                  <a:pt x="968" y="350"/>
                </a:lnTo>
                <a:lnTo>
                  <a:pt x="973" y="348"/>
                </a:lnTo>
                <a:lnTo>
                  <a:pt x="982" y="340"/>
                </a:lnTo>
                <a:lnTo>
                  <a:pt x="992" y="331"/>
                </a:lnTo>
                <a:lnTo>
                  <a:pt x="994" y="326"/>
                </a:lnTo>
                <a:lnTo>
                  <a:pt x="999" y="319"/>
                </a:lnTo>
                <a:lnTo>
                  <a:pt x="1002" y="314"/>
                </a:lnTo>
                <a:lnTo>
                  <a:pt x="1004" y="307"/>
                </a:lnTo>
                <a:lnTo>
                  <a:pt x="1006" y="297"/>
                </a:lnTo>
                <a:lnTo>
                  <a:pt x="1009" y="288"/>
                </a:lnTo>
                <a:lnTo>
                  <a:pt x="1011" y="275"/>
                </a:lnTo>
                <a:lnTo>
                  <a:pt x="1009" y="268"/>
                </a:lnTo>
                <a:lnTo>
                  <a:pt x="1006" y="261"/>
                </a:lnTo>
                <a:lnTo>
                  <a:pt x="1004" y="254"/>
                </a:lnTo>
                <a:lnTo>
                  <a:pt x="1002" y="247"/>
                </a:lnTo>
                <a:lnTo>
                  <a:pt x="997" y="242"/>
                </a:lnTo>
                <a:lnTo>
                  <a:pt x="994" y="237"/>
                </a:lnTo>
                <a:lnTo>
                  <a:pt x="987" y="230"/>
                </a:lnTo>
                <a:lnTo>
                  <a:pt x="977" y="223"/>
                </a:lnTo>
                <a:lnTo>
                  <a:pt x="965" y="218"/>
                </a:lnTo>
                <a:lnTo>
                  <a:pt x="961" y="215"/>
                </a:lnTo>
                <a:lnTo>
                  <a:pt x="946" y="211"/>
                </a:lnTo>
                <a:lnTo>
                  <a:pt x="937" y="206"/>
                </a:lnTo>
                <a:lnTo>
                  <a:pt x="934" y="194"/>
                </a:lnTo>
                <a:lnTo>
                  <a:pt x="932" y="182"/>
                </a:lnTo>
                <a:lnTo>
                  <a:pt x="927" y="172"/>
                </a:lnTo>
                <a:lnTo>
                  <a:pt x="925" y="160"/>
                </a:lnTo>
                <a:lnTo>
                  <a:pt x="922" y="153"/>
                </a:lnTo>
                <a:lnTo>
                  <a:pt x="917" y="148"/>
                </a:lnTo>
                <a:lnTo>
                  <a:pt x="915" y="144"/>
                </a:lnTo>
                <a:lnTo>
                  <a:pt x="910" y="136"/>
                </a:lnTo>
                <a:lnTo>
                  <a:pt x="903" y="132"/>
                </a:lnTo>
                <a:lnTo>
                  <a:pt x="898" y="124"/>
                </a:lnTo>
                <a:lnTo>
                  <a:pt x="889" y="120"/>
                </a:lnTo>
                <a:lnTo>
                  <a:pt x="882" y="112"/>
                </a:lnTo>
                <a:lnTo>
                  <a:pt x="870" y="108"/>
                </a:lnTo>
                <a:lnTo>
                  <a:pt x="860" y="103"/>
                </a:lnTo>
                <a:lnTo>
                  <a:pt x="850" y="100"/>
                </a:lnTo>
                <a:lnTo>
                  <a:pt x="843" y="98"/>
                </a:lnTo>
                <a:lnTo>
                  <a:pt x="833" y="95"/>
                </a:lnTo>
                <a:lnTo>
                  <a:pt x="826" y="93"/>
                </a:lnTo>
                <a:lnTo>
                  <a:pt x="795" y="93"/>
                </a:lnTo>
                <a:lnTo>
                  <a:pt x="766" y="98"/>
                </a:lnTo>
                <a:lnTo>
                  <a:pt x="752" y="103"/>
                </a:lnTo>
                <a:lnTo>
                  <a:pt x="737" y="69"/>
                </a:lnTo>
                <a:lnTo>
                  <a:pt x="718" y="45"/>
                </a:lnTo>
                <a:lnTo>
                  <a:pt x="709" y="38"/>
                </a:lnTo>
                <a:lnTo>
                  <a:pt x="697" y="28"/>
                </a:lnTo>
                <a:lnTo>
                  <a:pt x="685" y="21"/>
                </a:lnTo>
                <a:lnTo>
                  <a:pt x="673" y="16"/>
                </a:lnTo>
                <a:lnTo>
                  <a:pt x="661" y="14"/>
                </a:lnTo>
                <a:lnTo>
                  <a:pt x="646" y="9"/>
                </a:lnTo>
                <a:lnTo>
                  <a:pt x="632" y="7"/>
                </a:lnTo>
                <a:lnTo>
                  <a:pt x="620" y="4"/>
                </a:lnTo>
                <a:lnTo>
                  <a:pt x="567" y="0"/>
                </a:lnTo>
                <a:lnTo>
                  <a:pt x="542" y="0"/>
                </a:lnTo>
                <a:lnTo>
                  <a:pt x="530" y="2"/>
                </a:lnTo>
                <a:lnTo>
                  <a:pt x="513" y="2"/>
                </a:lnTo>
                <a:lnTo>
                  <a:pt x="484" y="7"/>
                </a:lnTo>
                <a:lnTo>
                  <a:pt x="470" y="12"/>
                </a:lnTo>
                <a:lnTo>
                  <a:pt x="455" y="14"/>
                </a:lnTo>
                <a:lnTo>
                  <a:pt x="441" y="19"/>
                </a:lnTo>
                <a:lnTo>
                  <a:pt x="427" y="26"/>
                </a:lnTo>
                <a:lnTo>
                  <a:pt x="415" y="33"/>
                </a:lnTo>
                <a:lnTo>
                  <a:pt x="395" y="48"/>
                </a:lnTo>
                <a:lnTo>
                  <a:pt x="388" y="57"/>
                </a:lnTo>
                <a:lnTo>
                  <a:pt x="381" y="72"/>
                </a:lnTo>
                <a:lnTo>
                  <a:pt x="379" y="79"/>
                </a:lnTo>
                <a:lnTo>
                  <a:pt x="360" y="69"/>
                </a:lnTo>
                <a:lnTo>
                  <a:pt x="347" y="64"/>
                </a:lnTo>
                <a:lnTo>
                  <a:pt x="338" y="62"/>
                </a:lnTo>
                <a:lnTo>
                  <a:pt x="326" y="60"/>
                </a:lnTo>
                <a:lnTo>
                  <a:pt x="316" y="57"/>
                </a:lnTo>
                <a:lnTo>
                  <a:pt x="271" y="57"/>
                </a:lnTo>
                <a:lnTo>
                  <a:pt x="247" y="62"/>
                </a:lnTo>
                <a:lnTo>
                  <a:pt x="237" y="67"/>
                </a:lnTo>
                <a:lnTo>
                  <a:pt x="201" y="81"/>
                </a:lnTo>
                <a:lnTo>
                  <a:pt x="192" y="88"/>
                </a:lnTo>
                <a:lnTo>
                  <a:pt x="184" y="95"/>
                </a:lnTo>
                <a:lnTo>
                  <a:pt x="175" y="103"/>
                </a:lnTo>
                <a:lnTo>
                  <a:pt x="170" y="110"/>
                </a:lnTo>
                <a:lnTo>
                  <a:pt x="163" y="117"/>
                </a:lnTo>
                <a:lnTo>
                  <a:pt x="158" y="124"/>
                </a:lnTo>
                <a:lnTo>
                  <a:pt x="151" y="129"/>
                </a:lnTo>
                <a:lnTo>
                  <a:pt x="148" y="139"/>
                </a:lnTo>
                <a:lnTo>
                  <a:pt x="143" y="146"/>
                </a:lnTo>
                <a:lnTo>
                  <a:pt x="141" y="153"/>
                </a:lnTo>
                <a:lnTo>
                  <a:pt x="139" y="160"/>
                </a:lnTo>
                <a:lnTo>
                  <a:pt x="136" y="168"/>
                </a:lnTo>
                <a:lnTo>
                  <a:pt x="136" y="201"/>
                </a:lnTo>
                <a:lnTo>
                  <a:pt x="107" y="201"/>
                </a:lnTo>
                <a:lnTo>
                  <a:pt x="88" y="206"/>
                </a:lnTo>
                <a:lnTo>
                  <a:pt x="79" y="211"/>
                </a:lnTo>
                <a:lnTo>
                  <a:pt x="69" y="213"/>
                </a:lnTo>
                <a:lnTo>
                  <a:pt x="60" y="220"/>
                </a:lnTo>
                <a:lnTo>
                  <a:pt x="50" y="225"/>
                </a:lnTo>
                <a:lnTo>
                  <a:pt x="40" y="235"/>
                </a:lnTo>
                <a:lnTo>
                  <a:pt x="31" y="242"/>
                </a:lnTo>
                <a:lnTo>
                  <a:pt x="16" y="261"/>
                </a:lnTo>
                <a:lnTo>
                  <a:pt x="9" y="273"/>
                </a:lnTo>
                <a:lnTo>
                  <a:pt x="0" y="302"/>
                </a:lnTo>
                <a:lnTo>
                  <a:pt x="0" y="316"/>
                </a:lnTo>
                <a:lnTo>
                  <a:pt x="2" y="331"/>
                </a:lnTo>
                <a:lnTo>
                  <a:pt x="4" y="345"/>
                </a:lnTo>
                <a:lnTo>
                  <a:pt x="7" y="357"/>
                </a:lnTo>
                <a:lnTo>
                  <a:pt x="14" y="369"/>
                </a:lnTo>
                <a:lnTo>
                  <a:pt x="19" y="379"/>
                </a:lnTo>
                <a:lnTo>
                  <a:pt x="26" y="388"/>
                </a:lnTo>
                <a:lnTo>
                  <a:pt x="35" y="395"/>
                </a:lnTo>
                <a:lnTo>
                  <a:pt x="43" y="403"/>
                </a:lnTo>
                <a:lnTo>
                  <a:pt x="50" y="408"/>
                </a:lnTo>
                <a:lnTo>
                  <a:pt x="60" y="412"/>
                </a:lnTo>
                <a:lnTo>
                  <a:pt x="67" y="417"/>
                </a:lnTo>
                <a:lnTo>
                  <a:pt x="88" y="424"/>
                </a:lnTo>
                <a:lnTo>
                  <a:pt x="93" y="424"/>
                </a:lnTo>
                <a:lnTo>
                  <a:pt x="93" y="451"/>
                </a:lnTo>
                <a:lnTo>
                  <a:pt x="100" y="472"/>
                </a:lnTo>
                <a:lnTo>
                  <a:pt x="105" y="480"/>
                </a:lnTo>
                <a:lnTo>
                  <a:pt x="110" y="489"/>
                </a:lnTo>
                <a:lnTo>
                  <a:pt x="124" y="504"/>
                </a:lnTo>
                <a:lnTo>
                  <a:pt x="132" y="513"/>
                </a:lnTo>
                <a:lnTo>
                  <a:pt x="160" y="535"/>
                </a:lnTo>
                <a:lnTo>
                  <a:pt x="172" y="542"/>
                </a:lnTo>
                <a:lnTo>
                  <a:pt x="189" y="547"/>
                </a:lnTo>
                <a:lnTo>
                  <a:pt x="203" y="552"/>
                </a:lnTo>
                <a:lnTo>
                  <a:pt x="227" y="556"/>
                </a:lnTo>
                <a:lnTo>
                  <a:pt x="240" y="556"/>
                </a:lnTo>
                <a:lnTo>
                  <a:pt x="249" y="559"/>
                </a:lnTo>
                <a:lnTo>
                  <a:pt x="268" y="559"/>
                </a:lnTo>
                <a:lnTo>
                  <a:pt x="319" y="552"/>
                </a:lnTo>
                <a:lnTo>
                  <a:pt x="333" y="547"/>
                </a:lnTo>
              </a:path>
            </a:pathLst>
          </a:custGeom>
          <a:noFill/>
          <a:ln w="28575" cap="flat" cmpd="sng" algn="ctr">
            <a:solidFill>
              <a:schemeClr val="accent1"/>
            </a:solidFill>
            <a:prstDash val="solid"/>
          </a:ln>
          <a:effectLst/>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algn="l" defTabSz="914400" rtl="0" eaLnBrk="0" fontAlgn="base" latinLnBrk="0" hangingPunct="0">
              <a:lnSpc>
                <a:spcPct val="9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9" name="TextBox 18"/>
          <p:cNvSpPr txBox="1"/>
          <p:nvPr/>
        </p:nvSpPr>
        <p:spPr>
          <a:xfrm>
            <a:off x="3145479" y="1685940"/>
            <a:ext cx="1289135" cy="320088"/>
          </a:xfrm>
          <a:prstGeom prst="rect">
            <a:avLst/>
          </a:prstGeom>
          <a:noFill/>
        </p:spPr>
        <p:txBody>
          <a:bodyPr wrap="non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300" normalizeH="0" baseline="0" noProof="0" smtClean="0">
                <a:ln>
                  <a:noFill/>
                </a:ln>
                <a:solidFill>
                  <a:srgbClr val="0070C0"/>
                </a:solidFill>
                <a:effectLst/>
                <a:uLnTx/>
                <a:uFillTx/>
                <a:latin typeface="Courier New" pitchFamily="49" charset="0"/>
                <a:ea typeface="+mn-ea"/>
                <a:cs typeface="Courier New" pitchFamily="49" charset="0"/>
              </a:rPr>
              <a:t>IPv4 Internet</a:t>
            </a:r>
            <a:endParaRPr kumimoji="0" lang="en-US" sz="1600" b="1" i="0" u="none" strike="noStrike" kern="1200" cap="none" spc="-300" normalizeH="0" baseline="0" noProof="0">
              <a:ln>
                <a:noFill/>
              </a:ln>
              <a:solidFill>
                <a:srgbClr val="0070C0"/>
              </a:solidFill>
              <a:effectLst/>
              <a:uLnTx/>
              <a:uFillTx/>
              <a:latin typeface="Courier New" pitchFamily="49" charset="0"/>
              <a:ea typeface="+mn-ea"/>
              <a:cs typeface="Courier New" pitchFamily="49" charset="0"/>
            </a:endParaRPr>
          </a:p>
        </p:txBody>
      </p:sp>
      <p:sp>
        <p:nvSpPr>
          <p:cNvPr id="20" name="TextBox 19"/>
          <p:cNvSpPr txBox="1"/>
          <p:nvPr/>
        </p:nvSpPr>
        <p:spPr>
          <a:xfrm>
            <a:off x="5114141" y="1685940"/>
            <a:ext cx="1289135" cy="313932"/>
          </a:xfrm>
          <a:prstGeom prst="rect">
            <a:avLst/>
          </a:prstGeom>
          <a:noFill/>
        </p:spPr>
        <p:txBody>
          <a:bodyPr wrap="non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300" normalizeH="0" baseline="0" noProof="0" smtClean="0">
                <a:ln>
                  <a:noFill/>
                </a:ln>
                <a:solidFill>
                  <a:srgbClr val="0070C0"/>
                </a:solidFill>
                <a:effectLst/>
                <a:uLnTx/>
                <a:uFillTx/>
                <a:latin typeface="Courier New" pitchFamily="49" charset="0"/>
                <a:ea typeface="+mn-ea"/>
                <a:cs typeface="Courier New" pitchFamily="49" charset="0"/>
              </a:rPr>
              <a:t>IPv6 Internet</a:t>
            </a:r>
            <a:endParaRPr kumimoji="0" lang="en-US" sz="1600" b="1" i="0" u="none" strike="noStrike" kern="1200" cap="none" spc="-300" normalizeH="0" baseline="0" noProof="0">
              <a:ln>
                <a:noFill/>
              </a:ln>
              <a:solidFill>
                <a:srgbClr val="0070C0"/>
              </a:solidFill>
              <a:effectLst/>
              <a:uLnTx/>
              <a:uFillTx/>
              <a:latin typeface="Courier New" pitchFamily="49" charset="0"/>
              <a:ea typeface="+mn-ea"/>
              <a:cs typeface="Courier New" pitchFamily="49" charset="0"/>
            </a:endParaRPr>
          </a:p>
        </p:txBody>
      </p:sp>
      <p:sp>
        <p:nvSpPr>
          <p:cNvPr id="29" name="TextBox 28"/>
          <p:cNvSpPr txBox="1"/>
          <p:nvPr/>
        </p:nvSpPr>
        <p:spPr>
          <a:xfrm>
            <a:off x="4249790" y="3288333"/>
            <a:ext cx="1226618" cy="320088"/>
          </a:xfrm>
          <a:prstGeom prst="rect">
            <a:avLst/>
          </a:prstGeom>
          <a:noFill/>
        </p:spPr>
        <p:txBody>
          <a:bodyPr wrap="non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sz="1600" b="1" spc="-150" dirty="0" smtClean="0">
                <a:solidFill>
                  <a:srgbClr val="FFFF00"/>
                </a:solidFill>
                <a:effectLst>
                  <a:glow rad="228600">
                    <a:srgbClr val="C0504D">
                      <a:satMod val="175000"/>
                      <a:alpha val="40000"/>
                    </a:srgbClr>
                  </a:glow>
                </a:effectLst>
                <a:latin typeface="Courier New" pitchFamily="49" charset="0"/>
                <a:cs typeface="Courier New" pitchFamily="49" charset="0"/>
              </a:rPr>
              <a:t>Dual-Stack</a:t>
            </a:r>
            <a:endParaRPr kumimoji="0" lang="en-US" sz="1600" b="1" i="0" u="none" strike="noStrike" kern="1200" cap="none" spc="-150" normalizeH="0" baseline="0" noProof="0" dirty="0">
              <a:ln>
                <a:noFill/>
              </a:ln>
              <a:solidFill>
                <a:srgbClr val="FFFF00"/>
              </a:solidFill>
              <a:effectLst>
                <a:glow rad="228600">
                  <a:srgbClr val="C0504D">
                    <a:satMod val="175000"/>
                    <a:alpha val="40000"/>
                  </a:srgbClr>
                </a:glow>
              </a:effectLst>
              <a:uLnTx/>
              <a:uFillTx/>
              <a:latin typeface="Courier New" pitchFamily="49" charset="0"/>
              <a:cs typeface="Courier New" pitchFamily="49" charset="0"/>
            </a:endParaRPr>
          </a:p>
        </p:txBody>
      </p:sp>
      <p:pic>
        <p:nvPicPr>
          <p:cNvPr id="5" name="Picture 4"/>
          <p:cNvPicPr>
            <a:picLocks noChangeAspect="1"/>
          </p:cNvPicPr>
          <p:nvPr/>
        </p:nvPicPr>
        <p:blipFill>
          <a:blip r:embed="rId4"/>
          <a:stretch>
            <a:fillRect/>
          </a:stretch>
        </p:blipFill>
        <p:spPr>
          <a:xfrm>
            <a:off x="611934" y="3691974"/>
            <a:ext cx="7971609" cy="2726723"/>
          </a:xfrm>
          <a:prstGeom prst="rect">
            <a:avLst/>
          </a:prstGeom>
          <a:ln w="28575">
            <a:solidFill>
              <a:srgbClr val="0070C0"/>
            </a:solidFill>
          </a:ln>
        </p:spPr>
      </p:pic>
    </p:spTree>
    <p:extLst>
      <p:ext uri="{BB962C8B-B14F-4D97-AF65-F5344CB8AC3E}">
        <p14:creationId xmlns:p14="http://schemas.microsoft.com/office/powerpoint/2010/main" val="31487694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 </a:t>
            </a:r>
            <a:r>
              <a:rPr lang="en-US" altLang="zh-CN" sz="2400" dirty="0" err="1" smtClean="0">
                <a:ea typeface="宋体" panose="02010600030101010101" pitchFamily="2" charset="-122"/>
              </a:rPr>
              <a:t>Stateful</a:t>
            </a:r>
            <a:r>
              <a:rPr lang="en-US" altLang="zh-CN" sz="2400" dirty="0" smtClean="0">
                <a:ea typeface="宋体" panose="02010600030101010101" pitchFamily="2" charset="-122"/>
              </a:rPr>
              <a:t> DHCP</a:t>
            </a:r>
            <a:endParaRPr lang="en-US" altLang="zh-CN" sz="2400" dirty="0">
              <a:ea typeface="宋体" panose="02010600030101010101" pitchFamily="2" charset="-122"/>
            </a:endParaRPr>
          </a:p>
        </p:txBody>
      </p:sp>
      <p:pic>
        <p:nvPicPr>
          <p:cNvPr id="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650" y="3225784"/>
            <a:ext cx="725642" cy="696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2" name="Straight Connector 31"/>
          <p:cNvCxnSpPr>
            <a:stCxn id="37" idx="1"/>
          </p:cNvCxnSpPr>
          <p:nvPr/>
        </p:nvCxnSpPr>
        <p:spPr>
          <a:xfrm flipH="1">
            <a:off x="4276619" y="3871130"/>
            <a:ext cx="306547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387600" y="2025455"/>
            <a:ext cx="6756400" cy="1200329"/>
          </a:xfrm>
          <a:prstGeom prst="rect">
            <a:avLst/>
          </a:prstGeom>
          <a:solidFill>
            <a:schemeClr val="accent6">
              <a:lumMod val="20000"/>
              <a:lumOff val="80000"/>
            </a:schemeClr>
          </a:solidFill>
          <a:ln w="28575">
            <a:solidFill>
              <a:schemeClr val="accent1"/>
            </a:solidFill>
          </a:ln>
        </p:spPr>
        <p:txBody>
          <a:bodyPr wrap="square" rtlCol="0">
            <a:spAutoFit/>
          </a:bodyPr>
          <a:lstStyle>
            <a:defPPr>
              <a:defRPr lang="en-US"/>
            </a:defPPr>
            <a:lvl1pPr>
              <a:defRPr sz="1600" b="1">
                <a:solidFill>
                  <a:srgbClr val="C00000"/>
                </a:solidFill>
                <a:latin typeface="Courier New" pitchFamily="49" charset="0"/>
                <a:cs typeface="Courier New" pitchFamily="49" charset="0"/>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ipv6 dhcp pool </a:t>
            </a: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IPV6_DHCPPOOL</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address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prefix </a:t>
            </a:r>
            <a:r>
              <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2001::/</a:t>
            </a: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64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lifetime infinite infinite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link-address 2001::</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1/64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dns-server 2001::1</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domain-name cisco.com</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p:txBody>
      </p:sp>
      <p:pic>
        <p:nvPicPr>
          <p:cNvPr id="34" name="Picture 8"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51103" y="3640561"/>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Box 34"/>
          <p:cNvSpPr txBox="1"/>
          <p:nvPr/>
        </p:nvSpPr>
        <p:spPr>
          <a:xfrm>
            <a:off x="7642492" y="3608710"/>
            <a:ext cx="920720" cy="485518"/>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DHCP</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Server</a:t>
            </a:r>
          </a:p>
        </p:txBody>
      </p:sp>
      <p:cxnSp>
        <p:nvCxnSpPr>
          <p:cNvPr id="36" name="Straight Connector 35"/>
          <p:cNvCxnSpPr/>
          <p:nvPr/>
        </p:nvCxnSpPr>
        <p:spPr>
          <a:xfrm flipV="1">
            <a:off x="8101121" y="3225784"/>
            <a:ext cx="0" cy="414777"/>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7342094" y="3714164"/>
            <a:ext cx="458694" cy="313932"/>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g1</a:t>
            </a:r>
            <a:endPar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endParaRPr>
          </a:p>
        </p:txBody>
      </p:sp>
      <p:sp>
        <p:nvSpPr>
          <p:cNvPr id="38" name="TextBox 37"/>
          <p:cNvSpPr txBox="1"/>
          <p:nvPr/>
        </p:nvSpPr>
        <p:spPr>
          <a:xfrm>
            <a:off x="6720667" y="3922048"/>
            <a:ext cx="1106636" cy="320088"/>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2001::</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1</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p:txBody>
      </p:sp>
      <p:sp>
        <p:nvSpPr>
          <p:cNvPr id="39" name="TextBox 38"/>
          <p:cNvSpPr txBox="1"/>
          <p:nvPr/>
        </p:nvSpPr>
        <p:spPr>
          <a:xfrm>
            <a:off x="5016499" y="4618461"/>
            <a:ext cx="4127501" cy="1200329"/>
          </a:xfrm>
          <a:prstGeom prst="rect">
            <a:avLst/>
          </a:prstGeom>
          <a:solidFill>
            <a:schemeClr val="accent6">
              <a:lumMod val="20000"/>
              <a:lumOff val="80000"/>
            </a:schemeClr>
          </a:solidFill>
          <a:ln w="28575">
            <a:solidFill>
              <a:schemeClr val="accent1"/>
            </a:solidFill>
          </a:ln>
        </p:spPr>
        <p:txBody>
          <a:bodyPr wrap="square" rtlCol="0">
            <a:spAutoFit/>
          </a:bodyPr>
          <a:lstStyle>
            <a:defPPr>
              <a:defRPr lang="en-US"/>
            </a:defPPr>
            <a:lvl1pPr>
              <a:defRPr sz="1600" b="1">
                <a:solidFill>
                  <a:srgbClr val="C00000"/>
                </a:solidFill>
                <a:latin typeface="Courier New" pitchFamily="49" charset="0"/>
                <a:cs typeface="Courier New" pitchFamily="49" charset="0"/>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int g1</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ipv6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address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2001::</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1/64</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ipv6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enable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ipv6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nd ra suppress</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ipv6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dhcp server </a:t>
            </a: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IPV6_DHCPPOOL </a:t>
            </a:r>
            <a:endPar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endParaRPr>
          </a:p>
        </p:txBody>
      </p:sp>
      <p:cxnSp>
        <p:nvCxnSpPr>
          <p:cNvPr id="40" name="Straight Connector 39"/>
          <p:cNvCxnSpPr/>
          <p:nvPr/>
        </p:nvCxnSpPr>
        <p:spPr>
          <a:xfrm>
            <a:off x="4276619" y="3433172"/>
            <a:ext cx="0" cy="9447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1342920" y="3620048"/>
            <a:ext cx="293369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964456" y="4618461"/>
            <a:ext cx="2540002" cy="757130"/>
          </a:xfrm>
          <a:prstGeom prst="rect">
            <a:avLst/>
          </a:prstGeom>
          <a:solidFill>
            <a:schemeClr val="accent6">
              <a:lumMod val="20000"/>
              <a:lumOff val="80000"/>
            </a:schemeClr>
          </a:solidFill>
          <a:ln w="28575">
            <a:solidFill>
              <a:schemeClr val="accent1"/>
            </a:solidFill>
          </a:ln>
        </p:spPr>
        <p:txBody>
          <a:bodyPr wrap="square" rtlCol="0">
            <a:spAutoFit/>
          </a:bodyPr>
          <a:lstStyle>
            <a:defPPr>
              <a:defRPr lang="en-US"/>
            </a:defPPr>
            <a:lvl1pPr>
              <a:defRPr sz="1600" b="1">
                <a:solidFill>
                  <a:srgbClr val="C00000"/>
                </a:solidFill>
                <a:latin typeface="Courier New" pitchFamily="49" charset="0"/>
                <a:cs typeface="Courier New" pitchFamily="49" charset="0"/>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int g1</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  ipv6 </a:t>
            </a: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address dhcp</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ipv6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enable</a:t>
            </a:r>
          </a:p>
        </p:txBody>
      </p:sp>
      <p:cxnSp>
        <p:nvCxnSpPr>
          <p:cNvPr id="43" name="Straight Connector 42"/>
          <p:cNvCxnSpPr/>
          <p:nvPr/>
        </p:nvCxnSpPr>
        <p:spPr>
          <a:xfrm flipV="1">
            <a:off x="7555021" y="4203684"/>
            <a:ext cx="0" cy="414777"/>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2234457" y="4203683"/>
            <a:ext cx="0" cy="414777"/>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2049362" y="4136958"/>
            <a:ext cx="222725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46" name="Picture 8"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22348" y="3895948"/>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Box 46"/>
          <p:cNvSpPr txBox="1"/>
          <p:nvPr/>
        </p:nvSpPr>
        <p:spPr>
          <a:xfrm>
            <a:off x="1313737" y="3895948"/>
            <a:ext cx="920720" cy="485518"/>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DHCP</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Client</a:t>
            </a:r>
          </a:p>
        </p:txBody>
      </p:sp>
    </p:spTree>
    <p:extLst>
      <p:ext uri="{BB962C8B-B14F-4D97-AF65-F5344CB8AC3E}">
        <p14:creationId xmlns:p14="http://schemas.microsoft.com/office/powerpoint/2010/main" val="41868564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randombar(horizontal)">
                                      <p:cBhvr>
                                        <p:cTn id="7" dur="500"/>
                                        <p:tgtEl>
                                          <p:spTgt spid="42"/>
                                        </p:tgtEl>
                                      </p:cBhvr>
                                    </p:animEffect>
                                  </p:childTnLst>
                                </p:cTn>
                              </p:par>
                              <p:par>
                                <p:cTn id="8" presetID="14" presetClass="entr" presetSubtype="1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randombar(horizontal)">
                                      <p:cBhvr>
                                        <p:cTn id="10" dur="500"/>
                                        <p:tgtEl>
                                          <p:spTgt spid="44"/>
                                        </p:tgtEl>
                                      </p:cBhvr>
                                    </p:animEffect>
                                  </p:childTnLst>
                                </p:cTn>
                              </p:par>
                              <p:par>
                                <p:cTn id="11" presetID="14" presetClass="entr" presetSubtype="10" fill="hold"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randombar(horizontal)">
                                      <p:cBhvr>
                                        <p:cTn id="13" dur="500"/>
                                        <p:tgtEl>
                                          <p:spTgt spid="45"/>
                                        </p:tgtEl>
                                      </p:cBhvr>
                                    </p:animEffect>
                                  </p:childTnLst>
                                </p:cTn>
                              </p:par>
                              <p:par>
                                <p:cTn id="14" presetID="14" presetClass="entr" presetSubtype="1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randombar(horizontal)">
                                      <p:cBhvr>
                                        <p:cTn id="16" dur="500"/>
                                        <p:tgtEl>
                                          <p:spTgt spid="46"/>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randombar(horizontal)">
                                      <p:cBhvr>
                                        <p:cTn id="1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7"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t">
            <a:normAutofit/>
          </a:bodyPr>
          <a:lstStyle/>
          <a:p>
            <a:pPr fontAlgn="base">
              <a:lnSpc>
                <a:spcPct val="90000"/>
              </a:lnSpc>
              <a:spcAft>
                <a:spcPct val="0"/>
              </a:spcAft>
            </a:pPr>
            <a:r>
              <a:rPr lang="en-US" sz="3200">
                <a:solidFill>
                  <a:srgbClr val="0070C0"/>
                </a:solidFill>
                <a:latin typeface="Times New Roman" pitchFamily="18" charset="0"/>
                <a:cs typeface="Times New Roman" pitchFamily="18" charset="0"/>
              </a:rPr>
              <a:t>Stateless Address AutoConfiguration</a:t>
            </a:r>
          </a:p>
        </p:txBody>
      </p:sp>
      <p:cxnSp>
        <p:nvCxnSpPr>
          <p:cNvPr id="3" name="Straight Connector 2"/>
          <p:cNvCxnSpPr/>
          <p:nvPr/>
        </p:nvCxnSpPr>
        <p:spPr>
          <a:xfrm flipH="1">
            <a:off x="812007" y="3397038"/>
            <a:ext cx="6071393"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4" name="Picture 8" descr="Ro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3212" y="3160951"/>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descr="Ro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4619" y="3160951"/>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236545" y="3251229"/>
            <a:ext cx="920720" cy="291618"/>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Server</a:t>
            </a:r>
          </a:p>
        </p:txBody>
      </p:sp>
      <p:sp>
        <p:nvSpPr>
          <p:cNvPr id="8" name="TextBox 7"/>
          <p:cNvSpPr txBox="1"/>
          <p:nvPr/>
        </p:nvSpPr>
        <p:spPr>
          <a:xfrm>
            <a:off x="7952" y="3251229"/>
            <a:ext cx="920720" cy="291618"/>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Client</a:t>
            </a:r>
          </a:p>
        </p:txBody>
      </p:sp>
      <p:sp>
        <p:nvSpPr>
          <p:cNvPr id="9" name="TextBox 8"/>
          <p:cNvSpPr txBox="1"/>
          <p:nvPr/>
        </p:nvSpPr>
        <p:spPr>
          <a:xfrm>
            <a:off x="6883400" y="3230805"/>
            <a:ext cx="1469812" cy="313932"/>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2001</a:t>
            </a:r>
            <a:r>
              <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::1/64</a:t>
            </a:r>
            <a:endPar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endParaRPr>
          </a:p>
        </p:txBody>
      </p:sp>
      <p:sp>
        <p:nvSpPr>
          <p:cNvPr id="10" name="TextBox 9"/>
          <p:cNvSpPr txBox="1"/>
          <p:nvPr/>
        </p:nvSpPr>
        <p:spPr>
          <a:xfrm>
            <a:off x="0" y="2645545"/>
            <a:ext cx="2638697" cy="320088"/>
          </a:xfrm>
          <a:prstGeom prst="rect">
            <a:avLst/>
          </a:prstGeom>
          <a:solidFill>
            <a:schemeClr val="accent6">
              <a:lumMod val="20000"/>
              <a:lumOff val="80000"/>
            </a:schemeClr>
          </a:solidFill>
          <a:ln w="28575">
            <a:solidFill>
              <a:schemeClr val="accent1"/>
            </a:solidFill>
          </a:ln>
        </p:spPr>
        <p:txBody>
          <a:bodyPr wrap="squar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150" normalizeH="0" baseline="0" noProof="0" smtClean="0">
                <a:ln>
                  <a:noFill/>
                </a:ln>
                <a:solidFill>
                  <a:srgbClr val="0070C0"/>
                </a:solidFill>
                <a:effectLst/>
                <a:uLnTx/>
                <a:uFillTx/>
                <a:latin typeface="Courier New" pitchFamily="49" charset="0"/>
                <a:ea typeface="+mn-ea"/>
                <a:cs typeface="Courier New" pitchFamily="49" charset="0"/>
              </a:rPr>
              <a:t>ipv6 address </a:t>
            </a:r>
            <a:r>
              <a:rPr kumimoji="0" lang="en-US" sz="1600" b="1" i="0" u="none" strike="noStrike" kern="1200" cap="none" spc="-150" normalizeH="0" baseline="0" noProof="0" smtClean="0">
                <a:ln>
                  <a:noFill/>
                </a:ln>
                <a:solidFill>
                  <a:srgbClr val="C00000"/>
                </a:solidFill>
                <a:effectLst/>
                <a:uLnTx/>
                <a:uFillTx/>
                <a:latin typeface="Courier New" pitchFamily="49" charset="0"/>
                <a:ea typeface="+mn-ea"/>
                <a:cs typeface="Courier New" pitchFamily="49" charset="0"/>
              </a:rPr>
              <a:t>autoconfig</a:t>
            </a:r>
            <a:endParaRPr kumimoji="0" lang="en-US" sz="1600" b="1" i="0" u="none" strike="noStrike" kern="1200" cap="none" spc="-150" normalizeH="0" baseline="0" noProof="0">
              <a:ln>
                <a:noFill/>
              </a:ln>
              <a:solidFill>
                <a:srgbClr val="C00000"/>
              </a:solidFill>
              <a:effectLst/>
              <a:uLnTx/>
              <a:uFillTx/>
              <a:latin typeface="Courier New" pitchFamily="49" charset="0"/>
              <a:ea typeface="+mn-ea"/>
              <a:cs typeface="Courier New" pitchFamily="49" charset="0"/>
            </a:endParaRPr>
          </a:p>
        </p:txBody>
      </p:sp>
      <p:cxnSp>
        <p:nvCxnSpPr>
          <p:cNvPr id="13" name="Straight Connector 12"/>
          <p:cNvCxnSpPr/>
          <p:nvPr/>
        </p:nvCxnSpPr>
        <p:spPr>
          <a:xfrm flipV="1">
            <a:off x="958825" y="2982261"/>
            <a:ext cx="0" cy="414777"/>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035300" y="3816737"/>
            <a:ext cx="6096000" cy="535531"/>
          </a:xfrm>
          <a:prstGeom prst="rect">
            <a:avLst/>
          </a:prstGeom>
          <a:solidFill>
            <a:schemeClr val="accent6">
              <a:lumMod val="20000"/>
              <a:lumOff val="80000"/>
            </a:schemeClr>
          </a:solidFill>
          <a:ln w="28575">
            <a:solidFill>
              <a:schemeClr val="accent1"/>
            </a:solidFill>
          </a:ln>
        </p:spPr>
        <p:txBody>
          <a:bodyPr wrap="squar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int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f</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0/0</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ipv6 nd prefix </a:t>
            </a:r>
            <a:r>
              <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2001::/</a:t>
            </a: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64 </a:t>
            </a:r>
            <a:r>
              <a:rPr kumimoji="0" lang="en-US" sz="1600" b="1" i="0" u="none" strike="noStrike" kern="1200" cap="none" spc="0" normalizeH="0" baseline="0" noProof="0">
                <a:ln>
                  <a:noFill/>
                </a:ln>
                <a:solidFill>
                  <a:srgbClr val="00B050"/>
                </a:solidFill>
                <a:effectLst/>
                <a:uLnTx/>
                <a:uFillTx/>
                <a:latin typeface="Courier New" pitchFamily="49" charset="0"/>
                <a:ea typeface="+mn-ea"/>
                <a:cs typeface="Courier New" pitchFamily="49" charset="0"/>
              </a:rPr>
              <a:t>600</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300</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no-autoconfig</a:t>
            </a:r>
          </a:p>
        </p:txBody>
      </p:sp>
      <p:cxnSp>
        <p:nvCxnSpPr>
          <p:cNvPr id="18" name="Straight Connector 17"/>
          <p:cNvCxnSpPr/>
          <p:nvPr/>
        </p:nvCxnSpPr>
        <p:spPr>
          <a:xfrm flipV="1">
            <a:off x="7693605" y="3528671"/>
            <a:ext cx="0" cy="288066"/>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4768876" y="5035148"/>
            <a:ext cx="1981173" cy="320088"/>
          </a:xfrm>
          <a:prstGeom prst="rect">
            <a:avLst/>
          </a:prstGeom>
        </p:spPr>
        <p:txBody>
          <a:bodyPr wrap="square">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B050"/>
                </a:solidFill>
                <a:effectLst/>
                <a:uLnTx/>
                <a:uFillTx/>
                <a:latin typeface="Courier New" pitchFamily="49" charset="0"/>
                <a:ea typeface="+mn-ea"/>
                <a:cs typeface="Courier New" pitchFamily="49" charset="0"/>
              </a:rPr>
              <a:t>Valid Lifetime </a:t>
            </a:r>
            <a:endParaRPr kumimoji="0" lang="en-US" sz="1600" b="0" i="0" u="none" strike="noStrike" kern="1200" cap="none" spc="0" normalizeH="0" baseline="0" noProof="0">
              <a:ln>
                <a:noFill/>
              </a:ln>
              <a:solidFill>
                <a:srgbClr val="00B050"/>
              </a:solidFill>
              <a:effectLst/>
              <a:uLnTx/>
              <a:uFillTx/>
              <a:latin typeface="Courier New" pitchFamily="49" charset="0"/>
              <a:ea typeface="+mn-ea"/>
              <a:cs typeface="Courier New" pitchFamily="49" charset="0"/>
            </a:endParaRPr>
          </a:p>
        </p:txBody>
      </p:sp>
      <p:sp>
        <p:nvSpPr>
          <p:cNvPr id="22" name="Rectangle 21"/>
          <p:cNvSpPr/>
          <p:nvPr/>
        </p:nvSpPr>
        <p:spPr>
          <a:xfrm>
            <a:off x="6730999" y="5355236"/>
            <a:ext cx="2400301" cy="313932"/>
          </a:xfrm>
          <a:prstGeom prst="rect">
            <a:avLst/>
          </a:prstGeom>
        </p:spPr>
        <p:txBody>
          <a:bodyPr wrap="square">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Preferred Lifetime </a:t>
            </a:r>
            <a:endParaRPr kumimoji="0" lang="en-US" sz="1600" b="0" i="0" u="none" strike="noStrike" kern="1200" cap="none" spc="0" normalizeH="0" baseline="0" noProof="0">
              <a:ln>
                <a:noFill/>
              </a:ln>
              <a:solidFill>
                <a:srgbClr val="C00000"/>
              </a:solidFill>
              <a:effectLst/>
              <a:uLnTx/>
              <a:uFillTx/>
              <a:latin typeface="Courier New" pitchFamily="49" charset="0"/>
              <a:ea typeface="+mn-ea"/>
              <a:cs typeface="Courier New" pitchFamily="49" charset="0"/>
            </a:endParaRPr>
          </a:p>
        </p:txBody>
      </p:sp>
      <p:cxnSp>
        <p:nvCxnSpPr>
          <p:cNvPr id="23" name="Straight Connector 22"/>
          <p:cNvCxnSpPr/>
          <p:nvPr/>
        </p:nvCxnSpPr>
        <p:spPr>
          <a:xfrm flipV="1">
            <a:off x="6569862" y="4352268"/>
            <a:ext cx="0" cy="734860"/>
          </a:xfrm>
          <a:prstGeom prst="line">
            <a:avLst/>
          </a:prstGeom>
          <a:ln w="28575">
            <a:solidFill>
              <a:srgbClr val="00B050"/>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7063021" y="4352268"/>
            <a:ext cx="0" cy="1002968"/>
          </a:xfrm>
          <a:prstGeom prst="line">
            <a:avLst/>
          </a:prstGeom>
          <a:ln w="28575">
            <a:solidFill>
              <a:srgbClr val="C00000"/>
            </a:solidFill>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081498" y="2208503"/>
            <a:ext cx="3048000" cy="757130"/>
          </a:xfrm>
          <a:prstGeom prst="rect">
            <a:avLst/>
          </a:prstGeom>
          <a:solidFill>
            <a:schemeClr val="accent6">
              <a:lumMod val="20000"/>
              <a:lumOff val="80000"/>
            </a:schemeClr>
          </a:solidFill>
          <a:ln w="28575">
            <a:solidFill>
              <a:schemeClr val="accent1"/>
            </a:solidFill>
          </a:ln>
        </p:spPr>
        <p:txBody>
          <a:bodyPr wrap="squar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ipv6 unicast-routing</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int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f</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0/0</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0" lang="nn-NO"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  ipv6 </a:t>
            </a:r>
            <a:r>
              <a:rPr kumimoji="0" lang="nn-NO"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nd ra interval 4</a:t>
            </a:r>
            <a:r>
              <a:rPr kumimoji="0" lang="nn-NO"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 </a:t>
            </a:r>
            <a:endPar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endParaRPr>
          </a:p>
        </p:txBody>
      </p:sp>
      <p:cxnSp>
        <p:nvCxnSpPr>
          <p:cNvPr id="26" name="Straight Connector 25"/>
          <p:cNvCxnSpPr/>
          <p:nvPr/>
        </p:nvCxnSpPr>
        <p:spPr>
          <a:xfrm flipV="1">
            <a:off x="7693605" y="2982262"/>
            <a:ext cx="0" cy="268967"/>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105400" y="3457526"/>
            <a:ext cx="2298700" cy="320088"/>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150" normalizeH="0" baseline="0" noProof="0" smtClean="0">
                <a:ln>
                  <a:noFill/>
                </a:ln>
                <a:solidFill>
                  <a:srgbClr val="C00000"/>
                </a:solidFill>
                <a:effectLst/>
                <a:uLnTx/>
                <a:uFillTx/>
                <a:latin typeface="Courier New" pitchFamily="49" charset="0"/>
                <a:ea typeface="+mn-ea"/>
                <a:cs typeface="Courier New" pitchFamily="49" charset="0"/>
              </a:rPr>
              <a:t>Router Advertisement</a:t>
            </a:r>
            <a:endParaRPr kumimoji="0" lang="en-US" sz="1600" b="1" i="0" u="none" strike="noStrike" kern="1200" cap="none" spc="-150" normalizeH="0" baseline="0" noProof="0">
              <a:ln>
                <a:noFill/>
              </a:ln>
              <a:solidFill>
                <a:srgbClr val="C00000"/>
              </a:solidFill>
              <a:effectLst/>
              <a:uLnTx/>
              <a:uFillTx/>
              <a:latin typeface="Courier New" pitchFamily="49" charset="0"/>
              <a:ea typeface="+mn-ea"/>
              <a:cs typeface="Courier New" pitchFamily="49" charset="0"/>
            </a:endParaRPr>
          </a:p>
        </p:txBody>
      </p:sp>
      <p:cxnSp>
        <p:nvCxnSpPr>
          <p:cNvPr id="28" name="Straight Connector 27"/>
          <p:cNvCxnSpPr/>
          <p:nvPr/>
        </p:nvCxnSpPr>
        <p:spPr>
          <a:xfrm flipH="1">
            <a:off x="1600200" y="3617570"/>
            <a:ext cx="3505200" cy="0"/>
          </a:xfrm>
          <a:prstGeom prst="line">
            <a:avLst/>
          </a:prstGeom>
          <a:ln w="28575">
            <a:solidFill>
              <a:srgbClr val="C0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973823" y="3352616"/>
            <a:ext cx="757954" cy="320088"/>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4s</a:t>
            </a:r>
            <a:endPar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endParaRPr>
          </a:p>
        </p:txBody>
      </p:sp>
    </p:spTree>
    <p:extLst>
      <p:ext uri="{BB962C8B-B14F-4D97-AF65-F5344CB8AC3E}">
        <p14:creationId xmlns:p14="http://schemas.microsoft.com/office/powerpoint/2010/main" val="5030188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right)">
                                      <p:cBhvr>
                                        <p:cTn id="11" dur="500"/>
                                        <p:tgtEl>
                                          <p:spTgt spid="28"/>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randombar(horizontal)">
                                      <p:cBhvr>
                                        <p:cTn id="15" dur="500"/>
                                        <p:tgtEl>
                                          <p:spTgt spid="29"/>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randombar(horizontal)">
                                      <p:cBhvr>
                                        <p:cTn id="20" dur="500"/>
                                        <p:tgtEl>
                                          <p:spTgt spid="16"/>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randombar(horizontal)">
                                      <p:cBhvr>
                                        <p:cTn id="23" dur="500"/>
                                        <p:tgtEl>
                                          <p:spTgt spid="21"/>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randombar(horizontal)">
                                      <p:cBhvr>
                                        <p:cTn id="26" dur="500"/>
                                        <p:tgtEl>
                                          <p:spTgt spid="22"/>
                                        </p:tgtEl>
                                      </p:cBhvr>
                                    </p:animEffect>
                                  </p:childTnLst>
                                </p:cTn>
                              </p:par>
                              <p:par>
                                <p:cTn id="27" presetID="14" presetClass="entr" presetSubtype="1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randombar(horizontal)">
                                      <p:cBhvr>
                                        <p:cTn id="29" dur="500"/>
                                        <p:tgtEl>
                                          <p:spTgt spid="23"/>
                                        </p:tgtEl>
                                      </p:cBhvr>
                                    </p:animEffect>
                                  </p:childTnLst>
                                </p:cTn>
                              </p:par>
                              <p:par>
                                <p:cTn id="30" presetID="14" presetClass="entr" presetSubtype="10" fill="hold"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randombar(horizontal)">
                                      <p:cBhvr>
                                        <p:cTn id="32" dur="500"/>
                                        <p:tgtEl>
                                          <p:spTgt spid="25"/>
                                        </p:tgtEl>
                                      </p:cBhvr>
                                    </p:animEffect>
                                  </p:childTnLst>
                                </p:cTn>
                              </p:par>
                              <p:par>
                                <p:cTn id="33" presetID="14" presetClass="entr" presetSubtype="1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randombar(horizontal)">
                                      <p:cBhvr>
                                        <p:cTn id="35" dur="500"/>
                                        <p:tgtEl>
                                          <p:spTgt spid="18"/>
                                        </p:tgtEl>
                                      </p:cBhvr>
                                    </p:animEffect>
                                  </p:childTnLst>
                                </p:cTn>
                              </p:par>
                            </p:childTnLst>
                          </p:cTn>
                        </p:par>
                        <p:par>
                          <p:cTn id="36" fill="hold">
                            <p:stCondLst>
                              <p:cond delay="500"/>
                            </p:stCondLst>
                            <p:childTnLst>
                              <p:par>
                                <p:cTn id="37" presetID="14" presetClass="exit" presetSubtype="10" fill="hold" grpId="1" nodeType="afterEffect">
                                  <p:stCondLst>
                                    <p:cond delay="0"/>
                                  </p:stCondLst>
                                  <p:childTnLst>
                                    <p:animEffect transition="out" filter="randombar(horizontal)">
                                      <p:cBhvr>
                                        <p:cTn id="38" dur="500"/>
                                        <p:tgtEl>
                                          <p:spTgt spid="29"/>
                                        </p:tgtEl>
                                      </p:cBhvr>
                                    </p:animEffect>
                                    <p:set>
                                      <p:cBhvr>
                                        <p:cTn id="39" dur="1" fill="hold">
                                          <p:stCondLst>
                                            <p:cond delay="499"/>
                                          </p:stCondLst>
                                        </p:cTn>
                                        <p:tgtEl>
                                          <p:spTgt spid="29"/>
                                        </p:tgtEl>
                                        <p:attrNameLst>
                                          <p:attrName>style.visibility</p:attrName>
                                        </p:attrNameLst>
                                      </p:cBhvr>
                                      <p:to>
                                        <p:strVal val="hidden"/>
                                      </p:to>
                                    </p:set>
                                  </p:childTnLst>
                                </p:cTn>
                              </p:par>
                            </p:childTnLst>
                          </p:cTn>
                        </p:par>
                        <p:par>
                          <p:cTn id="40" fill="hold">
                            <p:stCondLst>
                              <p:cond delay="1000"/>
                            </p:stCondLst>
                            <p:childTnLst>
                              <p:par>
                                <p:cTn id="41" presetID="22" presetClass="exit" presetSubtype="8" fill="hold" nodeType="afterEffect">
                                  <p:stCondLst>
                                    <p:cond delay="0"/>
                                  </p:stCondLst>
                                  <p:childTnLst>
                                    <p:animEffect transition="out" filter="wipe(left)">
                                      <p:cBhvr>
                                        <p:cTn id="42" dur="500"/>
                                        <p:tgtEl>
                                          <p:spTgt spid="28"/>
                                        </p:tgtEl>
                                      </p:cBhvr>
                                    </p:animEffect>
                                    <p:set>
                                      <p:cBhvr>
                                        <p:cTn id="43"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p:bldP spid="22" grpId="0"/>
      <p:bldP spid="27" grpId="0"/>
      <p:bldP spid="29" grpId="0"/>
      <p:bldP spid="29" grpId="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t">
            <a:normAutofit/>
          </a:bodyPr>
          <a:lstStyle/>
          <a:p>
            <a:pPr fontAlgn="base">
              <a:lnSpc>
                <a:spcPct val="90000"/>
              </a:lnSpc>
              <a:spcAft>
                <a:spcPct val="0"/>
              </a:spcAft>
            </a:pPr>
            <a:r>
              <a:rPr lang="en-US" sz="3200">
                <a:solidFill>
                  <a:srgbClr val="0070C0"/>
                </a:solidFill>
                <a:latin typeface="Times New Roman" pitchFamily="18" charset="0"/>
                <a:cs typeface="Times New Roman" pitchFamily="18" charset="0"/>
              </a:rPr>
              <a:t>Stateless Address AutoConfiguration</a:t>
            </a:r>
          </a:p>
        </p:txBody>
      </p:sp>
      <p:sp>
        <p:nvSpPr>
          <p:cNvPr id="16" name="TextBox 15"/>
          <p:cNvSpPr txBox="1"/>
          <p:nvPr/>
        </p:nvSpPr>
        <p:spPr>
          <a:xfrm>
            <a:off x="0" y="1396440"/>
            <a:ext cx="9144000" cy="4967514"/>
          </a:xfrm>
          <a:prstGeom prst="rect">
            <a:avLst/>
          </a:prstGeom>
          <a:solidFill>
            <a:schemeClr val="accent6">
              <a:lumMod val="20000"/>
              <a:lumOff val="80000"/>
            </a:schemeClr>
          </a:solidFill>
          <a:ln w="28575">
            <a:solidFill>
              <a:schemeClr val="accent1"/>
            </a:solidFill>
          </a:ln>
        </p:spPr>
        <p:txBody>
          <a:bodyPr wrap="square" rtlCol="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Server# </a:t>
            </a:r>
            <a:r>
              <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show </a:t>
            </a: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ipv6 interface g1</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GigabitEthernet1 is up, line protocol is up</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IPv6 is enabled, link-local address is FE80::20C:29FF:FE1F:14BB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No Virtual link-local address(es):</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No global unicast address is configured</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Joined group address(es):</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FF02::1</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FF02::2</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FF02::1:FF1F:14BB</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MTU is 1500 bytes</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ICMP error messages limited to one every 100 milliseconds</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ICMP redirects are enabled</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ICMP unreachables are sent</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ND DAD is enabled, number of DAD attempts: 1</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ND reachable time is 30000 milliseconds (using 30000)</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ND advertised reachable time is 0 (unspecified)</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ND advertised retransmit interval is 0 (unspecified)</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  ND router advertisements are sent every 200 seconds</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ND router advertisements live for 1800 seconds</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ND advertised default router preference is Medium</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Hosts use stateless autoconfig for addresses.</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Server# </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p:txBody>
      </p:sp>
    </p:spTree>
    <p:extLst>
      <p:ext uri="{BB962C8B-B14F-4D97-AF65-F5344CB8AC3E}">
        <p14:creationId xmlns:p14="http://schemas.microsoft.com/office/powerpoint/2010/main" val="14541622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650" y="2572641"/>
            <a:ext cx="725642" cy="696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Connector 4"/>
          <p:cNvCxnSpPr>
            <a:stCxn id="23" idx="1"/>
          </p:cNvCxnSpPr>
          <p:nvPr/>
        </p:nvCxnSpPr>
        <p:spPr>
          <a:xfrm flipH="1">
            <a:off x="4276619" y="3217987"/>
            <a:ext cx="306547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511800" y="1815511"/>
            <a:ext cx="3644900" cy="757130"/>
          </a:xfrm>
          <a:prstGeom prst="rect">
            <a:avLst/>
          </a:prstGeom>
          <a:solidFill>
            <a:schemeClr val="accent6">
              <a:lumMod val="20000"/>
              <a:lumOff val="80000"/>
            </a:schemeClr>
          </a:solidFill>
          <a:ln w="28575">
            <a:solidFill>
              <a:schemeClr val="accent1"/>
            </a:solidFill>
          </a:ln>
        </p:spPr>
        <p:txBody>
          <a:bodyPr wrap="square" rtlCol="0">
            <a:spAutoFit/>
          </a:bodyPr>
          <a:lstStyle>
            <a:defPPr>
              <a:defRPr lang="en-US"/>
            </a:defPPr>
            <a:lvl1pPr>
              <a:defRPr sz="1600" b="1">
                <a:solidFill>
                  <a:srgbClr val="C00000"/>
                </a:solidFill>
                <a:latin typeface="Courier New" pitchFamily="49" charset="0"/>
                <a:cs typeface="Courier New" pitchFamily="49" charset="0"/>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ipv6 dhcp pool </a:t>
            </a: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IPV6_DHCPPOOL</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  dns-server 2001::1</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domain-name cisco.com</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p:txBody>
      </p:sp>
      <p:pic>
        <p:nvPicPr>
          <p:cNvPr id="18" name="Picture 8"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51103" y="2987418"/>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p:cNvSpPr txBox="1"/>
          <p:nvPr/>
        </p:nvSpPr>
        <p:spPr>
          <a:xfrm>
            <a:off x="7642492" y="2955567"/>
            <a:ext cx="920720" cy="485518"/>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DHCP</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Server</a:t>
            </a:r>
          </a:p>
        </p:txBody>
      </p:sp>
      <p:sp>
        <p:nvSpPr>
          <p:cNvPr id="22" name="Title 1"/>
          <p:cNvSpPr txBox="1">
            <a:spLocks/>
          </p:cNvSpPr>
          <p:nvPr/>
        </p:nvSpPr>
        <p:spPr>
          <a:xfrm>
            <a:off x="457200" y="274638"/>
            <a:ext cx="8229600" cy="1143000"/>
          </a:xfrm>
          <a:prstGeom prst="rect">
            <a:avLst/>
          </a:prstGeom>
        </p:spPr>
        <p:txBody>
          <a:bodyPr vert="horz" lIns="91440" tIns="45720" rIns="91440" bIns="45720" rtlCol="0" anchor="t">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3200" b="0" i="0" u="none" strike="noStrike" kern="1200" cap="none" spc="0" normalizeH="0" baseline="0" noProof="0" smtClean="0">
                <a:ln>
                  <a:noFill/>
                </a:ln>
                <a:solidFill>
                  <a:srgbClr val="0070C0"/>
                </a:solidFill>
                <a:effectLst/>
                <a:uLnTx/>
                <a:uFillTx/>
                <a:latin typeface="Times New Roman" pitchFamily="18" charset="0"/>
                <a:ea typeface="+mj-ea"/>
                <a:cs typeface="Times New Roman" pitchFamily="18" charset="0"/>
              </a:rPr>
              <a:t>Stateless DHCP</a:t>
            </a:r>
            <a:endParaRPr kumimoji="0" lang="en-US" sz="3200" b="0" i="0" u="none" strike="noStrike" kern="1200" cap="none" spc="0" normalizeH="0" baseline="0" noProof="0">
              <a:ln>
                <a:noFill/>
              </a:ln>
              <a:solidFill>
                <a:srgbClr val="0070C0"/>
              </a:solidFill>
              <a:effectLst/>
              <a:uLnTx/>
              <a:uFillTx/>
              <a:latin typeface="Times New Roman" pitchFamily="18" charset="0"/>
              <a:ea typeface="+mj-ea"/>
              <a:cs typeface="Times New Roman" pitchFamily="18" charset="0"/>
            </a:endParaRPr>
          </a:p>
        </p:txBody>
      </p:sp>
      <p:cxnSp>
        <p:nvCxnSpPr>
          <p:cNvPr id="29" name="Straight Connector 28"/>
          <p:cNvCxnSpPr/>
          <p:nvPr/>
        </p:nvCxnSpPr>
        <p:spPr>
          <a:xfrm flipV="1">
            <a:off x="8101121" y="2572641"/>
            <a:ext cx="0" cy="414777"/>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7342094" y="3061021"/>
            <a:ext cx="458694" cy="313932"/>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g1</a:t>
            </a:r>
            <a:endPar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endParaRPr>
          </a:p>
        </p:txBody>
      </p:sp>
      <p:sp>
        <p:nvSpPr>
          <p:cNvPr id="24" name="TextBox 23"/>
          <p:cNvSpPr txBox="1"/>
          <p:nvPr/>
        </p:nvSpPr>
        <p:spPr>
          <a:xfrm>
            <a:off x="6720667" y="3268905"/>
            <a:ext cx="1106636" cy="320088"/>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2001::</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1</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p:txBody>
      </p:sp>
      <p:sp>
        <p:nvSpPr>
          <p:cNvPr id="25" name="TextBox 24"/>
          <p:cNvSpPr txBox="1"/>
          <p:nvPr/>
        </p:nvSpPr>
        <p:spPr>
          <a:xfrm>
            <a:off x="5016499" y="3965318"/>
            <a:ext cx="4127501" cy="1200329"/>
          </a:xfrm>
          <a:prstGeom prst="rect">
            <a:avLst/>
          </a:prstGeom>
          <a:solidFill>
            <a:schemeClr val="accent6">
              <a:lumMod val="20000"/>
              <a:lumOff val="80000"/>
            </a:schemeClr>
          </a:solidFill>
          <a:ln w="28575">
            <a:solidFill>
              <a:schemeClr val="accent1"/>
            </a:solidFill>
          </a:ln>
        </p:spPr>
        <p:txBody>
          <a:bodyPr wrap="square" rtlCol="0">
            <a:spAutoFit/>
          </a:bodyPr>
          <a:lstStyle>
            <a:defPPr>
              <a:defRPr lang="en-US"/>
            </a:defPPr>
            <a:lvl1pPr>
              <a:defRPr sz="1600" b="1">
                <a:solidFill>
                  <a:srgbClr val="C00000"/>
                </a:solidFill>
                <a:latin typeface="Courier New" pitchFamily="49" charset="0"/>
                <a:cs typeface="Courier New" pitchFamily="49" charset="0"/>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int g1</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ipv6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address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2001::</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1/64</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ipv6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enable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ipv6 nd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other-config-flag</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ipv6 dhcp server </a:t>
            </a: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IPV6_DHCPPOOL </a:t>
            </a:r>
            <a:endPar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endParaRPr>
          </a:p>
        </p:txBody>
      </p:sp>
      <p:cxnSp>
        <p:nvCxnSpPr>
          <p:cNvPr id="27" name="Straight Connector 26"/>
          <p:cNvCxnSpPr/>
          <p:nvPr/>
        </p:nvCxnSpPr>
        <p:spPr>
          <a:xfrm>
            <a:off x="4276619" y="2780029"/>
            <a:ext cx="0" cy="9447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1342920" y="2966905"/>
            <a:ext cx="293369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78375" y="3965318"/>
            <a:ext cx="3312163" cy="757130"/>
          </a:xfrm>
          <a:prstGeom prst="rect">
            <a:avLst/>
          </a:prstGeom>
          <a:solidFill>
            <a:schemeClr val="accent6">
              <a:lumMod val="20000"/>
              <a:lumOff val="80000"/>
            </a:schemeClr>
          </a:solidFill>
          <a:ln w="28575">
            <a:solidFill>
              <a:schemeClr val="accent1"/>
            </a:solidFill>
          </a:ln>
        </p:spPr>
        <p:txBody>
          <a:bodyPr wrap="square" rtlCol="0">
            <a:spAutoFit/>
          </a:bodyPr>
          <a:lstStyle>
            <a:defPPr>
              <a:defRPr lang="en-US"/>
            </a:defPPr>
            <a:lvl1pPr>
              <a:defRPr sz="1600" b="1">
                <a:solidFill>
                  <a:srgbClr val="C00000"/>
                </a:solidFill>
                <a:latin typeface="Courier New" pitchFamily="49" charset="0"/>
                <a:cs typeface="Courier New" pitchFamily="49" charset="0"/>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int g1</a:t>
            </a:r>
            <a:endPar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endParaRP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smtClean="0">
                <a:ln>
                  <a:noFill/>
                </a:ln>
                <a:solidFill>
                  <a:srgbClr val="C00000"/>
                </a:solidFill>
                <a:effectLst/>
                <a:uLnTx/>
                <a:uFillTx/>
                <a:latin typeface="Courier New" pitchFamily="49" charset="0"/>
                <a:ea typeface="+mn-ea"/>
                <a:cs typeface="Courier New" pitchFamily="49" charset="0"/>
              </a:rPr>
              <a:t>  ipv6 </a:t>
            </a:r>
            <a:r>
              <a:rPr kumimoji="0" lang="en-US" sz="1600" b="1" i="0" u="none" strike="noStrike" kern="1200" cap="none" spc="0" normalizeH="0" baseline="0" noProof="0">
                <a:ln>
                  <a:noFill/>
                </a:ln>
                <a:solidFill>
                  <a:srgbClr val="C00000"/>
                </a:solidFill>
                <a:effectLst/>
                <a:uLnTx/>
                <a:uFillTx/>
                <a:latin typeface="Courier New" pitchFamily="49" charset="0"/>
                <a:ea typeface="+mn-ea"/>
                <a:cs typeface="Courier New" pitchFamily="49" charset="0"/>
              </a:rPr>
              <a:t>address autoconfig</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  </a:t>
            </a:r>
            <a:r>
              <a:rPr kumimoji="0" lang="en-US" sz="1600" b="1" i="0" u="none" strike="noStrike" kern="1200" cap="none" spc="0" normalizeH="0" baseline="0" noProof="0" smtClean="0">
                <a:ln>
                  <a:noFill/>
                </a:ln>
                <a:solidFill>
                  <a:srgbClr val="0070C0"/>
                </a:solidFill>
                <a:effectLst/>
                <a:uLnTx/>
                <a:uFillTx/>
                <a:latin typeface="Courier New" pitchFamily="49" charset="0"/>
                <a:ea typeface="+mn-ea"/>
                <a:cs typeface="Courier New" pitchFamily="49" charset="0"/>
              </a:rPr>
              <a:t>ipv6 </a:t>
            </a:r>
            <a:r>
              <a:rPr kumimoji="0" lang="en-US" sz="1600" b="1" i="0" u="none" strike="noStrike" kern="1200" cap="none" spc="0" normalizeH="0" baseline="0" noProof="0">
                <a:ln>
                  <a:noFill/>
                </a:ln>
                <a:solidFill>
                  <a:srgbClr val="0070C0"/>
                </a:solidFill>
                <a:effectLst/>
                <a:uLnTx/>
                <a:uFillTx/>
                <a:latin typeface="Courier New" pitchFamily="49" charset="0"/>
                <a:ea typeface="+mn-ea"/>
                <a:cs typeface="Courier New" pitchFamily="49" charset="0"/>
              </a:rPr>
              <a:t>enable</a:t>
            </a:r>
          </a:p>
        </p:txBody>
      </p:sp>
      <p:cxnSp>
        <p:nvCxnSpPr>
          <p:cNvPr id="34" name="Straight Connector 33"/>
          <p:cNvCxnSpPr/>
          <p:nvPr/>
        </p:nvCxnSpPr>
        <p:spPr>
          <a:xfrm flipV="1">
            <a:off x="7555021" y="3550541"/>
            <a:ext cx="0" cy="414777"/>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2234457" y="3550540"/>
            <a:ext cx="0" cy="414777"/>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2049362" y="3483815"/>
            <a:ext cx="2227257"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7" name="Picture 8"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22348" y="3242805"/>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Box 37"/>
          <p:cNvSpPr txBox="1"/>
          <p:nvPr/>
        </p:nvSpPr>
        <p:spPr>
          <a:xfrm>
            <a:off x="1313737" y="3242805"/>
            <a:ext cx="920720" cy="485518"/>
          </a:xfrm>
          <a:prstGeom prst="rect">
            <a:avLst/>
          </a:prstGeom>
          <a:noFill/>
        </p:spPr>
        <p:txBody>
          <a:bodyPr wrap="square" rtlCol="0">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DHCP</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smtClean="0">
                <a:ln>
                  <a:noFill/>
                </a:ln>
                <a:solidFill>
                  <a:srgbClr val="FFFF00"/>
                </a:solidFill>
                <a:effectLst>
                  <a:glow rad="228600">
                    <a:srgbClr val="C0504D">
                      <a:satMod val="175000"/>
                      <a:alpha val="40000"/>
                    </a:srgbClr>
                  </a:glow>
                </a:effectLst>
                <a:uLnTx/>
                <a:uFillTx/>
                <a:latin typeface="Courier New" pitchFamily="49" charset="0"/>
                <a:ea typeface="+mn-ea"/>
                <a:cs typeface="Courier New" pitchFamily="49" charset="0"/>
              </a:rPr>
              <a:t>Client</a:t>
            </a:r>
          </a:p>
        </p:txBody>
      </p:sp>
    </p:spTree>
    <p:extLst>
      <p:ext uri="{BB962C8B-B14F-4D97-AF65-F5344CB8AC3E}">
        <p14:creationId xmlns:p14="http://schemas.microsoft.com/office/powerpoint/2010/main" val="2276679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3794" name="Picture 12" descr="314P_1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1676400"/>
            <a:ext cx="7646987"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Rectangle 2"/>
          <p:cNvSpPr>
            <a:spLocks noGrp="1" noChangeArrowheads="1"/>
          </p:cNvSpPr>
          <p:nvPr>
            <p:ph type="title"/>
          </p:nvPr>
        </p:nvSpPr>
        <p:spPr/>
        <p:txBody>
          <a:bodyPr/>
          <a:lstStyle/>
          <a:p>
            <a:r>
              <a:rPr lang="en-US" altLang="zh-CN" smtClean="0">
                <a:ea typeface="宋体" panose="02010600030101010101" pitchFamily="2" charset="-122"/>
              </a:rPr>
              <a:t>EUI-64 to IPv6 Interface Identifier (Cont.)</a:t>
            </a:r>
          </a:p>
        </p:txBody>
      </p:sp>
      <p:sp>
        <p:nvSpPr>
          <p:cNvPr id="33796" name="Rectangle 3"/>
          <p:cNvSpPr>
            <a:spLocks noGrp="1" noChangeArrowheads="1"/>
          </p:cNvSpPr>
          <p:nvPr>
            <p:ph type="body" sz="half" idx="2"/>
          </p:nvPr>
        </p:nvSpPr>
        <p:spPr>
          <a:xfrm>
            <a:off x="655638" y="4800600"/>
            <a:ext cx="7940675" cy="1011238"/>
          </a:xfrm>
        </p:spPr>
        <p:txBody>
          <a:bodyPr/>
          <a:lstStyle/>
          <a:p>
            <a:pPr lvl="1"/>
            <a:r>
              <a:rPr lang="en-US" altLang="zh-CN" sz="1800" smtClean="0">
                <a:ea typeface="宋体" panose="02010600030101010101" pitchFamily="2" charset="-122"/>
              </a:rPr>
              <a:t>A modified EUI-64 address is formed by inserting “FFFE” and “complementing” a bit identifying the uniqueness of the MAC address. </a:t>
            </a:r>
          </a:p>
        </p:txBody>
      </p:sp>
    </p:spTree>
    <p:extLst>
      <p:ext uri="{BB962C8B-B14F-4D97-AF65-F5344CB8AC3E}">
        <p14:creationId xmlns:p14="http://schemas.microsoft.com/office/powerpoint/2010/main" val="1724016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5842" name="Picture 10" descr="314P_1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6288" y="2522538"/>
            <a:ext cx="63166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p:cNvSpPr>
            <a:spLocks noGrp="1" noChangeArrowheads="1"/>
          </p:cNvSpPr>
          <p:nvPr>
            <p:ph type="title"/>
          </p:nvPr>
        </p:nvSpPr>
        <p:spPr/>
        <p:txBody>
          <a:bodyPr/>
          <a:lstStyle/>
          <a:p>
            <a:r>
              <a:rPr lang="en-US" altLang="zh-CN" smtClean="0">
                <a:ea typeface="宋体" panose="02010600030101010101" pitchFamily="2" charset="-122"/>
              </a:rPr>
              <a:t>EUI-64 to IPv6 Interface Identifier (Cont.)</a:t>
            </a:r>
          </a:p>
        </p:txBody>
      </p:sp>
      <p:sp>
        <p:nvSpPr>
          <p:cNvPr id="35844" name="Rectangle 3"/>
          <p:cNvSpPr>
            <a:spLocks noGrp="1" noChangeArrowheads="1"/>
          </p:cNvSpPr>
          <p:nvPr>
            <p:ph type="body" sz="half" idx="2"/>
          </p:nvPr>
        </p:nvSpPr>
        <p:spPr>
          <a:xfrm>
            <a:off x="655638" y="4800600"/>
            <a:ext cx="7940675" cy="1709738"/>
          </a:xfrm>
        </p:spPr>
        <p:txBody>
          <a:bodyPr/>
          <a:lstStyle/>
          <a:p>
            <a:pPr lvl="1"/>
            <a:r>
              <a:rPr lang="en-US" altLang="zh-CN" sz="1800" smtClean="0">
                <a:ea typeface="宋体" panose="02010600030101010101" pitchFamily="2" charset="-122"/>
              </a:rPr>
              <a:t>A modified EUI-64 address is formed by inserting “FFFE” and “complementing” a bit identifying the uniqueness of the MAC address. </a:t>
            </a:r>
          </a:p>
        </p:txBody>
      </p:sp>
    </p:spTree>
    <p:extLst>
      <p:ext uri="{BB962C8B-B14F-4D97-AF65-F5344CB8AC3E}">
        <p14:creationId xmlns:p14="http://schemas.microsoft.com/office/powerpoint/2010/main" val="2263953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1746" name="Picture 12" descr="314P_1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0" y="2105025"/>
            <a:ext cx="72072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2"/>
          <p:cNvSpPr>
            <a:spLocks noGrp="1" noChangeArrowheads="1"/>
          </p:cNvSpPr>
          <p:nvPr>
            <p:ph type="title"/>
          </p:nvPr>
        </p:nvSpPr>
        <p:spPr/>
        <p:txBody>
          <a:bodyPr/>
          <a:lstStyle/>
          <a:p>
            <a:r>
              <a:rPr lang="en-US" altLang="zh-CN" smtClean="0">
                <a:ea typeface="宋体" panose="02010600030101010101" pitchFamily="2" charset="-122"/>
              </a:rPr>
              <a:t>EUI-64 to IPv6 Interface Identifier</a:t>
            </a:r>
          </a:p>
        </p:txBody>
      </p:sp>
      <p:sp>
        <p:nvSpPr>
          <p:cNvPr id="31748" name="Rectangle 3"/>
          <p:cNvSpPr>
            <a:spLocks noGrp="1" noChangeArrowheads="1"/>
          </p:cNvSpPr>
          <p:nvPr>
            <p:ph type="body" sz="half" idx="2"/>
          </p:nvPr>
        </p:nvSpPr>
        <p:spPr>
          <a:xfrm>
            <a:off x="655638" y="4165600"/>
            <a:ext cx="7940675" cy="1074738"/>
          </a:xfrm>
        </p:spPr>
        <p:txBody>
          <a:bodyPr/>
          <a:lstStyle/>
          <a:p>
            <a:r>
              <a:rPr lang="en-US" altLang="zh-CN" sz="2000" smtClean="0">
                <a:ea typeface="宋体" panose="02010600030101010101" pitchFamily="2" charset="-122"/>
              </a:rPr>
              <a:t>A modified EUI-64 address is formed by inserting “FFFE” and “complementing” a bit identifying the uniqueness of the MAC address. </a:t>
            </a:r>
          </a:p>
        </p:txBody>
      </p:sp>
    </p:spTree>
    <p:extLst>
      <p:ext uri="{BB962C8B-B14F-4D97-AF65-F5344CB8AC3E}">
        <p14:creationId xmlns:p14="http://schemas.microsoft.com/office/powerpoint/2010/main" val="1925869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http://www.sharetechnote.com/image/IPv6_ShowInt_PCA.PNG"/>
          <p:cNvPicPr/>
          <p:nvPr/>
        </p:nvPicPr>
        <p:blipFill>
          <a:blip r:embed="rId2">
            <a:extLst>
              <a:ext uri="{28A0092B-C50C-407E-A947-70E740481C1C}">
                <a14:useLocalDpi xmlns:a14="http://schemas.microsoft.com/office/drawing/2010/main" val="0"/>
              </a:ext>
            </a:extLst>
          </a:blip>
          <a:srcRect/>
          <a:stretch>
            <a:fillRect/>
          </a:stretch>
        </p:blipFill>
        <p:spPr bwMode="auto">
          <a:xfrm>
            <a:off x="0" y="876300"/>
            <a:ext cx="9144000" cy="3307113"/>
          </a:xfrm>
          <a:prstGeom prst="rect">
            <a:avLst/>
          </a:prstGeom>
          <a:noFill/>
          <a:ln>
            <a:noFill/>
          </a:ln>
        </p:spPr>
      </p:pic>
      <p:pic>
        <p:nvPicPr>
          <p:cNvPr id="6" name="Picture 5" descr="http://www.sharetechnote.com/image/IPv6_netsh_set_ipv6_address.PNG"/>
          <p:cNvPicPr/>
          <p:nvPr/>
        </p:nvPicPr>
        <p:blipFill>
          <a:blip r:embed="rId3">
            <a:extLst>
              <a:ext uri="{28A0092B-C50C-407E-A947-70E740481C1C}">
                <a14:useLocalDpi xmlns:a14="http://schemas.microsoft.com/office/drawing/2010/main" val="0"/>
              </a:ext>
            </a:extLst>
          </a:blip>
          <a:srcRect/>
          <a:stretch>
            <a:fillRect/>
          </a:stretch>
        </p:blipFill>
        <p:spPr bwMode="auto">
          <a:xfrm>
            <a:off x="0" y="4560887"/>
            <a:ext cx="9144000" cy="1344169"/>
          </a:xfrm>
          <a:prstGeom prst="rect">
            <a:avLst/>
          </a:prstGeom>
          <a:noFill/>
          <a:ln>
            <a:noFill/>
          </a:ln>
        </p:spPr>
      </p:pic>
    </p:spTree>
    <p:extLst>
      <p:ext uri="{BB962C8B-B14F-4D97-AF65-F5344CB8AC3E}">
        <p14:creationId xmlns:p14="http://schemas.microsoft.com/office/powerpoint/2010/main" val="23521305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http://www.sharetechnote.com/image/IPv6_Ping_AtoB.PNG"/>
          <p:cNvPicPr/>
          <p:nvPr/>
        </p:nvPicPr>
        <p:blipFill>
          <a:blip r:embed="rId2">
            <a:extLst>
              <a:ext uri="{28A0092B-C50C-407E-A947-70E740481C1C}">
                <a14:useLocalDpi xmlns:a14="http://schemas.microsoft.com/office/drawing/2010/main" val="0"/>
              </a:ext>
            </a:extLst>
          </a:blip>
          <a:srcRect/>
          <a:stretch>
            <a:fillRect/>
          </a:stretch>
        </p:blipFill>
        <p:spPr bwMode="auto">
          <a:xfrm>
            <a:off x="0" y="1514474"/>
            <a:ext cx="9144000" cy="4099700"/>
          </a:xfrm>
          <a:prstGeom prst="rect">
            <a:avLst/>
          </a:prstGeom>
          <a:noFill/>
          <a:ln>
            <a:noFill/>
          </a:ln>
        </p:spPr>
      </p:pic>
    </p:spTree>
    <p:extLst>
      <p:ext uri="{BB962C8B-B14F-4D97-AF65-F5344CB8AC3E}">
        <p14:creationId xmlns:p14="http://schemas.microsoft.com/office/powerpoint/2010/main" val="39682161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 name="Rectangle 11"/>
          <p:cNvSpPr txBox="1">
            <a:spLocks noChangeArrowheads="1"/>
          </p:cNvSpPr>
          <p:nvPr/>
        </p:nvSpPr>
        <p:spPr bwMode="auto">
          <a:xfrm>
            <a:off x="0" y="2560376"/>
            <a:ext cx="7068383" cy="433789"/>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2400" b="1" smtClean="0">
                <a:solidFill>
                  <a:srgbClr val="4F81BD"/>
                </a:solidFill>
                <a:latin typeface="Times" pitchFamily="18" charset="0"/>
                <a:cs typeface="Times" pitchFamily="18" charset="0"/>
              </a:rPr>
              <a:t>FF01 : 0000 : 0000 : 0000 : 0000 : 0000 : 0000 : 0001</a:t>
            </a:r>
          </a:p>
        </p:txBody>
      </p:sp>
      <p:sp>
        <p:nvSpPr>
          <p:cNvPr id="22" name="Rectangle 11"/>
          <p:cNvSpPr txBox="1">
            <a:spLocks noChangeArrowheads="1"/>
          </p:cNvSpPr>
          <p:nvPr/>
        </p:nvSpPr>
        <p:spPr bwMode="auto">
          <a:xfrm>
            <a:off x="0" y="2994165"/>
            <a:ext cx="7068383" cy="433789"/>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2400" b="1" smtClean="0">
                <a:solidFill>
                  <a:srgbClr val="4F81BD"/>
                </a:solidFill>
                <a:latin typeface="Times" pitchFamily="18" charset="0"/>
                <a:cs typeface="Times" pitchFamily="18" charset="0"/>
              </a:rPr>
              <a:t>FF01 : </a:t>
            </a:r>
            <a:r>
              <a:rPr lang="en-US" sz="2400" b="1" smtClean="0">
                <a:solidFill>
                  <a:prstClr val="white"/>
                </a:solidFill>
                <a:latin typeface="Times" pitchFamily="18" charset="0"/>
                <a:cs typeface="Times" pitchFamily="18" charset="0"/>
              </a:rPr>
              <a:t>0000 : 0000 : 0000 : 0000 : 0000 : 0000 </a:t>
            </a:r>
            <a:r>
              <a:rPr lang="en-US" sz="2400" b="1" smtClean="0">
                <a:solidFill>
                  <a:srgbClr val="4F81BD"/>
                </a:solidFill>
                <a:latin typeface="Times" pitchFamily="18" charset="0"/>
                <a:cs typeface="Times" pitchFamily="18" charset="0"/>
              </a:rPr>
              <a:t>: </a:t>
            </a:r>
            <a:r>
              <a:rPr lang="en-US" sz="2400" b="1" smtClean="0">
                <a:solidFill>
                  <a:prstClr val="white"/>
                </a:solidFill>
                <a:latin typeface="Times" pitchFamily="18" charset="0"/>
                <a:cs typeface="Times" pitchFamily="18" charset="0"/>
              </a:rPr>
              <a:t>000</a:t>
            </a:r>
            <a:r>
              <a:rPr lang="en-US" sz="2400" b="1" smtClean="0">
                <a:solidFill>
                  <a:srgbClr val="4F81BD"/>
                </a:solidFill>
                <a:latin typeface="Times" pitchFamily="18" charset="0"/>
                <a:cs typeface="Times" pitchFamily="18" charset="0"/>
              </a:rPr>
              <a:t>1</a:t>
            </a:r>
          </a:p>
        </p:txBody>
      </p:sp>
      <p:sp>
        <p:nvSpPr>
          <p:cNvPr id="24" name="Rectangle 11"/>
          <p:cNvSpPr txBox="1">
            <a:spLocks noChangeArrowheads="1"/>
          </p:cNvSpPr>
          <p:nvPr/>
        </p:nvSpPr>
        <p:spPr bwMode="auto">
          <a:xfrm>
            <a:off x="0" y="3854134"/>
            <a:ext cx="7001056" cy="433789"/>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2400" b="1" smtClean="0">
                <a:solidFill>
                  <a:srgbClr val="4F81BD"/>
                </a:solidFill>
                <a:latin typeface="Times" pitchFamily="18" charset="0"/>
                <a:cs typeface="Times" pitchFamily="18" charset="0"/>
              </a:rPr>
              <a:t>0000 : 0000 : 0000 : 0000 : 0000 : 0000 : 0000 : 0001</a:t>
            </a:r>
          </a:p>
        </p:txBody>
      </p:sp>
      <p:sp>
        <p:nvSpPr>
          <p:cNvPr id="26" name="Rectangle 11"/>
          <p:cNvSpPr txBox="1">
            <a:spLocks noChangeArrowheads="1"/>
          </p:cNvSpPr>
          <p:nvPr/>
        </p:nvSpPr>
        <p:spPr bwMode="auto">
          <a:xfrm>
            <a:off x="0" y="4287923"/>
            <a:ext cx="6940142" cy="433789"/>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2400" b="1" smtClean="0">
                <a:solidFill>
                  <a:prstClr val="white"/>
                </a:solidFill>
                <a:latin typeface="Times" pitchFamily="18" charset="0"/>
                <a:cs typeface="Times" pitchFamily="18" charset="0"/>
              </a:rPr>
              <a:t>FF01 : 0000 : 0000 : 0000 : 0000 : 0000 : 000</a:t>
            </a:r>
            <a:r>
              <a:rPr lang="en-US" sz="2400" b="1" smtClean="0">
                <a:solidFill>
                  <a:srgbClr val="4F81BD"/>
                </a:solidFill>
                <a:latin typeface="Times" pitchFamily="18" charset="0"/>
                <a:cs typeface="Times" pitchFamily="18" charset="0"/>
              </a:rPr>
              <a:t>:: </a:t>
            </a:r>
            <a:r>
              <a:rPr lang="en-US" sz="2400" b="1" smtClean="0">
                <a:solidFill>
                  <a:prstClr val="white"/>
                </a:solidFill>
                <a:latin typeface="Times" pitchFamily="18" charset="0"/>
                <a:cs typeface="Times" pitchFamily="18" charset="0"/>
              </a:rPr>
              <a:t>000</a:t>
            </a:r>
            <a:r>
              <a:rPr lang="en-US" sz="2400" b="1" smtClean="0">
                <a:solidFill>
                  <a:srgbClr val="4F81BD"/>
                </a:solidFill>
                <a:latin typeface="Times" pitchFamily="18" charset="0"/>
                <a:cs typeface="Times" pitchFamily="18" charset="0"/>
              </a:rPr>
              <a:t>1</a:t>
            </a:r>
          </a:p>
        </p:txBody>
      </p:sp>
      <p:sp>
        <p:nvSpPr>
          <p:cNvPr id="29" name="Rectangle 11"/>
          <p:cNvSpPr txBox="1">
            <a:spLocks noChangeArrowheads="1"/>
          </p:cNvSpPr>
          <p:nvPr/>
        </p:nvSpPr>
        <p:spPr bwMode="auto">
          <a:xfrm>
            <a:off x="0" y="5127792"/>
            <a:ext cx="7001056" cy="433789"/>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2400" b="1" smtClean="0">
                <a:solidFill>
                  <a:srgbClr val="4F81BD"/>
                </a:solidFill>
                <a:latin typeface="Times" pitchFamily="18" charset="0"/>
                <a:cs typeface="Times" pitchFamily="18" charset="0"/>
              </a:rPr>
              <a:t>0000 : 0000 : 0000 : 0000 : 0000 : 0000 : 0000 : 0000</a:t>
            </a:r>
          </a:p>
        </p:txBody>
      </p:sp>
      <p:sp>
        <p:nvSpPr>
          <p:cNvPr id="30" name="Rectangle 11"/>
          <p:cNvSpPr txBox="1">
            <a:spLocks noChangeArrowheads="1"/>
          </p:cNvSpPr>
          <p:nvPr/>
        </p:nvSpPr>
        <p:spPr bwMode="auto">
          <a:xfrm>
            <a:off x="0" y="5561581"/>
            <a:ext cx="6940142" cy="433789"/>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2400" b="1" smtClean="0">
                <a:solidFill>
                  <a:prstClr val="white"/>
                </a:solidFill>
                <a:latin typeface="Times" pitchFamily="18" charset="0"/>
                <a:cs typeface="Times" pitchFamily="18" charset="0"/>
              </a:rPr>
              <a:t>FF01 : 0000 : 0000 : 0000 : 0000 : 0000 : 000</a:t>
            </a:r>
            <a:r>
              <a:rPr lang="en-US" sz="2400" b="1" smtClean="0">
                <a:solidFill>
                  <a:srgbClr val="4F81BD"/>
                </a:solidFill>
                <a:latin typeface="Times" pitchFamily="18" charset="0"/>
                <a:cs typeface="Times" pitchFamily="18" charset="0"/>
              </a:rPr>
              <a:t>:: </a:t>
            </a:r>
            <a:r>
              <a:rPr lang="en-US" sz="2400" b="1" smtClean="0">
                <a:solidFill>
                  <a:prstClr val="white"/>
                </a:solidFill>
                <a:latin typeface="Times" pitchFamily="18" charset="0"/>
                <a:cs typeface="Times" pitchFamily="18" charset="0"/>
              </a:rPr>
              <a:t>0000</a:t>
            </a:r>
          </a:p>
        </p:txBody>
      </p:sp>
      <p:sp>
        <p:nvSpPr>
          <p:cNvPr id="9" name="Rectangle 11"/>
          <p:cNvSpPr txBox="1">
            <a:spLocks noChangeArrowheads="1"/>
          </p:cNvSpPr>
          <p:nvPr/>
        </p:nvSpPr>
        <p:spPr bwMode="auto">
          <a:xfrm>
            <a:off x="7292386" y="3052642"/>
            <a:ext cx="1666263" cy="316834"/>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1600" smtClean="0">
                <a:solidFill>
                  <a:prstClr val="black"/>
                </a:solidFill>
                <a:latin typeface="Times" pitchFamily="18" charset="0"/>
                <a:cs typeface="Times" pitchFamily="18" charset="0"/>
              </a:rPr>
              <a:t>255.255.255.255</a:t>
            </a:r>
          </a:p>
        </p:txBody>
      </p:sp>
      <p:sp>
        <p:nvSpPr>
          <p:cNvPr id="10" name="Rectangle 11"/>
          <p:cNvSpPr txBox="1">
            <a:spLocks noChangeArrowheads="1"/>
          </p:cNvSpPr>
          <p:nvPr/>
        </p:nvSpPr>
        <p:spPr bwMode="auto">
          <a:xfrm>
            <a:off x="7600162" y="4333431"/>
            <a:ext cx="1050710" cy="316834"/>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1600" smtClean="0">
                <a:solidFill>
                  <a:prstClr val="black"/>
                </a:solidFill>
                <a:latin typeface="Times" pitchFamily="18" charset="0"/>
                <a:cs typeface="Times" pitchFamily="18" charset="0"/>
              </a:rPr>
              <a:t>127.0.0.1</a:t>
            </a:r>
          </a:p>
        </p:txBody>
      </p:sp>
      <p:sp>
        <p:nvSpPr>
          <p:cNvPr id="19" name="Rectangle 11"/>
          <p:cNvSpPr txBox="1">
            <a:spLocks noChangeArrowheads="1"/>
          </p:cNvSpPr>
          <p:nvPr/>
        </p:nvSpPr>
        <p:spPr bwMode="auto">
          <a:xfrm>
            <a:off x="0" y="2127239"/>
            <a:ext cx="1554053" cy="433789"/>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2400" b="1" smtClean="0">
                <a:solidFill>
                  <a:srgbClr val="00B0F0"/>
                </a:solidFill>
                <a:latin typeface="Times" pitchFamily="18" charset="0"/>
                <a:cs typeface="Times" pitchFamily="18" charset="0"/>
              </a:rPr>
              <a:t>FF02 : : 5</a:t>
            </a:r>
          </a:p>
        </p:txBody>
      </p:sp>
      <p:sp>
        <p:nvSpPr>
          <p:cNvPr id="20" name="Rectangle 11"/>
          <p:cNvSpPr txBox="1">
            <a:spLocks noChangeArrowheads="1"/>
          </p:cNvSpPr>
          <p:nvPr/>
        </p:nvSpPr>
        <p:spPr bwMode="auto">
          <a:xfrm>
            <a:off x="0" y="1693450"/>
            <a:ext cx="1554053" cy="433789"/>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2400" b="1" smtClean="0">
                <a:solidFill>
                  <a:srgbClr val="00B0F0"/>
                </a:solidFill>
                <a:latin typeface="Times" pitchFamily="18" charset="0"/>
                <a:cs typeface="Times" pitchFamily="18" charset="0"/>
              </a:rPr>
              <a:t>FF02 : </a:t>
            </a:r>
            <a:r>
              <a:rPr lang="en-US" sz="2400" b="1">
                <a:solidFill>
                  <a:srgbClr val="00B0F0"/>
                </a:solidFill>
                <a:latin typeface="Times" pitchFamily="18" charset="0"/>
                <a:cs typeface="Times" pitchFamily="18" charset="0"/>
              </a:rPr>
              <a:t>:</a:t>
            </a:r>
            <a:r>
              <a:rPr lang="en-US" sz="2400" b="1" smtClean="0">
                <a:solidFill>
                  <a:srgbClr val="00B0F0"/>
                </a:solidFill>
                <a:latin typeface="Times" pitchFamily="18" charset="0"/>
                <a:cs typeface="Times" pitchFamily="18" charset="0"/>
              </a:rPr>
              <a:t> 6</a:t>
            </a:r>
          </a:p>
        </p:txBody>
      </p:sp>
      <p:sp>
        <p:nvSpPr>
          <p:cNvPr id="23" name="Rectangle 11"/>
          <p:cNvSpPr txBox="1">
            <a:spLocks noChangeArrowheads="1"/>
          </p:cNvSpPr>
          <p:nvPr/>
        </p:nvSpPr>
        <p:spPr bwMode="auto">
          <a:xfrm>
            <a:off x="0" y="1244271"/>
            <a:ext cx="1605990" cy="433789"/>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2400" b="1" smtClean="0">
                <a:solidFill>
                  <a:srgbClr val="00B0F0"/>
                </a:solidFill>
                <a:latin typeface="Times" pitchFamily="18" charset="0"/>
                <a:cs typeface="Times" pitchFamily="18" charset="0"/>
              </a:rPr>
              <a:t>FF02 : : A</a:t>
            </a:r>
          </a:p>
        </p:txBody>
      </p:sp>
      <p:sp>
        <p:nvSpPr>
          <p:cNvPr id="25" name="Rectangle 11"/>
          <p:cNvSpPr txBox="1">
            <a:spLocks noChangeArrowheads="1"/>
          </p:cNvSpPr>
          <p:nvPr/>
        </p:nvSpPr>
        <p:spPr bwMode="auto">
          <a:xfrm>
            <a:off x="7292386" y="2185716"/>
            <a:ext cx="1050710" cy="316834"/>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1600" smtClean="0">
                <a:solidFill>
                  <a:prstClr val="black"/>
                </a:solidFill>
                <a:latin typeface="Times" pitchFamily="18" charset="0"/>
                <a:cs typeface="Times" pitchFamily="18" charset="0"/>
              </a:rPr>
              <a:t>224.0.0.5</a:t>
            </a:r>
          </a:p>
        </p:txBody>
      </p:sp>
      <p:sp>
        <p:nvSpPr>
          <p:cNvPr id="27" name="Rectangle 11"/>
          <p:cNvSpPr txBox="1">
            <a:spLocks noChangeArrowheads="1"/>
          </p:cNvSpPr>
          <p:nvPr/>
        </p:nvSpPr>
        <p:spPr bwMode="auto">
          <a:xfrm>
            <a:off x="7292386" y="1751927"/>
            <a:ext cx="1050710" cy="316834"/>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1600" smtClean="0">
                <a:solidFill>
                  <a:prstClr val="black"/>
                </a:solidFill>
                <a:latin typeface="Times" pitchFamily="18" charset="0"/>
                <a:cs typeface="Times" pitchFamily="18" charset="0"/>
              </a:rPr>
              <a:t>224.0.0.6</a:t>
            </a:r>
          </a:p>
        </p:txBody>
      </p:sp>
      <p:sp>
        <p:nvSpPr>
          <p:cNvPr id="28" name="Rectangle 11"/>
          <p:cNvSpPr txBox="1">
            <a:spLocks noChangeArrowheads="1"/>
          </p:cNvSpPr>
          <p:nvPr/>
        </p:nvSpPr>
        <p:spPr bwMode="auto">
          <a:xfrm>
            <a:off x="7292386" y="1302748"/>
            <a:ext cx="1153302" cy="316834"/>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124" tIns="41061" rIns="82124" bIns="41061" numCol="1" anchor="t" anchorCtr="0" compatLnSpc="1">
            <a:prstTxWarp prst="textNoShape">
              <a:avLst/>
            </a:prstTxWarp>
            <a:spAutoFit/>
          </a:bodyPr>
          <a:lstStyle>
            <a:lvl1pPr marL="342900" indent="-342900" algn="l" defTabSz="814388" rtl="0" eaLnBrk="0" fontAlgn="base" hangingPunct="0">
              <a:lnSpc>
                <a:spcPct val="95000"/>
              </a:lnSpc>
              <a:spcBef>
                <a:spcPct val="35000"/>
              </a:spcBef>
              <a:spcAft>
                <a:spcPct val="0"/>
              </a:spcAft>
              <a:buClr>
                <a:schemeClr val="accent1"/>
              </a:buClr>
              <a:buSzPct val="100000"/>
              <a:buFont typeface="Arial" pitchFamily="34"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pitchFamily="34" charset="0"/>
              <a:buChar char="–"/>
              <a:defRPr sz="2000">
                <a:solidFill>
                  <a:srgbClr val="000000"/>
                </a:solidFill>
                <a:latin typeface="+mn-lt"/>
              </a:defRPr>
            </a:lvl9pPr>
          </a:lstStyle>
          <a:p>
            <a:pPr marL="114300" lvl="1" indent="0">
              <a:buFont typeface="Wingdings" pitchFamily="2" charset="2"/>
              <a:buNone/>
            </a:pPr>
            <a:r>
              <a:rPr lang="en-US" sz="1600" smtClean="0">
                <a:solidFill>
                  <a:prstClr val="black"/>
                </a:solidFill>
                <a:latin typeface="Times" pitchFamily="18" charset="0"/>
                <a:cs typeface="Times" pitchFamily="18" charset="0"/>
              </a:rPr>
              <a:t>224.0.0.10</a:t>
            </a:r>
          </a:p>
        </p:txBody>
      </p:sp>
    </p:spTree>
    <p:extLst>
      <p:ext uri="{BB962C8B-B14F-4D97-AF65-F5344CB8AC3E}">
        <p14:creationId xmlns:p14="http://schemas.microsoft.com/office/powerpoint/2010/main" val="2558564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randombar(horizontal)">
                                      <p:cBhvr>
                                        <p:cTn id="17" dur="500"/>
                                        <p:tgtEl>
                                          <p:spTgt spid="25"/>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randombar(horizontal)">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randombar(horizontal)">
                                      <p:cBhvr>
                                        <p:cTn id="25" dur="500"/>
                                        <p:tgtEl>
                                          <p:spTgt spid="27"/>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randombar(horizontal)">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randombar(horizontal)">
                                      <p:cBhvr>
                                        <p:cTn id="33" dur="500"/>
                                        <p:tgtEl>
                                          <p:spTgt spid="23"/>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randombar(horizontal)">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par>
                          <p:cTn id="47" fill="hold">
                            <p:stCondLst>
                              <p:cond delay="500"/>
                            </p:stCondLst>
                            <p:childTnLst>
                              <p:par>
                                <p:cTn id="48" presetID="10" presetClass="entr" presetSubtype="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6" grpId="0"/>
      <p:bldP spid="29" grpId="0"/>
      <p:bldP spid="30" grpId="0"/>
      <p:bldP spid="9" grpId="0"/>
      <p:bldP spid="10" grpId="0"/>
      <p:bldP spid="19" grpId="0"/>
      <p:bldP spid="20" grpId="0"/>
      <p:bldP spid="23" grpId="0"/>
      <p:bldP spid="25" grpId="0"/>
      <p:bldP spid="27" grpId="0"/>
      <p:bldP spid="28" grpId="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8914" name="Picture 1038" descr="314P_0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338" y="1371600"/>
            <a:ext cx="7299325" cy="495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Rectangle 1036"/>
          <p:cNvSpPr>
            <a:spLocks noGrp="1" noChangeArrowheads="1"/>
          </p:cNvSpPr>
          <p:nvPr>
            <p:ph type="title"/>
          </p:nvPr>
        </p:nvSpPr>
        <p:spPr/>
        <p:txBody>
          <a:bodyPr/>
          <a:lstStyle/>
          <a:p>
            <a:r>
              <a:rPr lang="en-US" altLang="zh-CN" smtClean="0">
                <a:ea typeface="宋体" panose="02010600030101010101" pitchFamily="2" charset="-122"/>
              </a:rPr>
              <a:t>Examples of Permanent Multicast Addresses </a:t>
            </a:r>
          </a:p>
        </p:txBody>
      </p:sp>
    </p:spTree>
    <p:extLst>
      <p:ext uri="{BB962C8B-B14F-4D97-AF65-F5344CB8AC3E}">
        <p14:creationId xmlns:p14="http://schemas.microsoft.com/office/powerpoint/2010/main" val="27255700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5"/>
          <p:cNvSpPr txBox="1">
            <a:spLocks noChangeArrowheads="1"/>
          </p:cNvSpPr>
          <p:nvPr/>
        </p:nvSpPr>
        <p:spPr>
          <a:xfrm>
            <a:off x="655638" y="457200"/>
            <a:ext cx="8145462" cy="838200"/>
          </a:xfrm>
          <a:prstGeom prst="rect">
            <a:avLst/>
          </a:prstGeom>
        </p:spPr>
        <p:txBody>
          <a:bodyPr vert="horz" lIns="91440" tIns="45720" rIns="91440" bIns="45720" rtlCol="0" anchor="t">
            <a:normAutofit/>
          </a:bodyPr>
          <a:lstStyle>
            <a:defPPr>
              <a:defRPr lang="en-US"/>
            </a:defPPr>
            <a:lvl1pPr algn="ctr" defTabSz="914400" eaLnBrk="1" latinLnBrk="0" hangingPunct="1">
              <a:buNone/>
              <a:defRPr sz="3200">
                <a:latin typeface="Times New Roman" pitchFamily="18" charset="0"/>
                <a:ea typeface="+mj-ea"/>
                <a:cs typeface="Times New Roman" pitchFamily="18" charset="0"/>
              </a:defRPr>
            </a:lvl1pPr>
          </a:lstStyle>
          <a:p>
            <a:r>
              <a:rPr lang="en-US">
                <a:solidFill>
                  <a:srgbClr val="0070C0"/>
                </a:solidFill>
              </a:rPr>
              <a:t>Address Types </a:t>
            </a:r>
          </a:p>
        </p:txBody>
      </p:sp>
      <p:graphicFrame>
        <p:nvGraphicFramePr>
          <p:cNvPr id="3" name="Table 2"/>
          <p:cNvGraphicFramePr>
            <a:graphicFrameLocks noGrp="1"/>
          </p:cNvGraphicFramePr>
          <p:nvPr>
            <p:extLst>
              <p:ext uri="{D42A27DB-BD31-4B8C-83A1-F6EECF244321}">
                <p14:modId xmlns:p14="http://schemas.microsoft.com/office/powerpoint/2010/main" val="4034558935"/>
              </p:ext>
            </p:extLst>
          </p:nvPr>
        </p:nvGraphicFramePr>
        <p:xfrm>
          <a:off x="1524000" y="1340283"/>
          <a:ext cx="6096000" cy="1483360"/>
        </p:xfrm>
        <a:graphic>
          <a:graphicData uri="http://schemas.openxmlformats.org/drawingml/2006/table">
            <a:tbl>
              <a:tblPr firstRow="1" bandRow="1">
                <a:tableStyleId>{5C22544A-7EE6-4342-B048-85BDC9FD1C3A}</a:tableStyleId>
              </a:tblPr>
              <a:tblGrid>
                <a:gridCol w="1078523">
                  <a:extLst>
                    <a:ext uri="{9D8B030D-6E8A-4147-A177-3AD203B41FA5}">
                      <a16:colId xmlns:a16="http://schemas.microsoft.com/office/drawing/2014/main" val="20000"/>
                    </a:ext>
                  </a:extLst>
                </a:gridCol>
                <a:gridCol w="1181686">
                  <a:extLst>
                    <a:ext uri="{9D8B030D-6E8A-4147-A177-3AD203B41FA5}">
                      <a16:colId xmlns:a16="http://schemas.microsoft.com/office/drawing/2014/main" val="20001"/>
                    </a:ext>
                  </a:extLst>
                </a:gridCol>
                <a:gridCol w="1153551">
                  <a:extLst>
                    <a:ext uri="{9D8B030D-6E8A-4147-A177-3AD203B41FA5}">
                      <a16:colId xmlns:a16="http://schemas.microsoft.com/office/drawing/2014/main" val="20002"/>
                    </a:ext>
                  </a:extLst>
                </a:gridCol>
                <a:gridCol w="2682240">
                  <a:extLst>
                    <a:ext uri="{9D8B030D-6E8A-4147-A177-3AD203B41FA5}">
                      <a16:colId xmlns:a16="http://schemas.microsoft.com/office/drawing/2014/main" val="20003"/>
                    </a:ext>
                  </a:extLst>
                </a:gridCol>
              </a:tblGrid>
              <a:tr h="370840">
                <a:tc gridSpan="2">
                  <a:txBody>
                    <a:bodyPr/>
                    <a:lstStyle/>
                    <a:p>
                      <a:pPr algn="ctr"/>
                      <a:r>
                        <a:rPr lang="en-US" smtClean="0"/>
                        <a:t>Unicast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algn="ctr"/>
                      <a:r>
                        <a:rPr lang="en-US" smtClean="0"/>
                        <a:t>Multicast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err="1" smtClean="0"/>
                        <a:t>Anycast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mtClean="0"/>
                        <a:t>global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t> 2000::/3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t> FF00::/8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t>One-to-nearest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mtClean="0"/>
                        <a:t>site-local</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t> FEC0::/10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t>devices share the 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mtClean="0"/>
                        <a:t>link-local</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t> FE80::/10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provide uniform 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22" name="Picture 8" descr="Ro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47863" y="4756056"/>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p:cNvSpPr txBox="1"/>
          <p:nvPr/>
        </p:nvSpPr>
        <p:spPr>
          <a:xfrm>
            <a:off x="2383455" y="4825698"/>
            <a:ext cx="430066" cy="338554"/>
          </a:xfrm>
          <a:prstGeom prst="rect">
            <a:avLst/>
          </a:prstGeom>
          <a:noFill/>
        </p:spPr>
        <p:txBody>
          <a:bodyPr wrap="square" rtlCol="0">
            <a:spAutoFit/>
          </a:bodyPr>
          <a:lstStyle/>
          <a:p>
            <a:pPr algn="ctr"/>
            <a:r>
              <a:rPr lang="en-US" sz="1600" b="1" spc="-150" smtClean="0">
                <a:solidFill>
                  <a:srgbClr val="FFFF00"/>
                </a:solidFill>
                <a:effectLst>
                  <a:glow rad="228600">
                    <a:schemeClr val="accent2">
                      <a:satMod val="175000"/>
                      <a:alpha val="40000"/>
                    </a:schemeClr>
                  </a:glow>
                </a:effectLst>
                <a:latin typeface="Courier New" pitchFamily="49" charset="0"/>
                <a:cs typeface="Courier New" pitchFamily="49" charset="0"/>
              </a:rPr>
              <a:t>R1</a:t>
            </a:r>
          </a:p>
        </p:txBody>
      </p:sp>
      <p:pic>
        <p:nvPicPr>
          <p:cNvPr id="24" name="Picture 8" descr="Ro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15055" y="4756056"/>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24"/>
          <p:cNvSpPr txBox="1"/>
          <p:nvPr/>
        </p:nvSpPr>
        <p:spPr>
          <a:xfrm>
            <a:off x="6050647" y="4825698"/>
            <a:ext cx="430066" cy="338554"/>
          </a:xfrm>
          <a:prstGeom prst="rect">
            <a:avLst/>
          </a:prstGeom>
          <a:noFill/>
        </p:spPr>
        <p:txBody>
          <a:bodyPr wrap="square" rtlCol="0">
            <a:spAutoFit/>
          </a:bodyPr>
          <a:lstStyle/>
          <a:p>
            <a:pPr algn="ctr"/>
            <a:r>
              <a:rPr lang="en-US" sz="1600" b="1" spc="-150" smtClean="0">
                <a:solidFill>
                  <a:srgbClr val="FFFF00"/>
                </a:solidFill>
                <a:effectLst>
                  <a:glow rad="228600">
                    <a:schemeClr val="accent2">
                      <a:satMod val="175000"/>
                      <a:alpha val="40000"/>
                    </a:schemeClr>
                  </a:glow>
                </a:effectLst>
                <a:latin typeface="Courier New" pitchFamily="49" charset="0"/>
                <a:cs typeface="Courier New" pitchFamily="49" charset="0"/>
              </a:rPr>
              <a:t>R2</a:t>
            </a:r>
          </a:p>
        </p:txBody>
      </p:sp>
      <p:cxnSp>
        <p:nvCxnSpPr>
          <p:cNvPr id="26" name="Straight Connector 25"/>
          <p:cNvCxnSpPr/>
          <p:nvPr/>
        </p:nvCxnSpPr>
        <p:spPr>
          <a:xfrm flipH="1" flipV="1">
            <a:off x="2813522" y="5164252"/>
            <a:ext cx="1370946" cy="11551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4660383" y="5164252"/>
            <a:ext cx="1370946" cy="115514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2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6961" y="6280056"/>
            <a:ext cx="895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TextBox 29"/>
          <p:cNvSpPr txBox="1"/>
          <p:nvPr/>
        </p:nvSpPr>
        <p:spPr>
          <a:xfrm>
            <a:off x="2431868" y="5193342"/>
            <a:ext cx="560943" cy="307777"/>
          </a:xfrm>
          <a:prstGeom prst="rect">
            <a:avLst/>
          </a:prstGeom>
          <a:noFill/>
        </p:spPr>
        <p:txBody>
          <a:bodyPr wrap="square" rtlCol="0">
            <a:spAutoFit/>
          </a:bodyPr>
          <a:lstStyle/>
          <a:p>
            <a:pPr algn="ctr"/>
            <a:r>
              <a:rPr lang="en-US" sz="1400" b="1" spc="-150" dirty="0" smtClean="0">
                <a:solidFill>
                  <a:srgbClr val="0070C0"/>
                </a:solidFill>
                <a:latin typeface="Courier New" pitchFamily="49" charset="0"/>
                <a:cs typeface="Courier New" pitchFamily="49" charset="0"/>
              </a:rPr>
              <a:t>e0/1</a:t>
            </a:r>
            <a:endParaRPr lang="en-US" sz="1400" b="1" spc="-150" dirty="0">
              <a:solidFill>
                <a:srgbClr val="0070C0"/>
              </a:solidFill>
              <a:latin typeface="Courier New" pitchFamily="49" charset="0"/>
              <a:cs typeface="Courier New" pitchFamily="49" charset="0"/>
            </a:endParaRPr>
          </a:p>
        </p:txBody>
      </p:sp>
      <p:sp>
        <p:nvSpPr>
          <p:cNvPr id="31" name="TextBox 30"/>
          <p:cNvSpPr txBox="1"/>
          <p:nvPr/>
        </p:nvSpPr>
        <p:spPr>
          <a:xfrm>
            <a:off x="5784668" y="5193342"/>
            <a:ext cx="560943" cy="307777"/>
          </a:xfrm>
          <a:prstGeom prst="rect">
            <a:avLst/>
          </a:prstGeom>
          <a:noFill/>
        </p:spPr>
        <p:txBody>
          <a:bodyPr wrap="square" rtlCol="0">
            <a:spAutoFit/>
          </a:bodyPr>
          <a:lstStyle/>
          <a:p>
            <a:pPr algn="ctr"/>
            <a:r>
              <a:rPr lang="en-US" sz="1400" b="1" spc="-150" smtClean="0">
                <a:solidFill>
                  <a:srgbClr val="0070C0"/>
                </a:solidFill>
                <a:latin typeface="Courier New" pitchFamily="49" charset="0"/>
                <a:cs typeface="Courier New" pitchFamily="49" charset="0"/>
              </a:rPr>
              <a:t>e0/1</a:t>
            </a:r>
            <a:endParaRPr lang="en-US" sz="1400" b="1" spc="-150">
              <a:solidFill>
                <a:srgbClr val="0070C0"/>
              </a:solidFill>
              <a:latin typeface="Courier New" pitchFamily="49" charset="0"/>
              <a:cs typeface="Courier New" pitchFamily="49" charset="0"/>
            </a:endParaRPr>
          </a:p>
        </p:txBody>
      </p:sp>
      <p:sp>
        <p:nvSpPr>
          <p:cNvPr id="33" name="TextBox 32"/>
          <p:cNvSpPr txBox="1"/>
          <p:nvPr/>
        </p:nvSpPr>
        <p:spPr>
          <a:xfrm>
            <a:off x="2549488" y="3930918"/>
            <a:ext cx="1154483" cy="291618"/>
          </a:xfrm>
          <a:prstGeom prst="rect">
            <a:avLst/>
          </a:prstGeom>
          <a:noFill/>
        </p:spPr>
        <p:txBody>
          <a:bodyPr wrap="none" rtlCol="0">
            <a:spAutoFit/>
          </a:bodyPr>
          <a:lstStyle/>
          <a:p>
            <a:r>
              <a:rPr lang="en-US" sz="1400" b="1" spc="-150" dirty="0" smtClean="0">
                <a:solidFill>
                  <a:srgbClr val="C00000"/>
                </a:solidFill>
                <a:latin typeface="Courier New" pitchFamily="49" charset="0"/>
                <a:cs typeface="Courier New" pitchFamily="49" charset="0"/>
              </a:rPr>
              <a:t>2001</a:t>
            </a:r>
            <a:r>
              <a:rPr lang="en-US" sz="1400" b="1" spc="-150" dirty="0" smtClean="0">
                <a:solidFill>
                  <a:srgbClr val="0070C0"/>
                </a:solidFill>
                <a:latin typeface="Courier New" pitchFamily="49" charset="0"/>
                <a:cs typeface="Courier New" pitchFamily="49" charset="0"/>
              </a:rPr>
              <a:t>::</a:t>
            </a:r>
            <a:r>
              <a:rPr lang="en-US" sz="1400" b="1" spc="-150" dirty="0">
                <a:solidFill>
                  <a:srgbClr val="0070C0"/>
                </a:solidFill>
                <a:latin typeface="Courier New" pitchFamily="49" charset="0"/>
                <a:cs typeface="Courier New" pitchFamily="49" charset="0"/>
              </a:rPr>
              <a:t>8</a:t>
            </a:r>
            <a:r>
              <a:rPr lang="en-US" sz="1400" b="1" spc="-150" dirty="0">
                <a:solidFill>
                  <a:srgbClr val="C00000"/>
                </a:solidFill>
                <a:latin typeface="Courier New" pitchFamily="49" charset="0"/>
                <a:cs typeface="Courier New" pitchFamily="49" charset="0"/>
              </a:rPr>
              <a:t>/64 </a:t>
            </a:r>
            <a:endParaRPr lang="en-US" sz="1400" b="1" spc="-150" dirty="0" smtClean="0">
              <a:solidFill>
                <a:srgbClr val="C00000"/>
              </a:solidFill>
              <a:latin typeface="Courier New" pitchFamily="49" charset="0"/>
              <a:cs typeface="Courier New" pitchFamily="49" charset="0"/>
            </a:endParaRPr>
          </a:p>
        </p:txBody>
      </p:sp>
      <p:pic>
        <p:nvPicPr>
          <p:cNvPr id="35" name="Picture 2" descr="Home Server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85" y="3077002"/>
            <a:ext cx="906462" cy="906463"/>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p:cNvSpPr txBox="1"/>
          <p:nvPr/>
        </p:nvSpPr>
        <p:spPr>
          <a:xfrm>
            <a:off x="2283158" y="3360956"/>
            <a:ext cx="639631" cy="320088"/>
          </a:xfrm>
          <a:prstGeom prst="rect">
            <a:avLst/>
          </a:prstGeom>
          <a:noFill/>
        </p:spPr>
        <p:txBody>
          <a:bodyPr wrap="square" rtlCol="0">
            <a:spAutoFit/>
          </a:bodyPr>
          <a:lstStyle/>
          <a:p>
            <a:pPr algn="ctr"/>
            <a:r>
              <a:rPr lang="en-US" sz="1600" b="1" spc="-300" dirty="0" smtClean="0">
                <a:solidFill>
                  <a:srgbClr val="FFFF00"/>
                </a:solidFill>
                <a:effectLst>
                  <a:glow rad="228600">
                    <a:srgbClr val="C0504D">
                      <a:satMod val="175000"/>
                      <a:alpha val="40000"/>
                    </a:srgbClr>
                  </a:glow>
                </a:effectLst>
                <a:latin typeface="Courier New" pitchFamily="49" charset="0"/>
                <a:cs typeface="Courier New" pitchFamily="49" charset="0"/>
              </a:rPr>
              <a:t>DNS1</a:t>
            </a:r>
          </a:p>
        </p:txBody>
      </p:sp>
      <p:cxnSp>
        <p:nvCxnSpPr>
          <p:cNvPr id="41" name="Straight Connector 40"/>
          <p:cNvCxnSpPr/>
          <p:nvPr/>
        </p:nvCxnSpPr>
        <p:spPr>
          <a:xfrm flipV="1">
            <a:off x="2580349" y="3840480"/>
            <a:ext cx="0" cy="915576"/>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42" name="Picture 2" descr="Home Server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2380" y="3077002"/>
            <a:ext cx="906462" cy="906463"/>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p:cNvSpPr txBox="1"/>
          <p:nvPr/>
        </p:nvSpPr>
        <p:spPr>
          <a:xfrm>
            <a:off x="5979753" y="3360956"/>
            <a:ext cx="639631" cy="320088"/>
          </a:xfrm>
          <a:prstGeom prst="rect">
            <a:avLst/>
          </a:prstGeom>
          <a:noFill/>
        </p:spPr>
        <p:txBody>
          <a:bodyPr wrap="square" rtlCol="0">
            <a:spAutoFit/>
          </a:bodyPr>
          <a:lstStyle/>
          <a:p>
            <a:pPr algn="ctr"/>
            <a:r>
              <a:rPr lang="en-US" sz="1600" b="1" spc="-300" dirty="0" smtClean="0">
                <a:solidFill>
                  <a:srgbClr val="FFFF00"/>
                </a:solidFill>
                <a:effectLst>
                  <a:glow rad="228600">
                    <a:srgbClr val="C0504D">
                      <a:satMod val="175000"/>
                      <a:alpha val="40000"/>
                    </a:srgbClr>
                  </a:glow>
                </a:effectLst>
                <a:latin typeface="Courier New" pitchFamily="49" charset="0"/>
                <a:cs typeface="Courier New" pitchFamily="49" charset="0"/>
              </a:rPr>
              <a:t>DNS2</a:t>
            </a:r>
          </a:p>
        </p:txBody>
      </p:sp>
      <p:cxnSp>
        <p:nvCxnSpPr>
          <p:cNvPr id="44" name="Straight Connector 43"/>
          <p:cNvCxnSpPr/>
          <p:nvPr/>
        </p:nvCxnSpPr>
        <p:spPr>
          <a:xfrm flipV="1">
            <a:off x="6276944" y="3840480"/>
            <a:ext cx="0" cy="91557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5" name="Rectangle 16"/>
          <p:cNvSpPr>
            <a:spLocks noChangeArrowheads="1"/>
          </p:cNvSpPr>
          <p:nvPr/>
        </p:nvSpPr>
        <p:spPr bwMode="auto">
          <a:xfrm>
            <a:off x="13694" y="4267419"/>
            <a:ext cx="3513277" cy="560153"/>
          </a:xfrm>
          <a:prstGeom prst="rect">
            <a:avLst/>
          </a:prstGeom>
          <a:solidFill>
            <a:schemeClr val="accent6">
              <a:lumMod val="20000"/>
              <a:lumOff val="80000"/>
            </a:schemeClr>
          </a:solidFill>
          <a:ln w="28575">
            <a:solidFill>
              <a:schemeClr val="accent1"/>
            </a:solidFill>
            <a:miter lim="800000"/>
            <a:headEnd/>
            <a:tailEnd/>
          </a:ln>
          <a:effectLst/>
          <a:extLst/>
        </p:spPr>
        <p:txBody>
          <a:bodyPr wrap="square">
            <a:spAutoFit/>
          </a:bodyPr>
          <a:lstStyle/>
          <a:p>
            <a:pPr>
              <a:lnSpc>
                <a:spcPct val="95000"/>
              </a:lnSpc>
              <a:tabLst>
                <a:tab pos="7654925" algn="r"/>
              </a:tabLst>
            </a:pPr>
            <a:r>
              <a:rPr lang="en-US" sz="1600" b="1" spc="-150" dirty="0" smtClean="0">
                <a:solidFill>
                  <a:srgbClr val="0070C0"/>
                </a:solidFill>
                <a:latin typeface="Courier New" pitchFamily="49" charset="0"/>
              </a:rPr>
              <a:t>interface e0/0</a:t>
            </a:r>
          </a:p>
          <a:p>
            <a:pPr>
              <a:lnSpc>
                <a:spcPct val="95000"/>
              </a:lnSpc>
              <a:tabLst>
                <a:tab pos="7654925" algn="r"/>
              </a:tabLst>
            </a:pPr>
            <a:r>
              <a:rPr lang="en-US" sz="1600" b="1" spc="-150" dirty="0" smtClean="0">
                <a:solidFill>
                  <a:srgbClr val="C00000"/>
                </a:solidFill>
                <a:latin typeface="Courier New" pitchFamily="49" charset="0"/>
              </a:rPr>
              <a:t>  ipv6 </a:t>
            </a:r>
            <a:r>
              <a:rPr lang="en-US" sz="1600" b="1" spc="-150" dirty="0">
                <a:solidFill>
                  <a:srgbClr val="C00000"/>
                </a:solidFill>
                <a:latin typeface="Courier New" pitchFamily="49" charset="0"/>
              </a:rPr>
              <a:t>address </a:t>
            </a:r>
            <a:r>
              <a:rPr lang="en-US" sz="1600" b="1" spc="-150" dirty="0" smtClean="0">
                <a:solidFill>
                  <a:srgbClr val="C00000"/>
                </a:solidFill>
                <a:latin typeface="Courier New" pitchFamily="49" charset="0"/>
              </a:rPr>
              <a:t>2001</a:t>
            </a:r>
            <a:r>
              <a:rPr lang="en-US" sz="1600" b="1" spc="-150" dirty="0" smtClean="0">
                <a:solidFill>
                  <a:srgbClr val="0070C0"/>
                </a:solidFill>
                <a:latin typeface="Courier New" pitchFamily="49" charset="0"/>
              </a:rPr>
              <a:t>::</a:t>
            </a:r>
            <a:r>
              <a:rPr lang="en-US" sz="1600" b="1" spc="-150" dirty="0" smtClean="0">
                <a:solidFill>
                  <a:srgbClr val="C00000"/>
                </a:solidFill>
                <a:latin typeface="Courier New" pitchFamily="49" charset="0"/>
              </a:rPr>
              <a:t>/64 </a:t>
            </a:r>
            <a:r>
              <a:rPr lang="en-US" sz="1600" b="1" spc="-150" dirty="0" err="1">
                <a:solidFill>
                  <a:srgbClr val="C00000"/>
                </a:solidFill>
                <a:latin typeface="Courier New" pitchFamily="49" charset="0"/>
              </a:rPr>
              <a:t>anycast</a:t>
            </a:r>
            <a:endParaRPr lang="en-US" sz="1600" b="1" spc="-150" dirty="0">
              <a:solidFill>
                <a:srgbClr val="C00000"/>
              </a:solidFill>
              <a:latin typeface="Courier New" pitchFamily="49" charset="0"/>
            </a:endParaRPr>
          </a:p>
        </p:txBody>
      </p:sp>
      <p:sp>
        <p:nvSpPr>
          <p:cNvPr id="48" name="Rectangle 16"/>
          <p:cNvSpPr>
            <a:spLocks noChangeArrowheads="1"/>
          </p:cNvSpPr>
          <p:nvPr/>
        </p:nvSpPr>
        <p:spPr bwMode="auto">
          <a:xfrm>
            <a:off x="5630723" y="4267419"/>
            <a:ext cx="3513277" cy="560153"/>
          </a:xfrm>
          <a:prstGeom prst="rect">
            <a:avLst/>
          </a:prstGeom>
          <a:solidFill>
            <a:schemeClr val="accent6">
              <a:lumMod val="20000"/>
              <a:lumOff val="80000"/>
            </a:schemeClr>
          </a:solidFill>
          <a:ln w="28575">
            <a:solidFill>
              <a:schemeClr val="accent1"/>
            </a:solidFill>
            <a:miter lim="800000"/>
            <a:headEnd/>
            <a:tailEnd/>
          </a:ln>
          <a:effectLst/>
          <a:extLst/>
        </p:spPr>
        <p:txBody>
          <a:bodyPr wrap="square">
            <a:spAutoFit/>
          </a:bodyPr>
          <a:lstStyle/>
          <a:p>
            <a:pPr>
              <a:lnSpc>
                <a:spcPct val="95000"/>
              </a:lnSpc>
              <a:tabLst>
                <a:tab pos="7654925" algn="r"/>
              </a:tabLst>
            </a:pPr>
            <a:r>
              <a:rPr lang="en-US" sz="1600" b="1" spc="-150" dirty="0" smtClean="0">
                <a:solidFill>
                  <a:srgbClr val="0070C0"/>
                </a:solidFill>
                <a:latin typeface="Courier New" pitchFamily="49" charset="0"/>
              </a:rPr>
              <a:t>interface e0/0</a:t>
            </a:r>
          </a:p>
          <a:p>
            <a:pPr>
              <a:lnSpc>
                <a:spcPct val="95000"/>
              </a:lnSpc>
              <a:tabLst>
                <a:tab pos="7654925" algn="r"/>
              </a:tabLst>
            </a:pPr>
            <a:r>
              <a:rPr lang="en-US" sz="1600" b="1" spc="-150" dirty="0" smtClean="0">
                <a:solidFill>
                  <a:srgbClr val="C00000"/>
                </a:solidFill>
                <a:latin typeface="Courier New" pitchFamily="49" charset="0"/>
              </a:rPr>
              <a:t>  ipv6 </a:t>
            </a:r>
            <a:r>
              <a:rPr lang="en-US" sz="1600" b="1" spc="-150" dirty="0">
                <a:solidFill>
                  <a:srgbClr val="C00000"/>
                </a:solidFill>
                <a:latin typeface="Courier New" pitchFamily="49" charset="0"/>
              </a:rPr>
              <a:t>address </a:t>
            </a:r>
            <a:r>
              <a:rPr lang="en-US" sz="1600" b="1" spc="-150" dirty="0" smtClean="0">
                <a:solidFill>
                  <a:srgbClr val="C00000"/>
                </a:solidFill>
                <a:latin typeface="Courier New" pitchFamily="49" charset="0"/>
              </a:rPr>
              <a:t>2001</a:t>
            </a:r>
            <a:r>
              <a:rPr lang="en-US" sz="1600" b="1" spc="-150" dirty="0" smtClean="0">
                <a:solidFill>
                  <a:srgbClr val="0070C0"/>
                </a:solidFill>
                <a:latin typeface="Courier New" pitchFamily="49" charset="0"/>
              </a:rPr>
              <a:t>::</a:t>
            </a:r>
            <a:r>
              <a:rPr lang="en-US" sz="1600" b="1" spc="-150" dirty="0" smtClean="0">
                <a:solidFill>
                  <a:srgbClr val="C00000"/>
                </a:solidFill>
                <a:latin typeface="Courier New" pitchFamily="49" charset="0"/>
              </a:rPr>
              <a:t>/64 </a:t>
            </a:r>
            <a:r>
              <a:rPr lang="en-US" sz="1600" b="1" spc="-150" dirty="0" err="1">
                <a:solidFill>
                  <a:srgbClr val="C00000"/>
                </a:solidFill>
                <a:latin typeface="Courier New" pitchFamily="49" charset="0"/>
              </a:rPr>
              <a:t>anycast</a:t>
            </a:r>
            <a:endParaRPr lang="en-US" sz="1600" b="1" spc="-150" dirty="0">
              <a:solidFill>
                <a:srgbClr val="C00000"/>
              </a:solidFill>
              <a:latin typeface="Courier New" pitchFamily="49" charset="0"/>
            </a:endParaRPr>
          </a:p>
        </p:txBody>
      </p:sp>
      <p:sp>
        <p:nvSpPr>
          <p:cNvPr id="49" name="TextBox 48"/>
          <p:cNvSpPr txBox="1"/>
          <p:nvPr/>
        </p:nvSpPr>
        <p:spPr>
          <a:xfrm>
            <a:off x="5290656" y="3930918"/>
            <a:ext cx="1154483" cy="291618"/>
          </a:xfrm>
          <a:prstGeom prst="rect">
            <a:avLst/>
          </a:prstGeom>
          <a:noFill/>
        </p:spPr>
        <p:txBody>
          <a:bodyPr wrap="none" rtlCol="0">
            <a:spAutoFit/>
          </a:bodyPr>
          <a:lstStyle/>
          <a:p>
            <a:r>
              <a:rPr lang="en-US" sz="1400" b="1" spc="-150" dirty="0" smtClean="0">
                <a:solidFill>
                  <a:srgbClr val="C00000"/>
                </a:solidFill>
                <a:latin typeface="Courier New" pitchFamily="49" charset="0"/>
                <a:cs typeface="Courier New" pitchFamily="49" charset="0"/>
              </a:rPr>
              <a:t>2001</a:t>
            </a:r>
            <a:r>
              <a:rPr lang="en-US" sz="1400" b="1" spc="-150" dirty="0" smtClean="0">
                <a:solidFill>
                  <a:srgbClr val="0070C0"/>
                </a:solidFill>
                <a:latin typeface="Courier New" pitchFamily="49" charset="0"/>
                <a:cs typeface="Courier New" pitchFamily="49" charset="0"/>
              </a:rPr>
              <a:t>::</a:t>
            </a:r>
            <a:r>
              <a:rPr lang="en-US" sz="1400" b="1" spc="-150" dirty="0">
                <a:solidFill>
                  <a:srgbClr val="0070C0"/>
                </a:solidFill>
                <a:latin typeface="Courier New" pitchFamily="49" charset="0"/>
                <a:cs typeface="Courier New" pitchFamily="49" charset="0"/>
              </a:rPr>
              <a:t>8</a:t>
            </a:r>
            <a:r>
              <a:rPr lang="en-US" sz="1400" b="1" spc="-150" dirty="0">
                <a:solidFill>
                  <a:srgbClr val="C00000"/>
                </a:solidFill>
                <a:latin typeface="Courier New" pitchFamily="49" charset="0"/>
                <a:cs typeface="Courier New" pitchFamily="49" charset="0"/>
              </a:rPr>
              <a:t>/64 </a:t>
            </a:r>
            <a:endParaRPr lang="en-US" sz="1400" b="1" spc="-150" dirty="0" smtClean="0">
              <a:solidFill>
                <a:srgbClr val="C00000"/>
              </a:solidFill>
              <a:latin typeface="Courier New" pitchFamily="49" charset="0"/>
              <a:cs typeface="Courier New" pitchFamily="49" charset="0"/>
            </a:endParaRPr>
          </a:p>
        </p:txBody>
      </p:sp>
      <p:sp>
        <p:nvSpPr>
          <p:cNvPr id="6" name="Rectangle 5"/>
          <p:cNvSpPr/>
          <p:nvPr/>
        </p:nvSpPr>
        <p:spPr>
          <a:xfrm>
            <a:off x="2286000" y="6630978"/>
            <a:ext cx="4572000" cy="258532"/>
          </a:xfrm>
          <a:prstGeom prst="rect">
            <a:avLst/>
          </a:prstGeom>
        </p:spPr>
        <p:txBody>
          <a:bodyPr>
            <a:spAutoFit/>
          </a:bodyPr>
          <a:lstStyle/>
          <a:p>
            <a:pPr algn="ctr"/>
            <a:r>
              <a:rPr lang="en-US" sz="1200" dirty="0"/>
              <a:t>https://www.youtube.com/watch?v=5nC2G58qo_s</a:t>
            </a:r>
          </a:p>
        </p:txBody>
      </p:sp>
    </p:spTree>
    <p:extLst>
      <p:ext uri="{BB962C8B-B14F-4D97-AF65-F5344CB8AC3E}">
        <p14:creationId xmlns:p14="http://schemas.microsoft.com/office/powerpoint/2010/main" val="3375217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randombar(horizontal)">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randombar(horizontal)">
                                      <p:cBhvr>
                                        <p:cTn id="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8"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Site-Local </a:t>
            </a:r>
            <a:r>
              <a:rPr lang="en-US" altLang="zh-CN" dirty="0" smtClean="0">
                <a:ea typeface="宋体" panose="02010600030101010101" pitchFamily="2" charset="-122"/>
              </a:rPr>
              <a:t>Addresses</a:t>
            </a:r>
          </a:p>
        </p:txBody>
      </p:sp>
      <p:sp>
        <p:nvSpPr>
          <p:cNvPr id="2" name="Rectangle 1"/>
          <p:cNvSpPr/>
          <p:nvPr/>
        </p:nvSpPr>
        <p:spPr>
          <a:xfrm>
            <a:off x="2956012" y="6209603"/>
            <a:ext cx="3231975" cy="369332"/>
          </a:xfrm>
          <a:prstGeom prst="rect">
            <a:avLst/>
          </a:prstGeom>
        </p:spPr>
        <p:txBody>
          <a:bodyPr wrap="none">
            <a:spAutoFit/>
          </a:bodyPr>
          <a:lstStyle/>
          <a:p>
            <a:r>
              <a:rPr lang="en-US" altLang="zh-CN" dirty="0">
                <a:ea typeface="宋体" panose="02010600030101010101" pitchFamily="2" charset="-122"/>
              </a:rPr>
              <a:t>(proposal remove by IETF)</a:t>
            </a:r>
            <a:endParaRPr lang="en-US" dirty="0"/>
          </a:p>
        </p:txBody>
      </p:sp>
      <p:sp>
        <p:nvSpPr>
          <p:cNvPr id="5" name="Rectangle 10"/>
          <p:cNvSpPr>
            <a:spLocks noChangeArrowheads="1"/>
          </p:cNvSpPr>
          <p:nvPr/>
        </p:nvSpPr>
        <p:spPr bwMode="auto">
          <a:xfrm>
            <a:off x="1709168" y="3101102"/>
            <a:ext cx="1409700" cy="323030"/>
          </a:xfrm>
          <a:prstGeom prst="rect">
            <a:avLst/>
          </a:prstGeom>
          <a:solidFill>
            <a:srgbClr val="00B0F0"/>
          </a:solidFill>
          <a:ln w="28575" algn="ctr">
            <a:solidFill>
              <a:schemeClr val="tx1"/>
            </a:solidFill>
            <a:round/>
            <a:headEnd/>
            <a:tailEnd/>
          </a:ln>
        </p:spPr>
        <p:txBody>
          <a:bodyPr lIns="73019" tIns="36509" rIns="73019" bIns="36509" anchor="ctr">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48 bits</a:t>
            </a:r>
            <a:r>
              <a:rPr kumimoji="0" lang="en-US" sz="1800" b="1" i="0" u="none" strike="noStrike" kern="1200" cap="none" spc="0" normalizeH="0" baseline="0" noProof="0">
                <a:ln>
                  <a:noFill/>
                </a:ln>
                <a:solidFill>
                  <a:srgbClr val="00B0F0"/>
                </a:solidFill>
                <a:effectLst/>
                <a:uLnTx/>
                <a:uFillTx/>
                <a:latin typeface="Calibri" panose="020F0502020204030204" pitchFamily="34" charset="0"/>
                <a:cs typeface="Calibri" panose="020F0502020204030204" pitchFamily="34" charset="0"/>
              </a:rPr>
              <a:t>.</a:t>
            </a:r>
          </a:p>
        </p:txBody>
      </p:sp>
      <p:sp>
        <p:nvSpPr>
          <p:cNvPr id="6" name="Rectangle 11"/>
          <p:cNvSpPr>
            <a:spLocks noChangeArrowheads="1"/>
          </p:cNvSpPr>
          <p:nvPr/>
        </p:nvSpPr>
        <p:spPr bwMode="auto">
          <a:xfrm>
            <a:off x="3118868" y="3101103"/>
            <a:ext cx="1953419" cy="323030"/>
          </a:xfrm>
          <a:prstGeom prst="rect">
            <a:avLst/>
          </a:prstGeom>
          <a:solidFill>
            <a:schemeClr val="tx2"/>
          </a:solidFill>
          <a:ln w="28575" algn="ctr">
            <a:solidFill>
              <a:schemeClr val="tx1"/>
            </a:solidFill>
            <a:round/>
            <a:headEnd/>
            <a:tailEnd/>
          </a:ln>
        </p:spPr>
        <p:txBody>
          <a:bodyPr wrap="square" lIns="73019" tIns="36509" rIns="73019" bIns="36509" anchor="ctr">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16 bits </a:t>
            </a:r>
            <a:r>
              <a:rPr kumimoji="0" lang="en-US" sz="1800" b="1" i="0" u="none" strike="noStrike" kern="1200" cap="none" spc="0" normalizeH="0" baseline="0" noProof="0" dirty="0" smtClean="0">
                <a:ln>
                  <a:noFill/>
                </a:ln>
                <a:solidFill>
                  <a:srgbClr val="FFFFFF"/>
                </a:solidFill>
                <a:effectLst/>
                <a:uLnTx/>
                <a:uFillTx/>
                <a:latin typeface="Calibri" panose="020F0502020204030204" pitchFamily="34" charset="0"/>
                <a:cs typeface="Calibri" panose="020F0502020204030204" pitchFamily="34" charset="0"/>
              </a:rPr>
              <a:t>SLA</a:t>
            </a:r>
            <a:endParaRPr kumimoji="0" lang="en-US" sz="1800" b="1"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7" name="Rectangle 12"/>
          <p:cNvSpPr>
            <a:spLocks noChangeArrowheads="1"/>
          </p:cNvSpPr>
          <p:nvPr/>
        </p:nvSpPr>
        <p:spPr bwMode="auto">
          <a:xfrm>
            <a:off x="5072287" y="3101102"/>
            <a:ext cx="3589338" cy="323030"/>
          </a:xfrm>
          <a:prstGeom prst="rect">
            <a:avLst/>
          </a:prstGeom>
          <a:solidFill>
            <a:srgbClr val="FFFF99"/>
          </a:solidFill>
          <a:ln w="28575" algn="ctr">
            <a:solidFill>
              <a:schemeClr val="tx1"/>
            </a:solidFill>
            <a:round/>
            <a:headEnd/>
            <a:tailEnd/>
          </a:ln>
        </p:spPr>
        <p:txBody>
          <a:bodyPr lIns="73019" tIns="36509" rIns="73019" bIns="36509" anchor="ctr">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Interface ID</a:t>
            </a:r>
            <a:r>
              <a:rPr kumimoji="0" lang="en-US" sz="1800" b="1" i="0" u="none" strike="noStrike" kern="1200" cap="none" spc="0" normalizeH="0" baseline="0" noProof="0">
                <a:ln>
                  <a:noFill/>
                </a:ln>
                <a:solidFill>
                  <a:srgbClr val="FFFF99"/>
                </a:solidFill>
                <a:effectLst/>
                <a:uLnTx/>
                <a:uFillTx/>
                <a:latin typeface="Calibri" panose="020F0502020204030204" pitchFamily="34" charset="0"/>
                <a:cs typeface="Calibri" panose="020F0502020204030204" pitchFamily="34" charset="0"/>
              </a:rPr>
              <a:t>.</a:t>
            </a:r>
          </a:p>
        </p:txBody>
      </p:sp>
      <p:sp>
        <p:nvSpPr>
          <p:cNvPr id="8" name="Rectangle 15"/>
          <p:cNvSpPr/>
          <p:nvPr/>
        </p:nvSpPr>
        <p:spPr bwMode="auto">
          <a:xfrm>
            <a:off x="329630" y="3434831"/>
            <a:ext cx="1724227" cy="423131"/>
          </a:xfrm>
          <a:custGeom>
            <a:avLst/>
            <a:gdLst>
              <a:gd name="connsiteX0" fmla="*/ 0 w 1379537"/>
              <a:gd name="connsiteY0" fmla="*/ 0 h 350730"/>
              <a:gd name="connsiteX1" fmla="*/ 1379537 w 1379537"/>
              <a:gd name="connsiteY1" fmla="*/ 0 h 350730"/>
              <a:gd name="connsiteX2" fmla="*/ 1379537 w 1379537"/>
              <a:gd name="connsiteY2" fmla="*/ 350730 h 350730"/>
              <a:gd name="connsiteX3" fmla="*/ 0 w 1379537"/>
              <a:gd name="connsiteY3" fmla="*/ 350730 h 350730"/>
              <a:gd name="connsiteX4" fmla="*/ 0 w 1379537"/>
              <a:gd name="connsiteY4" fmla="*/ 0 h 350730"/>
              <a:gd name="connsiteX0" fmla="*/ 0 w 1379537"/>
              <a:gd name="connsiteY0" fmla="*/ 12700 h 363430"/>
              <a:gd name="connsiteX1" fmla="*/ 1100137 w 1379537"/>
              <a:gd name="connsiteY1" fmla="*/ 0 h 363430"/>
              <a:gd name="connsiteX2" fmla="*/ 1379537 w 1379537"/>
              <a:gd name="connsiteY2" fmla="*/ 363430 h 363430"/>
              <a:gd name="connsiteX3" fmla="*/ 0 w 1379537"/>
              <a:gd name="connsiteY3" fmla="*/ 363430 h 363430"/>
              <a:gd name="connsiteX4" fmla="*/ 0 w 1379537"/>
              <a:gd name="connsiteY4" fmla="*/ 12700 h 363430"/>
              <a:gd name="connsiteX0" fmla="*/ 304800 w 1379537"/>
              <a:gd name="connsiteY0" fmla="*/ 12700 h 363430"/>
              <a:gd name="connsiteX1" fmla="*/ 1100137 w 1379537"/>
              <a:gd name="connsiteY1" fmla="*/ 0 h 363430"/>
              <a:gd name="connsiteX2" fmla="*/ 1379537 w 1379537"/>
              <a:gd name="connsiteY2" fmla="*/ 363430 h 363430"/>
              <a:gd name="connsiteX3" fmla="*/ 0 w 1379537"/>
              <a:gd name="connsiteY3" fmla="*/ 363430 h 363430"/>
              <a:gd name="connsiteX4" fmla="*/ 304800 w 1379537"/>
              <a:gd name="connsiteY4" fmla="*/ 12700 h 363430"/>
              <a:gd name="connsiteX0" fmla="*/ 222718 w 1379537"/>
              <a:gd name="connsiteY0" fmla="*/ 8963 h 363430"/>
              <a:gd name="connsiteX1" fmla="*/ 1100137 w 1379537"/>
              <a:gd name="connsiteY1" fmla="*/ 0 h 363430"/>
              <a:gd name="connsiteX2" fmla="*/ 1379537 w 1379537"/>
              <a:gd name="connsiteY2" fmla="*/ 363430 h 363430"/>
              <a:gd name="connsiteX3" fmla="*/ 0 w 1379537"/>
              <a:gd name="connsiteY3" fmla="*/ 363430 h 363430"/>
              <a:gd name="connsiteX4" fmla="*/ 222718 w 1379537"/>
              <a:gd name="connsiteY4" fmla="*/ 8963 h 363430"/>
              <a:gd name="connsiteX0" fmla="*/ 222718 w 1379537"/>
              <a:gd name="connsiteY0" fmla="*/ 0 h 354467"/>
              <a:gd name="connsiteX1" fmla="*/ 1107274 w 1379537"/>
              <a:gd name="connsiteY1" fmla="*/ 2247 h 354467"/>
              <a:gd name="connsiteX2" fmla="*/ 1379537 w 1379537"/>
              <a:gd name="connsiteY2" fmla="*/ 354467 h 354467"/>
              <a:gd name="connsiteX3" fmla="*/ 0 w 1379537"/>
              <a:gd name="connsiteY3" fmla="*/ 354467 h 354467"/>
              <a:gd name="connsiteX4" fmla="*/ 222718 w 1379537"/>
              <a:gd name="connsiteY4" fmla="*/ 0 h 35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537" h="354467">
                <a:moveTo>
                  <a:pt x="222718" y="0"/>
                </a:moveTo>
                <a:lnTo>
                  <a:pt x="1107274" y="2247"/>
                </a:lnTo>
                <a:lnTo>
                  <a:pt x="1379537" y="354467"/>
                </a:lnTo>
                <a:lnTo>
                  <a:pt x="0" y="354467"/>
                </a:lnTo>
                <a:lnTo>
                  <a:pt x="222718" y="0"/>
                </a:lnTo>
                <a:close/>
              </a:path>
            </a:pathLst>
          </a:cu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2700000" scaled="1"/>
            <a:tileRect/>
          </a:gradFill>
          <a:ln w="28575" cap="flat" cmpd="sng" algn="ctr">
            <a:noFill/>
            <a:prstDash val="solid"/>
            <a:round/>
            <a:headEnd type="none" w="med" len="med"/>
            <a:tailEnd type="none" w="med" len="med"/>
          </a:ln>
          <a:effectLst/>
          <a:extLst/>
        </p:spPr>
        <p:txBody>
          <a:bodyPr wrap="square" lIns="73019" tIns="36509" rIns="73019" bIns="36509" anchor="ctr">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Rectangle 17"/>
          <p:cNvSpPr>
            <a:spLocks noChangeArrowheads="1"/>
          </p:cNvSpPr>
          <p:nvPr/>
        </p:nvSpPr>
        <p:spPr bwMode="auto">
          <a:xfrm>
            <a:off x="347888" y="3996791"/>
            <a:ext cx="1705970" cy="323030"/>
          </a:xfrm>
          <a:prstGeom prst="rect">
            <a:avLst/>
          </a:prstGeom>
          <a:solidFill>
            <a:schemeClr val="tx2"/>
          </a:solidFill>
          <a:ln w="28575" algn="ctr">
            <a:solidFill>
              <a:schemeClr val="tx1"/>
            </a:solidFill>
            <a:round/>
            <a:headEnd/>
            <a:tailEnd/>
          </a:ln>
        </p:spPr>
        <p:txBody>
          <a:bodyPr wrap="square" lIns="73019" tIns="36509" rIns="73019" bIns="36509" anchor="ctr">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1111 1110 11</a:t>
            </a:r>
            <a:r>
              <a:rPr kumimoji="0" lang="en-US" sz="1800" b="1" i="0" u="none" strike="noStrike" kern="1200" cap="none" spc="0" normalizeH="0" baseline="0" noProof="0" dirty="0">
                <a:ln>
                  <a:noFill/>
                </a:ln>
                <a:solidFill>
                  <a:srgbClr val="0183B7"/>
                </a:solidFill>
                <a:effectLst/>
                <a:uLnTx/>
                <a:uFillTx/>
                <a:latin typeface="Calibri" panose="020F0502020204030204" pitchFamily="34" charset="0"/>
                <a:cs typeface="Calibri" panose="020F0502020204030204" pitchFamily="34" charset="0"/>
              </a:rPr>
              <a:t> </a:t>
            </a:r>
            <a:endParaRPr kumimoji="0" lang="en-US" sz="1800" b="1"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Rectangle 18"/>
          <p:cNvSpPr>
            <a:spLocks noChangeArrowheads="1"/>
          </p:cNvSpPr>
          <p:nvPr/>
        </p:nvSpPr>
        <p:spPr bwMode="auto">
          <a:xfrm>
            <a:off x="347888" y="4460340"/>
            <a:ext cx="1705970" cy="323030"/>
          </a:xfrm>
          <a:prstGeom prst="rect">
            <a:avLst/>
          </a:prstGeom>
          <a:solidFill>
            <a:schemeClr val="tx2"/>
          </a:solidFill>
          <a:ln w="28575" algn="ctr">
            <a:solidFill>
              <a:schemeClr val="tx1"/>
            </a:solidFill>
            <a:round/>
            <a:headEnd/>
            <a:tailEnd/>
          </a:ln>
        </p:spPr>
        <p:txBody>
          <a:bodyPr wrap="square" lIns="73019" tIns="36509" rIns="73019" bIns="36509" anchor="ctr">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FEC0::/</a:t>
            </a:r>
            <a:r>
              <a:rPr kumimoji="0" lang="en-US" sz="1800" b="1" i="0" u="none" strike="noStrike" kern="1200" cap="none" spc="0" normalizeH="0" baseline="0" noProof="0" dirty="0" smtClean="0">
                <a:ln>
                  <a:noFill/>
                </a:ln>
                <a:solidFill>
                  <a:srgbClr val="FFFFFF"/>
                </a:solidFill>
                <a:effectLst/>
                <a:uLnTx/>
                <a:uFillTx/>
                <a:latin typeface="Calibri" panose="020F0502020204030204" pitchFamily="34" charset="0"/>
                <a:cs typeface="Calibri" panose="020F0502020204030204" pitchFamily="34" charset="0"/>
              </a:rPr>
              <a:t>10</a:t>
            </a:r>
            <a:endParaRPr kumimoji="0" lang="en-US" sz="1800" b="1"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11" name="Rectangle 9"/>
          <p:cNvSpPr>
            <a:spLocks noChangeArrowheads="1"/>
          </p:cNvSpPr>
          <p:nvPr/>
        </p:nvSpPr>
        <p:spPr bwMode="auto">
          <a:xfrm>
            <a:off x="621731" y="3101102"/>
            <a:ext cx="1087437" cy="323030"/>
          </a:xfrm>
          <a:prstGeom prst="rect">
            <a:avLst/>
          </a:prstGeom>
          <a:solidFill>
            <a:schemeClr val="tx2"/>
          </a:solidFill>
          <a:ln w="28575" algn="ctr">
            <a:solidFill>
              <a:schemeClr val="tx1"/>
            </a:solidFill>
            <a:round/>
            <a:headEnd/>
            <a:tailEnd/>
          </a:ln>
        </p:spPr>
        <p:txBody>
          <a:bodyPr wrap="square" lIns="73019" tIns="36509" rIns="73019" bIns="36509" anchor="ctr">
            <a:spAutoFit/>
          </a:body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10 </a:t>
            </a:r>
            <a:r>
              <a:rPr kumimoji="0" lang="en-US" sz="1800" b="1" i="0" u="none" strike="noStrike" kern="1200" cap="none" spc="0" normalizeH="0" baseline="0" noProof="0" dirty="0" smtClean="0">
                <a:ln>
                  <a:noFill/>
                </a:ln>
                <a:solidFill>
                  <a:srgbClr val="FFFFFF"/>
                </a:solidFill>
                <a:effectLst/>
                <a:uLnTx/>
                <a:uFillTx/>
                <a:latin typeface="Calibri" panose="020F0502020204030204" pitchFamily="34" charset="0"/>
                <a:cs typeface="Calibri" panose="020F0502020204030204" pitchFamily="34" charset="0"/>
              </a:rPr>
              <a:t>bits</a:t>
            </a:r>
            <a:endParaRPr kumimoji="0" lang="en-US" sz="1800" b="1" i="0" u="none" strike="noStrike" kern="1200" cap="none" spc="0" normalizeH="0" baseline="0" noProof="0" dirty="0">
              <a:ln>
                <a:noFill/>
              </a:ln>
              <a:solidFill>
                <a:srgbClr val="0183B7"/>
              </a:solidFill>
              <a:effectLst/>
              <a:uLnTx/>
              <a:uFillTx/>
              <a:latin typeface="Calibri" panose="020F0502020204030204" pitchFamily="34" charset="0"/>
              <a:cs typeface="Calibri" panose="020F0502020204030204" pitchFamily="34" charset="0"/>
            </a:endParaRPr>
          </a:p>
        </p:txBody>
      </p:sp>
      <p:cxnSp>
        <p:nvCxnSpPr>
          <p:cNvPr id="12" name="Straight Arrow Connector 4"/>
          <p:cNvCxnSpPr>
            <a:cxnSpLocks noChangeShapeType="1"/>
          </p:cNvCxnSpPr>
          <p:nvPr/>
        </p:nvCxnSpPr>
        <p:spPr bwMode="auto">
          <a:xfrm>
            <a:off x="5302024" y="2951467"/>
            <a:ext cx="3359601" cy="0"/>
          </a:xfrm>
          <a:prstGeom prst="straightConnector1">
            <a:avLst/>
          </a:prstGeom>
          <a:noFill/>
          <a:ln w="3810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5"/>
          <p:cNvSpPr txBox="1">
            <a:spLocks noChangeArrowheads="1"/>
          </p:cNvSpPr>
          <p:nvPr/>
        </p:nvSpPr>
        <p:spPr bwMode="auto">
          <a:xfrm>
            <a:off x="4254807" y="2717921"/>
            <a:ext cx="947695"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itchFamily="34" charset="0"/>
              </a:defRPr>
            </a:lvl1pPr>
            <a:lvl2pPr marL="742950" indent="-285750">
              <a:defRPr sz="2000">
                <a:solidFill>
                  <a:schemeClr val="tx1"/>
                </a:solidFill>
                <a:latin typeface="Arial" pitchFamily="34" charset="0"/>
              </a:defRPr>
            </a:lvl2pPr>
            <a:lvl3pPr marL="1143000" indent="-228600">
              <a:defRPr sz="20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fontAlgn="base" hangingPunct="0">
              <a:lnSpc>
                <a:spcPct val="90000"/>
              </a:lnSpc>
              <a:spcBef>
                <a:spcPct val="0"/>
              </a:spcBef>
              <a:spcAft>
                <a:spcPct val="0"/>
              </a:spcAft>
              <a:defRPr sz="2000">
                <a:solidFill>
                  <a:schemeClr val="tx1"/>
                </a:solidFill>
                <a:latin typeface="Arial" pitchFamily="34" charset="0"/>
              </a:defRPr>
            </a:lvl6pPr>
            <a:lvl7pPr marL="2971800" indent="-228600" eaLnBrk="0" fontAlgn="base" hangingPunct="0">
              <a:lnSpc>
                <a:spcPct val="90000"/>
              </a:lnSpc>
              <a:spcBef>
                <a:spcPct val="0"/>
              </a:spcBef>
              <a:spcAft>
                <a:spcPct val="0"/>
              </a:spcAft>
              <a:defRPr sz="2000">
                <a:solidFill>
                  <a:schemeClr val="tx1"/>
                </a:solidFill>
                <a:latin typeface="Arial" pitchFamily="34" charset="0"/>
              </a:defRPr>
            </a:lvl7pPr>
            <a:lvl8pPr marL="3429000" indent="-228600" eaLnBrk="0" fontAlgn="base" hangingPunct="0">
              <a:lnSpc>
                <a:spcPct val="90000"/>
              </a:lnSpc>
              <a:spcBef>
                <a:spcPct val="0"/>
              </a:spcBef>
              <a:spcAft>
                <a:spcPct val="0"/>
              </a:spcAft>
              <a:defRPr sz="2000">
                <a:solidFill>
                  <a:schemeClr val="tx1"/>
                </a:solidFill>
                <a:latin typeface="Arial" pitchFamily="34" charset="0"/>
              </a:defRPr>
            </a:lvl8pPr>
            <a:lvl9pPr marL="3886200" indent="-228600" eaLnBrk="0" fontAlgn="base" hangingPunct="0">
              <a:lnSpc>
                <a:spcPct val="90000"/>
              </a:lnSpc>
              <a:spcBef>
                <a:spcPct val="0"/>
              </a:spcBef>
              <a:spcAft>
                <a:spcPct val="0"/>
              </a:spcAft>
              <a:defRPr sz="2000">
                <a:solidFill>
                  <a:schemeClr val="tx1"/>
                </a:solidFill>
                <a:latin typeface="Arial" pitchFamily="34"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128 bits</a:t>
            </a:r>
          </a:p>
        </p:txBody>
      </p:sp>
      <p:cxnSp>
        <p:nvCxnSpPr>
          <p:cNvPr id="14" name="Straight Arrow Connector 23"/>
          <p:cNvCxnSpPr>
            <a:cxnSpLocks noChangeShapeType="1"/>
          </p:cNvCxnSpPr>
          <p:nvPr/>
        </p:nvCxnSpPr>
        <p:spPr bwMode="auto">
          <a:xfrm>
            <a:off x="621731" y="2951467"/>
            <a:ext cx="3588472" cy="0"/>
          </a:xfrm>
          <a:prstGeom prst="straightConnector1">
            <a:avLst/>
          </a:prstGeom>
          <a:noFill/>
          <a:ln w="38100" algn="ctr">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24"/>
          <p:cNvCxnSpPr>
            <a:cxnSpLocks noChangeShapeType="1"/>
          </p:cNvCxnSpPr>
          <p:nvPr/>
        </p:nvCxnSpPr>
        <p:spPr bwMode="auto">
          <a:xfrm>
            <a:off x="7329712" y="3567417"/>
            <a:ext cx="1331913" cy="0"/>
          </a:xfrm>
          <a:prstGeom prst="straightConnector1">
            <a:avLst/>
          </a:prstGeom>
          <a:noFill/>
          <a:ln w="3810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25"/>
          <p:cNvSpPr txBox="1">
            <a:spLocks noChangeArrowheads="1"/>
          </p:cNvSpPr>
          <p:nvPr/>
        </p:nvSpPr>
        <p:spPr bwMode="auto">
          <a:xfrm>
            <a:off x="6480400" y="3424542"/>
            <a:ext cx="849312"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itchFamily="34" charset="0"/>
              </a:defRPr>
            </a:lvl1pPr>
            <a:lvl2pPr marL="742950" indent="-285750">
              <a:defRPr sz="2000">
                <a:solidFill>
                  <a:schemeClr val="tx1"/>
                </a:solidFill>
                <a:latin typeface="Arial" pitchFamily="34" charset="0"/>
              </a:defRPr>
            </a:lvl2pPr>
            <a:lvl3pPr marL="1143000" indent="-228600">
              <a:defRPr sz="20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fontAlgn="base" hangingPunct="0">
              <a:lnSpc>
                <a:spcPct val="90000"/>
              </a:lnSpc>
              <a:spcBef>
                <a:spcPct val="0"/>
              </a:spcBef>
              <a:spcAft>
                <a:spcPct val="0"/>
              </a:spcAft>
              <a:defRPr sz="2000">
                <a:solidFill>
                  <a:schemeClr val="tx1"/>
                </a:solidFill>
                <a:latin typeface="Arial" pitchFamily="34" charset="0"/>
              </a:defRPr>
            </a:lvl6pPr>
            <a:lvl7pPr marL="2971800" indent="-228600" eaLnBrk="0" fontAlgn="base" hangingPunct="0">
              <a:lnSpc>
                <a:spcPct val="90000"/>
              </a:lnSpc>
              <a:spcBef>
                <a:spcPct val="0"/>
              </a:spcBef>
              <a:spcAft>
                <a:spcPct val="0"/>
              </a:spcAft>
              <a:defRPr sz="2000">
                <a:solidFill>
                  <a:schemeClr val="tx1"/>
                </a:solidFill>
                <a:latin typeface="Arial" pitchFamily="34" charset="0"/>
              </a:defRPr>
            </a:lvl7pPr>
            <a:lvl8pPr marL="3429000" indent="-228600" eaLnBrk="0" fontAlgn="base" hangingPunct="0">
              <a:lnSpc>
                <a:spcPct val="90000"/>
              </a:lnSpc>
              <a:spcBef>
                <a:spcPct val="0"/>
              </a:spcBef>
              <a:spcAft>
                <a:spcPct val="0"/>
              </a:spcAft>
              <a:defRPr sz="2000">
                <a:solidFill>
                  <a:schemeClr val="tx1"/>
                </a:solidFill>
                <a:latin typeface="Arial" pitchFamily="34" charset="0"/>
              </a:defRPr>
            </a:lvl8pPr>
            <a:lvl9pPr marL="3886200" indent="-228600" eaLnBrk="0" fontAlgn="base" hangingPunct="0">
              <a:lnSpc>
                <a:spcPct val="90000"/>
              </a:lnSpc>
              <a:spcBef>
                <a:spcPct val="0"/>
              </a:spcBef>
              <a:spcAft>
                <a:spcPct val="0"/>
              </a:spcAft>
              <a:defRPr sz="2000">
                <a:solidFill>
                  <a:schemeClr val="tx1"/>
                </a:solidFill>
                <a:latin typeface="Arial" pitchFamily="34"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64 bits</a:t>
            </a:r>
          </a:p>
        </p:txBody>
      </p:sp>
      <p:cxnSp>
        <p:nvCxnSpPr>
          <p:cNvPr id="17" name="Straight Arrow Connector 26"/>
          <p:cNvCxnSpPr>
            <a:cxnSpLocks noChangeShapeType="1"/>
          </p:cNvCxnSpPr>
          <p:nvPr/>
        </p:nvCxnSpPr>
        <p:spPr bwMode="auto">
          <a:xfrm>
            <a:off x="5072287" y="3567417"/>
            <a:ext cx="1408113" cy="0"/>
          </a:xfrm>
          <a:prstGeom prst="straightConnector1">
            <a:avLst/>
          </a:prstGeom>
          <a:noFill/>
          <a:ln w="38100" algn="ctr">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01231393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Link-Local Addresses</a:t>
            </a:r>
            <a:endParaRPr lang="en-US" altLang="zh-CN" dirty="0" smtClean="0">
              <a:ea typeface="宋体" panose="02010600030101010101" pitchFamily="2" charset="-122"/>
            </a:endParaRPr>
          </a:p>
        </p:txBody>
      </p:sp>
      <p:sp>
        <p:nvSpPr>
          <p:cNvPr id="18" name="Rectangle 10"/>
          <p:cNvSpPr>
            <a:spLocks noChangeArrowheads="1"/>
          </p:cNvSpPr>
          <p:nvPr/>
        </p:nvSpPr>
        <p:spPr bwMode="auto">
          <a:xfrm>
            <a:off x="0" y="5975986"/>
            <a:ext cx="9143999" cy="529376"/>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ctr" defTabSz="814388" rtl="0" eaLnBrk="0" fontAlgn="base" latinLnBrk="0" hangingPunct="0">
              <a:lnSpc>
                <a:spcPct val="90000"/>
              </a:lnSpc>
              <a:spcBef>
                <a:spcPct val="35000"/>
              </a:spcBef>
              <a:spcAft>
                <a:spcPct val="0"/>
              </a:spcAft>
              <a:buClr>
                <a:srgbClr val="0183B7"/>
              </a:buClr>
              <a:buSzPct val="100000"/>
              <a:buFontTx/>
              <a:buNone/>
              <a:tabLst/>
              <a:defRPr/>
            </a:pPr>
            <a:r>
              <a:rPr kumimoji="0" lang="en-US" sz="1600" b="0" i="0" u="none" strike="noStrike" kern="1200" cap="none" spc="0" normalizeH="0" baseline="0" noProof="0" dirty="0" smtClean="0">
                <a:ln>
                  <a:noFill/>
                </a:ln>
                <a:solidFill>
                  <a:srgbClr val="000000"/>
                </a:solidFill>
                <a:effectLst/>
                <a:uLnTx/>
                <a:uFillTx/>
                <a:latin typeface="Calibri" panose="020F0502020204030204" pitchFamily="34" charset="0"/>
                <a:cs typeface="Calibri" panose="020F0502020204030204" pitchFamily="34" charset="0"/>
              </a:rPr>
              <a:t>Link-local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addresses are used for automatic address configuration, </a:t>
            </a:r>
            <a:r>
              <a:rPr kumimoji="0" lang="en-US" sz="1600" b="0" i="0" u="none" strike="noStrike" kern="1200" cap="none" spc="0" normalizeH="0" baseline="0" noProof="0" dirty="0" smtClean="0">
                <a:ln>
                  <a:noFill/>
                </a:ln>
                <a:solidFill>
                  <a:srgbClr val="000000"/>
                </a:solidFill>
                <a:effectLst/>
                <a:uLnTx/>
                <a:uFillTx/>
                <a:latin typeface="Calibri" panose="020F0502020204030204" pitchFamily="34" charset="0"/>
                <a:cs typeface="Calibri" panose="020F0502020204030204" pitchFamily="34" charset="0"/>
              </a:rPr>
              <a:t>neighbor discovery</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t>
            </a:r>
            <a:r>
              <a:rPr kumimoji="0" lang="en-US" sz="1600" b="0" i="0" u="none" strike="noStrike" kern="1200" cap="none" spc="0" normalizeH="0" baseline="0" noProof="0" dirty="0" smtClean="0">
                <a:ln>
                  <a:noFill/>
                </a:ln>
                <a:solidFill>
                  <a:srgbClr val="000000"/>
                </a:solidFill>
                <a:effectLst/>
                <a:uLnTx/>
                <a:uFillTx/>
                <a:latin typeface="Calibri" panose="020F0502020204030204" pitchFamily="34" charset="0"/>
                <a:cs typeface="Calibri" panose="020F0502020204030204" pitchFamily="34" charset="0"/>
              </a:rPr>
              <a:t>router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discovery. </a:t>
            </a:r>
            <a:endParaRPr kumimoji="0" lang="en-US" sz="1600" b="0" i="0" u="none" strike="noStrike" kern="1200" cap="none" spc="0" normalizeH="0" baseline="0" noProof="0" dirty="0" smtClean="0">
              <a:ln>
                <a:noFill/>
              </a:ln>
              <a:solidFill>
                <a:srgbClr val="000000"/>
              </a:solidFill>
              <a:effectLst/>
              <a:uLnTx/>
              <a:uFillTx/>
              <a:latin typeface="Calibri" panose="020F0502020204030204" pitchFamily="34" charset="0"/>
              <a:cs typeface="Calibri" panose="020F0502020204030204" pitchFamily="34" charset="0"/>
            </a:endParaRPr>
          </a:p>
          <a:p>
            <a:pPr marL="0" marR="0" lvl="0" indent="0" algn="ctr" defTabSz="814388" rtl="0" eaLnBrk="0" fontAlgn="base" latinLnBrk="0" hangingPunct="0">
              <a:lnSpc>
                <a:spcPct val="90000"/>
              </a:lnSpc>
              <a:spcBef>
                <a:spcPct val="35000"/>
              </a:spcBef>
              <a:spcAft>
                <a:spcPct val="0"/>
              </a:spcAft>
              <a:buClr>
                <a:srgbClr val="0183B7"/>
              </a:buClr>
              <a:buSzPct val="100000"/>
              <a:buFontTx/>
              <a:buNone/>
              <a:tabLst/>
              <a:defRPr/>
            </a:pPr>
            <a:r>
              <a:rPr kumimoji="0" lang="en-US" sz="1600" b="0" i="0" u="none" strike="noStrike" kern="1200" cap="none" spc="0" normalizeH="0" baseline="0" noProof="0" dirty="0" smtClean="0">
                <a:ln>
                  <a:noFill/>
                </a:ln>
                <a:solidFill>
                  <a:srgbClr val="000000"/>
                </a:solidFill>
                <a:effectLst/>
                <a:uLnTx/>
                <a:uFillTx/>
                <a:latin typeface="Calibri" panose="020F0502020204030204" pitchFamily="34" charset="0"/>
                <a:cs typeface="Calibri" panose="020F0502020204030204" pitchFamily="34" charset="0"/>
              </a:rPr>
              <a:t>Link-local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addresses are also used by many </a:t>
            </a:r>
            <a:r>
              <a:rPr kumimoji="0" lang="en-US" sz="1600" b="0" i="0" u="none" strike="noStrike" kern="1200" cap="none" spc="0" normalizeH="0" baseline="0" noProof="0" dirty="0" smtClean="0">
                <a:ln>
                  <a:noFill/>
                </a:ln>
                <a:solidFill>
                  <a:srgbClr val="000000"/>
                </a:solidFill>
                <a:effectLst/>
                <a:uLnTx/>
                <a:uFillTx/>
                <a:latin typeface="Calibri" panose="020F0502020204030204" pitchFamily="34" charset="0"/>
                <a:cs typeface="Calibri" panose="020F0502020204030204" pitchFamily="34" charset="0"/>
              </a:rPr>
              <a:t>routing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protocols</a:t>
            </a:r>
            <a:r>
              <a:rPr kumimoji="0" lang="en-US" sz="1600" b="0" i="0" u="none" strike="noStrike" kern="1200" cap="none" spc="0" normalizeH="0" baseline="0" noProof="0" dirty="0" smtClean="0">
                <a:ln>
                  <a:noFill/>
                </a:ln>
                <a:solidFill>
                  <a:srgbClr val="000000"/>
                </a:solidFill>
                <a:effectLst/>
                <a:uLnTx/>
                <a:uFillTx/>
                <a:latin typeface="Calibri" panose="020F0502020204030204" pitchFamily="34" charset="0"/>
                <a:cs typeface="Calibri" panose="020F0502020204030204" pitchFamily="34" charset="0"/>
              </a:rPr>
              <a:t>.</a:t>
            </a:r>
            <a:endParaRPr kumimoji="0" lang="en-US" sz="16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pic>
        <p:nvPicPr>
          <p:cNvPr id="19" name="Picture 11" descr="327P_1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41" y="2103388"/>
            <a:ext cx="9017159" cy="2832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672250"/>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a:ea typeface="宋体" panose="02010600030101010101" pitchFamily="2" charset="-122"/>
              </a:rPr>
              <a:t>Multicast Addresses</a:t>
            </a:r>
            <a:endParaRPr lang="en-US" altLang="zh-CN" dirty="0" smtClean="0">
              <a:ea typeface="宋体" panose="02010600030101010101" pitchFamily="2" charset="-122"/>
            </a:endParaRPr>
          </a:p>
        </p:txBody>
      </p:sp>
      <p:sp>
        <p:nvSpPr>
          <p:cNvPr id="5" name="Rectangle 15"/>
          <p:cNvSpPr/>
          <p:nvPr/>
        </p:nvSpPr>
        <p:spPr bwMode="auto">
          <a:xfrm rot="10800000">
            <a:off x="1904999" y="2514242"/>
            <a:ext cx="2313904" cy="516929"/>
          </a:xfrm>
          <a:custGeom>
            <a:avLst/>
            <a:gdLst>
              <a:gd name="connsiteX0" fmla="*/ 0 w 1379537"/>
              <a:gd name="connsiteY0" fmla="*/ 0 h 350730"/>
              <a:gd name="connsiteX1" fmla="*/ 1379537 w 1379537"/>
              <a:gd name="connsiteY1" fmla="*/ 0 h 350730"/>
              <a:gd name="connsiteX2" fmla="*/ 1379537 w 1379537"/>
              <a:gd name="connsiteY2" fmla="*/ 350730 h 350730"/>
              <a:gd name="connsiteX3" fmla="*/ 0 w 1379537"/>
              <a:gd name="connsiteY3" fmla="*/ 350730 h 350730"/>
              <a:gd name="connsiteX4" fmla="*/ 0 w 1379537"/>
              <a:gd name="connsiteY4" fmla="*/ 0 h 350730"/>
              <a:gd name="connsiteX0" fmla="*/ 0 w 1379537"/>
              <a:gd name="connsiteY0" fmla="*/ 12700 h 363430"/>
              <a:gd name="connsiteX1" fmla="*/ 1100137 w 1379537"/>
              <a:gd name="connsiteY1" fmla="*/ 0 h 363430"/>
              <a:gd name="connsiteX2" fmla="*/ 1379537 w 1379537"/>
              <a:gd name="connsiteY2" fmla="*/ 363430 h 363430"/>
              <a:gd name="connsiteX3" fmla="*/ 0 w 1379537"/>
              <a:gd name="connsiteY3" fmla="*/ 363430 h 363430"/>
              <a:gd name="connsiteX4" fmla="*/ 0 w 1379537"/>
              <a:gd name="connsiteY4" fmla="*/ 12700 h 363430"/>
              <a:gd name="connsiteX0" fmla="*/ 304800 w 1379537"/>
              <a:gd name="connsiteY0" fmla="*/ 12700 h 363430"/>
              <a:gd name="connsiteX1" fmla="*/ 1100137 w 1379537"/>
              <a:gd name="connsiteY1" fmla="*/ 0 h 363430"/>
              <a:gd name="connsiteX2" fmla="*/ 1379537 w 1379537"/>
              <a:gd name="connsiteY2" fmla="*/ 363430 h 363430"/>
              <a:gd name="connsiteX3" fmla="*/ 0 w 1379537"/>
              <a:gd name="connsiteY3" fmla="*/ 363430 h 363430"/>
              <a:gd name="connsiteX4" fmla="*/ 304800 w 1379537"/>
              <a:gd name="connsiteY4" fmla="*/ 12700 h 363430"/>
              <a:gd name="connsiteX0" fmla="*/ 0 w 1074737"/>
              <a:gd name="connsiteY0" fmla="*/ 12700 h 363430"/>
              <a:gd name="connsiteX1" fmla="*/ 795337 w 1074737"/>
              <a:gd name="connsiteY1" fmla="*/ 0 h 363430"/>
              <a:gd name="connsiteX2" fmla="*/ 1074737 w 1074737"/>
              <a:gd name="connsiteY2" fmla="*/ 363430 h 363430"/>
              <a:gd name="connsiteX3" fmla="*/ 330200 w 1074737"/>
              <a:gd name="connsiteY3" fmla="*/ 363430 h 363430"/>
              <a:gd name="connsiteX4" fmla="*/ 0 w 1074737"/>
              <a:gd name="connsiteY4" fmla="*/ 12700 h 363430"/>
              <a:gd name="connsiteX0" fmla="*/ 0 w 1773237"/>
              <a:gd name="connsiteY0" fmla="*/ 12700 h 363430"/>
              <a:gd name="connsiteX1" fmla="*/ 795337 w 1773237"/>
              <a:gd name="connsiteY1" fmla="*/ 0 h 363430"/>
              <a:gd name="connsiteX2" fmla="*/ 1773237 w 1773237"/>
              <a:gd name="connsiteY2" fmla="*/ 363430 h 363430"/>
              <a:gd name="connsiteX3" fmla="*/ 330200 w 1773237"/>
              <a:gd name="connsiteY3" fmla="*/ 363430 h 363430"/>
              <a:gd name="connsiteX4" fmla="*/ 0 w 1773237"/>
              <a:gd name="connsiteY4" fmla="*/ 12700 h 363430"/>
              <a:gd name="connsiteX0" fmla="*/ 0 w 1773237"/>
              <a:gd name="connsiteY0" fmla="*/ 12700 h 363430"/>
              <a:gd name="connsiteX1" fmla="*/ 795337 w 1773237"/>
              <a:gd name="connsiteY1" fmla="*/ 0 h 363430"/>
              <a:gd name="connsiteX2" fmla="*/ 1773237 w 1773237"/>
              <a:gd name="connsiteY2" fmla="*/ 363430 h 363430"/>
              <a:gd name="connsiteX3" fmla="*/ 1028700 w 1773237"/>
              <a:gd name="connsiteY3" fmla="*/ 363430 h 363430"/>
              <a:gd name="connsiteX4" fmla="*/ 0 w 1773237"/>
              <a:gd name="connsiteY4" fmla="*/ 12700 h 363430"/>
              <a:gd name="connsiteX0" fmla="*/ 0 w 1773237"/>
              <a:gd name="connsiteY0" fmla="*/ 0 h 350730"/>
              <a:gd name="connsiteX1" fmla="*/ 1417637 w 1773237"/>
              <a:gd name="connsiteY1" fmla="*/ 13612 h 350730"/>
              <a:gd name="connsiteX2" fmla="*/ 1773237 w 1773237"/>
              <a:gd name="connsiteY2" fmla="*/ 350730 h 350730"/>
              <a:gd name="connsiteX3" fmla="*/ 1028700 w 1773237"/>
              <a:gd name="connsiteY3" fmla="*/ 350730 h 350730"/>
              <a:gd name="connsiteX4" fmla="*/ 0 w 1773237"/>
              <a:gd name="connsiteY4" fmla="*/ 0 h 350730"/>
              <a:gd name="connsiteX0" fmla="*/ 0 w 1773237"/>
              <a:gd name="connsiteY0" fmla="*/ 0 h 350730"/>
              <a:gd name="connsiteX1" fmla="*/ 1417637 w 1773237"/>
              <a:gd name="connsiteY1" fmla="*/ 13612 h 350730"/>
              <a:gd name="connsiteX2" fmla="*/ 1773237 w 1773237"/>
              <a:gd name="connsiteY2" fmla="*/ 350730 h 350730"/>
              <a:gd name="connsiteX3" fmla="*/ 1185583 w 1773237"/>
              <a:gd name="connsiteY3" fmla="*/ 341470 h 350730"/>
              <a:gd name="connsiteX4" fmla="*/ 0 w 1773237"/>
              <a:gd name="connsiteY4" fmla="*/ 0 h 350730"/>
              <a:gd name="connsiteX0" fmla="*/ 0 w 1773237"/>
              <a:gd name="connsiteY0" fmla="*/ 0 h 350730"/>
              <a:gd name="connsiteX1" fmla="*/ 1469931 w 1773237"/>
              <a:gd name="connsiteY1" fmla="*/ 13612 h 350730"/>
              <a:gd name="connsiteX2" fmla="*/ 1773237 w 1773237"/>
              <a:gd name="connsiteY2" fmla="*/ 350730 h 350730"/>
              <a:gd name="connsiteX3" fmla="*/ 1185583 w 1773237"/>
              <a:gd name="connsiteY3" fmla="*/ 341470 h 350730"/>
              <a:gd name="connsiteX4" fmla="*/ 0 w 1773237"/>
              <a:gd name="connsiteY4" fmla="*/ 0 h 35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237" h="350730">
                <a:moveTo>
                  <a:pt x="0" y="0"/>
                </a:moveTo>
                <a:lnTo>
                  <a:pt x="1469931" y="13612"/>
                </a:lnTo>
                <a:lnTo>
                  <a:pt x="1773237" y="350730"/>
                </a:lnTo>
                <a:lnTo>
                  <a:pt x="1185583" y="341470"/>
                </a:lnTo>
                <a:lnTo>
                  <a:pt x="0" y="0"/>
                </a:lnTo>
                <a:close/>
              </a:path>
            </a:pathLst>
          </a:custGeom>
          <a:ln>
            <a:noFill/>
            <a:headEnd type="none" w="med" len="med"/>
            <a:tailEnd type="none" w="med" len="med"/>
          </a:ln>
          <a:effectLst/>
          <a:extLst/>
        </p:spPr>
        <p:style>
          <a:lnRef idx="1">
            <a:schemeClr val="accent2"/>
          </a:lnRef>
          <a:fillRef idx="2">
            <a:schemeClr val="accent2"/>
          </a:fillRef>
          <a:effectRef idx="1">
            <a:schemeClr val="accent2"/>
          </a:effectRef>
          <a:fontRef idx="minor">
            <a:schemeClr val="dk1"/>
          </a:fontRef>
        </p:style>
        <p:txBody>
          <a:bodyPr wrap="square" lIns="73019" tIns="36509" rIns="73019" bIns="36509" anchor="ctr">
            <a:spAutoFit/>
          </a:bodyPr>
          <a:lstStyle/>
          <a:p>
            <a:pPr algn="ctr">
              <a:defRPr/>
            </a:pPr>
            <a:endParaRPr lang="en-US" sz="3200" b="1">
              <a:solidFill>
                <a:srgbClr val="FFFFFF"/>
              </a:solidFill>
              <a:latin typeface="Times" pitchFamily="18" charset="0"/>
              <a:cs typeface="Times" pitchFamily="18" charset="0"/>
            </a:endParaRPr>
          </a:p>
        </p:txBody>
      </p:sp>
      <p:sp>
        <p:nvSpPr>
          <p:cNvPr id="6" name="Rectangle 10"/>
          <p:cNvSpPr>
            <a:spLocks noChangeArrowheads="1"/>
          </p:cNvSpPr>
          <p:nvPr/>
        </p:nvSpPr>
        <p:spPr bwMode="auto">
          <a:xfrm>
            <a:off x="2674937" y="2166368"/>
            <a:ext cx="2049463" cy="323030"/>
          </a:xfrm>
          <a:prstGeom prst="rect">
            <a:avLst/>
          </a:prstGeom>
          <a:solidFill>
            <a:schemeClr val="accent1"/>
          </a:solidFill>
          <a:ln w="28575" algn="ctr">
            <a:solidFill>
              <a:schemeClr val="tx1"/>
            </a:solidFill>
            <a:round/>
            <a:headEnd/>
            <a:tailEnd/>
          </a:ln>
        </p:spPr>
        <p:txBody>
          <a:bodyPr wrap="square" lIns="73019" tIns="36509" rIns="73019" bIns="36509" anchor="ctr">
            <a:spAutoFit/>
          </a:bodyPr>
          <a:lstStyle/>
          <a:p>
            <a:pPr algn="ctr"/>
            <a:r>
              <a:rPr lang="en-US" sz="1800" b="1" dirty="0" smtClean="0">
                <a:solidFill>
                  <a:srgbClr val="FFFFFF"/>
                </a:solidFill>
                <a:latin typeface="Times" pitchFamily="18" charset="0"/>
                <a:cs typeface="Times" pitchFamily="18" charset="0"/>
              </a:rPr>
              <a:t>50 bits</a:t>
            </a:r>
            <a:endParaRPr lang="en-US" sz="2400" b="1" dirty="0">
              <a:solidFill>
                <a:schemeClr val="accent1"/>
              </a:solidFill>
              <a:latin typeface="Times" pitchFamily="18" charset="0"/>
              <a:cs typeface="Times" pitchFamily="18" charset="0"/>
            </a:endParaRPr>
          </a:p>
        </p:txBody>
      </p:sp>
      <p:sp>
        <p:nvSpPr>
          <p:cNvPr id="7" name="Rectangle 12"/>
          <p:cNvSpPr>
            <a:spLocks noChangeArrowheads="1"/>
          </p:cNvSpPr>
          <p:nvPr/>
        </p:nvSpPr>
        <p:spPr bwMode="auto">
          <a:xfrm>
            <a:off x="4724400" y="2166368"/>
            <a:ext cx="3589338" cy="323030"/>
          </a:xfrm>
          <a:prstGeom prst="rect">
            <a:avLst/>
          </a:prstGeom>
          <a:solidFill>
            <a:srgbClr val="FFFF99"/>
          </a:solidFill>
          <a:ln w="28575" algn="ctr">
            <a:solidFill>
              <a:schemeClr val="tx1"/>
            </a:solidFill>
            <a:round/>
            <a:headEnd/>
            <a:tailEnd/>
          </a:ln>
        </p:spPr>
        <p:txBody>
          <a:bodyPr lIns="73019" tIns="36509" rIns="73019" bIns="36509" anchor="ctr">
            <a:spAutoFit/>
          </a:bodyPr>
          <a:lstStyle/>
          <a:p>
            <a:pPr algn="ctr"/>
            <a:r>
              <a:rPr lang="en-US" sz="1800" b="1" dirty="0">
                <a:solidFill>
                  <a:srgbClr val="000000"/>
                </a:solidFill>
                <a:latin typeface="Times" pitchFamily="18" charset="0"/>
                <a:cs typeface="Times" pitchFamily="18" charset="0"/>
              </a:rPr>
              <a:t>Interface </a:t>
            </a:r>
            <a:r>
              <a:rPr lang="en-US" sz="1800" b="1" dirty="0" smtClean="0">
                <a:solidFill>
                  <a:srgbClr val="000000"/>
                </a:solidFill>
                <a:latin typeface="Times" pitchFamily="18" charset="0"/>
                <a:cs typeface="Times" pitchFamily="18" charset="0"/>
              </a:rPr>
              <a:t>ID</a:t>
            </a:r>
            <a:endParaRPr lang="en-US" sz="2400" b="1" dirty="0">
              <a:solidFill>
                <a:srgbClr val="FFFF99"/>
              </a:solidFill>
              <a:latin typeface="Times" pitchFamily="18" charset="0"/>
              <a:cs typeface="Times" pitchFamily="18" charset="0"/>
            </a:endParaRPr>
          </a:p>
        </p:txBody>
      </p:sp>
      <p:sp>
        <p:nvSpPr>
          <p:cNvPr id="8" name="Rectangle 15"/>
          <p:cNvSpPr/>
          <p:nvPr/>
        </p:nvSpPr>
        <p:spPr bwMode="auto">
          <a:xfrm>
            <a:off x="817563" y="2520373"/>
            <a:ext cx="1379537" cy="516929"/>
          </a:xfrm>
          <a:custGeom>
            <a:avLst/>
            <a:gdLst>
              <a:gd name="connsiteX0" fmla="*/ 0 w 1379537"/>
              <a:gd name="connsiteY0" fmla="*/ 0 h 350730"/>
              <a:gd name="connsiteX1" fmla="*/ 1379537 w 1379537"/>
              <a:gd name="connsiteY1" fmla="*/ 0 h 350730"/>
              <a:gd name="connsiteX2" fmla="*/ 1379537 w 1379537"/>
              <a:gd name="connsiteY2" fmla="*/ 350730 h 350730"/>
              <a:gd name="connsiteX3" fmla="*/ 0 w 1379537"/>
              <a:gd name="connsiteY3" fmla="*/ 350730 h 350730"/>
              <a:gd name="connsiteX4" fmla="*/ 0 w 1379537"/>
              <a:gd name="connsiteY4" fmla="*/ 0 h 350730"/>
              <a:gd name="connsiteX0" fmla="*/ 0 w 1379537"/>
              <a:gd name="connsiteY0" fmla="*/ 12700 h 363430"/>
              <a:gd name="connsiteX1" fmla="*/ 1100137 w 1379537"/>
              <a:gd name="connsiteY1" fmla="*/ 0 h 363430"/>
              <a:gd name="connsiteX2" fmla="*/ 1379537 w 1379537"/>
              <a:gd name="connsiteY2" fmla="*/ 363430 h 363430"/>
              <a:gd name="connsiteX3" fmla="*/ 0 w 1379537"/>
              <a:gd name="connsiteY3" fmla="*/ 363430 h 363430"/>
              <a:gd name="connsiteX4" fmla="*/ 0 w 1379537"/>
              <a:gd name="connsiteY4" fmla="*/ 12700 h 363430"/>
              <a:gd name="connsiteX0" fmla="*/ 304800 w 1379537"/>
              <a:gd name="connsiteY0" fmla="*/ 12700 h 363430"/>
              <a:gd name="connsiteX1" fmla="*/ 1100137 w 1379537"/>
              <a:gd name="connsiteY1" fmla="*/ 0 h 363430"/>
              <a:gd name="connsiteX2" fmla="*/ 1379537 w 1379537"/>
              <a:gd name="connsiteY2" fmla="*/ 363430 h 363430"/>
              <a:gd name="connsiteX3" fmla="*/ 0 w 1379537"/>
              <a:gd name="connsiteY3" fmla="*/ 363430 h 363430"/>
              <a:gd name="connsiteX4" fmla="*/ 304800 w 1379537"/>
              <a:gd name="connsiteY4" fmla="*/ 12700 h 363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537" h="363430">
                <a:moveTo>
                  <a:pt x="304800" y="12700"/>
                </a:moveTo>
                <a:lnTo>
                  <a:pt x="1100137" y="0"/>
                </a:lnTo>
                <a:lnTo>
                  <a:pt x="1379537" y="363430"/>
                </a:lnTo>
                <a:lnTo>
                  <a:pt x="0" y="363430"/>
                </a:lnTo>
                <a:lnTo>
                  <a:pt x="304800" y="12700"/>
                </a:lnTo>
                <a:close/>
              </a:path>
            </a:pathLst>
          </a:cu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2700000" scaled="1"/>
            <a:tileRect/>
          </a:gradFill>
          <a:ln w="28575" cap="flat" cmpd="sng" algn="ctr">
            <a:noFill/>
            <a:prstDash val="solid"/>
            <a:round/>
            <a:headEnd type="none" w="med" len="med"/>
            <a:tailEnd type="none" w="med" len="med"/>
          </a:ln>
          <a:effectLst/>
          <a:extLst/>
        </p:spPr>
        <p:txBody>
          <a:bodyPr lIns="73019" tIns="36509" rIns="73019" bIns="36509" anchor="ctr">
            <a:spAutoFit/>
          </a:bodyPr>
          <a:lstStyle/>
          <a:p>
            <a:pPr algn="ctr">
              <a:defRPr/>
            </a:pPr>
            <a:endParaRPr lang="en-US" sz="3200" b="1">
              <a:solidFill>
                <a:srgbClr val="FFFFFF"/>
              </a:solidFill>
              <a:latin typeface="Times" pitchFamily="18" charset="0"/>
              <a:cs typeface="Times" pitchFamily="18" charset="0"/>
            </a:endParaRPr>
          </a:p>
        </p:txBody>
      </p:sp>
      <p:sp>
        <p:nvSpPr>
          <p:cNvPr id="9" name="Rectangle 17"/>
          <p:cNvSpPr>
            <a:spLocks noChangeArrowheads="1"/>
          </p:cNvSpPr>
          <p:nvPr/>
        </p:nvSpPr>
        <p:spPr bwMode="auto">
          <a:xfrm>
            <a:off x="817563" y="3031173"/>
            <a:ext cx="1379537" cy="350730"/>
          </a:xfrm>
          <a:prstGeom prst="rect">
            <a:avLst/>
          </a:prstGeom>
          <a:solidFill>
            <a:schemeClr val="accent1"/>
          </a:solidFill>
          <a:ln w="28575" algn="ctr">
            <a:solidFill>
              <a:schemeClr val="tx1"/>
            </a:solidFill>
            <a:round/>
            <a:headEnd/>
            <a:tailEnd/>
          </a:ln>
        </p:spPr>
        <p:txBody>
          <a:bodyPr lIns="73019" tIns="36509" rIns="73019" bIns="36509" anchor="ctr">
            <a:spAutoFit/>
          </a:bodyPr>
          <a:lstStyle/>
          <a:p>
            <a:pPr algn="ctr"/>
            <a:r>
              <a:rPr lang="en-US" b="1" dirty="0">
                <a:solidFill>
                  <a:srgbClr val="FFFFFF"/>
                </a:solidFill>
                <a:latin typeface="Times" pitchFamily="18" charset="0"/>
                <a:cs typeface="Times" pitchFamily="18" charset="0"/>
              </a:rPr>
              <a:t>1111 </a:t>
            </a:r>
            <a:r>
              <a:rPr lang="en-US" b="1" dirty="0" smtClean="0">
                <a:solidFill>
                  <a:srgbClr val="FFFFFF"/>
                </a:solidFill>
                <a:latin typeface="Times" pitchFamily="18" charset="0"/>
                <a:cs typeface="Times" pitchFamily="18" charset="0"/>
              </a:rPr>
              <a:t>1111</a:t>
            </a:r>
            <a:endParaRPr lang="en-US" sz="2800" b="1" dirty="0">
              <a:solidFill>
                <a:srgbClr val="FFFFFF"/>
              </a:solidFill>
              <a:latin typeface="Times" pitchFamily="18" charset="0"/>
              <a:cs typeface="Times" pitchFamily="18" charset="0"/>
            </a:endParaRPr>
          </a:p>
        </p:txBody>
      </p:sp>
      <p:sp>
        <p:nvSpPr>
          <p:cNvPr id="10" name="Rectangle 18"/>
          <p:cNvSpPr>
            <a:spLocks noChangeArrowheads="1"/>
          </p:cNvSpPr>
          <p:nvPr/>
        </p:nvSpPr>
        <p:spPr bwMode="auto">
          <a:xfrm>
            <a:off x="817563" y="3494723"/>
            <a:ext cx="1379537" cy="350730"/>
          </a:xfrm>
          <a:prstGeom prst="rect">
            <a:avLst/>
          </a:prstGeom>
          <a:solidFill>
            <a:schemeClr val="tx2"/>
          </a:solidFill>
          <a:ln w="28575" algn="ctr">
            <a:solidFill>
              <a:schemeClr val="tx1"/>
            </a:solidFill>
            <a:round/>
            <a:headEnd/>
            <a:tailEnd/>
          </a:ln>
        </p:spPr>
        <p:txBody>
          <a:bodyPr lIns="73019" tIns="36509" rIns="73019" bIns="36509" anchor="ctr">
            <a:spAutoFit/>
          </a:bodyPr>
          <a:lstStyle/>
          <a:p>
            <a:pPr algn="ctr"/>
            <a:r>
              <a:rPr lang="en-US" b="1" dirty="0" smtClean="0">
                <a:solidFill>
                  <a:srgbClr val="FFFFFF"/>
                </a:solidFill>
                <a:latin typeface="Times" pitchFamily="18" charset="0"/>
                <a:cs typeface="Times" pitchFamily="18" charset="0"/>
              </a:rPr>
              <a:t>FF00::/8</a:t>
            </a:r>
            <a:r>
              <a:rPr lang="en-US" b="1" dirty="0" smtClean="0">
                <a:solidFill>
                  <a:srgbClr val="0183B7"/>
                </a:solidFill>
                <a:latin typeface="Times" pitchFamily="18" charset="0"/>
                <a:cs typeface="Times" pitchFamily="18" charset="0"/>
              </a:rPr>
              <a:t> </a:t>
            </a:r>
            <a:endParaRPr lang="en-US" sz="2800" b="1" dirty="0">
              <a:solidFill>
                <a:srgbClr val="FFFFFF"/>
              </a:solidFill>
              <a:latin typeface="Times" pitchFamily="18" charset="0"/>
              <a:cs typeface="Times" pitchFamily="18" charset="0"/>
            </a:endParaRPr>
          </a:p>
        </p:txBody>
      </p:sp>
      <p:sp>
        <p:nvSpPr>
          <p:cNvPr id="11" name="Rectangle 9"/>
          <p:cNvSpPr>
            <a:spLocks noChangeArrowheads="1"/>
          </p:cNvSpPr>
          <p:nvPr/>
        </p:nvSpPr>
        <p:spPr bwMode="auto">
          <a:xfrm>
            <a:off x="1135063" y="2166369"/>
            <a:ext cx="769937" cy="323030"/>
          </a:xfrm>
          <a:prstGeom prst="rect">
            <a:avLst/>
          </a:prstGeom>
          <a:solidFill>
            <a:schemeClr val="tx2"/>
          </a:solidFill>
          <a:ln w="28575" algn="ctr">
            <a:solidFill>
              <a:schemeClr val="tx1"/>
            </a:solidFill>
            <a:round/>
            <a:headEnd/>
            <a:tailEnd/>
          </a:ln>
        </p:spPr>
        <p:txBody>
          <a:bodyPr lIns="73019" tIns="36509" rIns="73019" bIns="36509" anchor="ctr">
            <a:spAutoFit/>
          </a:bodyPr>
          <a:lstStyle/>
          <a:p>
            <a:pPr algn="ctr"/>
            <a:r>
              <a:rPr lang="en-US" sz="1800" b="1" dirty="0">
                <a:solidFill>
                  <a:srgbClr val="FFFFFF"/>
                </a:solidFill>
                <a:latin typeface="Times" pitchFamily="18" charset="0"/>
                <a:cs typeface="Times" pitchFamily="18" charset="0"/>
              </a:rPr>
              <a:t>8</a:t>
            </a:r>
            <a:r>
              <a:rPr lang="en-US" sz="1800" b="1" dirty="0" smtClean="0">
                <a:solidFill>
                  <a:srgbClr val="FFFFFF"/>
                </a:solidFill>
                <a:latin typeface="Times" pitchFamily="18" charset="0"/>
                <a:cs typeface="Times" pitchFamily="18" charset="0"/>
              </a:rPr>
              <a:t> bits</a:t>
            </a:r>
            <a:endParaRPr lang="en-US" sz="2800" b="1" dirty="0">
              <a:solidFill>
                <a:srgbClr val="0183B7"/>
              </a:solidFill>
              <a:latin typeface="Times" pitchFamily="18" charset="0"/>
              <a:cs typeface="Times" pitchFamily="18" charset="0"/>
            </a:endParaRPr>
          </a:p>
        </p:txBody>
      </p:sp>
      <p:cxnSp>
        <p:nvCxnSpPr>
          <p:cNvPr id="12" name="Straight Arrow Connector 4"/>
          <p:cNvCxnSpPr>
            <a:cxnSpLocks noChangeShapeType="1"/>
          </p:cNvCxnSpPr>
          <p:nvPr/>
        </p:nvCxnSpPr>
        <p:spPr bwMode="auto">
          <a:xfrm>
            <a:off x="5428456" y="2016733"/>
            <a:ext cx="2885282" cy="0"/>
          </a:xfrm>
          <a:prstGeom prst="straightConnector1">
            <a:avLst/>
          </a:prstGeom>
          <a:noFill/>
          <a:ln w="3810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5"/>
          <p:cNvSpPr txBox="1">
            <a:spLocks noChangeArrowheads="1"/>
          </p:cNvSpPr>
          <p:nvPr/>
        </p:nvSpPr>
        <p:spPr bwMode="auto">
          <a:xfrm>
            <a:off x="4371304" y="1783186"/>
            <a:ext cx="947695"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itchFamily="34" charset="0"/>
              </a:defRPr>
            </a:lvl1pPr>
            <a:lvl2pPr marL="742950" indent="-285750">
              <a:defRPr sz="2000">
                <a:solidFill>
                  <a:schemeClr val="tx1"/>
                </a:solidFill>
                <a:latin typeface="Arial" pitchFamily="34" charset="0"/>
              </a:defRPr>
            </a:lvl2pPr>
            <a:lvl3pPr marL="1143000" indent="-228600">
              <a:defRPr sz="20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fontAlgn="base" hangingPunct="0">
              <a:lnSpc>
                <a:spcPct val="90000"/>
              </a:lnSpc>
              <a:spcBef>
                <a:spcPct val="0"/>
              </a:spcBef>
              <a:spcAft>
                <a:spcPct val="0"/>
              </a:spcAft>
              <a:defRPr sz="2000">
                <a:solidFill>
                  <a:schemeClr val="tx1"/>
                </a:solidFill>
                <a:latin typeface="Arial" pitchFamily="34" charset="0"/>
              </a:defRPr>
            </a:lvl6pPr>
            <a:lvl7pPr marL="2971800" indent="-228600" eaLnBrk="0" fontAlgn="base" hangingPunct="0">
              <a:lnSpc>
                <a:spcPct val="90000"/>
              </a:lnSpc>
              <a:spcBef>
                <a:spcPct val="0"/>
              </a:spcBef>
              <a:spcAft>
                <a:spcPct val="0"/>
              </a:spcAft>
              <a:defRPr sz="2000">
                <a:solidFill>
                  <a:schemeClr val="tx1"/>
                </a:solidFill>
                <a:latin typeface="Arial" pitchFamily="34" charset="0"/>
              </a:defRPr>
            </a:lvl7pPr>
            <a:lvl8pPr marL="3429000" indent="-228600" eaLnBrk="0" fontAlgn="base" hangingPunct="0">
              <a:lnSpc>
                <a:spcPct val="90000"/>
              </a:lnSpc>
              <a:spcBef>
                <a:spcPct val="0"/>
              </a:spcBef>
              <a:spcAft>
                <a:spcPct val="0"/>
              </a:spcAft>
              <a:defRPr sz="2000">
                <a:solidFill>
                  <a:schemeClr val="tx1"/>
                </a:solidFill>
                <a:latin typeface="Arial" pitchFamily="34" charset="0"/>
              </a:defRPr>
            </a:lvl8pPr>
            <a:lvl9pPr marL="3886200" indent="-228600" eaLnBrk="0" fontAlgn="base" hangingPunct="0">
              <a:lnSpc>
                <a:spcPct val="90000"/>
              </a:lnSpc>
              <a:spcBef>
                <a:spcPct val="0"/>
              </a:spcBef>
              <a:spcAft>
                <a:spcPct val="0"/>
              </a:spcAft>
              <a:defRPr sz="2000">
                <a:solidFill>
                  <a:schemeClr val="tx1"/>
                </a:solidFill>
                <a:latin typeface="Arial" pitchFamily="34" charset="0"/>
              </a:defRPr>
            </a:lvl9pPr>
          </a:lstStyle>
          <a:p>
            <a:r>
              <a:rPr lang="en-US" sz="1800" b="1">
                <a:solidFill>
                  <a:srgbClr val="000000"/>
                </a:solidFill>
                <a:latin typeface="Times" pitchFamily="18" charset="0"/>
                <a:cs typeface="Times" pitchFamily="18" charset="0"/>
              </a:rPr>
              <a:t>128 bits</a:t>
            </a:r>
          </a:p>
        </p:txBody>
      </p:sp>
      <p:cxnSp>
        <p:nvCxnSpPr>
          <p:cNvPr id="14" name="Straight Arrow Connector 23"/>
          <p:cNvCxnSpPr>
            <a:cxnSpLocks noChangeShapeType="1"/>
          </p:cNvCxnSpPr>
          <p:nvPr/>
        </p:nvCxnSpPr>
        <p:spPr bwMode="auto">
          <a:xfrm>
            <a:off x="1135063" y="2016733"/>
            <a:ext cx="3181350" cy="0"/>
          </a:xfrm>
          <a:prstGeom prst="straightConnector1">
            <a:avLst/>
          </a:prstGeom>
          <a:noFill/>
          <a:ln w="38100" algn="ctr">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24"/>
          <p:cNvCxnSpPr>
            <a:cxnSpLocks noChangeShapeType="1"/>
          </p:cNvCxnSpPr>
          <p:nvPr/>
        </p:nvCxnSpPr>
        <p:spPr bwMode="auto">
          <a:xfrm>
            <a:off x="6981825" y="2632683"/>
            <a:ext cx="1331913" cy="0"/>
          </a:xfrm>
          <a:prstGeom prst="straightConnector1">
            <a:avLst/>
          </a:prstGeom>
          <a:noFill/>
          <a:ln w="3810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25"/>
          <p:cNvSpPr txBox="1">
            <a:spLocks noChangeArrowheads="1"/>
          </p:cNvSpPr>
          <p:nvPr/>
        </p:nvSpPr>
        <p:spPr bwMode="auto">
          <a:xfrm>
            <a:off x="6132513" y="2541955"/>
            <a:ext cx="849312"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itchFamily="34" charset="0"/>
              </a:defRPr>
            </a:lvl1pPr>
            <a:lvl2pPr marL="742950" indent="-285750">
              <a:defRPr sz="2000">
                <a:solidFill>
                  <a:schemeClr val="tx1"/>
                </a:solidFill>
                <a:latin typeface="Arial" pitchFamily="34" charset="0"/>
              </a:defRPr>
            </a:lvl2pPr>
            <a:lvl3pPr marL="1143000" indent="-228600">
              <a:defRPr sz="20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fontAlgn="base" hangingPunct="0">
              <a:lnSpc>
                <a:spcPct val="90000"/>
              </a:lnSpc>
              <a:spcBef>
                <a:spcPct val="0"/>
              </a:spcBef>
              <a:spcAft>
                <a:spcPct val="0"/>
              </a:spcAft>
              <a:defRPr sz="2000">
                <a:solidFill>
                  <a:schemeClr val="tx1"/>
                </a:solidFill>
                <a:latin typeface="Arial" pitchFamily="34" charset="0"/>
              </a:defRPr>
            </a:lvl6pPr>
            <a:lvl7pPr marL="2971800" indent="-228600" eaLnBrk="0" fontAlgn="base" hangingPunct="0">
              <a:lnSpc>
                <a:spcPct val="90000"/>
              </a:lnSpc>
              <a:spcBef>
                <a:spcPct val="0"/>
              </a:spcBef>
              <a:spcAft>
                <a:spcPct val="0"/>
              </a:spcAft>
              <a:defRPr sz="2000">
                <a:solidFill>
                  <a:schemeClr val="tx1"/>
                </a:solidFill>
                <a:latin typeface="Arial" pitchFamily="34" charset="0"/>
              </a:defRPr>
            </a:lvl7pPr>
            <a:lvl8pPr marL="3429000" indent="-228600" eaLnBrk="0" fontAlgn="base" hangingPunct="0">
              <a:lnSpc>
                <a:spcPct val="90000"/>
              </a:lnSpc>
              <a:spcBef>
                <a:spcPct val="0"/>
              </a:spcBef>
              <a:spcAft>
                <a:spcPct val="0"/>
              </a:spcAft>
              <a:defRPr sz="2000">
                <a:solidFill>
                  <a:schemeClr val="tx1"/>
                </a:solidFill>
                <a:latin typeface="Arial" pitchFamily="34" charset="0"/>
              </a:defRPr>
            </a:lvl8pPr>
            <a:lvl9pPr marL="3886200" indent="-228600" eaLnBrk="0" fontAlgn="base" hangingPunct="0">
              <a:lnSpc>
                <a:spcPct val="90000"/>
              </a:lnSpc>
              <a:spcBef>
                <a:spcPct val="0"/>
              </a:spcBef>
              <a:spcAft>
                <a:spcPct val="0"/>
              </a:spcAft>
              <a:defRPr sz="2000">
                <a:solidFill>
                  <a:schemeClr val="tx1"/>
                </a:solidFill>
                <a:latin typeface="Arial" pitchFamily="34" charset="0"/>
              </a:defRPr>
            </a:lvl9pPr>
          </a:lstStyle>
          <a:p>
            <a:pPr algn="ctr"/>
            <a:r>
              <a:rPr lang="en-US" sz="1800" b="1">
                <a:solidFill>
                  <a:srgbClr val="000000"/>
                </a:solidFill>
                <a:latin typeface="Times" pitchFamily="18" charset="0"/>
                <a:cs typeface="Times" pitchFamily="18" charset="0"/>
              </a:rPr>
              <a:t>64 bits</a:t>
            </a:r>
          </a:p>
        </p:txBody>
      </p:sp>
      <p:cxnSp>
        <p:nvCxnSpPr>
          <p:cNvPr id="17" name="Straight Arrow Connector 26"/>
          <p:cNvCxnSpPr>
            <a:cxnSpLocks noChangeShapeType="1"/>
          </p:cNvCxnSpPr>
          <p:nvPr/>
        </p:nvCxnSpPr>
        <p:spPr bwMode="auto">
          <a:xfrm>
            <a:off x="4724400" y="2632683"/>
            <a:ext cx="1408113" cy="0"/>
          </a:xfrm>
          <a:prstGeom prst="straightConnector1">
            <a:avLst/>
          </a:prstGeom>
          <a:noFill/>
          <a:ln w="38100" algn="ctr">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Rectangle 9"/>
          <p:cNvSpPr>
            <a:spLocks noChangeArrowheads="1"/>
          </p:cNvSpPr>
          <p:nvPr/>
        </p:nvSpPr>
        <p:spPr bwMode="auto">
          <a:xfrm>
            <a:off x="1905000" y="2166369"/>
            <a:ext cx="769937" cy="323030"/>
          </a:xfrm>
          <a:prstGeom prst="rect">
            <a:avLst/>
          </a:prstGeom>
          <a:solidFill>
            <a:schemeClr val="accent2">
              <a:lumMod val="60000"/>
              <a:lumOff val="40000"/>
            </a:schemeClr>
          </a:solidFill>
          <a:ln w="28575" algn="ctr">
            <a:solidFill>
              <a:schemeClr val="tx1"/>
            </a:solidFill>
            <a:round/>
            <a:headEnd/>
            <a:tailEnd/>
          </a:ln>
        </p:spPr>
        <p:txBody>
          <a:bodyPr lIns="73019" tIns="36509" rIns="73019" bIns="36509" anchor="ctr">
            <a:spAutoFit/>
          </a:bodyPr>
          <a:lstStyle/>
          <a:p>
            <a:pPr algn="ctr"/>
            <a:r>
              <a:rPr lang="en-US" sz="1800" b="1" dirty="0">
                <a:solidFill>
                  <a:srgbClr val="FFFFFF"/>
                </a:solidFill>
                <a:latin typeface="Times" pitchFamily="18" charset="0"/>
                <a:cs typeface="Times" pitchFamily="18" charset="0"/>
              </a:rPr>
              <a:t>8</a:t>
            </a:r>
            <a:r>
              <a:rPr lang="en-US" sz="1800" b="1" dirty="0" smtClean="0">
                <a:solidFill>
                  <a:srgbClr val="FFFFFF"/>
                </a:solidFill>
                <a:latin typeface="Times" pitchFamily="18" charset="0"/>
                <a:cs typeface="Times" pitchFamily="18" charset="0"/>
              </a:rPr>
              <a:t> bits</a:t>
            </a:r>
            <a:endParaRPr lang="en-US" sz="2800" b="1" dirty="0">
              <a:solidFill>
                <a:schemeClr val="accent2">
                  <a:lumMod val="60000"/>
                  <a:lumOff val="40000"/>
                </a:schemeClr>
              </a:solidFill>
              <a:latin typeface="Times" pitchFamily="18" charset="0"/>
              <a:cs typeface="Times" pitchFamily="18" charset="0"/>
            </a:endParaRPr>
          </a:p>
        </p:txBody>
      </p:sp>
      <p:sp>
        <p:nvSpPr>
          <p:cNvPr id="21" name="Rectangle 17"/>
          <p:cNvSpPr>
            <a:spLocks noChangeArrowheads="1"/>
          </p:cNvSpPr>
          <p:nvPr/>
        </p:nvSpPr>
        <p:spPr bwMode="auto">
          <a:xfrm>
            <a:off x="2289968" y="3494723"/>
            <a:ext cx="964468" cy="350730"/>
          </a:xfrm>
          <a:prstGeom prst="rect">
            <a:avLst/>
          </a:prstGeom>
          <a:solidFill>
            <a:schemeClr val="accent2">
              <a:lumMod val="60000"/>
              <a:lumOff val="40000"/>
            </a:schemeClr>
          </a:solidFill>
          <a:ln w="28575" algn="ctr">
            <a:solidFill>
              <a:schemeClr val="accent2"/>
            </a:solidFill>
            <a:round/>
            <a:headEnd/>
            <a:tailEnd/>
          </a:ln>
        </p:spPr>
        <p:txBody>
          <a:bodyPr wrap="square" lIns="73019" tIns="36509" rIns="73019" bIns="36509" anchor="ctr">
            <a:spAutoFit/>
          </a:bodyPr>
          <a:lstStyle/>
          <a:p>
            <a:pPr algn="ctr"/>
            <a:r>
              <a:rPr lang="en-US" sz="1800" b="1">
                <a:solidFill>
                  <a:srgbClr val="FFFFFF"/>
                </a:solidFill>
                <a:latin typeface="Times" pitchFamily="18" charset="0"/>
                <a:cs typeface="Times" pitchFamily="18" charset="0"/>
              </a:rPr>
              <a:t>l</a:t>
            </a:r>
            <a:r>
              <a:rPr lang="en-US" sz="1800" b="1" smtClean="0">
                <a:solidFill>
                  <a:srgbClr val="FFFFFF"/>
                </a:solidFill>
                <a:latin typeface="Times" pitchFamily="18" charset="0"/>
                <a:cs typeface="Times" pitchFamily="18" charset="0"/>
              </a:rPr>
              <a:t>ifetime</a:t>
            </a:r>
            <a:r>
              <a:rPr lang="en-US" b="1" smtClean="0">
                <a:solidFill>
                  <a:srgbClr val="0183B7"/>
                </a:solidFill>
                <a:latin typeface="Times" pitchFamily="18" charset="0"/>
                <a:cs typeface="Times" pitchFamily="18" charset="0"/>
              </a:rPr>
              <a:t> </a:t>
            </a:r>
            <a:endParaRPr lang="en-US" sz="1800" b="1">
              <a:solidFill>
                <a:srgbClr val="FFFFFF"/>
              </a:solidFill>
              <a:latin typeface="Times" pitchFamily="18" charset="0"/>
              <a:cs typeface="Times" pitchFamily="18" charset="0"/>
            </a:endParaRPr>
          </a:p>
        </p:txBody>
      </p:sp>
      <p:sp>
        <p:nvSpPr>
          <p:cNvPr id="22" name="Rectangle 17"/>
          <p:cNvSpPr>
            <a:spLocks noChangeArrowheads="1"/>
          </p:cNvSpPr>
          <p:nvPr/>
        </p:nvSpPr>
        <p:spPr bwMode="auto">
          <a:xfrm>
            <a:off x="3254436" y="3494723"/>
            <a:ext cx="964468" cy="350730"/>
          </a:xfrm>
          <a:prstGeom prst="rect">
            <a:avLst/>
          </a:prstGeom>
          <a:solidFill>
            <a:schemeClr val="accent2">
              <a:lumMod val="60000"/>
              <a:lumOff val="40000"/>
            </a:schemeClr>
          </a:solidFill>
          <a:ln w="28575" algn="ctr">
            <a:solidFill>
              <a:schemeClr val="accent2"/>
            </a:solidFill>
            <a:round/>
            <a:headEnd/>
            <a:tailEnd/>
          </a:ln>
        </p:spPr>
        <p:txBody>
          <a:bodyPr wrap="square" lIns="73019" tIns="36509" rIns="73019" bIns="36509" anchor="ctr">
            <a:spAutoFit/>
          </a:bodyPr>
          <a:lstStyle/>
          <a:p>
            <a:pPr algn="ctr"/>
            <a:r>
              <a:rPr lang="en-US" sz="1800" b="1">
                <a:solidFill>
                  <a:srgbClr val="FFFFFF"/>
                </a:solidFill>
                <a:latin typeface="Times" pitchFamily="18" charset="0"/>
                <a:cs typeface="Times" pitchFamily="18" charset="0"/>
              </a:rPr>
              <a:t>s</a:t>
            </a:r>
            <a:r>
              <a:rPr lang="en-US" sz="1800" b="1" smtClean="0">
                <a:solidFill>
                  <a:srgbClr val="FFFFFF"/>
                </a:solidFill>
                <a:latin typeface="Times" pitchFamily="18" charset="0"/>
                <a:cs typeface="Times" pitchFamily="18" charset="0"/>
              </a:rPr>
              <a:t>cope</a:t>
            </a:r>
            <a:r>
              <a:rPr lang="en-US" b="1" smtClean="0">
                <a:solidFill>
                  <a:srgbClr val="0183B7"/>
                </a:solidFill>
                <a:latin typeface="Times" pitchFamily="18" charset="0"/>
                <a:cs typeface="Times" pitchFamily="18" charset="0"/>
              </a:rPr>
              <a:t> </a:t>
            </a:r>
            <a:endParaRPr lang="en-US" sz="1800" b="1">
              <a:solidFill>
                <a:srgbClr val="FFFFFF"/>
              </a:solidFill>
              <a:latin typeface="Times" pitchFamily="18" charset="0"/>
              <a:cs typeface="Times" pitchFamily="18" charset="0"/>
            </a:endParaRPr>
          </a:p>
        </p:txBody>
      </p:sp>
      <p:sp>
        <p:nvSpPr>
          <p:cNvPr id="23" name="Rectangle 17"/>
          <p:cNvSpPr>
            <a:spLocks noChangeArrowheads="1"/>
          </p:cNvSpPr>
          <p:nvPr/>
        </p:nvSpPr>
        <p:spPr bwMode="auto">
          <a:xfrm>
            <a:off x="2289968" y="3038701"/>
            <a:ext cx="964468" cy="350730"/>
          </a:xfrm>
          <a:prstGeom prst="rect">
            <a:avLst/>
          </a:prstGeom>
          <a:solidFill>
            <a:schemeClr val="accent2">
              <a:lumMod val="60000"/>
              <a:lumOff val="40000"/>
            </a:schemeClr>
          </a:solidFill>
          <a:ln w="28575" algn="ctr">
            <a:solidFill>
              <a:schemeClr val="accent2"/>
            </a:solidFill>
            <a:round/>
            <a:headEnd/>
            <a:tailEnd/>
          </a:ln>
        </p:spPr>
        <p:txBody>
          <a:bodyPr wrap="square" lIns="73019" tIns="36509" rIns="73019" bIns="36509" anchor="ctr">
            <a:spAutoFit/>
          </a:bodyPr>
          <a:lstStyle/>
          <a:p>
            <a:pPr algn="ctr"/>
            <a:r>
              <a:rPr lang="en-US" sz="1800" b="1" dirty="0" smtClean="0">
                <a:solidFill>
                  <a:srgbClr val="FFFFFF"/>
                </a:solidFill>
                <a:latin typeface="Times" pitchFamily="18" charset="0"/>
                <a:cs typeface="Times" pitchFamily="18" charset="0"/>
              </a:rPr>
              <a:t>4 bits</a:t>
            </a:r>
            <a:r>
              <a:rPr lang="en-US" b="1" dirty="0" smtClean="0">
                <a:solidFill>
                  <a:srgbClr val="0183B7"/>
                </a:solidFill>
                <a:latin typeface="Times" pitchFamily="18" charset="0"/>
                <a:cs typeface="Times" pitchFamily="18" charset="0"/>
              </a:rPr>
              <a:t> </a:t>
            </a:r>
            <a:endParaRPr lang="en-US" sz="1800" b="1" dirty="0">
              <a:solidFill>
                <a:srgbClr val="FFFFFF"/>
              </a:solidFill>
              <a:latin typeface="Times" pitchFamily="18" charset="0"/>
              <a:cs typeface="Times" pitchFamily="18" charset="0"/>
            </a:endParaRPr>
          </a:p>
        </p:txBody>
      </p:sp>
      <p:sp>
        <p:nvSpPr>
          <p:cNvPr id="24" name="Rectangle 17"/>
          <p:cNvSpPr>
            <a:spLocks noChangeArrowheads="1"/>
          </p:cNvSpPr>
          <p:nvPr/>
        </p:nvSpPr>
        <p:spPr bwMode="auto">
          <a:xfrm>
            <a:off x="3254436" y="3038701"/>
            <a:ext cx="964468" cy="350730"/>
          </a:xfrm>
          <a:prstGeom prst="rect">
            <a:avLst/>
          </a:prstGeom>
          <a:solidFill>
            <a:schemeClr val="accent2">
              <a:lumMod val="60000"/>
              <a:lumOff val="40000"/>
            </a:schemeClr>
          </a:solidFill>
          <a:ln w="28575" algn="ctr">
            <a:solidFill>
              <a:schemeClr val="accent2"/>
            </a:solidFill>
            <a:round/>
            <a:headEnd/>
            <a:tailEnd/>
          </a:ln>
        </p:spPr>
        <p:txBody>
          <a:bodyPr wrap="square" lIns="73019" tIns="36509" rIns="73019" bIns="36509" anchor="ctr">
            <a:spAutoFit/>
          </a:bodyPr>
          <a:lstStyle/>
          <a:p>
            <a:pPr algn="ctr"/>
            <a:r>
              <a:rPr lang="en-US" sz="1800" b="1" smtClean="0">
                <a:solidFill>
                  <a:srgbClr val="FFFFFF"/>
                </a:solidFill>
                <a:latin typeface="Times" pitchFamily="18" charset="0"/>
                <a:cs typeface="Times" pitchFamily="18" charset="0"/>
              </a:rPr>
              <a:t>4 bits</a:t>
            </a:r>
            <a:r>
              <a:rPr lang="en-US" b="1" smtClean="0">
                <a:solidFill>
                  <a:srgbClr val="0183B7"/>
                </a:solidFill>
                <a:latin typeface="Times" pitchFamily="18" charset="0"/>
                <a:cs typeface="Times" pitchFamily="18" charset="0"/>
              </a:rPr>
              <a:t> </a:t>
            </a:r>
            <a:endParaRPr lang="en-US" sz="1800" b="1">
              <a:solidFill>
                <a:srgbClr val="FFFFFF"/>
              </a:solidFill>
              <a:latin typeface="Times" pitchFamily="18" charset="0"/>
              <a:cs typeface="Times" pitchFamily="18" charset="0"/>
            </a:endParaRPr>
          </a:p>
        </p:txBody>
      </p:sp>
      <p:sp>
        <p:nvSpPr>
          <p:cNvPr id="25" name="Left Brace 24"/>
          <p:cNvSpPr/>
          <p:nvPr/>
        </p:nvSpPr>
        <p:spPr bwMode="auto">
          <a:xfrm>
            <a:off x="5968096" y="3055873"/>
            <a:ext cx="123031" cy="456431"/>
          </a:xfrm>
          <a:prstGeom prst="leftBrace">
            <a:avLst/>
          </a:prstGeom>
          <a:noFill/>
          <a:ln w="12700" cap="flat" cmpd="sng" algn="ctr">
            <a:solidFill>
              <a:schemeClr val="bg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3019" tIns="36509" rIns="73019" bIns="36509" numCol="1" rtlCol="0" anchor="t" anchorCtr="0" compatLnSpc="1">
            <a:prstTxWarp prst="textNoShape">
              <a:avLst/>
            </a:prstTxWarp>
            <a:spAutoFit/>
          </a:bodyPr>
          <a:lstStyle/>
          <a:p>
            <a:pPr marL="0" marR="0" indent="0" algn="l" defTabSz="914400" rtl="0" eaLnBrk="0" fontAlgn="base" latinLnBrk="0" hangingPunct="0">
              <a:lnSpc>
                <a:spcPct val="9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Arial" pitchFamily="34" charset="0"/>
            </a:endParaRPr>
          </a:p>
        </p:txBody>
      </p:sp>
      <p:sp>
        <p:nvSpPr>
          <p:cNvPr id="26" name="TextBox 25"/>
          <p:cNvSpPr txBox="1"/>
          <p:nvPr/>
        </p:nvSpPr>
        <p:spPr>
          <a:xfrm>
            <a:off x="6029611" y="3031172"/>
            <a:ext cx="1385316" cy="535531"/>
          </a:xfrm>
          <a:prstGeom prst="rect">
            <a:avLst/>
          </a:prstGeom>
          <a:noFill/>
        </p:spPr>
        <p:txBody>
          <a:bodyPr wrap="none" rtlCol="0">
            <a:spAutoFit/>
          </a:bodyPr>
          <a:lstStyle/>
          <a:p>
            <a:r>
              <a:rPr lang="en-US" sz="1600" smtClean="0">
                <a:latin typeface="Times New Roman" pitchFamily="18" charset="0"/>
                <a:cs typeface="Times New Roman" pitchFamily="18" charset="0"/>
              </a:rPr>
              <a:t>0 if permanent</a:t>
            </a:r>
          </a:p>
          <a:p>
            <a:r>
              <a:rPr lang="en-US" sz="1600" smtClean="0">
                <a:latin typeface="Times New Roman" pitchFamily="18" charset="0"/>
                <a:cs typeface="Times New Roman" pitchFamily="18" charset="0"/>
              </a:rPr>
              <a:t>1 if temporary</a:t>
            </a:r>
            <a:endParaRPr lang="en-US" sz="1600">
              <a:latin typeface="Times New Roman" pitchFamily="18" charset="0"/>
              <a:cs typeface="Times New Roman" pitchFamily="18" charset="0"/>
            </a:endParaRPr>
          </a:p>
        </p:txBody>
      </p:sp>
      <p:sp>
        <p:nvSpPr>
          <p:cNvPr id="27" name="Left Brace 26"/>
          <p:cNvSpPr/>
          <p:nvPr/>
        </p:nvSpPr>
        <p:spPr bwMode="auto">
          <a:xfrm>
            <a:off x="5968096" y="3843971"/>
            <a:ext cx="116457" cy="1062472"/>
          </a:xfrm>
          <a:prstGeom prst="leftBrace">
            <a:avLst/>
          </a:prstGeom>
          <a:noFill/>
          <a:ln w="12700" cap="flat" cmpd="sng" algn="ctr">
            <a:solidFill>
              <a:schemeClr val="bg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3019" tIns="36509" rIns="73019" bIns="36509" numCol="1" rtlCol="0" anchor="t" anchorCtr="0" compatLnSpc="1">
            <a:prstTxWarp prst="textNoShape">
              <a:avLst/>
            </a:prstTxWarp>
            <a:spAutoFit/>
          </a:bodyPr>
          <a:lstStyle/>
          <a:p>
            <a:pPr marL="0" marR="0" indent="0" algn="l" defTabSz="914400" rtl="0" eaLnBrk="0" fontAlgn="base" latinLnBrk="0" hangingPunct="0">
              <a:lnSpc>
                <a:spcPct val="90000"/>
              </a:lnSpc>
              <a:spcBef>
                <a:spcPct val="0"/>
              </a:spcBef>
              <a:spcAft>
                <a:spcPct val="0"/>
              </a:spcAft>
              <a:buClrTx/>
              <a:buSzTx/>
              <a:buFontTx/>
              <a:buNone/>
              <a:tabLst/>
            </a:pPr>
            <a:endParaRPr kumimoji="0" lang="en-US" sz="2000" b="0" i="0" u="none" strike="noStrike" cap="none" normalizeH="0" baseline="0" smtClean="0">
              <a:ln>
                <a:noFill/>
              </a:ln>
              <a:solidFill>
                <a:schemeClr val="tx1"/>
              </a:solidFill>
              <a:effectLst/>
              <a:latin typeface="Arial" pitchFamily="34" charset="0"/>
            </a:endParaRPr>
          </a:p>
        </p:txBody>
      </p:sp>
      <p:sp>
        <p:nvSpPr>
          <p:cNvPr id="28" name="TextBox 27"/>
          <p:cNvSpPr txBox="1"/>
          <p:nvPr/>
        </p:nvSpPr>
        <p:spPr>
          <a:xfrm>
            <a:off x="6029611" y="3775043"/>
            <a:ext cx="1530675" cy="1200329"/>
          </a:xfrm>
          <a:prstGeom prst="rect">
            <a:avLst/>
          </a:prstGeom>
          <a:noFill/>
        </p:spPr>
        <p:txBody>
          <a:bodyPr wrap="none" rtlCol="0">
            <a:spAutoFit/>
          </a:bodyPr>
          <a:lstStyle/>
          <a:p>
            <a:r>
              <a:rPr lang="en-US" sz="1600" smtClean="0">
                <a:latin typeface="Times New Roman" pitchFamily="18" charset="0"/>
                <a:cs typeface="Times New Roman" pitchFamily="18" charset="0"/>
              </a:rPr>
              <a:t>1 = node</a:t>
            </a:r>
          </a:p>
          <a:p>
            <a:r>
              <a:rPr lang="en-US" sz="1600" smtClean="0">
                <a:latin typeface="Times New Roman" pitchFamily="18" charset="0"/>
                <a:cs typeface="Times New Roman" pitchFamily="18" charset="0"/>
              </a:rPr>
              <a:t>2 = link</a:t>
            </a:r>
          </a:p>
          <a:p>
            <a:r>
              <a:rPr lang="en-US" sz="1600" smtClean="0">
                <a:latin typeface="Times New Roman" pitchFamily="18" charset="0"/>
                <a:cs typeface="Times New Roman" pitchFamily="18" charset="0"/>
              </a:rPr>
              <a:t>5 = site</a:t>
            </a:r>
          </a:p>
          <a:p>
            <a:r>
              <a:rPr lang="en-US" sz="1600" smtClean="0">
                <a:latin typeface="Times New Roman" pitchFamily="18" charset="0"/>
                <a:cs typeface="Times New Roman" pitchFamily="18" charset="0"/>
              </a:rPr>
              <a:t>8 = organization</a:t>
            </a:r>
          </a:p>
          <a:p>
            <a:r>
              <a:rPr lang="en-US" sz="1600" smtClean="0">
                <a:latin typeface="Times New Roman" pitchFamily="18" charset="0"/>
                <a:cs typeface="Times New Roman" pitchFamily="18" charset="0"/>
              </a:rPr>
              <a:t>E = global</a:t>
            </a:r>
            <a:endParaRPr lang="en-US" sz="1600">
              <a:latin typeface="Times New Roman" pitchFamily="18" charset="0"/>
              <a:cs typeface="Times New Roman" pitchFamily="18" charset="0"/>
            </a:endParaRPr>
          </a:p>
        </p:txBody>
      </p:sp>
      <p:sp>
        <p:nvSpPr>
          <p:cNvPr id="29" name="TextBox 28"/>
          <p:cNvSpPr txBox="1"/>
          <p:nvPr/>
        </p:nvSpPr>
        <p:spPr>
          <a:xfrm>
            <a:off x="4980845" y="3141971"/>
            <a:ext cx="1045479" cy="313932"/>
          </a:xfrm>
          <a:prstGeom prst="rect">
            <a:avLst/>
          </a:prstGeom>
          <a:noFill/>
        </p:spPr>
        <p:txBody>
          <a:bodyPr wrap="none" rtlCol="0">
            <a:spAutoFit/>
          </a:bodyPr>
          <a:lstStyle/>
          <a:p>
            <a:r>
              <a:rPr lang="en-US" sz="1600" smtClean="0">
                <a:latin typeface="Times New Roman" pitchFamily="18" charset="0"/>
                <a:cs typeface="Times New Roman" pitchFamily="18" charset="0"/>
              </a:rPr>
              <a:t>lifetime = </a:t>
            </a:r>
            <a:endParaRPr lang="en-US" sz="1600">
              <a:latin typeface="Times New Roman" pitchFamily="18" charset="0"/>
              <a:cs typeface="Times New Roman" pitchFamily="18" charset="0"/>
            </a:endParaRPr>
          </a:p>
        </p:txBody>
      </p:sp>
      <p:sp>
        <p:nvSpPr>
          <p:cNvPr id="30" name="TextBox 29"/>
          <p:cNvSpPr txBox="1"/>
          <p:nvPr/>
        </p:nvSpPr>
        <p:spPr>
          <a:xfrm>
            <a:off x="5145506" y="4218241"/>
            <a:ext cx="870751" cy="313932"/>
          </a:xfrm>
          <a:prstGeom prst="rect">
            <a:avLst/>
          </a:prstGeom>
          <a:noFill/>
        </p:spPr>
        <p:txBody>
          <a:bodyPr wrap="none" rtlCol="0">
            <a:spAutoFit/>
          </a:bodyPr>
          <a:lstStyle/>
          <a:p>
            <a:r>
              <a:rPr lang="en-US" sz="1600" smtClean="0">
                <a:latin typeface="Times New Roman" pitchFamily="18" charset="0"/>
                <a:cs typeface="Times New Roman" pitchFamily="18" charset="0"/>
              </a:rPr>
              <a:t>scope = </a:t>
            </a:r>
            <a:endParaRPr lang="en-US" sz="1600">
              <a:latin typeface="Times New Roman" pitchFamily="18" charset="0"/>
              <a:cs typeface="Times New Roman" pitchFamily="18" charset="0"/>
            </a:endParaRPr>
          </a:p>
        </p:txBody>
      </p:sp>
    </p:spTree>
    <p:extLst>
      <p:ext uri="{BB962C8B-B14F-4D97-AF65-F5344CB8AC3E}">
        <p14:creationId xmlns:p14="http://schemas.microsoft.com/office/powerpoint/2010/main" val="1376197686"/>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5"/>
          <p:cNvSpPr txBox="1">
            <a:spLocks noChangeArrowheads="1"/>
          </p:cNvSpPr>
          <p:nvPr/>
        </p:nvSpPr>
        <p:spPr>
          <a:xfrm>
            <a:off x="655638" y="457200"/>
            <a:ext cx="8145462" cy="838200"/>
          </a:xfrm>
          <a:prstGeom prst="rect">
            <a:avLst/>
          </a:prstGeom>
        </p:spPr>
        <p:txBody>
          <a:bodyPr vert="horz" lIns="91440" tIns="45720" rIns="91440" bIns="45720" rtlCol="0" anchor="t">
            <a:normAutofit/>
          </a:bodyPr>
          <a:lstStyle>
            <a:defPPr>
              <a:defRPr lang="en-US"/>
            </a:defPPr>
            <a:lvl1pPr algn="ctr" defTabSz="914400" eaLnBrk="1" latinLnBrk="0" hangingPunct="1">
              <a:buNone/>
              <a:defRPr sz="3200">
                <a:solidFill>
                  <a:srgbClr val="0070C0"/>
                </a:solidFill>
                <a:latin typeface="Times New Roman" pitchFamily="18" charset="0"/>
                <a:ea typeface="+mj-ea"/>
                <a:cs typeface="Times New Roman" pitchFamily="18" charset="0"/>
              </a:defRPr>
            </a:lvl1pPr>
          </a:lstStyle>
          <a:p>
            <a:r>
              <a:rPr lang="en-US"/>
              <a:t>Site-leve Aggregator</a:t>
            </a:r>
          </a:p>
        </p:txBody>
      </p:sp>
      <p:pic>
        <p:nvPicPr>
          <p:cNvPr id="21" name="Picture 10" descr="314P_0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89346"/>
            <a:ext cx="9144000" cy="237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p:cNvSpPr txBox="1"/>
          <p:nvPr/>
        </p:nvSpPr>
        <p:spPr>
          <a:xfrm>
            <a:off x="3982732" y="3012435"/>
            <a:ext cx="598241" cy="348557"/>
          </a:xfrm>
          <a:prstGeom prst="rect">
            <a:avLst/>
          </a:prstGeom>
          <a:noFill/>
        </p:spPr>
        <p:txBody>
          <a:bodyPr wrap="none" rtlCol="0">
            <a:spAutoFit/>
          </a:bodyPr>
          <a:lstStyle/>
          <a:p>
            <a:r>
              <a:rPr lang="en-US" sz="1800" b="1" smtClean="0">
                <a:solidFill>
                  <a:srgbClr val="FFFF00"/>
                </a:solidFill>
                <a:latin typeface="Courier New" pitchFamily="49" charset="0"/>
                <a:cs typeface="Courier New" pitchFamily="49" charset="0"/>
              </a:rPr>
              <a:t>SLA</a:t>
            </a:r>
            <a:endParaRPr lang="en-US" sz="1800" b="1">
              <a:solidFill>
                <a:srgbClr val="FFFF00"/>
              </a:solidFill>
              <a:latin typeface="Courier New" pitchFamily="49" charset="0"/>
              <a:cs typeface="Courier New" pitchFamily="49" charset="0"/>
            </a:endParaRPr>
          </a:p>
        </p:txBody>
      </p:sp>
    </p:spTree>
    <p:extLst>
      <p:ext uri="{BB962C8B-B14F-4D97-AF65-F5344CB8AC3E}">
        <p14:creationId xmlns:p14="http://schemas.microsoft.com/office/powerpoint/2010/main" val="42496329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5"/>
          <p:cNvSpPr txBox="1">
            <a:spLocks noChangeArrowheads="1"/>
          </p:cNvSpPr>
          <p:nvPr/>
        </p:nvSpPr>
        <p:spPr>
          <a:xfrm>
            <a:off x="655638" y="457200"/>
            <a:ext cx="8145462" cy="838200"/>
          </a:xfrm>
          <a:prstGeom prst="rect">
            <a:avLst/>
          </a:prstGeom>
        </p:spPr>
        <p:txBody>
          <a:bodyPr vert="horz" lIns="91440" tIns="45720" rIns="91440" bIns="45720" rtlCol="0" anchor="t">
            <a:normAutofit/>
          </a:bodyPr>
          <a:lstStyle>
            <a:defPPr>
              <a:defRPr lang="en-US"/>
            </a:defPPr>
            <a:lvl1pPr algn="ctr" defTabSz="914400" eaLnBrk="1" latinLnBrk="0" hangingPunct="1">
              <a:buNone/>
              <a:defRPr sz="3200">
                <a:solidFill>
                  <a:srgbClr val="0070C0"/>
                </a:solidFill>
                <a:latin typeface="Times New Roman" pitchFamily="18" charset="0"/>
                <a:ea typeface="+mj-ea"/>
                <a:cs typeface="Times New Roman" pitchFamily="18" charset="0"/>
              </a:defRPr>
            </a:lvl1pPr>
          </a:lstStyle>
          <a:p>
            <a:r>
              <a:rPr lang="en-US"/>
              <a:t>Aggregation</a:t>
            </a:r>
          </a:p>
        </p:txBody>
      </p:sp>
      <p:sp>
        <p:nvSpPr>
          <p:cNvPr id="21" name="Rectangle 9"/>
          <p:cNvSpPr>
            <a:spLocks noChangeArrowheads="1"/>
          </p:cNvSpPr>
          <p:nvPr/>
        </p:nvSpPr>
        <p:spPr bwMode="auto">
          <a:xfrm>
            <a:off x="3153823" y="6351535"/>
            <a:ext cx="2836354" cy="235449"/>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114300" lvl="1" defTabSz="814388">
              <a:lnSpc>
                <a:spcPct val="85000"/>
              </a:lnSpc>
              <a:spcBef>
                <a:spcPct val="35000"/>
              </a:spcBef>
              <a:buClr>
                <a:srgbClr val="0183B7"/>
              </a:buClr>
            </a:pPr>
            <a:r>
              <a:rPr lang="en-US" sz="1800" smtClean="0">
                <a:solidFill>
                  <a:srgbClr val="000000"/>
                </a:solidFill>
                <a:latin typeface="Times" pitchFamily="18" charset="0"/>
                <a:cs typeface="Times" pitchFamily="18" charset="0"/>
              </a:rPr>
              <a:t>Efficient </a:t>
            </a:r>
            <a:r>
              <a:rPr lang="en-US" sz="1800">
                <a:solidFill>
                  <a:srgbClr val="000000"/>
                </a:solidFill>
                <a:latin typeface="Times" pitchFamily="18" charset="0"/>
                <a:cs typeface="Times" pitchFamily="18" charset="0"/>
              </a:rPr>
              <a:t>and scalable </a:t>
            </a:r>
            <a:r>
              <a:rPr lang="en-US" sz="1800" smtClean="0">
                <a:solidFill>
                  <a:srgbClr val="000000"/>
                </a:solidFill>
                <a:latin typeface="Times" pitchFamily="18" charset="0"/>
                <a:cs typeface="Times" pitchFamily="18" charset="0"/>
              </a:rPr>
              <a:t>routing</a:t>
            </a:r>
            <a:endParaRPr lang="en-US" sz="1800">
              <a:solidFill>
                <a:srgbClr val="000000"/>
              </a:solidFill>
              <a:latin typeface="Times" pitchFamily="18" charset="0"/>
              <a:cs typeface="Times" pitchFamily="18" charset="0"/>
            </a:endParaRPr>
          </a:p>
        </p:txBody>
      </p:sp>
      <p:pic>
        <p:nvPicPr>
          <p:cNvPr id="22" name="Picture 10" descr="314P_07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400" y="1525588"/>
            <a:ext cx="7061200" cy="334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1054279" y="5001522"/>
            <a:ext cx="6347235" cy="320088"/>
          </a:xfrm>
          <a:prstGeom prst="rect">
            <a:avLst/>
          </a:prstGeom>
          <a:noFill/>
        </p:spPr>
        <p:txBody>
          <a:bodyPr wrap="square" rtlCol="0">
            <a:spAutoFit/>
          </a:bodyPr>
          <a:lstStyle/>
          <a:p>
            <a:r>
              <a:rPr lang="en-US" sz="1600" b="1" smtClean="0">
                <a:solidFill>
                  <a:srgbClr val="FF0000"/>
                </a:solidFill>
                <a:latin typeface="Courier New" pitchFamily="49" charset="0"/>
                <a:cs typeface="Courier New" pitchFamily="49" charset="0"/>
              </a:rPr>
              <a:t>2001:0410:0002:</a:t>
            </a:r>
            <a:r>
              <a:rPr lang="en-US" sz="1600" b="1" smtClean="0">
                <a:solidFill>
                  <a:srgbClr val="FF0000"/>
                </a:solidFill>
                <a:effectLst>
                  <a:glow rad="228600">
                    <a:schemeClr val="accent2">
                      <a:satMod val="175000"/>
                      <a:alpha val="40000"/>
                    </a:schemeClr>
                  </a:glow>
                </a:effectLst>
                <a:latin typeface="Courier New" pitchFamily="49" charset="0"/>
                <a:cs typeface="Courier New" pitchFamily="49" charset="0"/>
              </a:rPr>
              <a:t>0001</a:t>
            </a:r>
            <a:r>
              <a:rPr lang="en-US" sz="1600" b="1" smtClean="0">
                <a:latin typeface="Courier New" pitchFamily="49" charset="0"/>
                <a:cs typeface="Courier New" pitchFamily="49" charset="0"/>
              </a:rPr>
              <a:t>:BECF:00FF:FE0B:000C/64</a:t>
            </a:r>
            <a:endParaRPr lang="en-US" sz="1600" b="1">
              <a:latin typeface="Courier New" pitchFamily="49" charset="0"/>
              <a:cs typeface="Courier New" pitchFamily="49" charset="0"/>
            </a:endParaRPr>
          </a:p>
        </p:txBody>
      </p:sp>
    </p:spTree>
    <p:extLst>
      <p:ext uri="{BB962C8B-B14F-4D97-AF65-F5344CB8AC3E}">
        <p14:creationId xmlns:p14="http://schemas.microsoft.com/office/powerpoint/2010/main" val="4839775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11"/>
          <p:cNvSpPr>
            <a:spLocks noGrp="1" noChangeArrowheads="1"/>
          </p:cNvSpPr>
          <p:nvPr>
            <p:ph type="title"/>
          </p:nvPr>
        </p:nvSpPr>
        <p:spPr>
          <a:xfrm>
            <a:off x="0" y="0"/>
            <a:ext cx="9144000" cy="838200"/>
          </a:xfrm>
        </p:spPr>
        <p:txBody>
          <a:bodyPr vert="horz" lIns="91440" tIns="45720" rIns="91440" bIns="45720" rtlCol="0" anchor="t">
            <a:normAutofit/>
          </a:bodyPr>
          <a:lstStyle/>
          <a:p>
            <a:pPr fontAlgn="base">
              <a:lnSpc>
                <a:spcPct val="90000"/>
              </a:lnSpc>
              <a:spcAft>
                <a:spcPct val="0"/>
              </a:spcAft>
            </a:pPr>
            <a:r>
              <a:rPr lang="fr-CA" sz="3200">
                <a:solidFill>
                  <a:srgbClr val="0070C0"/>
                </a:solidFill>
                <a:latin typeface="Times New Roman" pitchFamily="18" charset="0"/>
                <a:cs typeface="Times New Roman" pitchFamily="18" charset="0"/>
              </a:rPr>
              <a:t>IPv6 Packet Header</a:t>
            </a:r>
            <a:endParaRPr lang="en-US" sz="3200">
              <a:solidFill>
                <a:srgbClr val="0070C0"/>
              </a:solidFill>
              <a:latin typeface="Times New Roman" pitchFamily="18" charset="0"/>
              <a:cs typeface="Times New Roman" pitchFamily="18" charset="0"/>
            </a:endParaRPr>
          </a:p>
        </p:txBody>
      </p:sp>
      <p:sp>
        <p:nvSpPr>
          <p:cNvPr id="27" name="Rectangle 12"/>
          <p:cNvSpPr>
            <a:spLocks noChangeArrowheads="1"/>
          </p:cNvSpPr>
          <p:nvPr/>
        </p:nvSpPr>
        <p:spPr bwMode="auto">
          <a:xfrm>
            <a:off x="1042765" y="5342261"/>
            <a:ext cx="7178673" cy="323850"/>
          </a:xfrm>
          <a:prstGeom prst="rect">
            <a:avLst/>
          </a:prstGeom>
          <a:solidFill>
            <a:srgbClr val="92D050"/>
          </a:solidFill>
          <a:ln w="28575" algn="ctr">
            <a:solidFill>
              <a:schemeClr val="tx1"/>
            </a:solidFill>
            <a:round/>
            <a:headEnd/>
            <a:tailEnd/>
          </a:ln>
        </p:spPr>
        <p:txBody>
          <a:bodyPr wrap="square" lIns="73019" tIns="36509" rIns="73019" bIns="36509" anchor="ctr">
            <a:spAutoFit/>
          </a:bodyPr>
          <a:lstStyle/>
          <a:p>
            <a:pPr algn="ctr"/>
            <a:r>
              <a:rPr lang="en-US" sz="1400" b="1" smtClean="0"/>
              <a:t>Data Portion</a:t>
            </a:r>
            <a:r>
              <a:rPr lang="en-US" sz="1800" b="1" smtClean="0">
                <a:solidFill>
                  <a:srgbClr val="92D050"/>
                </a:solidFill>
              </a:rPr>
              <a:t>.</a:t>
            </a:r>
            <a:endParaRPr lang="en-US" sz="1800" b="1">
              <a:solidFill>
                <a:srgbClr val="92D050"/>
              </a:solidFill>
            </a:endParaRPr>
          </a:p>
        </p:txBody>
      </p:sp>
      <p:sp>
        <p:nvSpPr>
          <p:cNvPr id="35" name="Rectangle 9"/>
          <p:cNvSpPr>
            <a:spLocks noChangeArrowheads="1"/>
          </p:cNvSpPr>
          <p:nvPr/>
        </p:nvSpPr>
        <p:spPr bwMode="auto">
          <a:xfrm>
            <a:off x="1042771" y="2047860"/>
            <a:ext cx="897335" cy="323850"/>
          </a:xfrm>
          <a:prstGeom prst="rect">
            <a:avLst/>
          </a:prstGeom>
          <a:solidFill>
            <a:srgbClr val="FFFF99"/>
          </a:solidFill>
          <a:ln w="28575" algn="ctr">
            <a:solidFill>
              <a:schemeClr val="tx1"/>
            </a:solidFill>
            <a:round/>
            <a:headEnd/>
            <a:tailEnd/>
          </a:ln>
        </p:spPr>
        <p:txBody>
          <a:bodyPr wrap="square" lIns="73019" tIns="36509" rIns="73019" bIns="36509" anchor="ctr">
            <a:spAutoFit/>
          </a:bodyPr>
          <a:lstStyle/>
          <a:p>
            <a:pPr algn="ctr"/>
            <a:r>
              <a:rPr lang="en-US" sz="1400" b="1" smtClean="0"/>
              <a:t>Version</a:t>
            </a:r>
            <a:r>
              <a:rPr lang="en-US" sz="1800" b="1" smtClean="0">
                <a:solidFill>
                  <a:srgbClr val="FFFF00"/>
                </a:solidFill>
              </a:rPr>
              <a:t>.</a:t>
            </a:r>
            <a:endParaRPr lang="en-US" b="1">
              <a:solidFill>
                <a:srgbClr val="FFFF00"/>
              </a:solidFill>
            </a:endParaRPr>
          </a:p>
        </p:txBody>
      </p:sp>
      <p:sp>
        <p:nvSpPr>
          <p:cNvPr id="37" name="Rectangle 9"/>
          <p:cNvSpPr>
            <a:spLocks noChangeArrowheads="1"/>
          </p:cNvSpPr>
          <p:nvPr/>
        </p:nvSpPr>
        <p:spPr bwMode="auto">
          <a:xfrm>
            <a:off x="1940106" y="2047860"/>
            <a:ext cx="1794666" cy="323850"/>
          </a:xfrm>
          <a:prstGeom prst="rect">
            <a:avLst/>
          </a:prstGeom>
          <a:solidFill>
            <a:srgbClr val="FFFF99"/>
          </a:solidFill>
          <a:ln w="28575" algn="ctr">
            <a:solidFill>
              <a:schemeClr val="tx1"/>
            </a:solidFill>
            <a:round/>
            <a:headEnd/>
            <a:tailEnd/>
          </a:ln>
        </p:spPr>
        <p:txBody>
          <a:bodyPr wrap="square" lIns="73019" tIns="36509" rIns="73019" bIns="36509" anchor="ctr">
            <a:spAutoFit/>
          </a:bodyPr>
          <a:lstStyle/>
          <a:p>
            <a:pPr algn="ctr"/>
            <a:r>
              <a:rPr lang="en-US" sz="1400" b="1" smtClean="0"/>
              <a:t>Traffic Class</a:t>
            </a:r>
            <a:r>
              <a:rPr lang="en-US" sz="1800" b="1" smtClean="0">
                <a:solidFill>
                  <a:srgbClr val="FFFF00"/>
                </a:solidFill>
              </a:rPr>
              <a:t>.</a:t>
            </a:r>
            <a:endParaRPr lang="en-US" b="1">
              <a:solidFill>
                <a:srgbClr val="FFFF00"/>
              </a:solidFill>
            </a:endParaRPr>
          </a:p>
        </p:txBody>
      </p:sp>
      <p:sp>
        <p:nvSpPr>
          <p:cNvPr id="38" name="Rectangle 10"/>
          <p:cNvSpPr>
            <a:spLocks noChangeArrowheads="1"/>
          </p:cNvSpPr>
          <p:nvPr/>
        </p:nvSpPr>
        <p:spPr bwMode="auto">
          <a:xfrm>
            <a:off x="3734773" y="2047860"/>
            <a:ext cx="4486669" cy="323850"/>
          </a:xfrm>
          <a:prstGeom prst="rect">
            <a:avLst/>
          </a:prstGeom>
          <a:solidFill>
            <a:schemeClr val="bg1">
              <a:lumMod val="85000"/>
            </a:schemeClr>
          </a:solidFill>
          <a:ln w="28575" algn="ctr">
            <a:solidFill>
              <a:schemeClr val="tx1"/>
            </a:solidFill>
            <a:round/>
            <a:headEnd/>
            <a:tailEnd/>
          </a:ln>
        </p:spPr>
        <p:txBody>
          <a:bodyPr wrap="square" lIns="73019" tIns="36509" rIns="73019" bIns="36509" anchor="ctr">
            <a:spAutoFit/>
          </a:bodyPr>
          <a:lstStyle/>
          <a:p>
            <a:pPr algn="ctr"/>
            <a:r>
              <a:rPr lang="en-US" sz="1400" b="1" smtClean="0"/>
              <a:t>Flow Label</a:t>
            </a:r>
            <a:r>
              <a:rPr lang="en-US" sz="1800" b="1" smtClean="0">
                <a:solidFill>
                  <a:schemeClr val="bg1">
                    <a:lumMod val="85000"/>
                  </a:schemeClr>
                </a:solidFill>
              </a:rPr>
              <a:t>.</a:t>
            </a:r>
            <a:endParaRPr lang="en-US" sz="1800" b="1">
              <a:solidFill>
                <a:schemeClr val="bg1">
                  <a:lumMod val="85000"/>
                </a:schemeClr>
              </a:solidFill>
            </a:endParaRPr>
          </a:p>
        </p:txBody>
      </p:sp>
      <p:sp>
        <p:nvSpPr>
          <p:cNvPr id="39" name="Rectangle 9"/>
          <p:cNvSpPr>
            <a:spLocks noChangeArrowheads="1"/>
          </p:cNvSpPr>
          <p:nvPr/>
        </p:nvSpPr>
        <p:spPr bwMode="auto">
          <a:xfrm>
            <a:off x="1042774" y="2371710"/>
            <a:ext cx="3589332" cy="323850"/>
          </a:xfrm>
          <a:prstGeom prst="rect">
            <a:avLst/>
          </a:prstGeom>
          <a:solidFill>
            <a:srgbClr val="FFFF99"/>
          </a:solidFill>
          <a:ln w="28575" algn="ctr">
            <a:solidFill>
              <a:schemeClr val="tx1"/>
            </a:solidFill>
            <a:round/>
            <a:headEnd/>
            <a:tailEnd/>
          </a:ln>
        </p:spPr>
        <p:txBody>
          <a:bodyPr wrap="square" lIns="73019" tIns="36509" rIns="73019" bIns="36509" anchor="ctr">
            <a:spAutoFit/>
          </a:bodyPr>
          <a:lstStyle/>
          <a:p>
            <a:pPr algn="ctr"/>
            <a:r>
              <a:rPr lang="en-US" sz="1400" b="1" smtClean="0"/>
              <a:t>Payload Length</a:t>
            </a:r>
            <a:r>
              <a:rPr lang="en-US" sz="1800" b="1" smtClean="0">
                <a:solidFill>
                  <a:srgbClr val="FFFF00"/>
                </a:solidFill>
              </a:rPr>
              <a:t>.</a:t>
            </a:r>
            <a:endParaRPr lang="en-US" b="1">
              <a:solidFill>
                <a:srgbClr val="FFFF00"/>
              </a:solidFill>
            </a:endParaRPr>
          </a:p>
        </p:txBody>
      </p:sp>
      <p:sp>
        <p:nvSpPr>
          <p:cNvPr id="40" name="Rectangle 9"/>
          <p:cNvSpPr>
            <a:spLocks noChangeArrowheads="1"/>
          </p:cNvSpPr>
          <p:nvPr/>
        </p:nvSpPr>
        <p:spPr bwMode="auto">
          <a:xfrm>
            <a:off x="4632106" y="2370476"/>
            <a:ext cx="1803825" cy="322616"/>
          </a:xfrm>
          <a:prstGeom prst="rect">
            <a:avLst/>
          </a:prstGeom>
          <a:solidFill>
            <a:srgbClr val="FFFF99"/>
          </a:solidFill>
          <a:ln w="28575" algn="ctr">
            <a:solidFill>
              <a:schemeClr val="tx1"/>
            </a:solidFill>
            <a:round/>
            <a:headEnd/>
            <a:tailEnd/>
          </a:ln>
        </p:spPr>
        <p:txBody>
          <a:bodyPr wrap="square" lIns="73019" tIns="36509" rIns="73019" bIns="36509" anchor="ctr">
            <a:spAutoFit/>
          </a:bodyPr>
          <a:lstStyle/>
          <a:p>
            <a:pPr algn="ctr"/>
            <a:r>
              <a:rPr lang="en-US" sz="1400" b="1" smtClean="0"/>
              <a:t>Next Header</a:t>
            </a:r>
            <a:r>
              <a:rPr lang="en-US" sz="1800" b="1" smtClean="0">
                <a:solidFill>
                  <a:srgbClr val="FFFF00"/>
                </a:solidFill>
              </a:rPr>
              <a:t>.</a:t>
            </a:r>
            <a:endParaRPr lang="en-US" b="1">
              <a:solidFill>
                <a:srgbClr val="FFFF00"/>
              </a:solidFill>
            </a:endParaRPr>
          </a:p>
        </p:txBody>
      </p:sp>
      <p:sp>
        <p:nvSpPr>
          <p:cNvPr id="41" name="Rectangle 9"/>
          <p:cNvSpPr>
            <a:spLocks noChangeArrowheads="1"/>
          </p:cNvSpPr>
          <p:nvPr/>
        </p:nvSpPr>
        <p:spPr bwMode="auto">
          <a:xfrm>
            <a:off x="6426775" y="2370476"/>
            <a:ext cx="1794671" cy="325083"/>
          </a:xfrm>
          <a:prstGeom prst="rect">
            <a:avLst/>
          </a:prstGeom>
          <a:solidFill>
            <a:srgbClr val="FFFF99"/>
          </a:solidFill>
          <a:ln w="28575" algn="ctr">
            <a:solidFill>
              <a:schemeClr val="tx1"/>
            </a:solidFill>
            <a:round/>
            <a:headEnd/>
            <a:tailEnd/>
          </a:ln>
        </p:spPr>
        <p:txBody>
          <a:bodyPr wrap="square" lIns="73019" tIns="36509" rIns="73019" bIns="36509" anchor="ctr">
            <a:spAutoFit/>
          </a:bodyPr>
          <a:lstStyle/>
          <a:p>
            <a:pPr algn="ctr"/>
            <a:r>
              <a:rPr lang="en-US" sz="1400" b="1" smtClean="0"/>
              <a:t>Hop Limit</a:t>
            </a:r>
            <a:r>
              <a:rPr lang="en-US" sz="1800" b="1" smtClean="0">
                <a:solidFill>
                  <a:srgbClr val="FFFF00"/>
                </a:solidFill>
              </a:rPr>
              <a:t>.</a:t>
            </a:r>
            <a:endParaRPr lang="en-US" b="1">
              <a:solidFill>
                <a:srgbClr val="FFFF00"/>
              </a:solidFill>
            </a:endParaRPr>
          </a:p>
        </p:txBody>
      </p:sp>
      <p:sp>
        <p:nvSpPr>
          <p:cNvPr id="42" name="Rectangle 12"/>
          <p:cNvSpPr>
            <a:spLocks noChangeArrowheads="1"/>
          </p:cNvSpPr>
          <p:nvPr/>
        </p:nvSpPr>
        <p:spPr bwMode="auto">
          <a:xfrm>
            <a:off x="1042767" y="2701809"/>
            <a:ext cx="7178671" cy="1320226"/>
          </a:xfrm>
          <a:prstGeom prst="rect">
            <a:avLst/>
          </a:prstGeom>
          <a:solidFill>
            <a:srgbClr val="FFFF99"/>
          </a:solidFill>
          <a:ln w="28575" algn="ctr">
            <a:solidFill>
              <a:schemeClr val="tx1"/>
            </a:solidFill>
            <a:round/>
            <a:headEnd/>
            <a:tailEnd/>
          </a:ln>
        </p:spPr>
        <p:txBody>
          <a:bodyPr wrap="square" lIns="73019" tIns="36509" rIns="73019" bIns="36509" anchor="ctr">
            <a:spAutoFit/>
          </a:bodyPr>
          <a:lstStyle/>
          <a:p>
            <a:pPr algn="ctr"/>
            <a:endParaRPr lang="en-US" sz="1400" b="1" smtClean="0"/>
          </a:p>
          <a:p>
            <a:pPr algn="ctr"/>
            <a:r>
              <a:rPr lang="en-US" sz="1400" b="1" smtClean="0"/>
              <a:t>Source Address</a:t>
            </a:r>
            <a:r>
              <a:rPr lang="en-US" sz="4000" b="1" smtClean="0">
                <a:solidFill>
                  <a:srgbClr val="FFFF99"/>
                </a:solidFill>
              </a:rPr>
              <a:t>.</a:t>
            </a:r>
            <a:endParaRPr lang="en-US" sz="1800" b="1" smtClean="0">
              <a:solidFill>
                <a:srgbClr val="FFFF99"/>
              </a:solidFill>
            </a:endParaRPr>
          </a:p>
          <a:p>
            <a:pPr algn="ctr"/>
            <a:endParaRPr lang="en-US" sz="1800" b="1" smtClean="0">
              <a:solidFill>
                <a:srgbClr val="FFFF99"/>
              </a:solidFill>
            </a:endParaRPr>
          </a:p>
          <a:p>
            <a:pPr algn="ctr"/>
            <a:endParaRPr lang="en-US" sz="1800" b="1">
              <a:solidFill>
                <a:srgbClr val="FFFF99"/>
              </a:solidFill>
            </a:endParaRPr>
          </a:p>
        </p:txBody>
      </p:sp>
      <p:sp>
        <p:nvSpPr>
          <p:cNvPr id="34" name="Rectangle 12"/>
          <p:cNvSpPr>
            <a:spLocks noChangeArrowheads="1"/>
          </p:cNvSpPr>
          <p:nvPr/>
        </p:nvSpPr>
        <p:spPr bwMode="auto">
          <a:xfrm>
            <a:off x="1042767" y="4022035"/>
            <a:ext cx="7178671" cy="1320226"/>
          </a:xfrm>
          <a:prstGeom prst="rect">
            <a:avLst/>
          </a:prstGeom>
          <a:solidFill>
            <a:srgbClr val="FFFF99"/>
          </a:solidFill>
          <a:ln w="28575" algn="ctr">
            <a:solidFill>
              <a:schemeClr val="tx1"/>
            </a:solidFill>
            <a:round/>
            <a:headEnd/>
            <a:tailEnd/>
          </a:ln>
        </p:spPr>
        <p:txBody>
          <a:bodyPr wrap="square" lIns="73019" tIns="36509" rIns="73019" bIns="36509" anchor="ctr">
            <a:spAutoFit/>
          </a:bodyPr>
          <a:lstStyle/>
          <a:p>
            <a:pPr algn="ctr"/>
            <a:endParaRPr lang="en-US" sz="1400" b="1" smtClean="0"/>
          </a:p>
          <a:p>
            <a:pPr algn="ctr"/>
            <a:r>
              <a:rPr lang="en-US" sz="1400" b="1" smtClean="0"/>
              <a:t>Destination Address</a:t>
            </a:r>
            <a:r>
              <a:rPr lang="en-US" sz="4000" b="1" smtClean="0">
                <a:solidFill>
                  <a:srgbClr val="FFFF99"/>
                </a:solidFill>
              </a:rPr>
              <a:t>.</a:t>
            </a:r>
            <a:endParaRPr lang="en-US" sz="1800" b="1" smtClean="0">
              <a:solidFill>
                <a:srgbClr val="FFFF99"/>
              </a:solidFill>
            </a:endParaRPr>
          </a:p>
          <a:p>
            <a:pPr algn="ctr"/>
            <a:endParaRPr lang="en-US" sz="1800" b="1" smtClean="0">
              <a:solidFill>
                <a:srgbClr val="FFFF99"/>
              </a:solidFill>
            </a:endParaRPr>
          </a:p>
          <a:p>
            <a:pPr algn="ctr"/>
            <a:endParaRPr lang="en-US" sz="1800" b="1">
              <a:solidFill>
                <a:srgbClr val="FFFF99"/>
              </a:solidFill>
            </a:endParaRPr>
          </a:p>
        </p:txBody>
      </p:sp>
      <p:cxnSp>
        <p:nvCxnSpPr>
          <p:cNvPr id="48" name="Straight Arrow Connector 4"/>
          <p:cNvCxnSpPr>
            <a:cxnSpLocks noChangeShapeType="1"/>
          </p:cNvCxnSpPr>
          <p:nvPr/>
        </p:nvCxnSpPr>
        <p:spPr bwMode="auto">
          <a:xfrm>
            <a:off x="5038500" y="1875449"/>
            <a:ext cx="3182938" cy="0"/>
          </a:xfrm>
          <a:prstGeom prst="straightConnector1">
            <a:avLst/>
          </a:prstGeom>
          <a:noFill/>
          <a:ln w="3810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TextBox 5"/>
          <p:cNvSpPr txBox="1">
            <a:spLocks noChangeArrowheads="1"/>
          </p:cNvSpPr>
          <p:nvPr/>
        </p:nvSpPr>
        <p:spPr bwMode="auto">
          <a:xfrm>
            <a:off x="4256838" y="1732574"/>
            <a:ext cx="750526" cy="28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itchFamily="34" charset="0"/>
              </a:defRPr>
            </a:lvl1pPr>
            <a:lvl2pPr marL="742950" indent="-285750">
              <a:defRPr sz="2000">
                <a:solidFill>
                  <a:schemeClr val="tx1"/>
                </a:solidFill>
                <a:latin typeface="Arial" pitchFamily="34" charset="0"/>
              </a:defRPr>
            </a:lvl2pPr>
            <a:lvl3pPr marL="1143000" indent="-228600">
              <a:defRPr sz="20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fontAlgn="base" hangingPunct="0">
              <a:lnSpc>
                <a:spcPct val="90000"/>
              </a:lnSpc>
              <a:spcBef>
                <a:spcPct val="0"/>
              </a:spcBef>
              <a:spcAft>
                <a:spcPct val="0"/>
              </a:spcAft>
              <a:defRPr sz="2000">
                <a:solidFill>
                  <a:schemeClr val="tx1"/>
                </a:solidFill>
                <a:latin typeface="Arial" pitchFamily="34" charset="0"/>
              </a:defRPr>
            </a:lvl6pPr>
            <a:lvl7pPr marL="2971800" indent="-228600" eaLnBrk="0" fontAlgn="base" hangingPunct="0">
              <a:lnSpc>
                <a:spcPct val="90000"/>
              </a:lnSpc>
              <a:spcBef>
                <a:spcPct val="0"/>
              </a:spcBef>
              <a:spcAft>
                <a:spcPct val="0"/>
              </a:spcAft>
              <a:defRPr sz="2000">
                <a:solidFill>
                  <a:schemeClr val="tx1"/>
                </a:solidFill>
                <a:latin typeface="Arial" pitchFamily="34" charset="0"/>
              </a:defRPr>
            </a:lvl7pPr>
            <a:lvl8pPr marL="3429000" indent="-228600" eaLnBrk="0" fontAlgn="base" hangingPunct="0">
              <a:lnSpc>
                <a:spcPct val="90000"/>
              </a:lnSpc>
              <a:spcBef>
                <a:spcPct val="0"/>
              </a:spcBef>
              <a:spcAft>
                <a:spcPct val="0"/>
              </a:spcAft>
              <a:defRPr sz="2000">
                <a:solidFill>
                  <a:schemeClr val="tx1"/>
                </a:solidFill>
                <a:latin typeface="Arial" pitchFamily="34" charset="0"/>
              </a:defRPr>
            </a:lvl8pPr>
            <a:lvl9pPr marL="3886200" indent="-228600" eaLnBrk="0" fontAlgn="base" hangingPunct="0">
              <a:lnSpc>
                <a:spcPct val="90000"/>
              </a:lnSpc>
              <a:spcBef>
                <a:spcPct val="0"/>
              </a:spcBef>
              <a:spcAft>
                <a:spcPct val="0"/>
              </a:spcAft>
              <a:defRPr sz="2000">
                <a:solidFill>
                  <a:schemeClr val="tx1"/>
                </a:solidFill>
                <a:latin typeface="Arial" pitchFamily="34" charset="0"/>
              </a:defRPr>
            </a:lvl9pPr>
          </a:lstStyle>
          <a:p>
            <a:r>
              <a:rPr lang="en-US" sz="1400" b="1" smtClean="0"/>
              <a:t>32 </a:t>
            </a:r>
            <a:r>
              <a:rPr lang="en-US" sz="1400" b="1"/>
              <a:t>bits</a:t>
            </a:r>
          </a:p>
        </p:txBody>
      </p:sp>
      <p:cxnSp>
        <p:nvCxnSpPr>
          <p:cNvPr id="50" name="Straight Arrow Connector 23"/>
          <p:cNvCxnSpPr>
            <a:cxnSpLocks noChangeShapeType="1"/>
          </p:cNvCxnSpPr>
          <p:nvPr/>
        </p:nvCxnSpPr>
        <p:spPr bwMode="auto">
          <a:xfrm>
            <a:off x="1042763" y="1875449"/>
            <a:ext cx="3181350" cy="0"/>
          </a:xfrm>
          <a:prstGeom prst="straightConnector1">
            <a:avLst/>
          </a:prstGeom>
          <a:noFill/>
          <a:ln w="38100" algn="ctr">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8198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Routing</a:t>
            </a:r>
            <a:endParaRPr lang="en-US" altLang="zh-CN" sz="2400" dirty="0">
              <a:ea typeface="宋体" panose="02010600030101010101" pitchFamily="2" charset="-122"/>
            </a:endParaRPr>
          </a:p>
        </p:txBody>
      </p:sp>
      <p:sp>
        <p:nvSpPr>
          <p:cNvPr id="23" name="Rectangle 16"/>
          <p:cNvSpPr>
            <a:spLocks noChangeArrowheads="1"/>
          </p:cNvSpPr>
          <p:nvPr/>
        </p:nvSpPr>
        <p:spPr bwMode="auto">
          <a:xfrm>
            <a:off x="2919304" y="4604232"/>
            <a:ext cx="3305392" cy="1492716"/>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685800" lvl="2" indent="-228600" defTabSz="814388">
              <a:lnSpc>
                <a:spcPct val="95000"/>
              </a:lnSpc>
              <a:spcBef>
                <a:spcPct val="35000"/>
              </a:spcBef>
              <a:buClr>
                <a:srgbClr val="0183B7"/>
              </a:buClr>
              <a:buFont typeface="Arial" pitchFamily="34" charset="0"/>
              <a:buChar char="–"/>
            </a:pPr>
            <a:r>
              <a:rPr lang="en-US" dirty="0" smtClean="0">
                <a:solidFill>
                  <a:srgbClr val="000000"/>
                </a:solidFill>
                <a:latin typeface="Times" pitchFamily="18" charset="0"/>
                <a:cs typeface="Times" pitchFamily="18" charset="0"/>
              </a:rPr>
              <a:t>Static</a:t>
            </a:r>
            <a:endParaRPr lang="en-US" dirty="0">
              <a:solidFill>
                <a:srgbClr val="000000"/>
              </a:solidFill>
              <a:latin typeface="Times" pitchFamily="18" charset="0"/>
              <a:cs typeface="Times" pitchFamily="18" charset="0"/>
            </a:endParaRPr>
          </a:p>
          <a:p>
            <a:pPr marL="685800" lvl="2" indent="-228600" defTabSz="814388">
              <a:lnSpc>
                <a:spcPct val="95000"/>
              </a:lnSpc>
              <a:spcBef>
                <a:spcPct val="35000"/>
              </a:spcBef>
              <a:buClr>
                <a:srgbClr val="0183B7"/>
              </a:buClr>
              <a:buFont typeface="Arial" pitchFamily="34" charset="0"/>
              <a:buChar char="–"/>
            </a:pPr>
            <a:r>
              <a:rPr lang="sl-SI" dirty="0" smtClean="0">
                <a:solidFill>
                  <a:srgbClr val="000000"/>
                </a:solidFill>
                <a:latin typeface="Times" pitchFamily="18" charset="0"/>
                <a:cs typeface="Times" pitchFamily="18" charset="0"/>
              </a:rPr>
              <a:t>RIPng</a:t>
            </a:r>
            <a:r>
              <a:rPr lang="en-US" dirty="0" smtClean="0">
                <a:solidFill>
                  <a:srgbClr val="000000"/>
                </a:solidFill>
                <a:latin typeface="Times" pitchFamily="18" charset="0"/>
                <a:cs typeface="Times" pitchFamily="18" charset="0"/>
              </a:rPr>
              <a:t> – Next Generation</a:t>
            </a:r>
            <a:endParaRPr lang="sl-SI" dirty="0">
              <a:solidFill>
                <a:srgbClr val="000000"/>
              </a:solidFill>
              <a:latin typeface="Times" pitchFamily="18" charset="0"/>
              <a:cs typeface="Times" pitchFamily="18" charset="0"/>
            </a:endParaRPr>
          </a:p>
          <a:p>
            <a:pPr marL="685800" lvl="2" indent="-228600" defTabSz="814388">
              <a:lnSpc>
                <a:spcPct val="95000"/>
              </a:lnSpc>
              <a:spcBef>
                <a:spcPct val="35000"/>
              </a:spcBef>
              <a:buClr>
                <a:srgbClr val="0183B7"/>
              </a:buClr>
              <a:buFont typeface="Arial" pitchFamily="34" charset="0"/>
              <a:buChar char="–"/>
            </a:pPr>
            <a:r>
              <a:rPr lang="sl-SI" dirty="0">
                <a:solidFill>
                  <a:srgbClr val="000000"/>
                </a:solidFill>
                <a:latin typeface="Times" pitchFamily="18" charset="0"/>
                <a:cs typeface="Times" pitchFamily="18" charset="0"/>
              </a:rPr>
              <a:t>OSPF</a:t>
            </a:r>
            <a:r>
              <a:rPr lang="en-US" dirty="0" smtClean="0">
                <a:solidFill>
                  <a:srgbClr val="000000"/>
                </a:solidFill>
                <a:latin typeface="Times" pitchFamily="18" charset="0"/>
                <a:cs typeface="Times" pitchFamily="18" charset="0"/>
              </a:rPr>
              <a:t>v3</a:t>
            </a:r>
            <a:endParaRPr lang="sl-SI" dirty="0">
              <a:solidFill>
                <a:srgbClr val="000000"/>
              </a:solidFill>
              <a:latin typeface="Times" pitchFamily="18" charset="0"/>
              <a:cs typeface="Times" pitchFamily="18" charset="0"/>
            </a:endParaRPr>
          </a:p>
          <a:p>
            <a:pPr marL="685800" lvl="2" indent="-228600" defTabSz="814388">
              <a:lnSpc>
                <a:spcPct val="95000"/>
              </a:lnSpc>
              <a:spcBef>
                <a:spcPct val="35000"/>
              </a:spcBef>
              <a:buClr>
                <a:srgbClr val="0183B7"/>
              </a:buClr>
              <a:buFont typeface="Arial" pitchFamily="34" charset="0"/>
              <a:buChar char="–"/>
            </a:pPr>
            <a:r>
              <a:rPr lang="en-US" dirty="0" smtClean="0">
                <a:solidFill>
                  <a:srgbClr val="000000"/>
                </a:solidFill>
                <a:latin typeface="Times" pitchFamily="18" charset="0"/>
                <a:cs typeface="Times" pitchFamily="18" charset="0"/>
              </a:rPr>
              <a:t>EIGRP </a:t>
            </a:r>
            <a:r>
              <a:rPr lang="en-US" dirty="0">
                <a:solidFill>
                  <a:srgbClr val="000000"/>
                </a:solidFill>
                <a:latin typeface="Times" pitchFamily="18" charset="0"/>
                <a:cs typeface="Times" pitchFamily="18" charset="0"/>
              </a:rPr>
              <a:t>for </a:t>
            </a:r>
            <a:r>
              <a:rPr lang="en-US" dirty="0" smtClean="0">
                <a:solidFill>
                  <a:srgbClr val="000000"/>
                </a:solidFill>
                <a:latin typeface="Times" pitchFamily="18" charset="0"/>
                <a:cs typeface="Times" pitchFamily="18" charset="0"/>
              </a:rPr>
              <a:t>IPv6</a:t>
            </a:r>
            <a:endParaRPr lang="en-US" dirty="0">
              <a:solidFill>
                <a:srgbClr val="000000"/>
              </a:solidFill>
              <a:latin typeface="Times" pitchFamily="18" charset="0"/>
              <a:cs typeface="Times" pitchFamily="18" charset="0"/>
            </a:endParaRPr>
          </a:p>
        </p:txBody>
      </p:sp>
      <p:pic>
        <p:nvPicPr>
          <p:cNvPr id="24" name="Picture 23"/>
          <p:cNvPicPr>
            <a:picLocks noChangeAspect="1"/>
          </p:cNvPicPr>
          <p:nvPr/>
        </p:nvPicPr>
        <p:blipFill>
          <a:blip r:embed="rId3"/>
          <a:stretch>
            <a:fillRect/>
          </a:stretch>
        </p:blipFill>
        <p:spPr>
          <a:xfrm>
            <a:off x="1665642" y="1524000"/>
            <a:ext cx="5812715" cy="2470404"/>
          </a:xfrm>
          <a:prstGeom prst="rect">
            <a:avLst/>
          </a:prstGeom>
        </p:spPr>
      </p:pic>
    </p:spTree>
    <p:extLst>
      <p:ext uri="{BB962C8B-B14F-4D97-AF65-F5344CB8AC3E}">
        <p14:creationId xmlns:p14="http://schemas.microsoft.com/office/powerpoint/2010/main" val="2011407627"/>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Routing</a:t>
            </a:r>
            <a:endParaRPr lang="en-US" altLang="zh-CN" sz="2400" dirty="0">
              <a:ea typeface="宋体" panose="02010600030101010101" pitchFamily="2" charset="-122"/>
            </a:endParaRPr>
          </a:p>
        </p:txBody>
      </p:sp>
      <p:cxnSp>
        <p:nvCxnSpPr>
          <p:cNvPr id="3" name="Straight Connector 2"/>
          <p:cNvCxnSpPr/>
          <p:nvPr/>
        </p:nvCxnSpPr>
        <p:spPr>
          <a:xfrm flipH="1">
            <a:off x="2497986" y="3494100"/>
            <a:ext cx="3210141"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4" name="Picture 8" descr="Rou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3519" y="3258013"/>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Rou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8855" y="3258013"/>
            <a:ext cx="687386" cy="48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p:cNvCxnSpPr/>
          <p:nvPr/>
        </p:nvCxnSpPr>
        <p:spPr>
          <a:xfrm flipH="1">
            <a:off x="6776242" y="3494100"/>
            <a:ext cx="41195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7213600" y="3378517"/>
            <a:ext cx="0" cy="24100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213600" y="3342056"/>
            <a:ext cx="1295547" cy="320088"/>
          </a:xfrm>
          <a:prstGeom prst="rect">
            <a:avLst/>
          </a:prstGeom>
          <a:noFill/>
        </p:spPr>
        <p:txBody>
          <a:bodyPr wrap="none" rtlCol="0">
            <a:spAutoFit/>
          </a:bodyPr>
          <a:lstStyle/>
          <a:p>
            <a:r>
              <a:rPr lang="en-US" sz="1600" b="1" smtClean="0">
                <a:solidFill>
                  <a:srgbClr val="C00000"/>
                </a:solidFill>
                <a:latin typeface="Courier New" pitchFamily="49" charset="0"/>
                <a:cs typeface="Courier New" pitchFamily="49" charset="0"/>
              </a:rPr>
              <a:t>2002::/64</a:t>
            </a:r>
            <a:endParaRPr lang="en-US" sz="3000" b="1">
              <a:solidFill>
                <a:srgbClr val="C00000"/>
              </a:solidFill>
              <a:latin typeface="Courier New" pitchFamily="49" charset="0"/>
              <a:cs typeface="Courier New" pitchFamily="49" charset="0"/>
            </a:endParaRPr>
          </a:p>
        </p:txBody>
      </p:sp>
      <p:sp>
        <p:nvSpPr>
          <p:cNvPr id="9" name="TextBox 8"/>
          <p:cNvSpPr txBox="1"/>
          <p:nvPr/>
        </p:nvSpPr>
        <p:spPr>
          <a:xfrm>
            <a:off x="5083560" y="3164256"/>
            <a:ext cx="1048685" cy="320088"/>
          </a:xfrm>
          <a:prstGeom prst="rect">
            <a:avLst/>
          </a:prstGeom>
          <a:noFill/>
        </p:spPr>
        <p:txBody>
          <a:bodyPr wrap="none" rtlCol="0">
            <a:spAutoFit/>
          </a:bodyPr>
          <a:lstStyle/>
          <a:p>
            <a:r>
              <a:rPr lang="en-US" sz="1600" b="1" smtClean="0">
                <a:solidFill>
                  <a:srgbClr val="0070C0"/>
                </a:solidFill>
                <a:latin typeface="Courier New" pitchFamily="49" charset="0"/>
                <a:cs typeface="Courier New" pitchFamily="49" charset="0"/>
              </a:rPr>
              <a:t>2001::2</a:t>
            </a:r>
            <a:endParaRPr lang="en-US" sz="3000" b="1">
              <a:solidFill>
                <a:srgbClr val="0070C0"/>
              </a:solidFill>
              <a:latin typeface="Courier New" pitchFamily="49" charset="0"/>
              <a:cs typeface="Courier New" pitchFamily="49" charset="0"/>
            </a:endParaRPr>
          </a:p>
        </p:txBody>
      </p:sp>
      <p:sp>
        <p:nvSpPr>
          <p:cNvPr id="10" name="Rectangle 9"/>
          <p:cNvSpPr/>
          <p:nvPr/>
        </p:nvSpPr>
        <p:spPr>
          <a:xfrm>
            <a:off x="11112" y="2288700"/>
            <a:ext cx="3632200" cy="326243"/>
          </a:xfrm>
          <a:prstGeom prst="rect">
            <a:avLst/>
          </a:prstGeom>
          <a:solidFill>
            <a:schemeClr val="accent6">
              <a:lumMod val="20000"/>
              <a:lumOff val="80000"/>
            </a:schemeClr>
          </a:solidFill>
          <a:ln w="28575">
            <a:solidFill>
              <a:srgbClr val="0070C0"/>
            </a:solidFill>
          </a:ln>
        </p:spPr>
        <p:txBody>
          <a:bodyPr wrap="square">
            <a:spAutoFit/>
          </a:bodyPr>
          <a:lstStyle/>
          <a:p>
            <a:pPr marL="171450" indent="-171450" defTabSz="814388">
              <a:lnSpc>
                <a:spcPct val="95000"/>
              </a:lnSpc>
              <a:buClr>
                <a:srgbClr val="0183B7"/>
              </a:buClr>
              <a:buSzPct val="100000"/>
            </a:pPr>
            <a:r>
              <a:rPr lang="en-US" sz="1600" b="1" smtClean="0">
                <a:solidFill>
                  <a:srgbClr val="0070C0"/>
                </a:solidFill>
                <a:latin typeface="Courier New" pitchFamily="49" charset="0"/>
                <a:cs typeface="Courier New" pitchFamily="49" charset="0"/>
              </a:rPr>
              <a:t>ipv6 </a:t>
            </a:r>
            <a:r>
              <a:rPr lang="en-US" sz="1600" b="1">
                <a:solidFill>
                  <a:srgbClr val="0070C0"/>
                </a:solidFill>
                <a:latin typeface="Courier New" pitchFamily="49" charset="0"/>
                <a:cs typeface="Courier New" pitchFamily="49" charset="0"/>
              </a:rPr>
              <a:t>route </a:t>
            </a:r>
            <a:r>
              <a:rPr lang="en-US" sz="1600" b="1" smtClean="0">
                <a:solidFill>
                  <a:srgbClr val="C00000"/>
                </a:solidFill>
                <a:latin typeface="Courier New" pitchFamily="49" charset="0"/>
                <a:cs typeface="Courier New" pitchFamily="49" charset="0"/>
              </a:rPr>
              <a:t>2002::/64 </a:t>
            </a:r>
            <a:r>
              <a:rPr lang="en-US" sz="1600" b="1" smtClean="0">
                <a:solidFill>
                  <a:srgbClr val="0070C0"/>
                </a:solidFill>
                <a:latin typeface="Courier New" pitchFamily="49" charset="0"/>
                <a:cs typeface="Courier New" pitchFamily="49" charset="0"/>
              </a:rPr>
              <a:t>2001::</a:t>
            </a:r>
            <a:r>
              <a:rPr lang="en-US" sz="1600" b="1">
                <a:solidFill>
                  <a:srgbClr val="0070C0"/>
                </a:solidFill>
                <a:latin typeface="Courier New" pitchFamily="49" charset="0"/>
                <a:cs typeface="Courier New" pitchFamily="49" charset="0"/>
              </a:rPr>
              <a:t>2</a:t>
            </a:r>
          </a:p>
        </p:txBody>
      </p:sp>
      <p:cxnSp>
        <p:nvCxnSpPr>
          <p:cNvPr id="11" name="Straight Connector 10"/>
          <p:cNvCxnSpPr/>
          <p:nvPr/>
        </p:nvCxnSpPr>
        <p:spPr>
          <a:xfrm>
            <a:off x="1827212" y="2616179"/>
            <a:ext cx="0" cy="650805"/>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827212" y="3740032"/>
            <a:ext cx="0" cy="650805"/>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Rectangle 16"/>
          <p:cNvSpPr>
            <a:spLocks noChangeArrowheads="1"/>
          </p:cNvSpPr>
          <p:nvPr/>
        </p:nvSpPr>
        <p:spPr bwMode="auto">
          <a:xfrm>
            <a:off x="-1237" y="4390837"/>
            <a:ext cx="4114450" cy="560153"/>
          </a:xfrm>
          <a:prstGeom prst="rect">
            <a:avLst/>
          </a:prstGeom>
          <a:solidFill>
            <a:schemeClr val="accent6">
              <a:lumMod val="20000"/>
              <a:lumOff val="80000"/>
            </a:schemeClr>
          </a:solidFill>
          <a:ln w="28575">
            <a:solidFill>
              <a:schemeClr val="accent1"/>
            </a:solidFill>
            <a:miter lim="800000"/>
            <a:headEnd/>
            <a:tailEnd/>
          </a:ln>
          <a:effectLst/>
          <a:extLst/>
        </p:spPr>
        <p:txBody>
          <a:bodyPr wrap="square">
            <a:spAutoFit/>
          </a:bodyPr>
          <a:lstStyle/>
          <a:p>
            <a:pPr>
              <a:lnSpc>
                <a:spcPct val="95000"/>
              </a:lnSpc>
              <a:tabLst>
                <a:tab pos="7654925" algn="r"/>
              </a:tabLst>
            </a:pPr>
            <a:r>
              <a:rPr lang="en-US" sz="1600" b="1" smtClean="0">
                <a:solidFill>
                  <a:srgbClr val="0070C0"/>
                </a:solidFill>
                <a:latin typeface="Courier New" pitchFamily="49" charset="0"/>
              </a:rPr>
              <a:t>R# </a:t>
            </a:r>
            <a:r>
              <a:rPr lang="en-US" sz="1600" b="1" smtClean="0">
                <a:solidFill>
                  <a:srgbClr val="C00000"/>
                </a:solidFill>
                <a:latin typeface="Courier New" pitchFamily="49" charset="0"/>
              </a:rPr>
              <a:t>show </a:t>
            </a:r>
            <a:r>
              <a:rPr lang="en-US" sz="1600" b="1">
                <a:solidFill>
                  <a:srgbClr val="C00000"/>
                </a:solidFill>
                <a:latin typeface="Courier New" pitchFamily="49" charset="0"/>
              </a:rPr>
              <a:t>ipv6 </a:t>
            </a:r>
            <a:r>
              <a:rPr lang="en-US" sz="1600" b="1" smtClean="0">
                <a:solidFill>
                  <a:srgbClr val="C00000"/>
                </a:solidFill>
                <a:latin typeface="Courier New" pitchFamily="49" charset="0"/>
              </a:rPr>
              <a:t>route</a:t>
            </a:r>
            <a:endParaRPr lang="en-US" sz="1600" b="1">
              <a:solidFill>
                <a:srgbClr val="C00000"/>
              </a:solidFill>
              <a:latin typeface="Courier New" pitchFamily="49" charset="0"/>
            </a:endParaRPr>
          </a:p>
          <a:p>
            <a:pPr>
              <a:lnSpc>
                <a:spcPct val="95000"/>
              </a:lnSpc>
              <a:tabLst>
                <a:tab pos="7654925" algn="r"/>
              </a:tabLst>
            </a:pPr>
            <a:r>
              <a:rPr lang="en-US" sz="1600" b="1">
                <a:solidFill>
                  <a:srgbClr val="0070C0"/>
                </a:solidFill>
                <a:latin typeface="Courier New" pitchFamily="49" charset="0"/>
              </a:rPr>
              <a:t>S</a:t>
            </a:r>
            <a:r>
              <a:rPr lang="en-US" sz="1600" b="1" smtClean="0">
                <a:solidFill>
                  <a:srgbClr val="0070C0"/>
                </a:solidFill>
                <a:latin typeface="Courier New" pitchFamily="49" charset="0"/>
              </a:rPr>
              <a:t>   </a:t>
            </a:r>
            <a:r>
              <a:rPr lang="en-US" sz="1600" b="1" smtClean="0">
                <a:solidFill>
                  <a:srgbClr val="C00000"/>
                </a:solidFill>
                <a:latin typeface="Courier New" pitchFamily="49" charset="0"/>
              </a:rPr>
              <a:t>2002::/64 </a:t>
            </a:r>
            <a:r>
              <a:rPr lang="en-US" sz="1600" b="1" smtClean="0">
                <a:solidFill>
                  <a:srgbClr val="0070C0"/>
                </a:solidFill>
                <a:latin typeface="Courier New" pitchFamily="49" charset="0"/>
              </a:rPr>
              <a:t>[1/0]  </a:t>
            </a:r>
            <a:r>
              <a:rPr lang="en-US" sz="1600" b="1">
                <a:solidFill>
                  <a:srgbClr val="0070C0"/>
                </a:solidFill>
                <a:latin typeface="Courier New" pitchFamily="49" charset="0"/>
              </a:rPr>
              <a:t>via </a:t>
            </a:r>
            <a:r>
              <a:rPr lang="en-US" sz="1600" b="1" smtClean="0">
                <a:solidFill>
                  <a:srgbClr val="0070C0"/>
                </a:solidFill>
                <a:latin typeface="Courier New" pitchFamily="49" charset="0"/>
              </a:rPr>
              <a:t>2001::2</a:t>
            </a:r>
          </a:p>
        </p:txBody>
      </p:sp>
      <p:sp>
        <p:nvSpPr>
          <p:cNvPr id="14" name="Rectangle 16"/>
          <p:cNvSpPr>
            <a:spLocks noChangeArrowheads="1"/>
          </p:cNvSpPr>
          <p:nvPr/>
        </p:nvSpPr>
        <p:spPr bwMode="auto">
          <a:xfrm>
            <a:off x="-1238" y="5000437"/>
            <a:ext cx="4114451" cy="326243"/>
          </a:xfrm>
          <a:prstGeom prst="rect">
            <a:avLst/>
          </a:prstGeom>
          <a:solidFill>
            <a:schemeClr val="accent5">
              <a:lumMod val="20000"/>
              <a:lumOff val="80000"/>
            </a:schemeClr>
          </a:solidFill>
          <a:ln w="28575">
            <a:solidFill>
              <a:schemeClr val="accent1"/>
            </a:solidFill>
            <a:miter lim="800000"/>
            <a:headEnd/>
            <a:tailEnd/>
          </a:ln>
          <a:effectLst/>
          <a:extLst/>
        </p:spPr>
        <p:txBody>
          <a:bodyPr wrap="square">
            <a:spAutoFit/>
          </a:bodyPr>
          <a:lstStyle/>
          <a:p>
            <a:pPr>
              <a:lnSpc>
                <a:spcPct val="95000"/>
              </a:lnSpc>
              <a:tabLst>
                <a:tab pos="7654925" algn="r"/>
              </a:tabLst>
            </a:pPr>
            <a:r>
              <a:rPr lang="en-US" sz="1600" b="1" dirty="0">
                <a:solidFill>
                  <a:srgbClr val="0070C0"/>
                </a:solidFill>
                <a:latin typeface="Courier New" pitchFamily="49" charset="0"/>
              </a:rPr>
              <a:t>ping </a:t>
            </a:r>
            <a:r>
              <a:rPr lang="en-US" sz="1600" b="1" dirty="0" smtClean="0">
                <a:solidFill>
                  <a:srgbClr val="0070C0"/>
                </a:solidFill>
                <a:latin typeface="Courier New" pitchFamily="49" charset="0"/>
              </a:rPr>
              <a:t>2002::2</a:t>
            </a:r>
            <a:r>
              <a:rPr lang="en-US" sz="1600" b="1" dirty="0" smtClean="0">
                <a:solidFill>
                  <a:schemeClr val="accent1">
                    <a:lumMod val="20000"/>
                    <a:lumOff val="80000"/>
                  </a:schemeClr>
                </a:solidFill>
                <a:latin typeface="Courier New" pitchFamily="49" charset="0"/>
              </a:rPr>
              <a:t>%GigabitEthernet1</a:t>
            </a:r>
            <a:endParaRPr lang="en-US" sz="1600" b="1" dirty="0">
              <a:solidFill>
                <a:schemeClr val="accent1">
                  <a:lumMod val="20000"/>
                  <a:lumOff val="80000"/>
                </a:schemeClr>
              </a:solidFill>
              <a:latin typeface="Courier New" pitchFamily="49" charset="0"/>
            </a:endParaRPr>
          </a:p>
        </p:txBody>
      </p:sp>
      <p:sp>
        <p:nvSpPr>
          <p:cNvPr id="15" name="TextBox 14"/>
          <p:cNvSpPr txBox="1"/>
          <p:nvPr/>
        </p:nvSpPr>
        <p:spPr>
          <a:xfrm>
            <a:off x="2104557" y="3342056"/>
            <a:ext cx="431528" cy="320088"/>
          </a:xfrm>
          <a:prstGeom prst="rect">
            <a:avLst/>
          </a:prstGeom>
          <a:noFill/>
        </p:spPr>
        <p:txBody>
          <a:bodyPr wrap="none" rtlCol="0">
            <a:spAutoFit/>
          </a:bodyPr>
          <a:lstStyle/>
          <a:p>
            <a:r>
              <a:rPr lang="en-US" sz="1600" b="1">
                <a:solidFill>
                  <a:srgbClr val="0070C0"/>
                </a:solidFill>
                <a:latin typeface="Courier New" pitchFamily="49" charset="0"/>
                <a:cs typeface="Courier New" pitchFamily="49" charset="0"/>
              </a:rPr>
              <a:t>g</a:t>
            </a:r>
            <a:r>
              <a:rPr lang="en-US" sz="1600" b="1" smtClean="0">
                <a:solidFill>
                  <a:srgbClr val="0070C0"/>
                </a:solidFill>
                <a:latin typeface="Courier New" pitchFamily="49" charset="0"/>
                <a:cs typeface="Courier New" pitchFamily="49" charset="0"/>
              </a:rPr>
              <a:t>1</a:t>
            </a:r>
            <a:endParaRPr lang="en-US" sz="3000" b="1">
              <a:solidFill>
                <a:srgbClr val="0070C0"/>
              </a:solidFill>
              <a:latin typeface="Courier New" pitchFamily="49" charset="0"/>
              <a:cs typeface="Courier New" pitchFamily="49" charset="0"/>
            </a:endParaRPr>
          </a:p>
        </p:txBody>
      </p:sp>
      <p:sp>
        <p:nvSpPr>
          <p:cNvPr id="16" name="Rectangle 15"/>
          <p:cNvSpPr/>
          <p:nvPr/>
        </p:nvSpPr>
        <p:spPr>
          <a:xfrm>
            <a:off x="4797676" y="1346957"/>
            <a:ext cx="3269744" cy="1261884"/>
          </a:xfrm>
          <a:prstGeom prst="rect">
            <a:avLst/>
          </a:prstGeom>
          <a:solidFill>
            <a:schemeClr val="accent6">
              <a:lumMod val="20000"/>
              <a:lumOff val="80000"/>
            </a:schemeClr>
          </a:solidFill>
          <a:ln w="28575">
            <a:solidFill>
              <a:srgbClr val="0070C0"/>
            </a:solidFill>
          </a:ln>
        </p:spPr>
        <p:txBody>
          <a:bodyPr wrap="square">
            <a:spAutoFit/>
          </a:bodyPr>
          <a:lstStyle/>
          <a:p>
            <a:pPr marL="171450" indent="-171450" defTabSz="814388">
              <a:lnSpc>
                <a:spcPct val="95000"/>
              </a:lnSpc>
              <a:buClr>
                <a:srgbClr val="0183B7"/>
              </a:buClr>
              <a:buSzPct val="100000"/>
            </a:pPr>
            <a:r>
              <a:rPr lang="en-US" sz="1600" b="1" dirty="0">
                <a:solidFill>
                  <a:srgbClr val="0070C0"/>
                </a:solidFill>
                <a:latin typeface="Courier New" pitchFamily="49" charset="0"/>
                <a:cs typeface="Courier New" pitchFamily="49" charset="0"/>
              </a:rPr>
              <a:t>ipv6 router </a:t>
            </a:r>
            <a:r>
              <a:rPr lang="en-US" sz="1600" b="1" dirty="0" err="1">
                <a:solidFill>
                  <a:srgbClr val="C00000"/>
                </a:solidFill>
                <a:latin typeface="Courier New" pitchFamily="49" charset="0"/>
                <a:cs typeface="Courier New" pitchFamily="49" charset="0"/>
              </a:rPr>
              <a:t>eigrp</a:t>
            </a:r>
            <a:r>
              <a:rPr lang="en-US" sz="1600" b="1" dirty="0">
                <a:solidFill>
                  <a:srgbClr val="C00000"/>
                </a:solidFill>
                <a:latin typeface="Courier New" pitchFamily="49" charset="0"/>
                <a:cs typeface="Courier New" pitchFamily="49" charset="0"/>
              </a:rPr>
              <a:t> </a:t>
            </a:r>
            <a:r>
              <a:rPr lang="en-US" sz="1600" b="1" dirty="0" smtClean="0">
                <a:solidFill>
                  <a:srgbClr val="C00000"/>
                </a:solidFill>
                <a:latin typeface="Courier New" pitchFamily="49" charset="0"/>
                <a:cs typeface="Courier New" pitchFamily="49" charset="0"/>
              </a:rPr>
              <a:t>100</a:t>
            </a:r>
          </a:p>
          <a:p>
            <a:pPr marL="171450" indent="-171450" defTabSz="814388">
              <a:lnSpc>
                <a:spcPct val="95000"/>
              </a:lnSpc>
              <a:buClr>
                <a:srgbClr val="0183B7"/>
              </a:buClr>
              <a:buSzPct val="100000"/>
            </a:pPr>
            <a:r>
              <a:rPr lang="en-US" sz="1600" b="1" dirty="0" smtClean="0">
                <a:solidFill>
                  <a:srgbClr val="0070C0"/>
                </a:solidFill>
                <a:latin typeface="Courier New" pitchFamily="49" charset="0"/>
                <a:cs typeface="Courier New" pitchFamily="49" charset="0"/>
              </a:rPr>
              <a:t>  </a:t>
            </a:r>
            <a:r>
              <a:rPr lang="en-US" sz="1600" b="1" dirty="0" err="1" smtClean="0">
                <a:solidFill>
                  <a:srgbClr val="0070C0"/>
                </a:solidFill>
                <a:latin typeface="Courier New" pitchFamily="49" charset="0"/>
                <a:cs typeface="Courier New" pitchFamily="49" charset="0"/>
              </a:rPr>
              <a:t>eigrp</a:t>
            </a:r>
            <a:r>
              <a:rPr lang="en-US" sz="1600" b="1" dirty="0" smtClean="0">
                <a:solidFill>
                  <a:srgbClr val="0070C0"/>
                </a:solidFill>
                <a:latin typeface="Courier New" pitchFamily="49" charset="0"/>
                <a:cs typeface="Courier New" pitchFamily="49" charset="0"/>
              </a:rPr>
              <a:t> router-id </a:t>
            </a:r>
            <a:r>
              <a:rPr lang="en-US" sz="1600" b="1" dirty="0" smtClean="0">
                <a:solidFill>
                  <a:srgbClr val="C00000"/>
                </a:solidFill>
                <a:latin typeface="Courier New" pitchFamily="49" charset="0"/>
                <a:cs typeface="Courier New" pitchFamily="49" charset="0"/>
              </a:rPr>
              <a:t>0.0.0.2</a:t>
            </a:r>
            <a:endParaRPr lang="en-US" sz="1600" b="1" dirty="0">
              <a:solidFill>
                <a:srgbClr val="C00000"/>
              </a:solidFill>
              <a:latin typeface="Courier New" pitchFamily="49" charset="0"/>
              <a:cs typeface="Courier New" pitchFamily="49" charset="0"/>
            </a:endParaRPr>
          </a:p>
          <a:p>
            <a:pPr marL="171450" indent="-171450" defTabSz="814388">
              <a:lnSpc>
                <a:spcPct val="95000"/>
              </a:lnSpc>
              <a:buClr>
                <a:srgbClr val="0183B7"/>
              </a:buClr>
              <a:buSzPct val="100000"/>
            </a:pPr>
            <a:r>
              <a:rPr lang="pt-BR" sz="1600" b="1" dirty="0" smtClean="0">
                <a:solidFill>
                  <a:srgbClr val="0070C0"/>
                </a:solidFill>
                <a:latin typeface="Courier New" pitchFamily="49" charset="0"/>
                <a:cs typeface="Courier New" pitchFamily="49" charset="0"/>
              </a:rPr>
              <a:t>  </a:t>
            </a:r>
            <a:r>
              <a:rPr lang="pt-BR" sz="1600" b="1" dirty="0">
                <a:solidFill>
                  <a:srgbClr val="0070C0"/>
                </a:solidFill>
                <a:latin typeface="Courier New" pitchFamily="49" charset="0"/>
                <a:cs typeface="Courier New" pitchFamily="49" charset="0"/>
              </a:rPr>
              <a:t>no shutdown</a:t>
            </a:r>
          </a:p>
          <a:p>
            <a:pPr marL="171450" indent="-171450" defTabSz="814388">
              <a:lnSpc>
                <a:spcPct val="95000"/>
              </a:lnSpc>
              <a:buClr>
                <a:srgbClr val="0183B7"/>
              </a:buClr>
              <a:buSzPct val="100000"/>
            </a:pPr>
            <a:r>
              <a:rPr lang="en-US" sz="1600" b="1" dirty="0" smtClean="0">
                <a:solidFill>
                  <a:srgbClr val="0070C0"/>
                </a:solidFill>
                <a:latin typeface="Courier New" pitchFamily="49" charset="0"/>
                <a:cs typeface="Courier New" pitchFamily="49" charset="0"/>
              </a:rPr>
              <a:t>interface </a:t>
            </a:r>
            <a:r>
              <a:rPr lang="en-US" sz="1600" b="1" dirty="0" smtClean="0">
                <a:solidFill>
                  <a:srgbClr val="C00000"/>
                </a:solidFill>
                <a:latin typeface="Courier New" pitchFamily="49" charset="0"/>
                <a:cs typeface="Courier New" pitchFamily="49" charset="0"/>
              </a:rPr>
              <a:t>g2</a:t>
            </a:r>
            <a:endParaRPr lang="en-US" sz="1600" b="1" dirty="0">
              <a:solidFill>
                <a:srgbClr val="C00000"/>
              </a:solidFill>
              <a:latin typeface="Courier New" pitchFamily="49" charset="0"/>
              <a:cs typeface="Courier New" pitchFamily="49" charset="0"/>
            </a:endParaRPr>
          </a:p>
          <a:p>
            <a:pPr marL="171450" indent="-171450" defTabSz="814388">
              <a:lnSpc>
                <a:spcPct val="95000"/>
              </a:lnSpc>
              <a:buClr>
                <a:srgbClr val="0183B7"/>
              </a:buClr>
              <a:buSzPct val="100000"/>
            </a:pPr>
            <a:r>
              <a:rPr lang="en-US" sz="1600" b="1" dirty="0">
                <a:solidFill>
                  <a:srgbClr val="0070C0"/>
                </a:solidFill>
                <a:latin typeface="Courier New" pitchFamily="49" charset="0"/>
                <a:cs typeface="Courier New" pitchFamily="49" charset="0"/>
              </a:rPr>
              <a:t>  ipv6 </a:t>
            </a:r>
            <a:r>
              <a:rPr lang="en-US" sz="1600" b="1" dirty="0" err="1">
                <a:solidFill>
                  <a:srgbClr val="C00000"/>
                </a:solidFill>
                <a:latin typeface="Courier New" pitchFamily="49" charset="0"/>
                <a:cs typeface="Courier New" pitchFamily="49" charset="0"/>
              </a:rPr>
              <a:t>eigrp</a:t>
            </a:r>
            <a:r>
              <a:rPr lang="en-US" sz="1600" b="1" dirty="0">
                <a:solidFill>
                  <a:srgbClr val="C00000"/>
                </a:solidFill>
                <a:latin typeface="Courier New" pitchFamily="49" charset="0"/>
                <a:cs typeface="Courier New" pitchFamily="49" charset="0"/>
              </a:rPr>
              <a:t> 100</a:t>
            </a:r>
          </a:p>
        </p:txBody>
      </p:sp>
      <p:cxnSp>
        <p:nvCxnSpPr>
          <p:cNvPr id="17" name="Straight Connector 16"/>
          <p:cNvCxnSpPr/>
          <p:nvPr/>
        </p:nvCxnSpPr>
        <p:spPr>
          <a:xfrm>
            <a:off x="6432548" y="2616179"/>
            <a:ext cx="0" cy="650805"/>
          </a:xfrm>
          <a:prstGeom prst="line">
            <a:avLst/>
          </a:prstGeom>
          <a:ln w="28575">
            <a:prstDash val="sys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708127" y="3342056"/>
            <a:ext cx="431528" cy="320088"/>
          </a:xfrm>
          <a:prstGeom prst="rect">
            <a:avLst/>
          </a:prstGeom>
          <a:noFill/>
        </p:spPr>
        <p:txBody>
          <a:bodyPr wrap="none" rtlCol="0">
            <a:spAutoFit/>
          </a:bodyPr>
          <a:lstStyle/>
          <a:p>
            <a:r>
              <a:rPr lang="en-US" sz="1600" b="1">
                <a:solidFill>
                  <a:srgbClr val="C00000"/>
                </a:solidFill>
                <a:latin typeface="Courier New" pitchFamily="49" charset="0"/>
                <a:cs typeface="Courier New" pitchFamily="49" charset="0"/>
              </a:rPr>
              <a:t>g</a:t>
            </a:r>
            <a:r>
              <a:rPr lang="en-US" sz="1600" b="1" smtClean="0">
                <a:solidFill>
                  <a:srgbClr val="C00000"/>
                </a:solidFill>
                <a:latin typeface="Courier New" pitchFamily="49" charset="0"/>
                <a:cs typeface="Courier New" pitchFamily="49" charset="0"/>
              </a:rPr>
              <a:t>2</a:t>
            </a:r>
            <a:endParaRPr lang="en-US" sz="3000" b="1">
              <a:solidFill>
                <a:srgbClr val="C00000"/>
              </a:solidFill>
              <a:latin typeface="Courier New" pitchFamily="49" charset="0"/>
              <a:cs typeface="Courier New" pitchFamily="49" charset="0"/>
            </a:endParaRPr>
          </a:p>
        </p:txBody>
      </p:sp>
      <p:cxnSp>
        <p:nvCxnSpPr>
          <p:cNvPr id="19" name="Straight Connector 18"/>
          <p:cNvCxnSpPr/>
          <p:nvPr/>
        </p:nvCxnSpPr>
        <p:spPr>
          <a:xfrm>
            <a:off x="6432548" y="3742470"/>
            <a:ext cx="0" cy="650805"/>
          </a:xfrm>
          <a:prstGeom prst="line">
            <a:avLst/>
          </a:prstGeom>
          <a:ln w="28575">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4972048" y="4394895"/>
            <a:ext cx="2921000" cy="1027974"/>
          </a:xfrm>
          <a:prstGeom prst="rect">
            <a:avLst/>
          </a:prstGeom>
          <a:solidFill>
            <a:schemeClr val="accent6">
              <a:lumMod val="20000"/>
              <a:lumOff val="80000"/>
            </a:schemeClr>
          </a:solidFill>
          <a:ln w="28575">
            <a:solidFill>
              <a:srgbClr val="0070C0"/>
            </a:solidFill>
          </a:ln>
        </p:spPr>
        <p:txBody>
          <a:bodyPr wrap="square">
            <a:spAutoFit/>
          </a:bodyPr>
          <a:lstStyle/>
          <a:p>
            <a:pPr marL="171450" indent="-171450" defTabSz="814388">
              <a:lnSpc>
                <a:spcPct val="95000"/>
              </a:lnSpc>
              <a:buClr>
                <a:srgbClr val="0183B7"/>
              </a:buClr>
              <a:buSzPct val="100000"/>
            </a:pPr>
            <a:r>
              <a:rPr lang="en-US" sz="1600" b="1" dirty="0" smtClean="0">
                <a:solidFill>
                  <a:srgbClr val="0070C0"/>
                </a:solidFill>
                <a:latin typeface="Courier New" pitchFamily="49" charset="0"/>
                <a:cs typeface="Courier New" pitchFamily="49" charset="0"/>
              </a:rPr>
              <a:t>ipv6 </a:t>
            </a:r>
            <a:r>
              <a:rPr lang="en-US" sz="1600" b="1" dirty="0">
                <a:solidFill>
                  <a:srgbClr val="0070C0"/>
                </a:solidFill>
                <a:latin typeface="Courier New" pitchFamily="49" charset="0"/>
                <a:cs typeface="Courier New" pitchFamily="49" charset="0"/>
              </a:rPr>
              <a:t>router </a:t>
            </a:r>
            <a:r>
              <a:rPr lang="en-US" sz="1600" b="1" dirty="0" err="1">
                <a:solidFill>
                  <a:srgbClr val="C00000"/>
                </a:solidFill>
                <a:latin typeface="Courier New" pitchFamily="49" charset="0"/>
                <a:cs typeface="Courier New" pitchFamily="49" charset="0"/>
              </a:rPr>
              <a:t>ospf</a:t>
            </a:r>
            <a:r>
              <a:rPr lang="en-US" sz="1600" b="1" dirty="0">
                <a:solidFill>
                  <a:srgbClr val="C00000"/>
                </a:solidFill>
                <a:latin typeface="Courier New" pitchFamily="49" charset="0"/>
                <a:cs typeface="Courier New" pitchFamily="49" charset="0"/>
              </a:rPr>
              <a:t> 1</a:t>
            </a:r>
          </a:p>
          <a:p>
            <a:pPr marL="171450" indent="-171450" defTabSz="814388">
              <a:lnSpc>
                <a:spcPct val="95000"/>
              </a:lnSpc>
              <a:buClr>
                <a:srgbClr val="0183B7"/>
              </a:buClr>
              <a:buSzPct val="100000"/>
            </a:pPr>
            <a:r>
              <a:rPr lang="en-US" sz="1600" b="1" dirty="0" smtClean="0">
                <a:solidFill>
                  <a:srgbClr val="0070C0"/>
                </a:solidFill>
                <a:latin typeface="Courier New" pitchFamily="49" charset="0"/>
                <a:cs typeface="Courier New" pitchFamily="49" charset="0"/>
              </a:rPr>
              <a:t>  router-id </a:t>
            </a:r>
            <a:r>
              <a:rPr lang="en-US" sz="1600" b="1" dirty="0">
                <a:solidFill>
                  <a:srgbClr val="0070C0"/>
                </a:solidFill>
                <a:latin typeface="Courier New" pitchFamily="49" charset="0"/>
                <a:cs typeface="Courier New" pitchFamily="49" charset="0"/>
              </a:rPr>
              <a:t>1.1.1.1</a:t>
            </a:r>
          </a:p>
          <a:p>
            <a:pPr marL="171450" indent="-171450" defTabSz="814388">
              <a:lnSpc>
                <a:spcPct val="95000"/>
              </a:lnSpc>
              <a:buClr>
                <a:srgbClr val="0183B7"/>
              </a:buClr>
              <a:buSzPct val="100000"/>
            </a:pPr>
            <a:r>
              <a:rPr lang="en-US" sz="1600" b="1" dirty="0" smtClean="0">
                <a:solidFill>
                  <a:srgbClr val="0070C0"/>
                </a:solidFill>
                <a:latin typeface="Courier New" pitchFamily="49" charset="0"/>
                <a:cs typeface="Courier New" pitchFamily="49" charset="0"/>
              </a:rPr>
              <a:t>interface </a:t>
            </a:r>
            <a:r>
              <a:rPr lang="en-US" sz="1600" b="1" dirty="0" smtClean="0">
                <a:solidFill>
                  <a:srgbClr val="C00000"/>
                </a:solidFill>
                <a:latin typeface="Courier New" pitchFamily="49" charset="0"/>
                <a:cs typeface="Courier New" pitchFamily="49" charset="0"/>
              </a:rPr>
              <a:t>g2</a:t>
            </a:r>
            <a:endParaRPr lang="en-US" sz="1600" b="1" dirty="0">
              <a:solidFill>
                <a:srgbClr val="C00000"/>
              </a:solidFill>
              <a:latin typeface="Courier New" pitchFamily="49" charset="0"/>
              <a:cs typeface="Courier New" pitchFamily="49" charset="0"/>
            </a:endParaRPr>
          </a:p>
          <a:p>
            <a:pPr marL="171450" indent="-171450" defTabSz="814388">
              <a:lnSpc>
                <a:spcPct val="95000"/>
              </a:lnSpc>
              <a:buClr>
                <a:srgbClr val="0183B7"/>
              </a:buClr>
              <a:buSzPct val="100000"/>
            </a:pPr>
            <a:r>
              <a:rPr lang="en-US" sz="1600" b="1" dirty="0" smtClean="0">
                <a:solidFill>
                  <a:srgbClr val="0070C0"/>
                </a:solidFill>
                <a:latin typeface="Courier New" pitchFamily="49" charset="0"/>
                <a:cs typeface="Courier New" pitchFamily="49" charset="0"/>
              </a:rPr>
              <a:t>  ipv6 </a:t>
            </a:r>
            <a:r>
              <a:rPr lang="en-US" sz="1600" b="1" dirty="0" err="1">
                <a:solidFill>
                  <a:srgbClr val="C00000"/>
                </a:solidFill>
                <a:latin typeface="Courier New" pitchFamily="49" charset="0"/>
                <a:cs typeface="Courier New" pitchFamily="49" charset="0"/>
              </a:rPr>
              <a:t>ospf</a:t>
            </a:r>
            <a:r>
              <a:rPr lang="en-US" sz="1600" b="1" dirty="0">
                <a:solidFill>
                  <a:srgbClr val="C00000"/>
                </a:solidFill>
                <a:latin typeface="Courier New" pitchFamily="49" charset="0"/>
                <a:cs typeface="Courier New" pitchFamily="49" charset="0"/>
              </a:rPr>
              <a:t> 1</a:t>
            </a:r>
            <a:r>
              <a:rPr lang="en-US" sz="1600" b="1" dirty="0">
                <a:solidFill>
                  <a:srgbClr val="0070C0"/>
                </a:solidFill>
                <a:latin typeface="Courier New" pitchFamily="49" charset="0"/>
                <a:cs typeface="Courier New" pitchFamily="49" charset="0"/>
              </a:rPr>
              <a:t> area 0</a:t>
            </a:r>
          </a:p>
        </p:txBody>
      </p:sp>
      <p:sp>
        <p:nvSpPr>
          <p:cNvPr id="21" name="Rectangle 16"/>
          <p:cNvSpPr>
            <a:spLocks noChangeArrowheads="1"/>
          </p:cNvSpPr>
          <p:nvPr/>
        </p:nvSpPr>
        <p:spPr bwMode="auto">
          <a:xfrm>
            <a:off x="-1238" y="5372006"/>
            <a:ext cx="4114451" cy="560153"/>
          </a:xfrm>
          <a:prstGeom prst="rect">
            <a:avLst/>
          </a:prstGeom>
          <a:solidFill>
            <a:schemeClr val="accent5">
              <a:lumMod val="20000"/>
              <a:lumOff val="80000"/>
            </a:schemeClr>
          </a:solidFill>
          <a:ln w="28575">
            <a:solidFill>
              <a:schemeClr val="accent1"/>
            </a:solidFill>
            <a:miter lim="800000"/>
            <a:headEnd/>
            <a:tailEnd/>
          </a:ln>
          <a:effectLst/>
          <a:extLst/>
        </p:spPr>
        <p:txBody>
          <a:bodyPr wrap="square">
            <a:spAutoFit/>
          </a:bodyPr>
          <a:lstStyle/>
          <a:p>
            <a:pPr>
              <a:lnSpc>
                <a:spcPct val="95000"/>
              </a:lnSpc>
              <a:tabLst>
                <a:tab pos="7654925" algn="r"/>
              </a:tabLst>
            </a:pPr>
            <a:r>
              <a:rPr lang="en-US" sz="1600" b="1" dirty="0">
                <a:solidFill>
                  <a:srgbClr val="0070C0"/>
                </a:solidFill>
                <a:latin typeface="Courier New" pitchFamily="49" charset="0"/>
              </a:rPr>
              <a:t>show ipv6 </a:t>
            </a:r>
            <a:r>
              <a:rPr lang="en-US" sz="1600" b="1" dirty="0" err="1">
                <a:solidFill>
                  <a:srgbClr val="C00000"/>
                </a:solidFill>
                <a:latin typeface="Courier New" pitchFamily="49" charset="0"/>
              </a:rPr>
              <a:t>eigrp</a:t>
            </a:r>
            <a:r>
              <a:rPr lang="en-US" sz="1600" b="1" dirty="0">
                <a:solidFill>
                  <a:srgbClr val="0070C0"/>
                </a:solidFill>
                <a:latin typeface="Courier New" pitchFamily="49" charset="0"/>
              </a:rPr>
              <a:t> </a:t>
            </a:r>
            <a:r>
              <a:rPr lang="en-US" sz="1600" b="1" dirty="0" smtClean="0">
                <a:solidFill>
                  <a:srgbClr val="0070C0"/>
                </a:solidFill>
                <a:latin typeface="Courier New" pitchFamily="49" charset="0"/>
              </a:rPr>
              <a:t>neighbors</a:t>
            </a:r>
          </a:p>
          <a:p>
            <a:pPr>
              <a:lnSpc>
                <a:spcPct val="95000"/>
              </a:lnSpc>
              <a:tabLst>
                <a:tab pos="7654925" algn="r"/>
              </a:tabLst>
            </a:pPr>
            <a:r>
              <a:rPr lang="en-US" sz="1600" b="1" dirty="0" smtClean="0">
                <a:solidFill>
                  <a:srgbClr val="0070C0"/>
                </a:solidFill>
                <a:latin typeface="Courier New" pitchFamily="49" charset="0"/>
              </a:rPr>
              <a:t>show </a:t>
            </a:r>
            <a:r>
              <a:rPr lang="en-US" sz="1600" b="1" dirty="0">
                <a:solidFill>
                  <a:srgbClr val="0070C0"/>
                </a:solidFill>
                <a:latin typeface="Courier New" pitchFamily="49" charset="0"/>
              </a:rPr>
              <a:t>ipv6 </a:t>
            </a:r>
            <a:r>
              <a:rPr lang="en-US" sz="1600" b="1" dirty="0" err="1">
                <a:solidFill>
                  <a:srgbClr val="C00000"/>
                </a:solidFill>
                <a:latin typeface="Courier New" pitchFamily="49" charset="0"/>
              </a:rPr>
              <a:t>ospf</a:t>
            </a:r>
            <a:r>
              <a:rPr lang="en-US" sz="1600" b="1" dirty="0">
                <a:solidFill>
                  <a:srgbClr val="0070C0"/>
                </a:solidFill>
                <a:latin typeface="Courier New" pitchFamily="49" charset="0"/>
              </a:rPr>
              <a:t> </a:t>
            </a:r>
            <a:r>
              <a:rPr lang="en-US" sz="1600" b="1" dirty="0" smtClean="0">
                <a:solidFill>
                  <a:srgbClr val="0070C0"/>
                </a:solidFill>
                <a:latin typeface="Courier New" pitchFamily="49" charset="0"/>
              </a:rPr>
              <a:t> neighbors</a:t>
            </a:r>
            <a:endParaRPr lang="en-US" sz="1600" b="1" dirty="0">
              <a:solidFill>
                <a:srgbClr val="0070C0"/>
              </a:solidFill>
              <a:latin typeface="Courier New" pitchFamily="49" charset="0"/>
            </a:endParaRPr>
          </a:p>
        </p:txBody>
      </p:sp>
      <p:sp>
        <p:nvSpPr>
          <p:cNvPr id="22" name="Rectangle 21"/>
          <p:cNvSpPr/>
          <p:nvPr/>
        </p:nvSpPr>
        <p:spPr>
          <a:xfrm>
            <a:off x="4972048" y="5474395"/>
            <a:ext cx="2921000" cy="794064"/>
          </a:xfrm>
          <a:prstGeom prst="rect">
            <a:avLst/>
          </a:prstGeom>
          <a:solidFill>
            <a:schemeClr val="accent6">
              <a:lumMod val="20000"/>
              <a:lumOff val="80000"/>
            </a:schemeClr>
          </a:solidFill>
          <a:ln w="28575">
            <a:solidFill>
              <a:srgbClr val="0070C0"/>
            </a:solidFill>
          </a:ln>
        </p:spPr>
        <p:txBody>
          <a:bodyPr wrap="square">
            <a:spAutoFit/>
          </a:bodyPr>
          <a:lstStyle/>
          <a:p>
            <a:pPr marL="171450" indent="-171450" defTabSz="814388">
              <a:lnSpc>
                <a:spcPct val="95000"/>
              </a:lnSpc>
              <a:buClr>
                <a:srgbClr val="0183B7"/>
              </a:buClr>
              <a:buSzPct val="100000"/>
            </a:pPr>
            <a:r>
              <a:rPr lang="en-US" sz="1600" b="1" dirty="0">
                <a:solidFill>
                  <a:srgbClr val="0070C0"/>
                </a:solidFill>
                <a:latin typeface="Courier New" pitchFamily="49" charset="0"/>
                <a:cs typeface="Courier New" pitchFamily="49" charset="0"/>
              </a:rPr>
              <a:t>ipv6 router </a:t>
            </a:r>
            <a:r>
              <a:rPr lang="en-US" sz="1600" b="1" dirty="0">
                <a:solidFill>
                  <a:srgbClr val="C00000"/>
                </a:solidFill>
                <a:latin typeface="Courier New" pitchFamily="49" charset="0"/>
                <a:cs typeface="Courier New" pitchFamily="49" charset="0"/>
              </a:rPr>
              <a:t>rip tag1</a:t>
            </a:r>
          </a:p>
          <a:p>
            <a:pPr marL="171450" indent="-171450" defTabSz="814388">
              <a:lnSpc>
                <a:spcPct val="95000"/>
              </a:lnSpc>
              <a:buClr>
                <a:srgbClr val="0183B7"/>
              </a:buClr>
              <a:buSzPct val="100000"/>
            </a:pPr>
            <a:r>
              <a:rPr lang="en-US" sz="1600" b="1" dirty="0" smtClean="0">
                <a:solidFill>
                  <a:srgbClr val="0070C0"/>
                </a:solidFill>
                <a:latin typeface="Courier New" pitchFamily="49" charset="0"/>
                <a:cs typeface="Courier New" pitchFamily="49" charset="0"/>
              </a:rPr>
              <a:t>interface </a:t>
            </a:r>
            <a:r>
              <a:rPr lang="en-US" sz="1600" b="1" dirty="0" smtClean="0">
                <a:solidFill>
                  <a:srgbClr val="C00000"/>
                </a:solidFill>
                <a:latin typeface="Courier New" pitchFamily="49" charset="0"/>
                <a:cs typeface="Courier New" pitchFamily="49" charset="0"/>
              </a:rPr>
              <a:t>g2</a:t>
            </a:r>
            <a:endParaRPr lang="en-US" sz="1600" b="1" dirty="0">
              <a:solidFill>
                <a:srgbClr val="C00000"/>
              </a:solidFill>
              <a:latin typeface="Courier New" pitchFamily="49" charset="0"/>
              <a:cs typeface="Courier New" pitchFamily="49" charset="0"/>
            </a:endParaRPr>
          </a:p>
          <a:p>
            <a:pPr marL="171450" indent="-171450" defTabSz="814388">
              <a:lnSpc>
                <a:spcPct val="95000"/>
              </a:lnSpc>
              <a:buClr>
                <a:srgbClr val="0183B7"/>
              </a:buClr>
              <a:buSzPct val="100000"/>
            </a:pPr>
            <a:r>
              <a:rPr lang="en-US" sz="1600" b="1" dirty="0" smtClean="0">
                <a:solidFill>
                  <a:srgbClr val="0070C0"/>
                </a:solidFill>
                <a:latin typeface="Courier New" pitchFamily="49" charset="0"/>
                <a:cs typeface="Courier New" pitchFamily="49" charset="0"/>
              </a:rPr>
              <a:t>  ipv6 </a:t>
            </a:r>
            <a:r>
              <a:rPr lang="en-US" sz="1600" b="1" dirty="0">
                <a:solidFill>
                  <a:srgbClr val="C00000"/>
                </a:solidFill>
                <a:latin typeface="Courier New" pitchFamily="49" charset="0"/>
                <a:cs typeface="Courier New" pitchFamily="49" charset="0"/>
              </a:rPr>
              <a:t>rip tag1 </a:t>
            </a:r>
            <a:r>
              <a:rPr lang="en-US" sz="1600" b="1" dirty="0">
                <a:solidFill>
                  <a:srgbClr val="0070C0"/>
                </a:solidFill>
                <a:latin typeface="Courier New" pitchFamily="49" charset="0"/>
                <a:cs typeface="Courier New" pitchFamily="49" charset="0"/>
              </a:rPr>
              <a:t>enable</a:t>
            </a:r>
          </a:p>
        </p:txBody>
      </p:sp>
    </p:spTree>
    <p:extLst>
      <p:ext uri="{BB962C8B-B14F-4D97-AF65-F5344CB8AC3E}">
        <p14:creationId xmlns:p14="http://schemas.microsoft.com/office/powerpoint/2010/main" val="41359156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randombar(horizontal)">
                                      <p:cBhvr>
                                        <p:cTn id="12" dur="500"/>
                                        <p:tgtEl>
                                          <p:spTgt spid="13"/>
                                        </p:tgtEl>
                                      </p:cBhvr>
                                    </p:animEffect>
                                  </p:childTnLst>
                                </p:cTn>
                              </p:par>
                              <p:par>
                                <p:cTn id="13" presetID="14"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randombar(horizont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randombar(horizontal)">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randombar(horizontal)">
                                      <p:cBhvr>
                                        <p:cTn id="25" dur="500"/>
                                        <p:tgtEl>
                                          <p:spTgt spid="17"/>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randombar(horizontal)">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randombar(horizontal)">
                                      <p:cBhvr>
                                        <p:cTn id="33" dur="500"/>
                                        <p:tgtEl>
                                          <p:spTgt spid="19"/>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randombar(horizontal)">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randombar(horizontal)">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randombar(horizontal)">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20" grpId="0" animBg="1"/>
      <p:bldP spid="21" grpId="0" animBg="1"/>
      <p:bldP spid="22"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a:ea typeface="宋体" panose="02010600030101010101" pitchFamily="2" charset="-122"/>
              </a:rPr>
              <a:t>IPv4-to-IPv6 </a:t>
            </a:r>
            <a:r>
              <a:rPr lang="en-US" altLang="zh-CN" sz="2400" dirty="0" smtClean="0">
                <a:ea typeface="宋体" panose="02010600030101010101" pitchFamily="2" charset="-122"/>
              </a:rPr>
              <a:t>Transition</a:t>
            </a:r>
            <a:endParaRPr lang="en-US" altLang="zh-CN" sz="2400" dirty="0">
              <a:ea typeface="宋体" panose="02010600030101010101" pitchFamily="2" charset="-122"/>
            </a:endParaRPr>
          </a:p>
        </p:txBody>
      </p:sp>
      <p:pic>
        <p:nvPicPr>
          <p:cNvPr id="3" name="Picture 2"/>
          <p:cNvPicPr>
            <a:picLocks noChangeAspect="1"/>
          </p:cNvPicPr>
          <p:nvPr/>
        </p:nvPicPr>
        <p:blipFill>
          <a:blip r:embed="rId3"/>
          <a:stretch>
            <a:fillRect/>
          </a:stretch>
        </p:blipFill>
        <p:spPr>
          <a:xfrm>
            <a:off x="607151" y="1832484"/>
            <a:ext cx="7981950" cy="1676400"/>
          </a:xfrm>
          <a:prstGeom prst="rect">
            <a:avLst/>
          </a:prstGeom>
        </p:spPr>
      </p:pic>
      <p:sp>
        <p:nvSpPr>
          <p:cNvPr id="4" name="Rectangle 9"/>
          <p:cNvSpPr>
            <a:spLocks noChangeArrowheads="1"/>
          </p:cNvSpPr>
          <p:nvPr/>
        </p:nvSpPr>
        <p:spPr bwMode="auto">
          <a:xfrm>
            <a:off x="1639910" y="4062323"/>
            <a:ext cx="536704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635000" lvl="2" indent="-228600">
              <a:lnSpc>
                <a:spcPct val="95000"/>
              </a:lnSpc>
              <a:spcBef>
                <a:spcPct val="20000"/>
              </a:spcBef>
              <a:buClr>
                <a:schemeClr val="accent1"/>
              </a:buClr>
              <a:buFont typeface="Wingdings" pitchFamily="2" charset="2"/>
              <a:buChar char="§"/>
            </a:pPr>
            <a:r>
              <a:rPr lang="en-US" smtClean="0">
                <a:latin typeface="Times" pitchFamily="18" charset="0"/>
                <a:cs typeface="Times" pitchFamily="18" charset="0"/>
              </a:rPr>
              <a:t>Different </a:t>
            </a:r>
            <a:r>
              <a:rPr lang="en-US">
                <a:latin typeface="Times" pitchFamily="18" charset="0"/>
                <a:cs typeface="Times" pitchFamily="18" charset="0"/>
              </a:rPr>
              <a:t>transition mechanisms are available:</a:t>
            </a:r>
          </a:p>
          <a:p>
            <a:pPr marL="977900" lvl="3" indent="-228600">
              <a:lnSpc>
                <a:spcPct val="95000"/>
              </a:lnSpc>
              <a:spcBef>
                <a:spcPct val="20000"/>
              </a:spcBef>
              <a:buClr>
                <a:schemeClr val="accent1"/>
              </a:buClr>
              <a:buFont typeface="Arial" pitchFamily="34" charset="0"/>
              <a:buChar char="–"/>
            </a:pPr>
            <a:r>
              <a:rPr lang="en-US">
                <a:latin typeface="Times" pitchFamily="18" charset="0"/>
                <a:cs typeface="Times" pitchFamily="18" charset="0"/>
              </a:rPr>
              <a:t>Dual stack</a:t>
            </a:r>
          </a:p>
          <a:p>
            <a:pPr marL="977900" lvl="3" indent="-228600">
              <a:lnSpc>
                <a:spcPct val="95000"/>
              </a:lnSpc>
              <a:spcBef>
                <a:spcPct val="20000"/>
              </a:spcBef>
              <a:buClr>
                <a:schemeClr val="accent1"/>
              </a:buClr>
              <a:buFont typeface="Arial" pitchFamily="34" charset="0"/>
              <a:buChar char="–"/>
            </a:pPr>
            <a:r>
              <a:rPr lang="en-US">
                <a:latin typeface="Times" pitchFamily="18" charset="0"/>
                <a:cs typeface="Times" pitchFamily="18" charset="0"/>
              </a:rPr>
              <a:t>Manual tunnel</a:t>
            </a:r>
          </a:p>
          <a:p>
            <a:pPr marL="977900" lvl="3" indent="-228600">
              <a:lnSpc>
                <a:spcPct val="95000"/>
              </a:lnSpc>
              <a:spcBef>
                <a:spcPct val="20000"/>
              </a:spcBef>
              <a:buClr>
                <a:schemeClr val="accent1"/>
              </a:buClr>
              <a:buFont typeface="Arial" pitchFamily="34" charset="0"/>
              <a:buChar char="–"/>
            </a:pPr>
            <a:r>
              <a:rPr lang="en-US">
                <a:latin typeface="Times" pitchFamily="18" charset="0"/>
                <a:cs typeface="Times" pitchFamily="18" charset="0"/>
              </a:rPr>
              <a:t>6to4 tunnel</a:t>
            </a:r>
          </a:p>
          <a:p>
            <a:pPr marL="977900" lvl="3" indent="-228600">
              <a:lnSpc>
                <a:spcPct val="95000"/>
              </a:lnSpc>
              <a:spcBef>
                <a:spcPct val="20000"/>
              </a:spcBef>
              <a:buClr>
                <a:schemeClr val="accent1"/>
              </a:buClr>
              <a:buFont typeface="Arial" pitchFamily="34" charset="0"/>
              <a:buChar char="–"/>
            </a:pPr>
            <a:r>
              <a:rPr lang="en-US">
                <a:latin typeface="Times" pitchFamily="18" charset="0"/>
                <a:cs typeface="Times" pitchFamily="18" charset="0"/>
              </a:rPr>
              <a:t>ISATAP tunnel</a:t>
            </a:r>
          </a:p>
          <a:p>
            <a:pPr marL="977900" lvl="3" indent="-228600">
              <a:lnSpc>
                <a:spcPct val="95000"/>
              </a:lnSpc>
              <a:spcBef>
                <a:spcPct val="20000"/>
              </a:spcBef>
              <a:buClr>
                <a:schemeClr val="accent1"/>
              </a:buClr>
              <a:buFont typeface="Arial" pitchFamily="34" charset="0"/>
              <a:buChar char="–"/>
            </a:pPr>
            <a:r>
              <a:rPr lang="en-US">
                <a:latin typeface="Times" pitchFamily="18" charset="0"/>
                <a:cs typeface="Times" pitchFamily="18" charset="0"/>
              </a:rPr>
              <a:t>Teredo </a:t>
            </a:r>
            <a:r>
              <a:rPr lang="en-US" smtClean="0">
                <a:latin typeface="Times" pitchFamily="18" charset="0"/>
                <a:cs typeface="Times" pitchFamily="18" charset="0"/>
              </a:rPr>
              <a:t>tunnel</a:t>
            </a:r>
            <a:endParaRPr lang="en-US">
              <a:latin typeface="Times" pitchFamily="18" charset="0"/>
              <a:cs typeface="Times" pitchFamily="18" charset="0"/>
            </a:endParaRPr>
          </a:p>
        </p:txBody>
      </p:sp>
      <p:sp>
        <p:nvSpPr>
          <p:cNvPr id="5" name="TextBox 4"/>
          <p:cNvSpPr txBox="1"/>
          <p:nvPr/>
        </p:nvSpPr>
        <p:spPr>
          <a:xfrm>
            <a:off x="3037050" y="3017244"/>
            <a:ext cx="678391" cy="320088"/>
          </a:xfrm>
          <a:prstGeom prst="rect">
            <a:avLst/>
          </a:prstGeom>
          <a:noFill/>
        </p:spPr>
        <p:txBody>
          <a:bodyPr wrap="none" rtlCol="0">
            <a:spAutoFit/>
          </a:bodyPr>
          <a:lstStyle/>
          <a:p>
            <a:r>
              <a:rPr lang="en-US" sz="1600" b="1" dirty="0" smtClean="0">
                <a:solidFill>
                  <a:schemeClr val="accent6">
                    <a:lumMod val="75000"/>
                  </a:schemeClr>
                </a:solidFill>
                <a:latin typeface="Courier New" pitchFamily="49" charset="0"/>
                <a:cs typeface="Courier New" pitchFamily="49" charset="0"/>
              </a:rPr>
              <a:t>IPv6</a:t>
            </a:r>
            <a:endParaRPr lang="en-US" sz="1600" b="1" dirty="0">
              <a:solidFill>
                <a:schemeClr val="accent6">
                  <a:lumMod val="75000"/>
                </a:schemeClr>
              </a:solidFill>
              <a:latin typeface="Courier New" pitchFamily="49" charset="0"/>
              <a:cs typeface="Courier New" pitchFamily="49" charset="0"/>
            </a:endParaRPr>
          </a:p>
        </p:txBody>
      </p:sp>
      <p:sp>
        <p:nvSpPr>
          <p:cNvPr id="6" name="TextBox 5"/>
          <p:cNvSpPr txBox="1"/>
          <p:nvPr/>
        </p:nvSpPr>
        <p:spPr>
          <a:xfrm>
            <a:off x="5456693" y="3017244"/>
            <a:ext cx="678391" cy="320088"/>
          </a:xfrm>
          <a:prstGeom prst="rect">
            <a:avLst/>
          </a:prstGeom>
          <a:noFill/>
        </p:spPr>
        <p:txBody>
          <a:bodyPr wrap="none" rtlCol="0">
            <a:spAutoFit/>
          </a:bodyPr>
          <a:lstStyle/>
          <a:p>
            <a:r>
              <a:rPr lang="en-US" sz="1600" b="1" smtClean="0">
                <a:solidFill>
                  <a:schemeClr val="accent6">
                    <a:lumMod val="75000"/>
                  </a:schemeClr>
                </a:solidFill>
                <a:latin typeface="Courier New" pitchFamily="49" charset="0"/>
                <a:cs typeface="Courier New" pitchFamily="49" charset="0"/>
              </a:rPr>
              <a:t>IPv6</a:t>
            </a:r>
            <a:endParaRPr lang="en-US" sz="1600" b="1">
              <a:solidFill>
                <a:schemeClr val="accent6">
                  <a:lumMod val="75000"/>
                </a:schemeClr>
              </a:solidFill>
              <a:latin typeface="Courier New" pitchFamily="49" charset="0"/>
              <a:cs typeface="Courier New" pitchFamily="49" charset="0"/>
            </a:endParaRPr>
          </a:p>
        </p:txBody>
      </p:sp>
    </p:spTree>
    <p:extLst>
      <p:ext uri="{BB962C8B-B14F-4D97-AF65-F5344CB8AC3E}">
        <p14:creationId xmlns:p14="http://schemas.microsoft.com/office/powerpoint/2010/main" val="519012298"/>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3"/>
          <a:stretch>
            <a:fillRect/>
          </a:stretch>
        </p:blipFill>
        <p:spPr>
          <a:xfrm>
            <a:off x="607151" y="3155654"/>
            <a:ext cx="7981950" cy="1676400"/>
          </a:xfrm>
          <a:prstGeom prst="rect">
            <a:avLst/>
          </a:prstGeom>
        </p:spPr>
      </p:pic>
      <p:sp>
        <p:nvSpPr>
          <p:cNvPr id="17411" name="Rectangle 2"/>
          <p:cNvSpPr>
            <a:spLocks noGrp="1" noChangeArrowheads="1"/>
          </p:cNvSpPr>
          <p:nvPr>
            <p:ph type="title"/>
          </p:nvPr>
        </p:nvSpPr>
        <p:spPr/>
        <p:txBody>
          <a:bodyPr/>
          <a:lstStyle/>
          <a:p>
            <a:r>
              <a:rPr lang="en-US" altLang="zh-CN" dirty="0" smtClean="0">
                <a:ea typeface="宋体" panose="02010600030101010101" pitchFamily="2" charset="-122"/>
              </a:rPr>
              <a:t>IPv6</a:t>
            </a:r>
            <a:r>
              <a:rPr lang="en-US" altLang="zh-CN" dirty="0">
                <a:ea typeface="宋体" panose="02010600030101010101" pitchFamily="2" charset="-122"/>
              </a:rPr>
              <a:t>: </a:t>
            </a:r>
            <a:r>
              <a:rPr lang="en-US" altLang="zh-CN" sz="2400" dirty="0" smtClean="0">
                <a:ea typeface="宋体" panose="02010600030101010101" pitchFamily="2" charset="-122"/>
              </a:rPr>
              <a:t>NAT-PT (</a:t>
            </a:r>
            <a:r>
              <a:rPr lang="en-US" altLang="zh-CN" sz="2400" dirty="0" err="1" smtClean="0">
                <a:ea typeface="宋体" panose="02010600030101010101" pitchFamily="2" charset="-122"/>
              </a:rPr>
              <a:t>Proxying</a:t>
            </a:r>
            <a:r>
              <a:rPr lang="en-US" altLang="zh-CN" sz="2400" dirty="0" smtClean="0">
                <a:ea typeface="宋体" panose="02010600030101010101" pitchFamily="2" charset="-122"/>
              </a:rPr>
              <a:t> &amp; Translation)</a:t>
            </a:r>
            <a:endParaRPr lang="en-US" altLang="zh-CN" sz="2400" dirty="0">
              <a:ea typeface="宋体" panose="02010600030101010101" pitchFamily="2" charset="-122"/>
            </a:endParaRPr>
          </a:p>
        </p:txBody>
      </p:sp>
      <p:pic>
        <p:nvPicPr>
          <p:cNvPr id="4" name="Picture 129" descr="serv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3433" y="1799277"/>
            <a:ext cx="60166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p:cNvCxnSpPr/>
          <p:nvPr/>
        </p:nvCxnSpPr>
        <p:spPr>
          <a:xfrm flipV="1">
            <a:off x="4621156" y="2731636"/>
            <a:ext cx="0" cy="88666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193348" y="2055541"/>
            <a:ext cx="861831" cy="480131"/>
          </a:xfrm>
          <a:prstGeom prst="rect">
            <a:avLst/>
          </a:prstGeom>
          <a:noFill/>
        </p:spPr>
        <p:txBody>
          <a:bodyPr wrap="square" rtlCol="0">
            <a:spAutoFit/>
          </a:bodyPr>
          <a:lstStyle/>
          <a:p>
            <a:pPr algn="ctr"/>
            <a:r>
              <a:rPr lang="en-US" sz="1400" b="1" smtClean="0">
                <a:solidFill>
                  <a:srgbClr val="FFFF00"/>
                </a:solidFill>
                <a:effectLst>
                  <a:glow rad="228600">
                    <a:schemeClr val="accent2">
                      <a:satMod val="175000"/>
                      <a:alpha val="40000"/>
                    </a:schemeClr>
                  </a:glow>
                </a:effectLst>
                <a:latin typeface="Courier New" pitchFamily="49" charset="0"/>
                <a:cs typeface="Courier New" pitchFamily="49" charset="0"/>
              </a:rPr>
              <a:t>Web</a:t>
            </a:r>
            <a:endParaRPr lang="vi-VN" sz="1400" b="1" smtClean="0">
              <a:solidFill>
                <a:srgbClr val="FFFF00"/>
              </a:solidFill>
              <a:effectLst>
                <a:glow rad="228600">
                  <a:schemeClr val="accent2">
                    <a:satMod val="175000"/>
                    <a:alpha val="40000"/>
                  </a:schemeClr>
                </a:glow>
              </a:effectLst>
              <a:latin typeface="Courier New" pitchFamily="49" charset="0"/>
              <a:cs typeface="Courier New" pitchFamily="49" charset="0"/>
            </a:endParaRPr>
          </a:p>
          <a:p>
            <a:pPr algn="ctr"/>
            <a:r>
              <a:rPr lang="vi-VN" sz="1400" b="1" smtClean="0">
                <a:solidFill>
                  <a:srgbClr val="FFFF00"/>
                </a:solidFill>
                <a:effectLst>
                  <a:glow rad="228600">
                    <a:schemeClr val="accent2">
                      <a:satMod val="175000"/>
                      <a:alpha val="40000"/>
                    </a:schemeClr>
                  </a:glow>
                </a:effectLst>
                <a:latin typeface="Courier New" pitchFamily="49" charset="0"/>
                <a:cs typeface="Courier New" pitchFamily="49" charset="0"/>
              </a:rPr>
              <a:t>Server</a:t>
            </a:r>
            <a:endParaRPr lang="en-US" sz="1400" b="1" smtClean="0">
              <a:solidFill>
                <a:srgbClr val="FFFF00"/>
              </a:solidFill>
              <a:effectLst>
                <a:glow rad="228600">
                  <a:schemeClr val="accent2">
                    <a:satMod val="175000"/>
                    <a:alpha val="40000"/>
                  </a:schemeClr>
                </a:glow>
              </a:effectLst>
              <a:latin typeface="Courier New" pitchFamily="49" charset="0"/>
              <a:cs typeface="Courier New" pitchFamily="49" charset="0"/>
            </a:endParaRPr>
          </a:p>
        </p:txBody>
      </p:sp>
      <p:cxnSp>
        <p:nvCxnSpPr>
          <p:cNvPr id="8" name="Straight Connector 7"/>
          <p:cNvCxnSpPr/>
          <p:nvPr/>
        </p:nvCxnSpPr>
        <p:spPr>
          <a:xfrm flipV="1">
            <a:off x="5802256" y="4179436"/>
            <a:ext cx="0" cy="886668"/>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9" name="Picture 129" descr="serv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1424" y="5058166"/>
            <a:ext cx="60166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5371339" y="5314430"/>
            <a:ext cx="861831" cy="480131"/>
          </a:xfrm>
          <a:prstGeom prst="rect">
            <a:avLst/>
          </a:prstGeom>
          <a:noFill/>
        </p:spPr>
        <p:txBody>
          <a:bodyPr wrap="square" rtlCol="0">
            <a:spAutoFit/>
          </a:bodyPr>
          <a:lstStyle/>
          <a:p>
            <a:pPr algn="ctr"/>
            <a:r>
              <a:rPr lang="en-US" sz="1400" b="1" smtClean="0">
                <a:solidFill>
                  <a:srgbClr val="FFFF00"/>
                </a:solidFill>
                <a:effectLst>
                  <a:glow rad="228600">
                    <a:schemeClr val="accent2">
                      <a:satMod val="175000"/>
                      <a:alpha val="40000"/>
                    </a:schemeClr>
                  </a:glow>
                </a:effectLst>
                <a:latin typeface="Courier New" pitchFamily="49" charset="0"/>
                <a:cs typeface="Courier New" pitchFamily="49" charset="0"/>
              </a:rPr>
              <a:t>Proxy</a:t>
            </a:r>
            <a:endParaRPr lang="vi-VN" sz="1400" b="1" smtClean="0">
              <a:solidFill>
                <a:srgbClr val="FFFF00"/>
              </a:solidFill>
              <a:effectLst>
                <a:glow rad="228600">
                  <a:schemeClr val="accent2">
                    <a:satMod val="175000"/>
                    <a:alpha val="40000"/>
                  </a:schemeClr>
                </a:glow>
              </a:effectLst>
              <a:latin typeface="Courier New" pitchFamily="49" charset="0"/>
              <a:cs typeface="Courier New" pitchFamily="49" charset="0"/>
            </a:endParaRPr>
          </a:p>
          <a:p>
            <a:pPr algn="ctr"/>
            <a:r>
              <a:rPr lang="en-US" sz="1400" b="1" smtClean="0">
                <a:solidFill>
                  <a:srgbClr val="FFFF00"/>
                </a:solidFill>
                <a:effectLst>
                  <a:glow rad="228600">
                    <a:schemeClr val="accent2">
                      <a:satMod val="175000"/>
                      <a:alpha val="40000"/>
                    </a:schemeClr>
                  </a:glow>
                </a:effectLst>
                <a:latin typeface="Courier New" pitchFamily="49" charset="0"/>
                <a:cs typeface="Courier New" pitchFamily="49" charset="0"/>
              </a:rPr>
              <a:t>NAT-PT</a:t>
            </a:r>
          </a:p>
        </p:txBody>
      </p:sp>
      <p:sp>
        <p:nvSpPr>
          <p:cNvPr id="11" name="TextBox 10"/>
          <p:cNvSpPr txBox="1"/>
          <p:nvPr/>
        </p:nvSpPr>
        <p:spPr>
          <a:xfrm>
            <a:off x="4559879" y="2731154"/>
            <a:ext cx="614271" cy="291618"/>
          </a:xfrm>
          <a:prstGeom prst="rect">
            <a:avLst/>
          </a:prstGeom>
          <a:noFill/>
        </p:spPr>
        <p:txBody>
          <a:bodyPr wrap="none" rtlCol="0">
            <a:spAutoFit/>
          </a:bodyPr>
          <a:lstStyle/>
          <a:p>
            <a:r>
              <a:rPr lang="en-US" sz="1400" b="1" smtClean="0">
                <a:solidFill>
                  <a:srgbClr val="0070C0"/>
                </a:solidFill>
                <a:latin typeface="Courier New" pitchFamily="49" charset="0"/>
                <a:cs typeface="Courier New" pitchFamily="49" charset="0"/>
              </a:rPr>
              <a:t>ipv4</a:t>
            </a:r>
            <a:endParaRPr lang="en-US" sz="1400" b="1">
              <a:solidFill>
                <a:srgbClr val="0070C0"/>
              </a:solidFill>
              <a:latin typeface="Courier New" pitchFamily="49" charset="0"/>
              <a:cs typeface="Courier New" pitchFamily="49" charset="0"/>
            </a:endParaRPr>
          </a:p>
        </p:txBody>
      </p:sp>
      <p:sp>
        <p:nvSpPr>
          <p:cNvPr id="12" name="TextBox 11"/>
          <p:cNvSpPr txBox="1"/>
          <p:nvPr/>
        </p:nvSpPr>
        <p:spPr>
          <a:xfrm>
            <a:off x="5254535" y="4799418"/>
            <a:ext cx="614271" cy="291618"/>
          </a:xfrm>
          <a:prstGeom prst="rect">
            <a:avLst/>
          </a:prstGeom>
          <a:noFill/>
        </p:spPr>
        <p:txBody>
          <a:bodyPr wrap="none" rtlCol="0">
            <a:spAutoFit/>
          </a:bodyPr>
          <a:lstStyle/>
          <a:p>
            <a:r>
              <a:rPr lang="en-US" sz="1400" b="1" smtClean="0">
                <a:solidFill>
                  <a:srgbClr val="0070C0"/>
                </a:solidFill>
                <a:latin typeface="Courier New" pitchFamily="49" charset="0"/>
                <a:cs typeface="Courier New" pitchFamily="49" charset="0"/>
              </a:rPr>
              <a:t>ipv4</a:t>
            </a:r>
            <a:endParaRPr lang="en-US" sz="1400" b="1">
              <a:solidFill>
                <a:srgbClr val="0070C0"/>
              </a:solidFill>
              <a:latin typeface="Courier New" pitchFamily="49" charset="0"/>
              <a:cs typeface="Courier New" pitchFamily="49" charset="0"/>
            </a:endParaRPr>
          </a:p>
        </p:txBody>
      </p:sp>
      <p:sp>
        <p:nvSpPr>
          <p:cNvPr id="13" name="TextBox 12"/>
          <p:cNvSpPr txBox="1"/>
          <p:nvPr/>
        </p:nvSpPr>
        <p:spPr>
          <a:xfrm>
            <a:off x="5795951" y="4799418"/>
            <a:ext cx="614271" cy="291618"/>
          </a:xfrm>
          <a:prstGeom prst="rect">
            <a:avLst/>
          </a:prstGeom>
          <a:noFill/>
        </p:spPr>
        <p:txBody>
          <a:bodyPr wrap="none" rtlCol="0">
            <a:spAutoFit/>
          </a:bodyPr>
          <a:lstStyle/>
          <a:p>
            <a:r>
              <a:rPr lang="en-US" sz="1400" b="1" smtClean="0">
                <a:solidFill>
                  <a:srgbClr val="C00000"/>
                </a:solidFill>
                <a:latin typeface="Courier New" pitchFamily="49" charset="0"/>
                <a:cs typeface="Courier New" pitchFamily="49" charset="0"/>
              </a:rPr>
              <a:t>ipv6</a:t>
            </a:r>
            <a:endParaRPr lang="en-US" sz="1400" b="1">
              <a:solidFill>
                <a:srgbClr val="C00000"/>
              </a:solidFill>
              <a:latin typeface="Courier New" pitchFamily="49" charset="0"/>
              <a:cs typeface="Courier New" pitchFamily="49" charset="0"/>
            </a:endParaRPr>
          </a:p>
        </p:txBody>
      </p:sp>
      <p:sp>
        <p:nvSpPr>
          <p:cNvPr id="14" name="TextBox 13"/>
          <p:cNvSpPr txBox="1"/>
          <p:nvPr/>
        </p:nvSpPr>
        <p:spPr>
          <a:xfrm>
            <a:off x="3365586" y="2731154"/>
            <a:ext cx="1258678" cy="291618"/>
          </a:xfrm>
          <a:prstGeom prst="rect">
            <a:avLst/>
          </a:prstGeom>
          <a:noFill/>
        </p:spPr>
        <p:txBody>
          <a:bodyPr wrap="none" rtlCol="0">
            <a:spAutoFit/>
          </a:bodyPr>
          <a:lstStyle/>
          <a:p>
            <a:r>
              <a:rPr lang="en-US" sz="1400" b="1">
                <a:solidFill>
                  <a:srgbClr val="0070C0"/>
                </a:solidFill>
                <a:latin typeface="Courier New" pitchFamily="49" charset="0"/>
                <a:cs typeface="Courier New" pitchFamily="49" charset="0"/>
              </a:rPr>
              <a:t>g</a:t>
            </a:r>
            <a:r>
              <a:rPr lang="en-US" sz="1400" b="1" smtClean="0">
                <a:solidFill>
                  <a:srgbClr val="0070C0"/>
                </a:solidFill>
                <a:latin typeface="Courier New" pitchFamily="49" charset="0"/>
                <a:cs typeface="Courier New" pitchFamily="49" charset="0"/>
              </a:rPr>
              <a:t>oogle.com</a:t>
            </a:r>
            <a:endParaRPr lang="en-US" sz="1400" b="1">
              <a:solidFill>
                <a:srgbClr val="0070C0"/>
              </a:solidFill>
              <a:latin typeface="Courier New" pitchFamily="49" charset="0"/>
              <a:cs typeface="Courier New" pitchFamily="49" charset="0"/>
            </a:endParaRPr>
          </a:p>
        </p:txBody>
      </p:sp>
      <p:sp>
        <p:nvSpPr>
          <p:cNvPr id="16" name="TextBox 15"/>
          <p:cNvSpPr txBox="1"/>
          <p:nvPr/>
        </p:nvSpPr>
        <p:spPr>
          <a:xfrm>
            <a:off x="7187214" y="4476961"/>
            <a:ext cx="1795684" cy="286232"/>
          </a:xfrm>
          <a:prstGeom prst="rect">
            <a:avLst/>
          </a:prstGeom>
          <a:noFill/>
        </p:spPr>
        <p:txBody>
          <a:bodyPr wrap="none" rtlCol="0">
            <a:spAutoFit/>
          </a:bodyPr>
          <a:lstStyle/>
          <a:p>
            <a:r>
              <a:rPr lang="en-US" sz="1400" b="1" smtClean="0">
                <a:solidFill>
                  <a:srgbClr val="0070C0"/>
                </a:solidFill>
                <a:latin typeface="Courier New" pitchFamily="49" charset="0"/>
                <a:cs typeface="Courier New" pitchFamily="49" charset="0"/>
              </a:rPr>
              <a:t>DNS: IPv6 Proxy</a:t>
            </a:r>
            <a:endParaRPr lang="en-US" sz="1400" b="1">
              <a:solidFill>
                <a:srgbClr val="0070C0"/>
              </a:solidFill>
              <a:latin typeface="Courier New" pitchFamily="49" charset="0"/>
              <a:cs typeface="Courier New" pitchFamily="49" charset="0"/>
            </a:endParaRPr>
          </a:p>
        </p:txBody>
      </p:sp>
    </p:spTree>
    <p:extLst>
      <p:ext uri="{BB962C8B-B14F-4D97-AF65-F5344CB8AC3E}">
        <p14:creationId xmlns:p14="http://schemas.microsoft.com/office/powerpoint/2010/main" val="213407832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TMP-DEV-PPT-v8.1">
  <a:themeElements>
    <a:clrScheme name="">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TMP-DEV-PPT-v8.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73019" tIns="36509" rIns="73019" bIns="36509" numCol="1" anchor="t" anchorCtr="0" compatLnSpc="1">
        <a:prstTxWarp prst="textNoShape">
          <a:avLst/>
        </a:prstTxWarp>
        <a:spAutoFit/>
      </a:bodyPr>
      <a:lstStyle>
        <a:defPPr marL="0" marR="0" indent="0" algn="l" defTabSz="914400" rtl="0" eaLnBrk="0" fontAlgn="base" latinLnBrk="0" hangingPunct="0">
          <a:lnSpc>
            <a:spcPct val="9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73019" tIns="36509" rIns="73019" bIns="36509" numCol="1" anchor="t" anchorCtr="0" compatLnSpc="1">
        <a:prstTxWarp prst="textNoShape">
          <a:avLst/>
        </a:prstTxWarp>
        <a:spAutoFit/>
      </a:bodyPr>
      <a:lstStyle>
        <a:defPPr marL="0" marR="0" indent="0" algn="l" defTabSz="914400" rtl="0" eaLnBrk="0" fontAlgn="base" latinLnBrk="0" hangingPunct="0">
          <a:lnSpc>
            <a:spcPct val="9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TMP-DEV-PPT-v8.1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MP-DEV-PPT-v8.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MP-DEV-PPT-v8.1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MP-DEV-PPT-v8.1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MP-DEV-PPT-v8.1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MP-DEV-PPT-v8.1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MP-DEV-PPT-v8.1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MP-DEV-PPT-v8.1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TMP-DEV-PPT-v8.1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3">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336599"/>
        </a:hlink>
        <a:folHlink>
          <a:srgbClr val="EEB30E"/>
        </a:folHlink>
      </a:clrScheme>
      <a:clrMap bg1="lt1" tx1="dk1" bg2="lt2" tx2="dk2" accent1="accent1" accent2="accent2" accent3="accent3" accent4="accent4" accent5="accent5" accent6="accent6" hlink="hlink" folHlink="folHlink"/>
    </a:extraClrScheme>
    <a:extraClrScheme>
      <a:clrScheme name="TMP-DEV-PPT-v8.1 14">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5">
        <a:dk1>
          <a:srgbClr val="000000"/>
        </a:dk1>
        <a:lt1>
          <a:srgbClr val="FFFFFF"/>
        </a:lt1>
        <a:dk2>
          <a:srgbClr val="0183B7"/>
        </a:dk2>
        <a:lt2>
          <a:srgbClr val="000000"/>
        </a:lt2>
        <a:accent1>
          <a:srgbClr val="0183B7"/>
        </a:accent1>
        <a:accent2>
          <a:srgbClr val="B92B38"/>
        </a:accent2>
        <a:accent3>
          <a:srgbClr val="FFFFFF"/>
        </a:accent3>
        <a:accent4>
          <a:srgbClr val="000000"/>
        </a:accent4>
        <a:accent5>
          <a:srgbClr val="AAC1D8"/>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6">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4B87C3"/>
        </a:hlink>
        <a:folHlink>
          <a:srgbClr val="EEB30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MP-DEV-PPT-v8.1">
  <a:themeElements>
    <a:clrScheme name="">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TMP-DEV-PPT-v8.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noFill/>
          <a:prstDash val="solid"/>
          <a:round/>
          <a:headEnd type="none" w="med" len="med"/>
          <a:tailEnd type="none" w="med" len="med"/>
        </a:ln>
        <a:effectLst/>
      </a:spPr>
      <a:bodyPr vert="horz" wrap="square" lIns="73019" tIns="36509" rIns="73019" bIns="36509" numCol="1" anchor="t" anchorCtr="0" compatLnSpc="1">
        <a:prstTxWarp prst="textNoShape">
          <a:avLst/>
        </a:prstTxWarp>
        <a:spAutoFit/>
      </a:bodyPr>
      <a:lstStyle>
        <a:defPPr marL="0" marR="0" indent="0" algn="l" defTabSz="914400" rtl="0" eaLnBrk="0" fontAlgn="base" latinLnBrk="0" hangingPunct="0">
          <a:lnSpc>
            <a:spcPct val="9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38100" cap="flat" cmpd="sng" algn="ctr">
          <a:noFill/>
          <a:prstDash val="solid"/>
          <a:round/>
          <a:headEnd type="none" w="med" len="med"/>
          <a:tailEnd type="none" w="med" len="med"/>
        </a:ln>
        <a:effectLst/>
      </a:spPr>
      <a:bodyPr vert="horz" wrap="square" lIns="73019" tIns="36509" rIns="73019" bIns="36509" numCol="1" anchor="t" anchorCtr="0" compatLnSpc="1">
        <a:prstTxWarp prst="textNoShape">
          <a:avLst/>
        </a:prstTxWarp>
        <a:spAutoFit/>
      </a:bodyPr>
      <a:lstStyle>
        <a:defPPr marL="0" marR="0" indent="0" algn="l" defTabSz="914400" rtl="0" eaLnBrk="0" fontAlgn="base" latinLnBrk="0" hangingPunct="0">
          <a:lnSpc>
            <a:spcPct val="9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TMP-DEV-PPT-v8.1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MP-DEV-PPT-v8.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MP-DEV-PPT-v8.1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MP-DEV-PPT-v8.1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MP-DEV-PPT-v8.1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MP-DEV-PPT-v8.1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MP-DEV-PPT-v8.1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MP-DEV-PPT-v8.1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TMP-DEV-PPT-v8.1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3">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336599"/>
        </a:hlink>
        <a:folHlink>
          <a:srgbClr val="EEB30E"/>
        </a:folHlink>
      </a:clrScheme>
      <a:clrMap bg1="lt1" tx1="dk1" bg2="lt2" tx2="dk2" accent1="accent1" accent2="accent2" accent3="accent3" accent4="accent4" accent5="accent5" accent6="accent6" hlink="hlink" folHlink="folHlink"/>
    </a:extraClrScheme>
    <a:extraClrScheme>
      <a:clrScheme name="TMP-DEV-PPT-v8.1 14">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5">
        <a:dk1>
          <a:srgbClr val="000000"/>
        </a:dk1>
        <a:lt1>
          <a:srgbClr val="FFFFFF"/>
        </a:lt1>
        <a:dk2>
          <a:srgbClr val="0183B7"/>
        </a:dk2>
        <a:lt2>
          <a:srgbClr val="000000"/>
        </a:lt2>
        <a:accent1>
          <a:srgbClr val="0183B7"/>
        </a:accent1>
        <a:accent2>
          <a:srgbClr val="B92B38"/>
        </a:accent2>
        <a:accent3>
          <a:srgbClr val="FFFFFF"/>
        </a:accent3>
        <a:accent4>
          <a:srgbClr val="000000"/>
        </a:accent4>
        <a:accent5>
          <a:srgbClr val="AAC1D8"/>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6">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4B87C3"/>
        </a:hlink>
        <a:folHlink>
          <a:srgbClr val="EEB30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TMP-DEV-PPT-v8.1">
  <a:themeElements>
    <a:clrScheme name="">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TMP-DEV-PPT-v8.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1" i="0" u="none" strike="noStrike" cap="none" normalizeH="0" baseline="0" smtClean="0">
            <a:ln>
              <a:noFill/>
            </a:ln>
            <a:solidFill>
              <a:schemeClr val="tx1"/>
            </a:solidFill>
            <a:effectLst/>
            <a:latin typeface="Arial" charset="0"/>
          </a:defRPr>
        </a:defPPr>
      </a:lstStyle>
    </a:lnDef>
  </a:objectDefaults>
  <a:extraClrSchemeLst>
    <a:extraClrScheme>
      <a:clrScheme name="TMP-DEV-PPT-v8.1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MP-DEV-PPT-v8.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MP-DEV-PPT-v8.1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MP-DEV-PPT-v8.1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MP-DEV-PPT-v8.1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MP-DEV-PPT-v8.1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MP-DEV-PPT-v8.1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MP-DEV-PPT-v8.1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TMP-DEV-PPT-v8.1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3">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336599"/>
        </a:hlink>
        <a:folHlink>
          <a:srgbClr val="EEB30E"/>
        </a:folHlink>
      </a:clrScheme>
      <a:clrMap bg1="lt1" tx1="dk1" bg2="lt2" tx2="dk2" accent1="accent1" accent2="accent2" accent3="accent3" accent4="accent4" accent5="accent5" accent6="accent6" hlink="hlink" folHlink="folHlink"/>
    </a:extraClrScheme>
    <a:extraClrScheme>
      <a:clrScheme name="TMP-DEV-PPT-v8.1 14">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5">
        <a:dk1>
          <a:srgbClr val="000000"/>
        </a:dk1>
        <a:lt1>
          <a:srgbClr val="FFFFFF"/>
        </a:lt1>
        <a:dk2>
          <a:srgbClr val="0183B7"/>
        </a:dk2>
        <a:lt2>
          <a:srgbClr val="000000"/>
        </a:lt2>
        <a:accent1>
          <a:srgbClr val="0183B7"/>
        </a:accent1>
        <a:accent2>
          <a:srgbClr val="B92B38"/>
        </a:accent2>
        <a:accent3>
          <a:srgbClr val="FFFFFF"/>
        </a:accent3>
        <a:accent4>
          <a:srgbClr val="000000"/>
        </a:accent4>
        <a:accent5>
          <a:srgbClr val="AAC1D8"/>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6">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4B87C3"/>
        </a:hlink>
        <a:folHlink>
          <a:srgbClr val="EEB30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LS_PPT_v6.0">
  <a:themeElements>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fontScheme name="CLS_PPT_v6.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3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3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LS_PPT_v6.0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S_PPT_v6.0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LS_PPT_v6.0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S_PPT_v6.0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S_PPT_v6.0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S_PPT_v6.0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LS_PPT_v6.0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LS_PPT_v6.0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CLS_PPT_v6.0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LS_PPT_v6.0">
  <a:themeElements>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fontScheme name="CLS_PPT_v6.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14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14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LS_PPT_v6.0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S_PPT_v6.0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LS_PPT_v6.0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S_PPT_v6.0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S_PPT_v6.0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S_PPT_v6.0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LS_PPT_v6.0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LS_PPT_v6.0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CLS_PPT_v6.0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CLS_PPT_v6.0">
  <a:themeElements>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fontScheme name="CLS_PPT_v6.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14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14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LS_PPT_v6.0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S_PPT_v6.0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LS_PPT_v6.0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S_PPT_v6.0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S_PPT_v6.0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S_PPT_v6.0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LS_PPT_v6.0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LS_PPT_v6.0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CLS_PPT_v6.0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CLS_PPT_v6.0">
  <a:themeElements>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fontScheme name="CLS_PPT_v6.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14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14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LS_PPT_v6.0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S_PPT_v6.0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LS_PPT_v6.0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S_PPT_v6.0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S_PPT_v6.0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S_PPT_v6.0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LS_PPT_v6.0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LS_PPT_v6.0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CLS_PPT_v6.0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4_CLS_PPT_v6.0">
  <a:themeElements>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fontScheme name="CLS_PPT_v6.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14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14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LS_PPT_v6.0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S_PPT_v6.0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LS_PPT_v6.0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S_PPT_v6.0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S_PPT_v6.0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S_PPT_v6.0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LS_PPT_v6.0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LS_PPT_v6.0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CLS_PPT_v6.0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6_CLS_PPT_v6.0">
  <a:themeElements>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fontScheme name="CLS_PPT_v6.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3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altLang="en-US" sz="3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LS_PPT_v6.0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S_PPT_v6.0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LS_PPT_v6.0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S_PPT_v6.0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S_PPT_v6.0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S_PPT_v6.0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LS_PPT_v6.0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LS_PPT_v6.0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CLS_PPT_v6.0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CLS_PPT_v6.0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CLS_PPT_v6.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TMP-DEV-PPT-v8.0</Template>
  <TotalTime>15874</TotalTime>
  <Words>2311</Words>
  <Application>Microsoft Office PowerPoint</Application>
  <PresentationFormat>On-screen Show (4:3)</PresentationFormat>
  <Paragraphs>460</Paragraphs>
  <Slides>40</Slides>
  <Notes>31</Notes>
  <HiddenSlides>18</HiddenSlides>
  <MMClips>0</MMClips>
  <ScaleCrop>false</ScaleCrop>
  <HeadingPairs>
    <vt:vector size="6" baseType="variant">
      <vt:variant>
        <vt:lpstr>Fonts Used</vt:lpstr>
      </vt:variant>
      <vt:variant>
        <vt:i4>7</vt:i4>
      </vt:variant>
      <vt:variant>
        <vt:lpstr>Theme</vt:lpstr>
      </vt:variant>
      <vt:variant>
        <vt:i4>10</vt:i4>
      </vt:variant>
      <vt:variant>
        <vt:lpstr>Slide Titles</vt:lpstr>
      </vt:variant>
      <vt:variant>
        <vt:i4>40</vt:i4>
      </vt:variant>
    </vt:vector>
  </HeadingPairs>
  <TitlesOfParts>
    <vt:vector size="57" baseType="lpstr">
      <vt:lpstr>宋体</vt:lpstr>
      <vt:lpstr>Arial</vt:lpstr>
      <vt:lpstr>Calibri</vt:lpstr>
      <vt:lpstr>Courier New</vt:lpstr>
      <vt:lpstr>Times</vt:lpstr>
      <vt:lpstr>Times New Roman</vt:lpstr>
      <vt:lpstr>Wingdings</vt:lpstr>
      <vt:lpstr>TMP-DEV-PPT-v8.1</vt:lpstr>
      <vt:lpstr>1_TMP-DEV-PPT-v8.1</vt:lpstr>
      <vt:lpstr>Office Theme</vt:lpstr>
      <vt:lpstr>2_TMP-DEV-PPT-v8.1</vt:lpstr>
      <vt:lpstr>5_CLS_PPT_v6.0</vt:lpstr>
      <vt:lpstr>CLS_PPT_v6.0</vt:lpstr>
      <vt:lpstr>2_CLS_PPT_v6.0</vt:lpstr>
      <vt:lpstr>3_CLS_PPT_v6.0</vt:lpstr>
      <vt:lpstr>4_CLS_PPT_v6.0</vt:lpstr>
      <vt:lpstr>6_CLS_PPT_v6.0</vt:lpstr>
      <vt:lpstr>Implementing IPv6</vt:lpstr>
      <vt:lpstr>IPv6: Larger Address Space</vt:lpstr>
      <vt:lpstr>IPv6: Address Representation (Hexadecimal)</vt:lpstr>
      <vt:lpstr>PowerPoint Presentation</vt:lpstr>
      <vt:lpstr>IPv6: Address Representation</vt:lpstr>
      <vt:lpstr>IPv6: Address Scheme</vt:lpstr>
      <vt:lpstr>IPv6: Global Unicast Address (2000::/3)</vt:lpstr>
      <vt:lpstr>IPv6: Address Type</vt:lpstr>
      <vt:lpstr>IPv6: Multicast Address</vt:lpstr>
      <vt:lpstr>IPv6: Link-Local Address</vt:lpstr>
      <vt:lpstr>IPv6: Multicast Address</vt:lpstr>
      <vt:lpstr>IPv6: Link-Local Address</vt:lpstr>
      <vt:lpstr>IPv6: Configuring Address</vt:lpstr>
      <vt:lpstr>IPv6: Configuring Address</vt:lpstr>
      <vt:lpstr>IPv6: Configuring Address</vt:lpstr>
      <vt:lpstr>IPv6: Configuring Address</vt:lpstr>
      <vt:lpstr>IPv6:  SLAAC (Stateless Address AutoConfiguration)</vt:lpstr>
      <vt:lpstr>IPv6:  SLAAC (Stateless Address AutoConfiguration)</vt:lpstr>
      <vt:lpstr>IPv6: Stateful DHCP</vt:lpstr>
      <vt:lpstr>Stateless Address AutoConfiguration</vt:lpstr>
      <vt:lpstr>Stateless Address AutoConfiguration</vt:lpstr>
      <vt:lpstr>PowerPoint Presentation</vt:lpstr>
      <vt:lpstr>EUI-64 to IPv6 Interface Identifier (Cont.)</vt:lpstr>
      <vt:lpstr>EUI-64 to IPv6 Interface Identifier (Cont.)</vt:lpstr>
      <vt:lpstr>EUI-64 to IPv6 Interface Identifier</vt:lpstr>
      <vt:lpstr>PowerPoint Presentation</vt:lpstr>
      <vt:lpstr>PowerPoint Presentation</vt:lpstr>
      <vt:lpstr>PowerPoint Presentation</vt:lpstr>
      <vt:lpstr>Examples of Permanent Multicast Addresses </vt:lpstr>
      <vt:lpstr>PowerPoint Presentation</vt:lpstr>
      <vt:lpstr>Site-Local Addresses</vt:lpstr>
      <vt:lpstr>Link-Local Addresses</vt:lpstr>
      <vt:lpstr>Multicast Addresses</vt:lpstr>
      <vt:lpstr>PowerPoint Presentation</vt:lpstr>
      <vt:lpstr>PowerPoint Presentation</vt:lpstr>
      <vt:lpstr>IPv6 Packet Header</vt:lpstr>
      <vt:lpstr>IPv6: Routing</vt:lpstr>
      <vt:lpstr>IPv6: Routing</vt:lpstr>
      <vt:lpstr>IPv6: IPv4-to-IPv6 Transition</vt:lpstr>
      <vt:lpstr>IPv6: NAT-PT (Proxying &amp; Translation)</vt:lpstr>
    </vt:vector>
  </TitlesOfParts>
  <Manager>Erin Stanley</Manager>
  <Company>Cisco Systems,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MA-ILT-Lesson-v4.2.ppt</dc:title>
  <dc:creator>Editorial, Production, and Graphics Services (EPGS)</dc:creator>
  <dc:description>04/04, v3.1, Libby Goga_x000d_
applied new ILSG learning design_x000d_
04/24/04, v3.1, Erin Stanley_x000d_
prepared for production_x000d_
Updated; dmachado:  01.04.05_x000d_
04.07.06: jbangloy: Applied Template QACS-PPT-v7.0_x000d_
04.10.06: kayclark: DTP Check_x000d_
Edit: Michele Gilfether: 04.24.06</dc:description>
  <cp:lastModifiedBy>Windows User</cp:lastModifiedBy>
  <cp:revision>801</cp:revision>
  <dcterms:created xsi:type="dcterms:W3CDTF">2003-04-02T15:29:42Z</dcterms:created>
  <dcterms:modified xsi:type="dcterms:W3CDTF">2017-06-13T01:53:34Z</dcterms:modified>
  <cp:category>Masters</cp:category>
</cp:coreProperties>
</file>