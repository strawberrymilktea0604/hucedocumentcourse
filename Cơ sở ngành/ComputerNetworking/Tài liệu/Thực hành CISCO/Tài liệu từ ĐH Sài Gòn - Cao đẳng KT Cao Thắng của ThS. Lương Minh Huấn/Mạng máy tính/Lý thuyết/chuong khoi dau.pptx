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87" r:id="rId3"/>
    <p:sldMasterId id="2147483700" r:id="rId4"/>
    <p:sldMasterId id="2147483714" r:id="rId5"/>
  </p:sldMasterIdLst>
  <p:sldIdLst>
    <p:sldId id="256"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91" r:id="rId35"/>
    <p:sldId id="288" r:id="rId36"/>
    <p:sldId id="289" r:id="rId37"/>
    <p:sldId id="292" r:id="rId38"/>
    <p:sldId id="293" r:id="rId39"/>
    <p:sldId id="294" r:id="rId40"/>
    <p:sldId id="295" r:id="rId41"/>
    <p:sldId id="296" r:id="rId42"/>
    <p:sldId id="297" r:id="rId43"/>
    <p:sldId id="298" r:id="rId44"/>
    <p:sldId id="299" r:id="rId45"/>
    <p:sldId id="300" r:id="rId46"/>
    <p:sldId id="287"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450" y="115"/>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3.jpeg"/><Relationship Id="rId1" Type="http://schemas.openxmlformats.org/officeDocument/2006/relationships/slideMaster" Target="../slideMasters/slideMaster5.xml"/><Relationship Id="rId5" Type="http://schemas.openxmlformats.org/officeDocument/2006/relationships/image" Target="../media/image14.jpeg"/><Relationship Id="rId4" Type="http://schemas.openxmlformats.org/officeDocument/2006/relationships/image" Target="../media/image16.jpe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6" name="Rectangle 4"/>
          <p:cNvSpPr>
            <a:spLocks noGrp="1" noChangeArrowheads="1"/>
          </p:cNvSpPr>
          <p:nvPr>
            <p:ph type="dt" sz="half" idx="2"/>
          </p:nvPr>
        </p:nvSpPr>
        <p:spPr>
          <a:xfrm>
            <a:off x="304800" y="6248400"/>
            <a:ext cx="2133600" cy="244475"/>
          </a:xfrm>
        </p:spPr>
        <p:txBody>
          <a:bodyPr/>
          <a:lstStyle>
            <a:lvl1pPr>
              <a:defRPr sz="1200">
                <a:solidFill>
                  <a:schemeClr val="tx1"/>
                </a:solidFill>
              </a:defRPr>
            </a:lvl1pPr>
          </a:lstStyle>
          <a:p>
            <a:fld id="{C6CDADE2-8DEC-4FE0-8424-81A443B19535}" type="datetimeFigureOut">
              <a:rPr lang="en-US" smtClean="0"/>
              <a:t>1/7/2025</a:t>
            </a:fld>
            <a:endParaRPr lang="en-US"/>
          </a:p>
        </p:txBody>
      </p:sp>
      <p:sp>
        <p:nvSpPr>
          <p:cNvPr id="3077" name="Rectangle 5"/>
          <p:cNvSpPr>
            <a:spLocks noGrp="1" noChangeArrowheads="1"/>
          </p:cNvSpPr>
          <p:nvPr>
            <p:ph type="ftr" sz="quarter" idx="3"/>
          </p:nvPr>
        </p:nvSpPr>
        <p:spPr>
          <a:xfrm>
            <a:off x="1219200" y="381000"/>
            <a:ext cx="2297113" cy="244475"/>
          </a:xfrm>
          <a:prstGeom prst="rect">
            <a:avLst/>
          </a:prstGeom>
        </p:spPr>
        <p:txBody>
          <a:bodyPr/>
          <a:lstStyle>
            <a:lvl1pPr>
              <a:defRPr sz="1200" i="1">
                <a:solidFill>
                  <a:schemeClr val="tx1"/>
                </a:solidFill>
              </a:defRPr>
            </a:lvl1pPr>
          </a:lstStyle>
          <a:p>
            <a:endParaRPr lang="en-US"/>
          </a:p>
        </p:txBody>
      </p:sp>
      <p:sp>
        <p:nvSpPr>
          <p:cNvPr id="3078" name="Rectangle 6"/>
          <p:cNvSpPr>
            <a:spLocks noGrp="1" noChangeArrowheads="1"/>
          </p:cNvSpPr>
          <p:nvPr>
            <p:ph type="sldNum" sz="quarter" idx="4"/>
          </p:nvPr>
        </p:nvSpPr>
        <p:spPr>
          <a:xfrm>
            <a:off x="6876256" y="6309320"/>
            <a:ext cx="2133600" cy="244475"/>
          </a:xfrm>
        </p:spPr>
        <p:txBody>
          <a:bodyPr/>
          <a:lstStyle>
            <a:lvl1pPr>
              <a:defRPr sz="1200">
                <a:solidFill>
                  <a:schemeClr val="tx1"/>
                </a:solidFill>
              </a:defRPr>
            </a:lvl1pPr>
          </a:lstStyle>
          <a:p>
            <a:fld id="{6902156F-525B-4FBB-A38F-84BD9D097DE0}" type="slidenum">
              <a:rPr lang="en-US" smtClean="0"/>
              <a:t>‹#›</a:t>
            </a:fld>
            <a:endParaRPr lang="en-US"/>
          </a:p>
        </p:txBody>
      </p:sp>
      <p:sp>
        <p:nvSpPr>
          <p:cNvPr id="3086" name="Text Box 14"/>
          <p:cNvSpPr txBox="1">
            <a:spLocks noChangeArrowheads="1"/>
          </p:cNvSpPr>
          <p:nvPr/>
        </p:nvSpPr>
        <p:spPr bwMode="gray">
          <a:xfrm>
            <a:off x="228600" y="3048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b="1" i="1">
                <a:solidFill>
                  <a:schemeClr val="tx2"/>
                </a:solidFill>
              </a:rPr>
              <a:t>LOGO</a:t>
            </a:r>
          </a:p>
        </p:txBody>
      </p:sp>
      <p:sp>
        <p:nvSpPr>
          <p:cNvPr id="3075" name="Rectangle 3"/>
          <p:cNvSpPr>
            <a:spLocks noGrp="1" noChangeArrowheads="1"/>
          </p:cNvSpPr>
          <p:nvPr>
            <p:ph type="subTitle" idx="1"/>
          </p:nvPr>
        </p:nvSpPr>
        <p:spPr>
          <a:xfrm>
            <a:off x="2844800" y="4800600"/>
            <a:ext cx="6156325" cy="381000"/>
          </a:xfrm>
        </p:spPr>
        <p:txBody>
          <a:bodyPr/>
          <a:lstStyle>
            <a:lvl1pPr marL="0" indent="0">
              <a:buFont typeface="Wingdings" pitchFamily="2" charset="2"/>
              <a:buNone/>
              <a:defRPr sz="2000"/>
            </a:lvl1pPr>
          </a:lstStyle>
          <a:p>
            <a:pPr lvl="0"/>
            <a:r>
              <a:rPr lang="en-US" noProof="0"/>
              <a:t>Click to edit Master subtitle style</a:t>
            </a:r>
          </a:p>
        </p:txBody>
      </p:sp>
      <p:sp>
        <p:nvSpPr>
          <p:cNvPr id="3074" name="Rectangle 2"/>
          <p:cNvSpPr>
            <a:spLocks noGrp="1" noChangeArrowheads="1"/>
          </p:cNvSpPr>
          <p:nvPr>
            <p:ph type="ctrTitle"/>
          </p:nvPr>
        </p:nvSpPr>
        <p:spPr>
          <a:xfrm>
            <a:off x="2773363" y="5105400"/>
            <a:ext cx="61722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gn="l">
              <a:defRPr sz="4400"/>
            </a:lvl1pPr>
          </a:lstStyle>
          <a:p>
            <a:pPr lvl="0"/>
            <a:r>
              <a:rPr lang="en-US" noProof="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Slide Number Placeholder 4"/>
          <p:cNvSpPr>
            <a:spLocks noGrp="1"/>
          </p:cNvSpPr>
          <p:nvPr>
            <p:ph type="sldNum" sz="quarter" idx="11"/>
          </p:nvPr>
        </p:nvSpPr>
        <p:spPr>
          <a:xfrm>
            <a:off x="7740352" y="6453336"/>
            <a:ext cx="838200" cy="261938"/>
          </a:xfrm>
        </p:spPr>
        <p:txBody>
          <a:bodyPr/>
          <a:lstStyle>
            <a:lvl1pPr>
              <a:defRPr/>
            </a:lvl1pPr>
          </a:lstStyle>
          <a:p>
            <a:fld id="{6902156F-525B-4FBB-A38F-84BD9D097DE0}" type="slidenum">
              <a:rPr lang="en-US" smtClean="0"/>
              <a:t>‹#›</a:t>
            </a:fld>
            <a:endParaRPr lang="en-US"/>
          </a:p>
        </p:txBody>
      </p:sp>
      <p:sp>
        <p:nvSpPr>
          <p:cNvPr id="6" name="Date Placeholder 5"/>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1326472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Slide Number Placeholder 4"/>
          <p:cNvSpPr>
            <a:spLocks noGrp="1"/>
          </p:cNvSpPr>
          <p:nvPr>
            <p:ph type="sldNum" sz="quarter" idx="11"/>
          </p:nvPr>
        </p:nvSpPr>
        <p:spPr>
          <a:xfrm>
            <a:off x="7740352" y="6453336"/>
            <a:ext cx="838200" cy="261938"/>
          </a:xfrm>
        </p:spPr>
        <p:txBody>
          <a:bodyPr/>
          <a:lstStyle>
            <a:lvl1pPr>
              <a:defRPr/>
            </a:lvl1pPr>
          </a:lstStyle>
          <a:p>
            <a:fld id="{6902156F-525B-4FBB-A38F-84BD9D097DE0}" type="slidenum">
              <a:rPr lang="en-US" smtClean="0"/>
              <a:t>‹#›</a:t>
            </a:fld>
            <a:endParaRPr lang="en-US"/>
          </a:p>
        </p:txBody>
      </p:sp>
      <p:sp>
        <p:nvSpPr>
          <p:cNvPr id="6" name="Date Placeholder 5"/>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2537465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533400" y="1611313"/>
            <a:ext cx="4019550" cy="4713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4705350" y="1611313"/>
            <a:ext cx="4019550" cy="4713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Footer Placeholder 4"/>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7" name="Date Placeholder 6"/>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3402509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Footer Placeholder 6"/>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8" name="Slide Number Placeholder 7"/>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9" name="Date Placeholder 8"/>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1418969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Footer Placeholder 2"/>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4" name="Slide Number Placeholder 3"/>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5" name="Date Placeholder 4"/>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2800646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3" name="Slide Number Placeholder 2"/>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4" name="Date Placeholder 3"/>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4168484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7" name="Date Placeholder 6"/>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2615616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vi-V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7" name="Date Placeholder 6"/>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2087195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Footer Placeholder 3"/>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6" name="Date Placeholder 5"/>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53003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7025" y="609600"/>
            <a:ext cx="2047875" cy="5715000"/>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533400" y="609600"/>
            <a:ext cx="5991225"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Footer Placeholder 3"/>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6" name="Date Placeholder 5"/>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21403512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6400800" cy="487363"/>
          </a:xfrm>
        </p:spPr>
        <p:txBody>
          <a:bodyPr/>
          <a:lstStyle/>
          <a:p>
            <a:r>
              <a:rPr lang="en-US"/>
              <a:t>Click to edit Master title style</a:t>
            </a:r>
            <a:endParaRPr lang="vi-VN"/>
          </a:p>
        </p:txBody>
      </p:sp>
      <p:sp>
        <p:nvSpPr>
          <p:cNvPr id="3" name="Table Placeholder 2"/>
          <p:cNvSpPr>
            <a:spLocks noGrp="1"/>
          </p:cNvSpPr>
          <p:nvPr>
            <p:ph type="tbl" idx="1"/>
          </p:nvPr>
        </p:nvSpPr>
        <p:spPr>
          <a:xfrm>
            <a:off x="533400" y="1611313"/>
            <a:ext cx="8191500" cy="4713287"/>
          </a:xfrm>
        </p:spPr>
        <p:txBody>
          <a:bodyPr/>
          <a:lstStyle/>
          <a:p>
            <a:r>
              <a:rPr lang="en-US"/>
              <a:t>Click icon to add table</a:t>
            </a:r>
            <a:endParaRPr lang="vi-VN"/>
          </a:p>
        </p:txBody>
      </p:sp>
      <p:sp>
        <p:nvSpPr>
          <p:cNvPr id="4" name="Footer Placeholder 3"/>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5" name="Slide Number Placeholder 4"/>
          <p:cNvSpPr>
            <a:spLocks noGrp="1"/>
          </p:cNvSpPr>
          <p:nvPr>
            <p:ph type="sldNum" sz="quarter" idx="11"/>
          </p:nvPr>
        </p:nvSpPr>
        <p:spPr>
          <a:xfrm>
            <a:off x="4191000" y="6477000"/>
            <a:ext cx="838200" cy="261938"/>
          </a:xfrm>
        </p:spPr>
        <p:txBody>
          <a:bodyPr/>
          <a:lstStyle>
            <a:lvl1pPr>
              <a:defRPr/>
            </a:lvl1pPr>
          </a:lstStyle>
          <a:p>
            <a:fld id="{6902156F-525B-4FBB-A38F-84BD9D097DE0}" type="slidenum">
              <a:rPr lang="en-US" smtClean="0"/>
              <a:t>‹#›</a:t>
            </a:fld>
            <a:endParaRPr lang="en-US"/>
          </a:p>
        </p:txBody>
      </p:sp>
      <p:sp>
        <p:nvSpPr>
          <p:cNvPr id="6" name="Date Placeholder 5"/>
          <p:cNvSpPr>
            <a:spLocks noGrp="1"/>
          </p:cNvSpPr>
          <p:nvPr>
            <p:ph type="dt" sz="half" idx="12"/>
          </p:nvPr>
        </p:nvSpPr>
        <p:spPr>
          <a:xfrm>
            <a:off x="293688" y="6477000"/>
            <a:ext cx="1905000" cy="261938"/>
          </a:xfrm>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3088059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4"/>
          <p:cNvSpPr>
            <a:spLocks noChangeArrowheads="1"/>
          </p:cNvSpPr>
          <p:nvPr/>
        </p:nvSpPr>
        <p:spPr bwMode="auto">
          <a:xfrm>
            <a:off x="0" y="3527425"/>
            <a:ext cx="9144000" cy="3357563"/>
          </a:xfrm>
          <a:prstGeom prst="rect">
            <a:avLst/>
          </a:prstGeom>
          <a:solidFill>
            <a:schemeClr val="accent2"/>
          </a:solidFill>
          <a:ln w="9525">
            <a:noFill/>
            <a:miter lim="800000"/>
            <a:headEnd/>
            <a:tailEnd/>
          </a:ln>
          <a:effectLst/>
        </p:spPr>
        <p:txBody>
          <a:bodyPr wrap="none" anchor="ctr"/>
          <a:lstStyle/>
          <a:p>
            <a:pPr>
              <a:defRPr/>
            </a:pPr>
            <a:endParaRPr lang="en-US">
              <a:solidFill>
                <a:srgbClr val="19426B"/>
              </a:solidFill>
            </a:endParaRPr>
          </a:p>
        </p:txBody>
      </p:sp>
      <p:sp>
        <p:nvSpPr>
          <p:cNvPr id="5" name="Oval 25"/>
          <p:cNvSpPr>
            <a:spLocks noChangeArrowheads="1"/>
          </p:cNvSpPr>
          <p:nvPr/>
        </p:nvSpPr>
        <p:spPr bwMode="ltGray">
          <a:xfrm>
            <a:off x="1258888" y="4508500"/>
            <a:ext cx="4248150" cy="1800225"/>
          </a:xfrm>
          <a:prstGeom prst="ellipse">
            <a:avLst/>
          </a:prstGeom>
          <a:gradFill rotWithShape="1">
            <a:gsLst>
              <a:gs pos="0">
                <a:schemeClr val="accent2"/>
              </a:gs>
              <a:gs pos="100000">
                <a:schemeClr val="accent2">
                  <a:gamma/>
                  <a:shade val="46275"/>
                  <a:invGamma/>
                </a:schemeClr>
              </a:gs>
            </a:gsLst>
            <a:lin ang="5400000" scaled="1"/>
          </a:gradFill>
          <a:ln w="9525">
            <a:noFill/>
            <a:round/>
            <a:headEnd/>
            <a:tailEnd/>
          </a:ln>
          <a:effectLst/>
        </p:spPr>
        <p:txBody>
          <a:bodyPr wrap="none" anchor="ctr"/>
          <a:lstStyle/>
          <a:p>
            <a:pPr>
              <a:defRPr/>
            </a:pPr>
            <a:endParaRPr lang="en-US">
              <a:solidFill>
                <a:srgbClr val="19426B"/>
              </a:solidFill>
            </a:endParaRPr>
          </a:p>
        </p:txBody>
      </p:sp>
      <p:sp>
        <p:nvSpPr>
          <p:cNvPr id="6" name="Rectangle 17"/>
          <p:cNvSpPr>
            <a:spLocks noChangeArrowheads="1"/>
          </p:cNvSpPr>
          <p:nvPr/>
        </p:nvSpPr>
        <p:spPr bwMode="gray">
          <a:xfrm>
            <a:off x="0" y="3141663"/>
            <a:ext cx="9144000" cy="431800"/>
          </a:xfrm>
          <a:prstGeom prst="rect">
            <a:avLst/>
          </a:prstGeom>
          <a:solidFill>
            <a:schemeClr val="tx1"/>
          </a:solidFill>
          <a:ln w="9525">
            <a:solidFill>
              <a:schemeClr val="tx1"/>
            </a:solidFill>
            <a:miter lim="800000"/>
            <a:headEnd/>
            <a:tailEnd/>
          </a:ln>
          <a:effectLst/>
        </p:spPr>
        <p:txBody>
          <a:bodyPr wrap="none" anchor="ctr"/>
          <a:lstStyle/>
          <a:p>
            <a:pPr>
              <a:defRPr/>
            </a:pPr>
            <a:endParaRPr lang="en-US">
              <a:solidFill>
                <a:srgbClr val="19426B"/>
              </a:solidFill>
            </a:endParaRPr>
          </a:p>
        </p:txBody>
      </p:sp>
      <p:sp>
        <p:nvSpPr>
          <p:cNvPr id="7" name="Oval 18"/>
          <p:cNvSpPr>
            <a:spLocks noChangeArrowheads="1"/>
          </p:cNvSpPr>
          <p:nvPr/>
        </p:nvSpPr>
        <p:spPr bwMode="gray">
          <a:xfrm>
            <a:off x="276225" y="1255713"/>
            <a:ext cx="4656138" cy="4837112"/>
          </a:xfrm>
          <a:prstGeom prst="ellipse">
            <a:avLst/>
          </a:prstGeom>
          <a:solidFill>
            <a:schemeClr val="bg1"/>
          </a:solidFill>
          <a:ln w="9525">
            <a:noFill/>
            <a:round/>
            <a:headEnd/>
            <a:tailEnd/>
          </a:ln>
          <a:effectLst>
            <a:outerShdw dist="172739" dir="3238358" algn="ctr" rotWithShape="0">
              <a:schemeClr val="tx1"/>
            </a:outerShdw>
          </a:effectLst>
        </p:spPr>
        <p:txBody>
          <a:bodyPr wrap="none" anchor="ctr"/>
          <a:lstStyle/>
          <a:p>
            <a:pPr>
              <a:defRPr/>
            </a:pPr>
            <a:endParaRPr lang="en-US">
              <a:solidFill>
                <a:srgbClr val="19426B"/>
              </a:solidFill>
            </a:endParaRPr>
          </a:p>
        </p:txBody>
      </p:sp>
      <p:sp>
        <p:nvSpPr>
          <p:cNvPr id="8" name="Freeform 7" descr="1"/>
          <p:cNvSpPr>
            <a:spLocks/>
          </p:cNvSpPr>
          <p:nvPr/>
        </p:nvSpPr>
        <p:spPr bwMode="gray">
          <a:xfrm>
            <a:off x="1130300" y="1416050"/>
            <a:ext cx="2873375" cy="2182813"/>
          </a:xfrm>
          <a:custGeom>
            <a:avLst/>
            <a:gdLst/>
            <a:ahLst/>
            <a:cxnLst>
              <a:cxn ang="0">
                <a:pos x="905" y="1375"/>
              </a:cxn>
              <a:cxn ang="0">
                <a:pos x="1810" y="395"/>
              </a:cxn>
              <a:cxn ang="0">
                <a:pos x="876" y="24"/>
              </a:cxn>
              <a:cxn ang="0">
                <a:pos x="0" y="396"/>
              </a:cxn>
              <a:cxn ang="0">
                <a:pos x="905" y="1375"/>
              </a:cxn>
            </a:cxnLst>
            <a:rect l="0" t="0" r="r" b="b"/>
            <a:pathLst>
              <a:path w="1810" h="1375">
                <a:moveTo>
                  <a:pt x="905" y="1375"/>
                </a:moveTo>
                <a:lnTo>
                  <a:pt x="1810" y="395"/>
                </a:lnTo>
                <a:cubicBezTo>
                  <a:pt x="1612" y="176"/>
                  <a:pt x="1300" y="0"/>
                  <a:pt x="876" y="24"/>
                </a:cubicBezTo>
                <a:cubicBezTo>
                  <a:pt x="452" y="48"/>
                  <a:pt x="252" y="149"/>
                  <a:pt x="0" y="396"/>
                </a:cubicBezTo>
                <a:lnTo>
                  <a:pt x="905" y="1375"/>
                </a:lnTo>
                <a:close/>
              </a:path>
            </a:pathLst>
          </a:custGeom>
          <a:blipFill dpi="0" rotWithShape="1">
            <a:blip r:embed="rId2"/>
            <a:srcRect/>
            <a:stretch>
              <a:fillRect/>
            </a:stretch>
          </a:blipFill>
          <a:ln w="76200" cmpd="sng">
            <a:noFill/>
            <a:round/>
            <a:headEnd/>
            <a:tailEnd/>
          </a:ln>
          <a:effectLst/>
        </p:spPr>
        <p:txBody>
          <a:bodyPr/>
          <a:lstStyle/>
          <a:p>
            <a:pPr>
              <a:defRPr/>
            </a:pPr>
            <a:endParaRPr lang="en-US">
              <a:solidFill>
                <a:srgbClr val="19426B"/>
              </a:solidFill>
            </a:endParaRPr>
          </a:p>
        </p:txBody>
      </p:sp>
      <p:sp>
        <p:nvSpPr>
          <p:cNvPr id="9" name="Freeform 8" descr="2"/>
          <p:cNvSpPr>
            <a:spLocks/>
          </p:cNvSpPr>
          <p:nvPr/>
        </p:nvSpPr>
        <p:spPr bwMode="gray">
          <a:xfrm>
            <a:off x="376238" y="2147888"/>
            <a:ext cx="2103437" cy="3032125"/>
          </a:xfrm>
          <a:custGeom>
            <a:avLst/>
            <a:gdLst/>
            <a:ahLst/>
            <a:cxnLst>
              <a:cxn ang="0">
                <a:pos x="1325" y="960"/>
              </a:cxn>
              <a:cxn ang="0">
                <a:pos x="414" y="0"/>
              </a:cxn>
              <a:cxn ang="0">
                <a:pos x="27" y="1014"/>
              </a:cxn>
              <a:cxn ang="0">
                <a:pos x="402" y="1910"/>
              </a:cxn>
              <a:cxn ang="0">
                <a:pos x="1325" y="960"/>
              </a:cxn>
            </a:cxnLst>
            <a:rect l="0" t="0" r="r" b="b"/>
            <a:pathLst>
              <a:path w="1325" h="1910">
                <a:moveTo>
                  <a:pt x="1325" y="960"/>
                </a:moveTo>
                <a:lnTo>
                  <a:pt x="414" y="0"/>
                </a:lnTo>
                <a:cubicBezTo>
                  <a:pt x="238" y="162"/>
                  <a:pt x="0" y="570"/>
                  <a:pt x="27" y="1014"/>
                </a:cubicBezTo>
                <a:cubicBezTo>
                  <a:pt x="53" y="1458"/>
                  <a:pt x="233" y="1748"/>
                  <a:pt x="402" y="1910"/>
                </a:cubicBezTo>
                <a:lnTo>
                  <a:pt x="1325" y="960"/>
                </a:lnTo>
                <a:close/>
              </a:path>
            </a:pathLst>
          </a:custGeom>
          <a:blipFill dpi="0" rotWithShape="1">
            <a:blip r:embed="rId3"/>
            <a:srcRect/>
            <a:stretch>
              <a:fillRect/>
            </a:stretch>
          </a:blipFill>
          <a:ln w="76200" cmpd="sng">
            <a:noFill/>
            <a:round/>
            <a:headEnd/>
            <a:tailEnd/>
          </a:ln>
          <a:effectLst/>
        </p:spPr>
        <p:txBody>
          <a:bodyPr/>
          <a:lstStyle/>
          <a:p>
            <a:pPr>
              <a:defRPr/>
            </a:pPr>
            <a:endParaRPr lang="en-US">
              <a:solidFill>
                <a:srgbClr val="19426B"/>
              </a:solidFill>
            </a:endParaRPr>
          </a:p>
        </p:txBody>
      </p:sp>
      <p:sp>
        <p:nvSpPr>
          <p:cNvPr id="10" name="Freeform 9" descr="55282"/>
          <p:cNvSpPr>
            <a:spLocks/>
          </p:cNvSpPr>
          <p:nvPr/>
        </p:nvSpPr>
        <p:spPr bwMode="gray">
          <a:xfrm>
            <a:off x="1085850" y="3730625"/>
            <a:ext cx="2962275" cy="2219325"/>
          </a:xfrm>
          <a:custGeom>
            <a:avLst/>
            <a:gdLst/>
            <a:ahLst/>
            <a:cxnLst>
              <a:cxn ang="0">
                <a:pos x="927" y="0"/>
              </a:cxn>
              <a:cxn ang="0">
                <a:pos x="0" y="975"/>
              </a:cxn>
              <a:cxn ang="0">
                <a:pos x="996" y="1387"/>
              </a:cxn>
              <a:cxn ang="0">
                <a:pos x="1866" y="996"/>
              </a:cxn>
              <a:cxn ang="0">
                <a:pos x="927" y="0"/>
              </a:cxn>
            </a:cxnLst>
            <a:rect l="0" t="0" r="r" b="b"/>
            <a:pathLst>
              <a:path w="1866" h="1398">
                <a:moveTo>
                  <a:pt x="927" y="0"/>
                </a:moveTo>
                <a:lnTo>
                  <a:pt x="0" y="975"/>
                </a:lnTo>
                <a:cubicBezTo>
                  <a:pt x="203" y="1204"/>
                  <a:pt x="607" y="1398"/>
                  <a:pt x="996" y="1387"/>
                </a:cubicBezTo>
                <a:cubicBezTo>
                  <a:pt x="1385" y="1375"/>
                  <a:pt x="1707" y="1159"/>
                  <a:pt x="1866" y="996"/>
                </a:cubicBezTo>
                <a:lnTo>
                  <a:pt x="927" y="0"/>
                </a:lnTo>
                <a:close/>
              </a:path>
            </a:pathLst>
          </a:custGeom>
          <a:blipFill dpi="0" rotWithShape="1">
            <a:blip r:embed="rId4"/>
            <a:srcRect/>
            <a:stretch>
              <a:fillRect/>
            </a:stretch>
          </a:blipFill>
          <a:ln w="76200" cmpd="sng">
            <a:noFill/>
            <a:round/>
            <a:headEnd/>
            <a:tailEnd/>
          </a:ln>
          <a:effectLst/>
        </p:spPr>
        <p:txBody>
          <a:bodyPr/>
          <a:lstStyle/>
          <a:p>
            <a:pPr>
              <a:defRPr/>
            </a:pPr>
            <a:endParaRPr lang="en-US">
              <a:solidFill>
                <a:srgbClr val="19426B"/>
              </a:solidFill>
            </a:endParaRPr>
          </a:p>
        </p:txBody>
      </p:sp>
      <p:sp>
        <p:nvSpPr>
          <p:cNvPr id="11" name="Freeform 19" descr="4"/>
          <p:cNvSpPr>
            <a:spLocks/>
          </p:cNvSpPr>
          <p:nvPr/>
        </p:nvSpPr>
        <p:spPr bwMode="gray">
          <a:xfrm>
            <a:off x="2625725" y="2119313"/>
            <a:ext cx="2139950" cy="3116262"/>
          </a:xfrm>
          <a:custGeom>
            <a:avLst/>
            <a:gdLst/>
            <a:ahLst/>
            <a:cxnLst>
              <a:cxn ang="0">
                <a:pos x="951" y="1963"/>
              </a:cxn>
              <a:cxn ang="0">
                <a:pos x="1338" y="977"/>
              </a:cxn>
              <a:cxn ang="0">
                <a:pos x="905" y="0"/>
              </a:cxn>
              <a:cxn ang="0">
                <a:pos x="0" y="987"/>
              </a:cxn>
              <a:cxn ang="0">
                <a:pos x="951" y="1963"/>
              </a:cxn>
            </a:cxnLst>
            <a:rect l="0" t="0" r="r" b="b"/>
            <a:pathLst>
              <a:path w="1348" h="1963">
                <a:moveTo>
                  <a:pt x="951" y="1963"/>
                </a:moveTo>
                <a:cubicBezTo>
                  <a:pt x="1244" y="1689"/>
                  <a:pt x="1348" y="1323"/>
                  <a:pt x="1338" y="977"/>
                </a:cubicBezTo>
                <a:cubicBezTo>
                  <a:pt x="1329" y="629"/>
                  <a:pt x="1132" y="226"/>
                  <a:pt x="905" y="0"/>
                </a:cubicBezTo>
                <a:lnTo>
                  <a:pt x="0" y="987"/>
                </a:lnTo>
                <a:lnTo>
                  <a:pt x="951" y="1963"/>
                </a:lnTo>
                <a:close/>
              </a:path>
            </a:pathLst>
          </a:custGeom>
          <a:blipFill dpi="0" rotWithShape="1">
            <a:blip r:embed="rId5"/>
            <a:srcRect/>
            <a:stretch>
              <a:fillRect/>
            </a:stretch>
          </a:blipFill>
          <a:ln w="76200" cmpd="sng">
            <a:noFill/>
            <a:round/>
            <a:headEnd/>
            <a:tailEnd/>
          </a:ln>
          <a:effectLst/>
        </p:spPr>
        <p:txBody>
          <a:bodyPr/>
          <a:lstStyle/>
          <a:p>
            <a:pPr>
              <a:defRPr/>
            </a:pPr>
            <a:endParaRPr lang="en-US">
              <a:solidFill>
                <a:srgbClr val="19426B"/>
              </a:solidFill>
            </a:endParaRPr>
          </a:p>
        </p:txBody>
      </p:sp>
      <p:sp>
        <p:nvSpPr>
          <p:cNvPr id="12" name="Oval 23"/>
          <p:cNvSpPr>
            <a:spLocks noChangeArrowheads="1"/>
          </p:cNvSpPr>
          <p:nvPr/>
        </p:nvSpPr>
        <p:spPr bwMode="gray">
          <a:xfrm>
            <a:off x="1806575" y="2954338"/>
            <a:ext cx="1655763" cy="1655762"/>
          </a:xfrm>
          <a:prstGeom prst="ellipse">
            <a:avLst/>
          </a:prstGeom>
          <a:solidFill>
            <a:schemeClr val="bg1"/>
          </a:solidFill>
          <a:ln w="9525">
            <a:noFill/>
            <a:round/>
            <a:headEnd/>
            <a:tailEnd/>
          </a:ln>
          <a:effectLst/>
        </p:spPr>
        <p:txBody>
          <a:bodyPr wrap="none" anchor="ctr"/>
          <a:lstStyle/>
          <a:p>
            <a:pPr>
              <a:defRPr/>
            </a:pPr>
            <a:endParaRPr lang="en-US">
              <a:solidFill>
                <a:srgbClr val="19426B"/>
              </a:solidFill>
            </a:endParaRPr>
          </a:p>
        </p:txBody>
      </p:sp>
      <p:sp>
        <p:nvSpPr>
          <p:cNvPr id="13" name="Text Box 14"/>
          <p:cNvSpPr txBox="1">
            <a:spLocks noChangeArrowheads="1"/>
          </p:cNvSpPr>
          <p:nvPr/>
        </p:nvSpPr>
        <p:spPr bwMode="auto">
          <a:xfrm>
            <a:off x="1981200" y="3505200"/>
            <a:ext cx="1308100" cy="519113"/>
          </a:xfrm>
          <a:prstGeom prst="rect">
            <a:avLst/>
          </a:prstGeom>
          <a:noFill/>
          <a:ln w="9525">
            <a:noFill/>
            <a:miter lim="800000"/>
            <a:headEnd/>
            <a:tailEnd/>
          </a:ln>
          <a:effectLst/>
        </p:spPr>
        <p:txBody>
          <a:bodyPr>
            <a:spAutoFit/>
          </a:bodyPr>
          <a:lstStyle/>
          <a:p>
            <a:pPr>
              <a:defRPr/>
            </a:pPr>
            <a:r>
              <a:rPr lang="en-US" sz="2800" b="1">
                <a:solidFill>
                  <a:srgbClr val="19426B"/>
                </a:solidFill>
                <a:latin typeface="Verdana" pitchFamily="34" charset="0"/>
              </a:rPr>
              <a:t>LOGO</a:t>
            </a:r>
          </a:p>
        </p:txBody>
      </p:sp>
      <p:sp>
        <p:nvSpPr>
          <p:cNvPr id="3074" name="Rectangle 2"/>
          <p:cNvSpPr>
            <a:spLocks noGrp="1" noChangeArrowheads="1"/>
          </p:cNvSpPr>
          <p:nvPr>
            <p:ph type="ctrTitle"/>
          </p:nvPr>
        </p:nvSpPr>
        <p:spPr>
          <a:xfrm>
            <a:off x="3124200" y="762000"/>
            <a:ext cx="5715000" cy="1828800"/>
          </a:xfrm>
        </p:spPr>
        <p:txBody>
          <a:bodyPr/>
          <a:lstStyle>
            <a:lvl1pPr algn="r">
              <a:defRPr sz="4400">
                <a:solidFill>
                  <a:schemeClr val="tx1"/>
                </a:solidFill>
                <a:effectLst>
                  <a:outerShdw blurRad="38100" dist="38100" dir="2700000" algn="tl">
                    <a:srgbClr val="C0C0C0"/>
                  </a:outerShdw>
                </a:effectLst>
              </a:defRPr>
            </a:lvl1pPr>
          </a:lstStyle>
          <a:p>
            <a:r>
              <a:rPr lang="en-US"/>
              <a:t>Click to edit Master title style</a:t>
            </a:r>
          </a:p>
        </p:txBody>
      </p:sp>
      <p:sp>
        <p:nvSpPr>
          <p:cNvPr id="3075" name="Rectangle 3"/>
          <p:cNvSpPr>
            <a:spLocks noGrp="1" noChangeArrowheads="1"/>
          </p:cNvSpPr>
          <p:nvPr>
            <p:ph type="subTitle" idx="1"/>
          </p:nvPr>
        </p:nvSpPr>
        <p:spPr bwMode="white">
          <a:xfrm>
            <a:off x="4343400" y="3178175"/>
            <a:ext cx="4572000" cy="381000"/>
          </a:xfrm>
        </p:spPr>
        <p:txBody>
          <a:bodyPr/>
          <a:lstStyle>
            <a:lvl1pPr marL="0" indent="0" algn="r">
              <a:buFont typeface="Wingdings" pitchFamily="2" charset="2"/>
              <a:buNone/>
              <a:defRPr sz="1600" b="0">
                <a:solidFill>
                  <a:schemeClr val="bg1"/>
                </a:solidFill>
              </a:defRPr>
            </a:lvl1pPr>
          </a:lstStyle>
          <a:p>
            <a:r>
              <a:rPr lang="en-US"/>
              <a:t>Click to edit Master subtitle style</a:t>
            </a:r>
          </a:p>
        </p:txBody>
      </p:sp>
      <p:sp>
        <p:nvSpPr>
          <p:cNvPr id="14" name="Rectangle 4"/>
          <p:cNvSpPr>
            <a:spLocks noGrp="1" noChangeArrowheads="1"/>
          </p:cNvSpPr>
          <p:nvPr>
            <p:ph type="dt" sz="half" idx="10"/>
          </p:nvPr>
        </p:nvSpPr>
        <p:spPr bwMode="auto">
          <a:xfrm>
            <a:off x="457200" y="6486525"/>
            <a:ext cx="2133600" cy="168275"/>
          </a:xfrm>
        </p:spPr>
        <p:txBody>
          <a:bodyPr/>
          <a:lstStyle>
            <a:lvl1pPr>
              <a:defRPr sz="1200" b="0">
                <a:latin typeface="Arial" charset="0"/>
              </a:defRPr>
            </a:lvl1pPr>
          </a:lstStyle>
          <a:p>
            <a:pPr>
              <a:defRPr/>
            </a:pPr>
            <a:r>
              <a:rPr lang="vi-VN">
                <a:solidFill>
                  <a:srgbClr val="FFFFFF"/>
                </a:solidFill>
              </a:rPr>
              <a:t>14/7/2012</a:t>
            </a:r>
            <a:endParaRPr lang="en-US">
              <a:solidFill>
                <a:srgbClr val="FFFFFF"/>
              </a:solidFill>
            </a:endParaRPr>
          </a:p>
        </p:txBody>
      </p:sp>
      <p:sp>
        <p:nvSpPr>
          <p:cNvPr id="15" name="Rectangle 5"/>
          <p:cNvSpPr>
            <a:spLocks noGrp="1" noChangeArrowheads="1"/>
          </p:cNvSpPr>
          <p:nvPr>
            <p:ph type="ftr" sz="quarter" idx="11"/>
          </p:nvPr>
        </p:nvSpPr>
        <p:spPr>
          <a:xfrm>
            <a:off x="3124200" y="6486525"/>
            <a:ext cx="2895600" cy="168275"/>
          </a:xfrm>
        </p:spPr>
        <p:txBody>
          <a:bodyPr/>
          <a:lstStyle>
            <a:lvl1pPr algn="ctr">
              <a:defRPr sz="1200" b="0">
                <a:solidFill>
                  <a:schemeClr val="bg1"/>
                </a:solidFill>
                <a:latin typeface="Arial" charset="0"/>
              </a:defRPr>
            </a:lvl1pPr>
          </a:lstStyle>
          <a:p>
            <a:pPr>
              <a:defRPr/>
            </a:pPr>
            <a:r>
              <a:rPr lang="en-US">
                <a:solidFill>
                  <a:srgbClr val="FFFFFF"/>
                </a:solidFill>
              </a:rPr>
              <a:t>www.themegallery.com</a:t>
            </a:r>
          </a:p>
        </p:txBody>
      </p:sp>
      <p:sp>
        <p:nvSpPr>
          <p:cNvPr id="16" name="Rectangle 6"/>
          <p:cNvSpPr>
            <a:spLocks noGrp="1" noChangeArrowheads="1"/>
          </p:cNvSpPr>
          <p:nvPr>
            <p:ph type="sldNum" sz="quarter" idx="12"/>
          </p:nvPr>
        </p:nvSpPr>
        <p:spPr>
          <a:xfrm>
            <a:off x="6553200" y="6486525"/>
            <a:ext cx="2133600" cy="168275"/>
          </a:xfrm>
        </p:spPr>
        <p:txBody>
          <a:bodyPr/>
          <a:lstStyle>
            <a:lvl1pPr>
              <a:defRPr sz="1200">
                <a:solidFill>
                  <a:schemeClr val="bg1"/>
                </a:solidFill>
              </a:defRPr>
            </a:lvl1pPr>
          </a:lstStyle>
          <a:p>
            <a:pPr>
              <a:defRPr/>
            </a:pPr>
            <a:fld id="{0BF37B8F-7FFA-401C-87AD-637223BD7A6B}"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886276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D0E6C912-2B56-46CC-9247-27EB9E1C5F12}"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35386422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C31B2F21-8008-45AC-8A7A-74A56D147A57}"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38511450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414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414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7" name="Rectangle 6"/>
          <p:cNvSpPr>
            <a:spLocks noGrp="1" noChangeArrowheads="1"/>
          </p:cNvSpPr>
          <p:nvPr>
            <p:ph type="sldNum" sz="quarter" idx="12"/>
          </p:nvPr>
        </p:nvSpPr>
        <p:spPr>
          <a:ln/>
        </p:spPr>
        <p:txBody>
          <a:bodyPr/>
          <a:lstStyle>
            <a:lvl1pPr>
              <a:defRPr/>
            </a:lvl1pPr>
          </a:lstStyle>
          <a:p>
            <a:pPr>
              <a:defRPr/>
            </a:pPr>
            <a:fld id="{94954994-82F3-4466-816B-215EA64B3941}"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2403848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9" name="Rectangle 6"/>
          <p:cNvSpPr>
            <a:spLocks noGrp="1" noChangeArrowheads="1"/>
          </p:cNvSpPr>
          <p:nvPr>
            <p:ph type="sldNum" sz="quarter" idx="12"/>
          </p:nvPr>
        </p:nvSpPr>
        <p:spPr>
          <a:ln/>
        </p:spPr>
        <p:txBody>
          <a:bodyPr/>
          <a:lstStyle>
            <a:lvl1pPr>
              <a:defRPr/>
            </a:lvl1pPr>
          </a:lstStyle>
          <a:p>
            <a:pPr>
              <a:defRPr/>
            </a:pPr>
            <a:fld id="{4820AF73-C223-449C-BB2A-D4B6AAEBED23}"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8612686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5" name="Rectangle 6"/>
          <p:cNvSpPr>
            <a:spLocks noGrp="1" noChangeArrowheads="1"/>
          </p:cNvSpPr>
          <p:nvPr>
            <p:ph type="sldNum" sz="quarter" idx="12"/>
          </p:nvPr>
        </p:nvSpPr>
        <p:spPr>
          <a:ln/>
        </p:spPr>
        <p:txBody>
          <a:bodyPr/>
          <a:lstStyle>
            <a:lvl1pPr>
              <a:defRPr/>
            </a:lvl1pPr>
          </a:lstStyle>
          <a:p>
            <a:pPr>
              <a:defRPr/>
            </a:pPr>
            <a:fld id="{AC601C26-103C-4579-822E-031751357E58}"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33719174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4" name="Rectangle 6"/>
          <p:cNvSpPr>
            <a:spLocks noGrp="1" noChangeArrowheads="1"/>
          </p:cNvSpPr>
          <p:nvPr>
            <p:ph type="sldNum" sz="quarter" idx="12"/>
          </p:nvPr>
        </p:nvSpPr>
        <p:spPr>
          <a:ln/>
        </p:spPr>
        <p:txBody>
          <a:bodyPr/>
          <a:lstStyle>
            <a:lvl1pPr>
              <a:defRPr/>
            </a:lvl1pPr>
          </a:lstStyle>
          <a:p>
            <a:pPr>
              <a:defRPr/>
            </a:pPr>
            <a:fld id="{240EB423-1C2D-45EB-84A7-68C41026AD95}"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25975112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7" name="Rectangle 6"/>
          <p:cNvSpPr>
            <a:spLocks noGrp="1" noChangeArrowheads="1"/>
          </p:cNvSpPr>
          <p:nvPr>
            <p:ph type="sldNum" sz="quarter" idx="12"/>
          </p:nvPr>
        </p:nvSpPr>
        <p:spPr>
          <a:ln/>
        </p:spPr>
        <p:txBody>
          <a:bodyPr/>
          <a:lstStyle>
            <a:lvl1pPr>
              <a:defRPr/>
            </a:lvl1pPr>
          </a:lstStyle>
          <a:p>
            <a:pPr>
              <a:defRPr/>
            </a:pPr>
            <a:fld id="{5A5EADBE-035E-46D1-B928-97E326C47E16}"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33592597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7" name="Rectangle 6"/>
          <p:cNvSpPr>
            <a:spLocks noGrp="1" noChangeArrowheads="1"/>
          </p:cNvSpPr>
          <p:nvPr>
            <p:ph type="sldNum" sz="quarter" idx="12"/>
          </p:nvPr>
        </p:nvSpPr>
        <p:spPr>
          <a:ln/>
        </p:spPr>
        <p:txBody>
          <a:bodyPr/>
          <a:lstStyle>
            <a:lvl1pPr>
              <a:defRPr/>
            </a:lvl1pPr>
          </a:lstStyle>
          <a:p>
            <a:pPr>
              <a:defRPr/>
            </a:pPr>
            <a:fld id="{C548316E-BCDD-431D-B70D-973BA5F285DE}"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28158589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00579F0D-D6E5-41E6-ADE6-2747F67A8584}"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1362493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152400"/>
            <a:ext cx="2076450" cy="6337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076950" cy="6337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8358ED87-ABB7-4D22-A7C6-790F9AE3A6BC}"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25768130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391400" cy="563563"/>
          </a:xfrm>
        </p:spPr>
        <p:txBody>
          <a:bodyPr/>
          <a:lstStyle/>
          <a:p>
            <a:r>
              <a:rPr lang="en-US"/>
              <a:t>Click to edit Master title style</a:t>
            </a:r>
          </a:p>
        </p:txBody>
      </p:sp>
      <p:sp>
        <p:nvSpPr>
          <p:cNvPr id="3" name="Table Placeholder 2"/>
          <p:cNvSpPr>
            <a:spLocks noGrp="1"/>
          </p:cNvSpPr>
          <p:nvPr>
            <p:ph type="tbl" idx="1"/>
          </p:nvPr>
        </p:nvSpPr>
        <p:spPr>
          <a:xfrm>
            <a:off x="457200" y="1241425"/>
            <a:ext cx="8229600" cy="5248275"/>
          </a:xfrm>
        </p:spPr>
        <p:txBody>
          <a:bodyPr/>
          <a:lstStyle/>
          <a:p>
            <a:pPr lvl="0"/>
            <a:r>
              <a:rPr lang="en-US" noProof="0"/>
              <a:t>Click icon to add table</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E5214112-3992-4155-AED5-B034AA507768}"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17141109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391400" cy="563563"/>
          </a:xfrm>
        </p:spPr>
        <p:txBody>
          <a:bodyPr/>
          <a:lstStyle/>
          <a:p>
            <a:r>
              <a:rPr lang="en-US"/>
              <a:t>Click to edit Master title style</a:t>
            </a:r>
          </a:p>
        </p:txBody>
      </p:sp>
      <p:sp>
        <p:nvSpPr>
          <p:cNvPr id="3" name="Chart Placeholder 2"/>
          <p:cNvSpPr>
            <a:spLocks noGrp="1"/>
          </p:cNvSpPr>
          <p:nvPr>
            <p:ph type="chart" idx="1"/>
          </p:nvPr>
        </p:nvSpPr>
        <p:spPr>
          <a:xfrm>
            <a:off x="457200" y="1241425"/>
            <a:ext cx="8229600" cy="5248275"/>
          </a:xfrm>
        </p:spPr>
        <p:txBody>
          <a:bodyPr/>
          <a:lstStyle/>
          <a:p>
            <a:pPr lvl="0"/>
            <a:r>
              <a:rPr lang="en-US" noProof="0"/>
              <a:t>Click icon to add chart</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358F120F-09AB-42D4-A5CB-B33778F5BDF2}"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4950167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6" name="Rectangle 4"/>
          <p:cNvSpPr>
            <a:spLocks noGrp="1" noChangeArrowheads="1"/>
          </p:cNvSpPr>
          <p:nvPr>
            <p:ph type="dt" sz="half" idx="2"/>
          </p:nvPr>
        </p:nvSpPr>
        <p:spPr>
          <a:xfrm>
            <a:off x="304800" y="6248400"/>
            <a:ext cx="2133600" cy="244475"/>
          </a:xfrm>
        </p:spPr>
        <p:txBody>
          <a:bodyPr/>
          <a:lstStyle>
            <a:lvl1pPr>
              <a:defRPr sz="1200">
                <a:solidFill>
                  <a:schemeClr val="tx1"/>
                </a:solidFill>
              </a:defRPr>
            </a:lvl1pPr>
          </a:lstStyle>
          <a:p>
            <a:fld id="{C6CDADE2-8DEC-4FE0-8424-81A443B19535}" type="datetimeFigureOut">
              <a:rPr lang="en-US" smtClean="0"/>
              <a:t>1/7/2025</a:t>
            </a:fld>
            <a:endParaRPr lang="en-US"/>
          </a:p>
        </p:txBody>
      </p:sp>
      <p:sp>
        <p:nvSpPr>
          <p:cNvPr id="3077" name="Rectangle 5"/>
          <p:cNvSpPr>
            <a:spLocks noGrp="1" noChangeArrowheads="1"/>
          </p:cNvSpPr>
          <p:nvPr>
            <p:ph type="ftr" sz="quarter" idx="3"/>
          </p:nvPr>
        </p:nvSpPr>
        <p:spPr>
          <a:xfrm>
            <a:off x="1219200" y="381000"/>
            <a:ext cx="2297113" cy="244475"/>
          </a:xfrm>
          <a:prstGeom prst="rect">
            <a:avLst/>
          </a:prstGeom>
        </p:spPr>
        <p:txBody>
          <a:bodyPr/>
          <a:lstStyle>
            <a:lvl1pPr>
              <a:defRPr sz="1200" i="1">
                <a:solidFill>
                  <a:schemeClr val="tx1"/>
                </a:solidFill>
              </a:defRPr>
            </a:lvl1pPr>
          </a:lstStyle>
          <a:p>
            <a:endParaRPr lang="en-US"/>
          </a:p>
        </p:txBody>
      </p:sp>
      <p:sp>
        <p:nvSpPr>
          <p:cNvPr id="3078" name="Rectangle 6"/>
          <p:cNvSpPr>
            <a:spLocks noGrp="1" noChangeArrowheads="1"/>
          </p:cNvSpPr>
          <p:nvPr>
            <p:ph type="sldNum" sz="quarter" idx="4"/>
          </p:nvPr>
        </p:nvSpPr>
        <p:spPr>
          <a:xfrm>
            <a:off x="6876256" y="6309320"/>
            <a:ext cx="2133600" cy="244475"/>
          </a:xfrm>
        </p:spPr>
        <p:txBody>
          <a:bodyPr/>
          <a:lstStyle>
            <a:lvl1pPr>
              <a:defRPr sz="1200">
                <a:solidFill>
                  <a:schemeClr val="tx1"/>
                </a:solidFill>
              </a:defRPr>
            </a:lvl1pPr>
          </a:lstStyle>
          <a:p>
            <a:fld id="{6902156F-525B-4FBB-A38F-84BD9D097DE0}" type="slidenum">
              <a:rPr lang="en-US" smtClean="0"/>
              <a:t>‹#›</a:t>
            </a:fld>
            <a:endParaRPr lang="en-US"/>
          </a:p>
        </p:txBody>
      </p:sp>
      <p:sp>
        <p:nvSpPr>
          <p:cNvPr id="3086" name="Text Box 14"/>
          <p:cNvSpPr txBox="1">
            <a:spLocks noChangeArrowheads="1"/>
          </p:cNvSpPr>
          <p:nvPr/>
        </p:nvSpPr>
        <p:spPr bwMode="gray">
          <a:xfrm>
            <a:off x="228600" y="3048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b="1" i="1">
                <a:solidFill>
                  <a:schemeClr val="tx2"/>
                </a:solidFill>
              </a:rPr>
              <a:t>LOGO</a:t>
            </a:r>
          </a:p>
        </p:txBody>
      </p:sp>
      <p:sp>
        <p:nvSpPr>
          <p:cNvPr id="3075" name="Rectangle 3"/>
          <p:cNvSpPr>
            <a:spLocks noGrp="1" noChangeArrowheads="1"/>
          </p:cNvSpPr>
          <p:nvPr>
            <p:ph type="subTitle" idx="1"/>
          </p:nvPr>
        </p:nvSpPr>
        <p:spPr>
          <a:xfrm>
            <a:off x="2844800" y="4800600"/>
            <a:ext cx="6156325" cy="381000"/>
          </a:xfrm>
        </p:spPr>
        <p:txBody>
          <a:bodyPr/>
          <a:lstStyle>
            <a:lvl1pPr marL="0" indent="0">
              <a:buFont typeface="Wingdings" pitchFamily="2" charset="2"/>
              <a:buNone/>
              <a:defRPr sz="2000"/>
            </a:lvl1pPr>
          </a:lstStyle>
          <a:p>
            <a:pPr lvl="0"/>
            <a:r>
              <a:rPr lang="en-US" noProof="0"/>
              <a:t>Click to edit Master subtitle style</a:t>
            </a:r>
          </a:p>
        </p:txBody>
      </p:sp>
      <p:sp>
        <p:nvSpPr>
          <p:cNvPr id="3074" name="Rectangle 2"/>
          <p:cNvSpPr>
            <a:spLocks noGrp="1" noChangeArrowheads="1"/>
          </p:cNvSpPr>
          <p:nvPr>
            <p:ph type="ctrTitle"/>
          </p:nvPr>
        </p:nvSpPr>
        <p:spPr>
          <a:xfrm>
            <a:off x="2773363" y="5105400"/>
            <a:ext cx="61722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gn="l">
              <a:defRPr sz="4400"/>
            </a:lvl1pPr>
          </a:lstStyle>
          <a:p>
            <a:pPr lvl="0"/>
            <a:r>
              <a:rPr lang="en-US" noProof="0"/>
              <a:t>Click to edit Master title style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Slide Number Placeholder 4"/>
          <p:cNvSpPr>
            <a:spLocks noGrp="1"/>
          </p:cNvSpPr>
          <p:nvPr>
            <p:ph type="sldNum" sz="quarter" idx="11"/>
          </p:nvPr>
        </p:nvSpPr>
        <p:spPr>
          <a:xfrm>
            <a:off x="7740352" y="6453336"/>
            <a:ext cx="838200" cy="261938"/>
          </a:xfrm>
        </p:spPr>
        <p:txBody>
          <a:bodyPr/>
          <a:lstStyle>
            <a:lvl1pPr>
              <a:defRPr/>
            </a:lvl1pPr>
          </a:lstStyle>
          <a:p>
            <a:fld id="{6902156F-525B-4FBB-A38F-84BD9D097DE0}" type="slidenum">
              <a:rPr lang="en-US" smtClean="0"/>
              <a:t>‹#›</a:t>
            </a:fld>
            <a:endParaRPr lang="en-US"/>
          </a:p>
        </p:txBody>
      </p:sp>
      <p:sp>
        <p:nvSpPr>
          <p:cNvPr id="6" name="Date Placeholder 5"/>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13264725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Slide Number Placeholder 4"/>
          <p:cNvSpPr>
            <a:spLocks noGrp="1"/>
          </p:cNvSpPr>
          <p:nvPr>
            <p:ph type="sldNum" sz="quarter" idx="11"/>
          </p:nvPr>
        </p:nvSpPr>
        <p:spPr>
          <a:xfrm>
            <a:off x="7740352" y="6453336"/>
            <a:ext cx="838200" cy="261938"/>
          </a:xfrm>
        </p:spPr>
        <p:txBody>
          <a:bodyPr/>
          <a:lstStyle>
            <a:lvl1pPr>
              <a:defRPr/>
            </a:lvl1pPr>
          </a:lstStyle>
          <a:p>
            <a:fld id="{6902156F-525B-4FBB-A38F-84BD9D097DE0}" type="slidenum">
              <a:rPr lang="en-US" smtClean="0"/>
              <a:t>‹#›</a:t>
            </a:fld>
            <a:endParaRPr lang="en-US"/>
          </a:p>
        </p:txBody>
      </p:sp>
      <p:sp>
        <p:nvSpPr>
          <p:cNvPr id="6" name="Date Placeholder 5"/>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25374655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533400" y="1611313"/>
            <a:ext cx="4019550" cy="4713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4705350" y="1611313"/>
            <a:ext cx="4019550" cy="4713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Footer Placeholder 4"/>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7" name="Date Placeholder 6"/>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34025098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Footer Placeholder 6"/>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8" name="Slide Number Placeholder 7"/>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9" name="Date Placeholder 8"/>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14189694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Footer Placeholder 2"/>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4" name="Slide Number Placeholder 3"/>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5" name="Date Placeholder 4"/>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28006461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3" name="Slide Number Placeholder 2"/>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4" name="Date Placeholder 3"/>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41684844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7" name="Date Placeholder 6"/>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26156163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vi-V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7" name="Date Placeholder 6"/>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20871958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Footer Placeholder 3"/>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6" name="Date Placeholder 5"/>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530036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7025" y="609600"/>
            <a:ext cx="2047875" cy="5715000"/>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533400" y="609600"/>
            <a:ext cx="5991225"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Footer Placeholder 3"/>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6902156F-525B-4FBB-A38F-84BD9D097DE0}" type="slidenum">
              <a:rPr lang="en-US" smtClean="0"/>
              <a:t>‹#›</a:t>
            </a:fld>
            <a:endParaRPr lang="en-US"/>
          </a:p>
        </p:txBody>
      </p:sp>
      <p:sp>
        <p:nvSpPr>
          <p:cNvPr id="6" name="Date Placeholder 5"/>
          <p:cNvSpPr>
            <a:spLocks noGrp="1"/>
          </p:cNvSpPr>
          <p:nvPr>
            <p:ph type="dt" sz="half" idx="12"/>
          </p:nvPr>
        </p:nvSpPr>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21403512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6400800" cy="487363"/>
          </a:xfrm>
        </p:spPr>
        <p:txBody>
          <a:bodyPr/>
          <a:lstStyle/>
          <a:p>
            <a:r>
              <a:rPr lang="en-US"/>
              <a:t>Click to edit Master title style</a:t>
            </a:r>
            <a:endParaRPr lang="vi-VN"/>
          </a:p>
        </p:txBody>
      </p:sp>
      <p:sp>
        <p:nvSpPr>
          <p:cNvPr id="3" name="Table Placeholder 2"/>
          <p:cNvSpPr>
            <a:spLocks noGrp="1"/>
          </p:cNvSpPr>
          <p:nvPr>
            <p:ph type="tbl" idx="1"/>
          </p:nvPr>
        </p:nvSpPr>
        <p:spPr>
          <a:xfrm>
            <a:off x="533400" y="1611313"/>
            <a:ext cx="8191500" cy="4713287"/>
          </a:xfrm>
        </p:spPr>
        <p:txBody>
          <a:bodyPr/>
          <a:lstStyle/>
          <a:p>
            <a:r>
              <a:rPr lang="en-US"/>
              <a:t>Click icon to add table</a:t>
            </a:r>
            <a:endParaRPr lang="vi-VN"/>
          </a:p>
        </p:txBody>
      </p:sp>
      <p:sp>
        <p:nvSpPr>
          <p:cNvPr id="4" name="Footer Placeholder 3"/>
          <p:cNvSpPr>
            <a:spLocks noGrp="1"/>
          </p:cNvSpPr>
          <p:nvPr>
            <p:ph type="ftr" sz="quarter" idx="10"/>
          </p:nvPr>
        </p:nvSpPr>
        <p:spPr>
          <a:xfrm>
            <a:off x="7315200" y="6461125"/>
            <a:ext cx="1752600" cy="320675"/>
          </a:xfrm>
          <a:prstGeom prst="rect">
            <a:avLst/>
          </a:prstGeom>
        </p:spPr>
        <p:txBody>
          <a:bodyPr/>
          <a:lstStyle>
            <a:lvl1pPr>
              <a:defRPr/>
            </a:lvl1pPr>
          </a:lstStyle>
          <a:p>
            <a:endParaRPr lang="en-US"/>
          </a:p>
        </p:txBody>
      </p:sp>
      <p:sp>
        <p:nvSpPr>
          <p:cNvPr id="5" name="Slide Number Placeholder 4"/>
          <p:cNvSpPr>
            <a:spLocks noGrp="1"/>
          </p:cNvSpPr>
          <p:nvPr>
            <p:ph type="sldNum" sz="quarter" idx="11"/>
          </p:nvPr>
        </p:nvSpPr>
        <p:spPr>
          <a:xfrm>
            <a:off x="4191000" y="6477000"/>
            <a:ext cx="838200" cy="261938"/>
          </a:xfrm>
        </p:spPr>
        <p:txBody>
          <a:bodyPr/>
          <a:lstStyle>
            <a:lvl1pPr>
              <a:defRPr/>
            </a:lvl1pPr>
          </a:lstStyle>
          <a:p>
            <a:fld id="{6902156F-525B-4FBB-A38F-84BD9D097DE0}" type="slidenum">
              <a:rPr lang="en-US" smtClean="0"/>
              <a:t>‹#›</a:t>
            </a:fld>
            <a:endParaRPr lang="en-US"/>
          </a:p>
        </p:txBody>
      </p:sp>
      <p:sp>
        <p:nvSpPr>
          <p:cNvPr id="6" name="Date Placeholder 5"/>
          <p:cNvSpPr>
            <a:spLocks noGrp="1"/>
          </p:cNvSpPr>
          <p:nvPr>
            <p:ph type="dt" sz="half" idx="12"/>
          </p:nvPr>
        </p:nvSpPr>
        <p:spPr>
          <a:xfrm>
            <a:off x="293688" y="6477000"/>
            <a:ext cx="1905000" cy="261938"/>
          </a:xfrm>
        </p:spPr>
        <p:txBody>
          <a:bodyPr/>
          <a:lstStyle>
            <a:lvl1pPr>
              <a:defRPr/>
            </a:lvl1pPr>
          </a:lstStyle>
          <a:p>
            <a:fld id="{C6CDADE2-8DEC-4FE0-8424-81A443B19535}" type="datetimeFigureOut">
              <a:rPr lang="en-US" smtClean="0"/>
              <a:t>1/7/2025</a:t>
            </a:fld>
            <a:endParaRPr lang="en-US"/>
          </a:p>
        </p:txBody>
      </p:sp>
    </p:spTree>
    <p:extLst>
      <p:ext uri="{BB962C8B-B14F-4D97-AF65-F5344CB8AC3E}">
        <p14:creationId xmlns:p14="http://schemas.microsoft.com/office/powerpoint/2010/main" val="30880591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4"/>
          <p:cNvSpPr>
            <a:spLocks noChangeArrowheads="1"/>
          </p:cNvSpPr>
          <p:nvPr/>
        </p:nvSpPr>
        <p:spPr bwMode="auto">
          <a:xfrm>
            <a:off x="0" y="3527425"/>
            <a:ext cx="9144000" cy="3357563"/>
          </a:xfrm>
          <a:prstGeom prst="rect">
            <a:avLst/>
          </a:prstGeom>
          <a:solidFill>
            <a:schemeClr val="accent2"/>
          </a:solidFill>
          <a:ln w="9525">
            <a:noFill/>
            <a:miter lim="800000"/>
            <a:headEnd/>
            <a:tailEnd/>
          </a:ln>
          <a:effectLst/>
        </p:spPr>
        <p:txBody>
          <a:bodyPr wrap="none" anchor="ctr"/>
          <a:lstStyle/>
          <a:p>
            <a:pPr>
              <a:defRPr/>
            </a:pPr>
            <a:endParaRPr lang="en-US">
              <a:solidFill>
                <a:srgbClr val="19426B"/>
              </a:solidFill>
            </a:endParaRPr>
          </a:p>
        </p:txBody>
      </p:sp>
      <p:sp>
        <p:nvSpPr>
          <p:cNvPr id="5" name="Oval 25"/>
          <p:cNvSpPr>
            <a:spLocks noChangeArrowheads="1"/>
          </p:cNvSpPr>
          <p:nvPr/>
        </p:nvSpPr>
        <p:spPr bwMode="ltGray">
          <a:xfrm>
            <a:off x="1258888" y="4508500"/>
            <a:ext cx="4248150" cy="1800225"/>
          </a:xfrm>
          <a:prstGeom prst="ellipse">
            <a:avLst/>
          </a:prstGeom>
          <a:gradFill rotWithShape="1">
            <a:gsLst>
              <a:gs pos="0">
                <a:schemeClr val="accent2"/>
              </a:gs>
              <a:gs pos="100000">
                <a:schemeClr val="accent2">
                  <a:gamma/>
                  <a:shade val="46275"/>
                  <a:invGamma/>
                </a:schemeClr>
              </a:gs>
            </a:gsLst>
            <a:lin ang="5400000" scaled="1"/>
          </a:gradFill>
          <a:ln w="9525">
            <a:noFill/>
            <a:round/>
            <a:headEnd/>
            <a:tailEnd/>
          </a:ln>
          <a:effectLst/>
        </p:spPr>
        <p:txBody>
          <a:bodyPr wrap="none" anchor="ctr"/>
          <a:lstStyle/>
          <a:p>
            <a:pPr>
              <a:defRPr/>
            </a:pPr>
            <a:endParaRPr lang="en-US">
              <a:solidFill>
                <a:srgbClr val="19426B"/>
              </a:solidFill>
            </a:endParaRPr>
          </a:p>
        </p:txBody>
      </p:sp>
      <p:sp>
        <p:nvSpPr>
          <p:cNvPr id="6" name="Rectangle 17"/>
          <p:cNvSpPr>
            <a:spLocks noChangeArrowheads="1"/>
          </p:cNvSpPr>
          <p:nvPr/>
        </p:nvSpPr>
        <p:spPr bwMode="gray">
          <a:xfrm>
            <a:off x="0" y="3141663"/>
            <a:ext cx="9144000" cy="431800"/>
          </a:xfrm>
          <a:prstGeom prst="rect">
            <a:avLst/>
          </a:prstGeom>
          <a:solidFill>
            <a:schemeClr val="tx1"/>
          </a:solidFill>
          <a:ln w="9525">
            <a:solidFill>
              <a:schemeClr val="tx1"/>
            </a:solidFill>
            <a:miter lim="800000"/>
            <a:headEnd/>
            <a:tailEnd/>
          </a:ln>
          <a:effectLst/>
        </p:spPr>
        <p:txBody>
          <a:bodyPr wrap="none" anchor="ctr"/>
          <a:lstStyle/>
          <a:p>
            <a:pPr>
              <a:defRPr/>
            </a:pPr>
            <a:endParaRPr lang="en-US">
              <a:solidFill>
                <a:srgbClr val="19426B"/>
              </a:solidFill>
            </a:endParaRPr>
          </a:p>
        </p:txBody>
      </p:sp>
      <p:sp>
        <p:nvSpPr>
          <p:cNvPr id="7" name="Oval 18"/>
          <p:cNvSpPr>
            <a:spLocks noChangeArrowheads="1"/>
          </p:cNvSpPr>
          <p:nvPr/>
        </p:nvSpPr>
        <p:spPr bwMode="gray">
          <a:xfrm>
            <a:off x="276225" y="1255713"/>
            <a:ext cx="4656138" cy="4837112"/>
          </a:xfrm>
          <a:prstGeom prst="ellipse">
            <a:avLst/>
          </a:prstGeom>
          <a:solidFill>
            <a:schemeClr val="bg1"/>
          </a:solidFill>
          <a:ln w="9525">
            <a:noFill/>
            <a:round/>
            <a:headEnd/>
            <a:tailEnd/>
          </a:ln>
          <a:effectLst>
            <a:outerShdw dist="172739" dir="3238358" algn="ctr" rotWithShape="0">
              <a:schemeClr val="tx1"/>
            </a:outerShdw>
          </a:effectLst>
        </p:spPr>
        <p:txBody>
          <a:bodyPr wrap="none" anchor="ctr"/>
          <a:lstStyle/>
          <a:p>
            <a:pPr>
              <a:defRPr/>
            </a:pPr>
            <a:endParaRPr lang="en-US">
              <a:solidFill>
                <a:srgbClr val="19426B"/>
              </a:solidFill>
            </a:endParaRPr>
          </a:p>
        </p:txBody>
      </p:sp>
      <p:sp>
        <p:nvSpPr>
          <p:cNvPr id="8" name="Freeform 7" descr="1"/>
          <p:cNvSpPr>
            <a:spLocks/>
          </p:cNvSpPr>
          <p:nvPr/>
        </p:nvSpPr>
        <p:spPr bwMode="gray">
          <a:xfrm>
            <a:off x="1130300" y="1416050"/>
            <a:ext cx="2873375" cy="2182813"/>
          </a:xfrm>
          <a:custGeom>
            <a:avLst/>
            <a:gdLst/>
            <a:ahLst/>
            <a:cxnLst>
              <a:cxn ang="0">
                <a:pos x="905" y="1375"/>
              </a:cxn>
              <a:cxn ang="0">
                <a:pos x="1810" y="395"/>
              </a:cxn>
              <a:cxn ang="0">
                <a:pos x="876" y="24"/>
              </a:cxn>
              <a:cxn ang="0">
                <a:pos x="0" y="396"/>
              </a:cxn>
              <a:cxn ang="0">
                <a:pos x="905" y="1375"/>
              </a:cxn>
            </a:cxnLst>
            <a:rect l="0" t="0" r="r" b="b"/>
            <a:pathLst>
              <a:path w="1810" h="1375">
                <a:moveTo>
                  <a:pt x="905" y="1375"/>
                </a:moveTo>
                <a:lnTo>
                  <a:pt x="1810" y="395"/>
                </a:lnTo>
                <a:cubicBezTo>
                  <a:pt x="1612" y="176"/>
                  <a:pt x="1300" y="0"/>
                  <a:pt x="876" y="24"/>
                </a:cubicBezTo>
                <a:cubicBezTo>
                  <a:pt x="452" y="48"/>
                  <a:pt x="252" y="149"/>
                  <a:pt x="0" y="396"/>
                </a:cubicBezTo>
                <a:lnTo>
                  <a:pt x="905" y="1375"/>
                </a:lnTo>
                <a:close/>
              </a:path>
            </a:pathLst>
          </a:custGeom>
          <a:blipFill dpi="0" rotWithShape="1">
            <a:blip r:embed="rId2"/>
            <a:srcRect/>
            <a:stretch>
              <a:fillRect/>
            </a:stretch>
          </a:blipFill>
          <a:ln w="76200" cmpd="sng">
            <a:noFill/>
            <a:round/>
            <a:headEnd/>
            <a:tailEnd/>
          </a:ln>
          <a:effectLst/>
        </p:spPr>
        <p:txBody>
          <a:bodyPr/>
          <a:lstStyle/>
          <a:p>
            <a:pPr>
              <a:defRPr/>
            </a:pPr>
            <a:endParaRPr lang="en-US">
              <a:solidFill>
                <a:srgbClr val="19426B"/>
              </a:solidFill>
            </a:endParaRPr>
          </a:p>
        </p:txBody>
      </p:sp>
      <p:sp>
        <p:nvSpPr>
          <p:cNvPr id="9" name="Freeform 8" descr="2"/>
          <p:cNvSpPr>
            <a:spLocks/>
          </p:cNvSpPr>
          <p:nvPr/>
        </p:nvSpPr>
        <p:spPr bwMode="gray">
          <a:xfrm>
            <a:off x="376238" y="2147888"/>
            <a:ext cx="2103437" cy="3032125"/>
          </a:xfrm>
          <a:custGeom>
            <a:avLst/>
            <a:gdLst/>
            <a:ahLst/>
            <a:cxnLst>
              <a:cxn ang="0">
                <a:pos x="1325" y="960"/>
              </a:cxn>
              <a:cxn ang="0">
                <a:pos x="414" y="0"/>
              </a:cxn>
              <a:cxn ang="0">
                <a:pos x="27" y="1014"/>
              </a:cxn>
              <a:cxn ang="0">
                <a:pos x="402" y="1910"/>
              </a:cxn>
              <a:cxn ang="0">
                <a:pos x="1325" y="960"/>
              </a:cxn>
            </a:cxnLst>
            <a:rect l="0" t="0" r="r" b="b"/>
            <a:pathLst>
              <a:path w="1325" h="1910">
                <a:moveTo>
                  <a:pt x="1325" y="960"/>
                </a:moveTo>
                <a:lnTo>
                  <a:pt x="414" y="0"/>
                </a:lnTo>
                <a:cubicBezTo>
                  <a:pt x="238" y="162"/>
                  <a:pt x="0" y="570"/>
                  <a:pt x="27" y="1014"/>
                </a:cubicBezTo>
                <a:cubicBezTo>
                  <a:pt x="53" y="1458"/>
                  <a:pt x="233" y="1748"/>
                  <a:pt x="402" y="1910"/>
                </a:cubicBezTo>
                <a:lnTo>
                  <a:pt x="1325" y="960"/>
                </a:lnTo>
                <a:close/>
              </a:path>
            </a:pathLst>
          </a:custGeom>
          <a:blipFill dpi="0" rotWithShape="1">
            <a:blip r:embed="rId3"/>
            <a:srcRect/>
            <a:stretch>
              <a:fillRect/>
            </a:stretch>
          </a:blipFill>
          <a:ln w="76200" cmpd="sng">
            <a:noFill/>
            <a:round/>
            <a:headEnd/>
            <a:tailEnd/>
          </a:ln>
          <a:effectLst/>
        </p:spPr>
        <p:txBody>
          <a:bodyPr/>
          <a:lstStyle/>
          <a:p>
            <a:pPr>
              <a:defRPr/>
            </a:pPr>
            <a:endParaRPr lang="en-US">
              <a:solidFill>
                <a:srgbClr val="19426B"/>
              </a:solidFill>
            </a:endParaRPr>
          </a:p>
        </p:txBody>
      </p:sp>
      <p:sp>
        <p:nvSpPr>
          <p:cNvPr id="10" name="Freeform 9" descr="55282"/>
          <p:cNvSpPr>
            <a:spLocks/>
          </p:cNvSpPr>
          <p:nvPr/>
        </p:nvSpPr>
        <p:spPr bwMode="gray">
          <a:xfrm>
            <a:off x="1085850" y="3730625"/>
            <a:ext cx="2962275" cy="2219325"/>
          </a:xfrm>
          <a:custGeom>
            <a:avLst/>
            <a:gdLst/>
            <a:ahLst/>
            <a:cxnLst>
              <a:cxn ang="0">
                <a:pos x="927" y="0"/>
              </a:cxn>
              <a:cxn ang="0">
                <a:pos x="0" y="975"/>
              </a:cxn>
              <a:cxn ang="0">
                <a:pos x="996" y="1387"/>
              </a:cxn>
              <a:cxn ang="0">
                <a:pos x="1866" y="996"/>
              </a:cxn>
              <a:cxn ang="0">
                <a:pos x="927" y="0"/>
              </a:cxn>
            </a:cxnLst>
            <a:rect l="0" t="0" r="r" b="b"/>
            <a:pathLst>
              <a:path w="1866" h="1398">
                <a:moveTo>
                  <a:pt x="927" y="0"/>
                </a:moveTo>
                <a:lnTo>
                  <a:pt x="0" y="975"/>
                </a:lnTo>
                <a:cubicBezTo>
                  <a:pt x="203" y="1204"/>
                  <a:pt x="607" y="1398"/>
                  <a:pt x="996" y="1387"/>
                </a:cubicBezTo>
                <a:cubicBezTo>
                  <a:pt x="1385" y="1375"/>
                  <a:pt x="1707" y="1159"/>
                  <a:pt x="1866" y="996"/>
                </a:cubicBezTo>
                <a:lnTo>
                  <a:pt x="927" y="0"/>
                </a:lnTo>
                <a:close/>
              </a:path>
            </a:pathLst>
          </a:custGeom>
          <a:blipFill dpi="0" rotWithShape="1">
            <a:blip r:embed="rId4"/>
            <a:srcRect/>
            <a:stretch>
              <a:fillRect/>
            </a:stretch>
          </a:blipFill>
          <a:ln w="76200" cmpd="sng">
            <a:noFill/>
            <a:round/>
            <a:headEnd/>
            <a:tailEnd/>
          </a:ln>
          <a:effectLst/>
        </p:spPr>
        <p:txBody>
          <a:bodyPr/>
          <a:lstStyle/>
          <a:p>
            <a:pPr>
              <a:defRPr/>
            </a:pPr>
            <a:endParaRPr lang="en-US">
              <a:solidFill>
                <a:srgbClr val="19426B"/>
              </a:solidFill>
            </a:endParaRPr>
          </a:p>
        </p:txBody>
      </p:sp>
      <p:sp>
        <p:nvSpPr>
          <p:cNvPr id="11" name="Freeform 19" descr="4"/>
          <p:cNvSpPr>
            <a:spLocks/>
          </p:cNvSpPr>
          <p:nvPr/>
        </p:nvSpPr>
        <p:spPr bwMode="gray">
          <a:xfrm>
            <a:off x="2625725" y="2119313"/>
            <a:ext cx="2139950" cy="3116262"/>
          </a:xfrm>
          <a:custGeom>
            <a:avLst/>
            <a:gdLst/>
            <a:ahLst/>
            <a:cxnLst>
              <a:cxn ang="0">
                <a:pos x="951" y="1963"/>
              </a:cxn>
              <a:cxn ang="0">
                <a:pos x="1338" y="977"/>
              </a:cxn>
              <a:cxn ang="0">
                <a:pos x="905" y="0"/>
              </a:cxn>
              <a:cxn ang="0">
                <a:pos x="0" y="987"/>
              </a:cxn>
              <a:cxn ang="0">
                <a:pos x="951" y="1963"/>
              </a:cxn>
            </a:cxnLst>
            <a:rect l="0" t="0" r="r" b="b"/>
            <a:pathLst>
              <a:path w="1348" h="1963">
                <a:moveTo>
                  <a:pt x="951" y="1963"/>
                </a:moveTo>
                <a:cubicBezTo>
                  <a:pt x="1244" y="1689"/>
                  <a:pt x="1348" y="1323"/>
                  <a:pt x="1338" y="977"/>
                </a:cubicBezTo>
                <a:cubicBezTo>
                  <a:pt x="1329" y="629"/>
                  <a:pt x="1132" y="226"/>
                  <a:pt x="905" y="0"/>
                </a:cubicBezTo>
                <a:lnTo>
                  <a:pt x="0" y="987"/>
                </a:lnTo>
                <a:lnTo>
                  <a:pt x="951" y="1963"/>
                </a:lnTo>
                <a:close/>
              </a:path>
            </a:pathLst>
          </a:custGeom>
          <a:blipFill dpi="0" rotWithShape="1">
            <a:blip r:embed="rId5"/>
            <a:srcRect/>
            <a:stretch>
              <a:fillRect/>
            </a:stretch>
          </a:blipFill>
          <a:ln w="76200" cmpd="sng">
            <a:noFill/>
            <a:round/>
            <a:headEnd/>
            <a:tailEnd/>
          </a:ln>
          <a:effectLst/>
        </p:spPr>
        <p:txBody>
          <a:bodyPr/>
          <a:lstStyle/>
          <a:p>
            <a:pPr>
              <a:defRPr/>
            </a:pPr>
            <a:endParaRPr lang="en-US">
              <a:solidFill>
                <a:srgbClr val="19426B"/>
              </a:solidFill>
            </a:endParaRPr>
          </a:p>
        </p:txBody>
      </p:sp>
      <p:sp>
        <p:nvSpPr>
          <p:cNvPr id="12" name="Oval 23"/>
          <p:cNvSpPr>
            <a:spLocks noChangeArrowheads="1"/>
          </p:cNvSpPr>
          <p:nvPr/>
        </p:nvSpPr>
        <p:spPr bwMode="gray">
          <a:xfrm>
            <a:off x="1806575" y="2954338"/>
            <a:ext cx="1655763" cy="1655762"/>
          </a:xfrm>
          <a:prstGeom prst="ellipse">
            <a:avLst/>
          </a:prstGeom>
          <a:solidFill>
            <a:schemeClr val="bg1"/>
          </a:solidFill>
          <a:ln w="9525">
            <a:noFill/>
            <a:round/>
            <a:headEnd/>
            <a:tailEnd/>
          </a:ln>
          <a:effectLst/>
        </p:spPr>
        <p:txBody>
          <a:bodyPr wrap="none" anchor="ctr"/>
          <a:lstStyle/>
          <a:p>
            <a:pPr>
              <a:defRPr/>
            </a:pPr>
            <a:endParaRPr lang="en-US">
              <a:solidFill>
                <a:srgbClr val="19426B"/>
              </a:solidFill>
            </a:endParaRPr>
          </a:p>
        </p:txBody>
      </p:sp>
      <p:sp>
        <p:nvSpPr>
          <p:cNvPr id="13" name="Text Box 14"/>
          <p:cNvSpPr txBox="1">
            <a:spLocks noChangeArrowheads="1"/>
          </p:cNvSpPr>
          <p:nvPr/>
        </p:nvSpPr>
        <p:spPr bwMode="auto">
          <a:xfrm>
            <a:off x="1981200" y="3505200"/>
            <a:ext cx="1308100" cy="519113"/>
          </a:xfrm>
          <a:prstGeom prst="rect">
            <a:avLst/>
          </a:prstGeom>
          <a:noFill/>
          <a:ln w="9525">
            <a:noFill/>
            <a:miter lim="800000"/>
            <a:headEnd/>
            <a:tailEnd/>
          </a:ln>
          <a:effectLst/>
        </p:spPr>
        <p:txBody>
          <a:bodyPr>
            <a:spAutoFit/>
          </a:bodyPr>
          <a:lstStyle/>
          <a:p>
            <a:pPr>
              <a:defRPr/>
            </a:pPr>
            <a:r>
              <a:rPr lang="en-US" sz="2800" b="1">
                <a:solidFill>
                  <a:srgbClr val="19426B"/>
                </a:solidFill>
                <a:latin typeface="Verdana" pitchFamily="34" charset="0"/>
              </a:rPr>
              <a:t>LOGO</a:t>
            </a:r>
          </a:p>
        </p:txBody>
      </p:sp>
      <p:sp>
        <p:nvSpPr>
          <p:cNvPr id="3074" name="Rectangle 2"/>
          <p:cNvSpPr>
            <a:spLocks noGrp="1" noChangeArrowheads="1"/>
          </p:cNvSpPr>
          <p:nvPr>
            <p:ph type="ctrTitle"/>
          </p:nvPr>
        </p:nvSpPr>
        <p:spPr>
          <a:xfrm>
            <a:off x="3124200" y="762000"/>
            <a:ext cx="5715000" cy="1828800"/>
          </a:xfrm>
        </p:spPr>
        <p:txBody>
          <a:bodyPr/>
          <a:lstStyle>
            <a:lvl1pPr algn="r">
              <a:defRPr sz="4400">
                <a:solidFill>
                  <a:schemeClr val="tx1"/>
                </a:solidFill>
                <a:effectLst>
                  <a:outerShdw blurRad="38100" dist="38100" dir="2700000" algn="tl">
                    <a:srgbClr val="C0C0C0"/>
                  </a:outerShdw>
                </a:effectLst>
              </a:defRPr>
            </a:lvl1pPr>
          </a:lstStyle>
          <a:p>
            <a:r>
              <a:rPr lang="en-US"/>
              <a:t>Click to edit Master title style</a:t>
            </a:r>
          </a:p>
        </p:txBody>
      </p:sp>
      <p:sp>
        <p:nvSpPr>
          <p:cNvPr id="3075" name="Rectangle 3"/>
          <p:cNvSpPr>
            <a:spLocks noGrp="1" noChangeArrowheads="1"/>
          </p:cNvSpPr>
          <p:nvPr>
            <p:ph type="subTitle" idx="1"/>
          </p:nvPr>
        </p:nvSpPr>
        <p:spPr bwMode="white">
          <a:xfrm>
            <a:off x="4343400" y="3178175"/>
            <a:ext cx="4572000" cy="381000"/>
          </a:xfrm>
        </p:spPr>
        <p:txBody>
          <a:bodyPr/>
          <a:lstStyle>
            <a:lvl1pPr marL="0" indent="0" algn="r">
              <a:buFont typeface="Wingdings" pitchFamily="2" charset="2"/>
              <a:buNone/>
              <a:defRPr sz="1600" b="0">
                <a:solidFill>
                  <a:schemeClr val="bg1"/>
                </a:solidFill>
              </a:defRPr>
            </a:lvl1pPr>
          </a:lstStyle>
          <a:p>
            <a:r>
              <a:rPr lang="en-US"/>
              <a:t>Click to edit Master subtitle style</a:t>
            </a:r>
          </a:p>
        </p:txBody>
      </p:sp>
      <p:sp>
        <p:nvSpPr>
          <p:cNvPr id="14" name="Rectangle 4"/>
          <p:cNvSpPr>
            <a:spLocks noGrp="1" noChangeArrowheads="1"/>
          </p:cNvSpPr>
          <p:nvPr>
            <p:ph type="dt" sz="half" idx="10"/>
          </p:nvPr>
        </p:nvSpPr>
        <p:spPr bwMode="auto">
          <a:xfrm>
            <a:off x="457200" y="6486525"/>
            <a:ext cx="2133600" cy="168275"/>
          </a:xfrm>
        </p:spPr>
        <p:txBody>
          <a:bodyPr/>
          <a:lstStyle>
            <a:lvl1pPr>
              <a:defRPr sz="1200" b="0">
                <a:latin typeface="Arial" charset="0"/>
              </a:defRPr>
            </a:lvl1pPr>
          </a:lstStyle>
          <a:p>
            <a:pPr>
              <a:defRPr/>
            </a:pPr>
            <a:r>
              <a:rPr lang="vi-VN">
                <a:solidFill>
                  <a:srgbClr val="FFFFFF"/>
                </a:solidFill>
              </a:rPr>
              <a:t>14/7/2012</a:t>
            </a:r>
            <a:endParaRPr lang="en-US">
              <a:solidFill>
                <a:srgbClr val="FFFFFF"/>
              </a:solidFill>
            </a:endParaRPr>
          </a:p>
        </p:txBody>
      </p:sp>
      <p:sp>
        <p:nvSpPr>
          <p:cNvPr id="15" name="Rectangle 5"/>
          <p:cNvSpPr>
            <a:spLocks noGrp="1" noChangeArrowheads="1"/>
          </p:cNvSpPr>
          <p:nvPr>
            <p:ph type="ftr" sz="quarter" idx="11"/>
          </p:nvPr>
        </p:nvSpPr>
        <p:spPr>
          <a:xfrm>
            <a:off x="3124200" y="6486525"/>
            <a:ext cx="2895600" cy="168275"/>
          </a:xfrm>
        </p:spPr>
        <p:txBody>
          <a:bodyPr/>
          <a:lstStyle>
            <a:lvl1pPr algn="ctr">
              <a:defRPr sz="1200" b="0">
                <a:solidFill>
                  <a:schemeClr val="bg1"/>
                </a:solidFill>
                <a:latin typeface="Arial" charset="0"/>
              </a:defRPr>
            </a:lvl1pPr>
          </a:lstStyle>
          <a:p>
            <a:pPr>
              <a:defRPr/>
            </a:pPr>
            <a:r>
              <a:rPr lang="en-US">
                <a:solidFill>
                  <a:srgbClr val="FFFFFF"/>
                </a:solidFill>
              </a:rPr>
              <a:t>www.themegallery.com</a:t>
            </a:r>
          </a:p>
        </p:txBody>
      </p:sp>
      <p:sp>
        <p:nvSpPr>
          <p:cNvPr id="16" name="Rectangle 6"/>
          <p:cNvSpPr>
            <a:spLocks noGrp="1" noChangeArrowheads="1"/>
          </p:cNvSpPr>
          <p:nvPr>
            <p:ph type="sldNum" sz="quarter" idx="12"/>
          </p:nvPr>
        </p:nvSpPr>
        <p:spPr>
          <a:xfrm>
            <a:off x="6553200" y="6486525"/>
            <a:ext cx="2133600" cy="168275"/>
          </a:xfrm>
        </p:spPr>
        <p:txBody>
          <a:bodyPr/>
          <a:lstStyle>
            <a:lvl1pPr>
              <a:defRPr sz="1200">
                <a:solidFill>
                  <a:schemeClr val="bg1"/>
                </a:solidFill>
              </a:defRPr>
            </a:lvl1pPr>
          </a:lstStyle>
          <a:p>
            <a:pPr>
              <a:defRPr/>
            </a:pPr>
            <a:fld id="{0BF37B8F-7FFA-401C-87AD-637223BD7A6B}" type="slidenum">
              <a:rPr lang="en-US">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18862768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D0E6C912-2B56-46CC-9247-27EB9E1C5F12}"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35386422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C31B2F21-8008-45AC-8A7A-74A56D147A57}"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38511450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414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414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7" name="Rectangle 6"/>
          <p:cNvSpPr>
            <a:spLocks noGrp="1" noChangeArrowheads="1"/>
          </p:cNvSpPr>
          <p:nvPr>
            <p:ph type="sldNum" sz="quarter" idx="12"/>
          </p:nvPr>
        </p:nvSpPr>
        <p:spPr>
          <a:ln/>
        </p:spPr>
        <p:txBody>
          <a:bodyPr/>
          <a:lstStyle>
            <a:lvl1pPr>
              <a:defRPr/>
            </a:lvl1pPr>
          </a:lstStyle>
          <a:p>
            <a:pPr>
              <a:defRPr/>
            </a:pPr>
            <a:fld id="{94954994-82F3-4466-816B-215EA64B3941}"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24038483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9" name="Rectangle 6"/>
          <p:cNvSpPr>
            <a:spLocks noGrp="1" noChangeArrowheads="1"/>
          </p:cNvSpPr>
          <p:nvPr>
            <p:ph type="sldNum" sz="quarter" idx="12"/>
          </p:nvPr>
        </p:nvSpPr>
        <p:spPr>
          <a:ln/>
        </p:spPr>
        <p:txBody>
          <a:bodyPr/>
          <a:lstStyle>
            <a:lvl1pPr>
              <a:defRPr/>
            </a:lvl1pPr>
          </a:lstStyle>
          <a:p>
            <a:pPr>
              <a:defRPr/>
            </a:pPr>
            <a:fld id="{4820AF73-C223-449C-BB2A-D4B6AAEBED23}"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8612686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5" name="Rectangle 6"/>
          <p:cNvSpPr>
            <a:spLocks noGrp="1" noChangeArrowheads="1"/>
          </p:cNvSpPr>
          <p:nvPr>
            <p:ph type="sldNum" sz="quarter" idx="12"/>
          </p:nvPr>
        </p:nvSpPr>
        <p:spPr>
          <a:ln/>
        </p:spPr>
        <p:txBody>
          <a:bodyPr/>
          <a:lstStyle>
            <a:lvl1pPr>
              <a:defRPr/>
            </a:lvl1pPr>
          </a:lstStyle>
          <a:p>
            <a:pPr>
              <a:defRPr/>
            </a:pPr>
            <a:fld id="{AC601C26-103C-4579-822E-031751357E58}"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33719174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4" name="Rectangle 6"/>
          <p:cNvSpPr>
            <a:spLocks noGrp="1" noChangeArrowheads="1"/>
          </p:cNvSpPr>
          <p:nvPr>
            <p:ph type="sldNum" sz="quarter" idx="12"/>
          </p:nvPr>
        </p:nvSpPr>
        <p:spPr>
          <a:ln/>
        </p:spPr>
        <p:txBody>
          <a:bodyPr/>
          <a:lstStyle>
            <a:lvl1pPr>
              <a:defRPr/>
            </a:lvl1pPr>
          </a:lstStyle>
          <a:p>
            <a:pPr>
              <a:defRPr/>
            </a:pPr>
            <a:fld id="{240EB423-1C2D-45EB-84A7-68C41026AD95}"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25975112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7" name="Rectangle 6"/>
          <p:cNvSpPr>
            <a:spLocks noGrp="1" noChangeArrowheads="1"/>
          </p:cNvSpPr>
          <p:nvPr>
            <p:ph type="sldNum" sz="quarter" idx="12"/>
          </p:nvPr>
        </p:nvSpPr>
        <p:spPr>
          <a:ln/>
        </p:spPr>
        <p:txBody>
          <a:bodyPr/>
          <a:lstStyle>
            <a:lvl1pPr>
              <a:defRPr/>
            </a:lvl1pPr>
          </a:lstStyle>
          <a:p>
            <a:pPr>
              <a:defRPr/>
            </a:pPr>
            <a:fld id="{5A5EADBE-035E-46D1-B928-97E326C47E16}"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33592597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7" name="Rectangle 6"/>
          <p:cNvSpPr>
            <a:spLocks noGrp="1" noChangeArrowheads="1"/>
          </p:cNvSpPr>
          <p:nvPr>
            <p:ph type="sldNum" sz="quarter" idx="12"/>
          </p:nvPr>
        </p:nvSpPr>
        <p:spPr>
          <a:ln/>
        </p:spPr>
        <p:txBody>
          <a:bodyPr/>
          <a:lstStyle>
            <a:lvl1pPr>
              <a:defRPr/>
            </a:lvl1pPr>
          </a:lstStyle>
          <a:p>
            <a:pPr>
              <a:defRPr/>
            </a:pPr>
            <a:fld id="{C548316E-BCDD-431D-B70D-973BA5F285DE}"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28158589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00579F0D-D6E5-41E6-ADE6-2747F67A8584}"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13624933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152400"/>
            <a:ext cx="2076450" cy="6337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076950" cy="6337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8358ED87-ABB7-4D22-A7C6-790F9AE3A6BC}"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25768130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391400" cy="563563"/>
          </a:xfrm>
        </p:spPr>
        <p:txBody>
          <a:bodyPr/>
          <a:lstStyle/>
          <a:p>
            <a:r>
              <a:rPr lang="en-US"/>
              <a:t>Click to edit Master title style</a:t>
            </a:r>
          </a:p>
        </p:txBody>
      </p:sp>
      <p:sp>
        <p:nvSpPr>
          <p:cNvPr id="3" name="Table Placeholder 2"/>
          <p:cNvSpPr>
            <a:spLocks noGrp="1"/>
          </p:cNvSpPr>
          <p:nvPr>
            <p:ph type="tbl" idx="1"/>
          </p:nvPr>
        </p:nvSpPr>
        <p:spPr>
          <a:xfrm>
            <a:off x="457200" y="1241425"/>
            <a:ext cx="8229600" cy="5248275"/>
          </a:xfrm>
        </p:spPr>
        <p:txBody>
          <a:bodyPr/>
          <a:lstStyle/>
          <a:p>
            <a:pPr lvl="0"/>
            <a:r>
              <a:rPr lang="en-US" noProof="0"/>
              <a:t>Click icon to add table</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E5214112-3992-4155-AED5-B034AA507768}"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17141109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391400" cy="563563"/>
          </a:xfrm>
        </p:spPr>
        <p:txBody>
          <a:bodyPr/>
          <a:lstStyle/>
          <a:p>
            <a:r>
              <a:rPr lang="en-US"/>
              <a:t>Click to edit Master title style</a:t>
            </a:r>
          </a:p>
        </p:txBody>
      </p:sp>
      <p:sp>
        <p:nvSpPr>
          <p:cNvPr id="3" name="Chart Placeholder 2"/>
          <p:cNvSpPr>
            <a:spLocks noGrp="1"/>
          </p:cNvSpPr>
          <p:nvPr>
            <p:ph type="chart" idx="1"/>
          </p:nvPr>
        </p:nvSpPr>
        <p:spPr>
          <a:xfrm>
            <a:off x="457200" y="1241425"/>
            <a:ext cx="8229600" cy="5248275"/>
          </a:xfrm>
        </p:spPr>
        <p:txBody>
          <a:bodyPr/>
          <a:lstStyle/>
          <a:p>
            <a:pPr lvl="0"/>
            <a:r>
              <a:rPr lang="en-US" noProof="0"/>
              <a:t>Click icon to add chart</a:t>
            </a:r>
          </a:p>
        </p:txBody>
      </p:sp>
      <p:sp>
        <p:nvSpPr>
          <p:cNvPr id="4" name="Rectangle 4"/>
          <p:cNvSpPr>
            <a:spLocks noGrp="1" noChangeArrowheads="1"/>
          </p:cNvSpPr>
          <p:nvPr>
            <p:ph type="dt" sz="half" idx="10"/>
          </p:nvPr>
        </p:nvSpPr>
        <p:spPr>
          <a:ln/>
        </p:spPr>
        <p:txBody>
          <a:bodyPr/>
          <a:lstStyle>
            <a:lvl1pPr>
              <a:defRPr/>
            </a:lvl1pPr>
          </a:lstStyle>
          <a:p>
            <a:pPr>
              <a:defRPr/>
            </a:pPr>
            <a:r>
              <a:rPr lang="vi-VN">
                <a:solidFill>
                  <a:srgbClr val="FFFFFF"/>
                </a:solidFill>
              </a:rPr>
              <a:t>14/7/2012</a:t>
            </a:r>
            <a:endParaRPr lang="en-US">
              <a:solidFill>
                <a:srgbClr val="FFFFFF"/>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19426B"/>
                </a:solidFill>
              </a:rPr>
              <a:t>www.themegallery.com</a:t>
            </a:r>
          </a:p>
        </p:txBody>
      </p:sp>
      <p:sp>
        <p:nvSpPr>
          <p:cNvPr id="6" name="Rectangle 6"/>
          <p:cNvSpPr>
            <a:spLocks noGrp="1" noChangeArrowheads="1"/>
          </p:cNvSpPr>
          <p:nvPr>
            <p:ph type="sldNum" sz="quarter" idx="12"/>
          </p:nvPr>
        </p:nvSpPr>
        <p:spPr>
          <a:ln/>
        </p:spPr>
        <p:txBody>
          <a:bodyPr/>
          <a:lstStyle>
            <a:lvl1pPr>
              <a:defRPr/>
            </a:lvl1pPr>
          </a:lstStyle>
          <a:p>
            <a:pPr>
              <a:defRPr/>
            </a:pPr>
            <a:fld id="{358F120F-09AB-42D4-A5CB-B33778F5BDF2}" type="slidenum">
              <a:rPr lang="en-US">
                <a:solidFill>
                  <a:srgbClr val="19426B"/>
                </a:solidFill>
              </a:rPr>
              <a:pPr>
                <a:defRPr/>
              </a:pPr>
              <a:t>‹#›</a:t>
            </a:fld>
            <a:endParaRPr lang="en-US">
              <a:solidFill>
                <a:srgbClr val="19426B"/>
              </a:solidFill>
            </a:endParaRPr>
          </a:p>
        </p:txBody>
      </p:sp>
    </p:spTree>
    <p:extLst>
      <p:ext uri="{BB962C8B-B14F-4D97-AF65-F5344CB8AC3E}">
        <p14:creationId xmlns:p14="http://schemas.microsoft.com/office/powerpoint/2010/main" val="4950167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7" descr="Main"/>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84250"/>
            <a:ext cx="9140825"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8" descr="Lin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942975"/>
            <a:ext cx="9140825"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9" descr="Bott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6629400"/>
            <a:ext cx="91408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0" descr="Title"/>
          <p:cNvPicPr>
            <a:picLocks noChangeAspect="1" noChangeArrowheads="1"/>
          </p:cNvPicPr>
          <p:nvPr/>
        </p:nvPicPr>
        <p:blipFill>
          <a:blip r:embed="rId5">
            <a:lum bright="36000"/>
            <a:extLst>
              <a:ext uri="{28A0092B-C50C-407E-A947-70E740481C1C}">
                <a14:useLocalDpi xmlns:a14="http://schemas.microsoft.com/office/drawing/2010/main" val="0"/>
              </a:ext>
            </a:extLst>
          </a:blip>
          <a:srcRect/>
          <a:stretch>
            <a:fillRect/>
          </a:stretch>
        </p:blipFill>
        <p:spPr bwMode="auto">
          <a:xfrm>
            <a:off x="0" y="0"/>
            <a:ext cx="9144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21"/>
          <p:cNvSpPr>
            <a:spLocks noEditPoints="1"/>
          </p:cNvSpPr>
          <p:nvPr/>
        </p:nvSpPr>
        <p:spPr bwMode="auto">
          <a:xfrm>
            <a:off x="15875" y="2508250"/>
            <a:ext cx="4745038"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 name="Rectangle 24"/>
          <p:cNvSpPr>
            <a:spLocks noChangeArrowheads="1"/>
          </p:cNvSpPr>
          <p:nvPr/>
        </p:nvSpPr>
        <p:spPr bwMode="auto">
          <a:xfrm>
            <a:off x="31750" y="6642100"/>
            <a:ext cx="9080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a:solidFill>
                <a:srgbClr val="0066CC"/>
              </a:solidFill>
            </a:endParaRPr>
          </a:p>
        </p:txBody>
      </p:sp>
      <p:sp>
        <p:nvSpPr>
          <p:cNvPr id="10" name="Rectangle 25"/>
          <p:cNvSpPr>
            <a:spLocks noChangeArrowheads="1"/>
          </p:cNvSpPr>
          <p:nvPr/>
        </p:nvSpPr>
        <p:spPr bwMode="auto">
          <a:xfrm>
            <a:off x="0" y="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3200" b="1" dirty="0">
                <a:solidFill>
                  <a:srgbClr val="FFFF00"/>
                </a:solidFill>
                <a:latin typeface="Times New Roman" pitchFamily="18" charset="0"/>
              </a:rPr>
              <a:t>TR</a:t>
            </a:r>
            <a:r>
              <a:rPr lang="vi-VN" sz="3200" b="1" dirty="0">
                <a:solidFill>
                  <a:srgbClr val="FFFF00"/>
                </a:solidFill>
                <a:latin typeface="Times New Roman" pitchFamily="18" charset="0"/>
              </a:rPr>
              <a:t>Ư</a:t>
            </a:r>
            <a:r>
              <a:rPr lang="en-US" sz="3200" b="1" dirty="0">
                <a:solidFill>
                  <a:srgbClr val="FFFF00"/>
                </a:solidFill>
                <a:latin typeface="Times New Roman" pitchFamily="18" charset="0"/>
              </a:rPr>
              <a:t>ỜNG ĐẠI HỌC SÀI GÒN</a:t>
            </a:r>
          </a:p>
        </p:txBody>
      </p:sp>
      <p:sp>
        <p:nvSpPr>
          <p:cNvPr id="4118" name="Rectangle 22"/>
          <p:cNvSpPr>
            <a:spLocks noGrp="1" noChangeArrowheads="1"/>
          </p:cNvSpPr>
          <p:nvPr>
            <p:ph type="ctrTitle"/>
          </p:nvPr>
        </p:nvSpPr>
        <p:spPr>
          <a:xfrm>
            <a:off x="685800" y="2130425"/>
            <a:ext cx="7772400" cy="1470025"/>
          </a:xfrm>
        </p:spPr>
        <p:txBody>
          <a:bodyPr/>
          <a:lstStyle>
            <a:lvl1pPr>
              <a:defRPr sz="4000">
                <a:solidFill>
                  <a:srgbClr val="CC3300"/>
                </a:solidFill>
              </a:defRPr>
            </a:lvl1pPr>
          </a:lstStyle>
          <a:p>
            <a:r>
              <a:rPr lang="en-US"/>
              <a:t>Click to edit Master title style</a:t>
            </a:r>
          </a:p>
        </p:txBody>
      </p:sp>
      <p:sp>
        <p:nvSpPr>
          <p:cNvPr id="4119" name="Rectangle 2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solidFill>
                  <a:srgbClr val="000066"/>
                </a:solidFill>
              </a:defRPr>
            </a:lvl1pPr>
          </a:lstStyle>
          <a:p>
            <a:r>
              <a:rPr lang="en-US"/>
              <a:t>Click to edit Master subtitle style</a:t>
            </a:r>
          </a:p>
        </p:txBody>
      </p:sp>
    </p:spTree>
    <p:extLst>
      <p:ext uri="{BB962C8B-B14F-4D97-AF65-F5344CB8AC3E}">
        <p14:creationId xmlns:p14="http://schemas.microsoft.com/office/powerpoint/2010/main" val="146766603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81000" y="1066800"/>
            <a:ext cx="8610600" cy="5486400"/>
          </a:xfrm>
        </p:spPr>
        <p:txBody>
          <a:bodyPr/>
          <a:lstStyle>
            <a:lvl1pPr>
              <a:spcBef>
                <a:spcPts val="600"/>
              </a:spcBef>
              <a:spcAft>
                <a:spcPts val="600"/>
              </a:spcAft>
              <a:defRPr>
                <a:solidFill>
                  <a:srgbClr val="0000CC"/>
                </a:solidFill>
              </a:defRPr>
            </a:lvl1pPr>
            <a:lvl2pPr>
              <a:spcBef>
                <a:spcPts val="600"/>
              </a:spcBef>
              <a:spcAft>
                <a:spcPts val="600"/>
              </a:spcAft>
              <a:defRPr sz="3000">
                <a:solidFill>
                  <a:srgbClr val="C00000"/>
                </a:solidFill>
              </a:defRPr>
            </a:lvl2pPr>
            <a:lvl3pPr>
              <a:spcBef>
                <a:spcPts val="600"/>
              </a:spcBef>
              <a:spcAft>
                <a:spcPts val="600"/>
              </a:spcAft>
              <a:defRPr sz="2800"/>
            </a:lvl3pPr>
            <a:lvl4pPr>
              <a:spcBef>
                <a:spcPts val="600"/>
              </a:spcBef>
              <a:spcAft>
                <a:spcPts val="600"/>
              </a:spcAft>
              <a:defRPr sz="2600"/>
            </a:lvl4pPr>
            <a:lvl5pPr>
              <a:spcBef>
                <a:spcPts val="60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9651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97083791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 y="1066800"/>
            <a:ext cx="43434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66800"/>
            <a:ext cx="43434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1161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2112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5428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9555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1580567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0032958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222711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60325"/>
            <a:ext cx="2286000" cy="6492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60325"/>
            <a:ext cx="6705600" cy="6492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63776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60325"/>
            <a:ext cx="9144000" cy="838200"/>
          </a:xfrm>
        </p:spPr>
        <p:txBody>
          <a:bodyPr/>
          <a:lstStyle/>
          <a:p>
            <a:r>
              <a:rPr lang="en-US"/>
              <a:t>Click to edit Master title style</a:t>
            </a:r>
          </a:p>
        </p:txBody>
      </p:sp>
      <p:sp>
        <p:nvSpPr>
          <p:cNvPr id="3" name="Table Placeholder 2"/>
          <p:cNvSpPr>
            <a:spLocks noGrp="1"/>
          </p:cNvSpPr>
          <p:nvPr>
            <p:ph type="tbl" idx="1"/>
          </p:nvPr>
        </p:nvSpPr>
        <p:spPr>
          <a:xfrm>
            <a:off x="152400" y="1066800"/>
            <a:ext cx="8839200" cy="5486400"/>
          </a:xfrm>
        </p:spPr>
        <p:txBody>
          <a:bodyPr/>
          <a:lstStyle/>
          <a:p>
            <a:pPr lvl="0"/>
            <a:r>
              <a:rPr lang="en-US" noProof="0"/>
              <a:t>Click icon to add table</a:t>
            </a:r>
          </a:p>
        </p:txBody>
      </p:sp>
    </p:spTree>
    <p:extLst>
      <p:ext uri="{BB962C8B-B14F-4D97-AF65-F5344CB8AC3E}">
        <p14:creationId xmlns:p14="http://schemas.microsoft.com/office/powerpoint/2010/main" val="185561948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5332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7.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6.jpeg"/><Relationship Id="rId2" Type="http://schemas.openxmlformats.org/officeDocument/2006/relationships/slideLayout" Target="../slideLayouts/slideLayout14.xml"/><Relationship Id="rId16" Type="http://schemas.openxmlformats.org/officeDocument/2006/relationships/image" Target="../media/image5.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4.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2.pn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image" Target="../media/image1.png"/><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image" Target="../media/image7.jpeg"/><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image" Target="../media/image6.jpeg"/><Relationship Id="rId2" Type="http://schemas.openxmlformats.org/officeDocument/2006/relationships/slideLayout" Target="../slideLayouts/slideLayout39.xml"/><Relationship Id="rId16" Type="http://schemas.openxmlformats.org/officeDocument/2006/relationships/image" Target="../media/image5.jpe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4.jpe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image" Target="../media/image15.jpeg"/><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image" Target="../media/image14.jpeg"/><Relationship Id="rId2" Type="http://schemas.openxmlformats.org/officeDocument/2006/relationships/slideLayout" Target="../slideLayouts/slideLayout52.xml"/><Relationship Id="rId16" Type="http://schemas.openxmlformats.org/officeDocument/2006/relationships/image" Target="../media/image13.jpeg"/><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12.jpeg"/><Relationship Id="rId10" Type="http://schemas.openxmlformats.org/officeDocument/2006/relationships/slideLayout" Target="../slideLayouts/slideLayout60.xml"/><Relationship Id="rId19" Type="http://schemas.openxmlformats.org/officeDocument/2006/relationships/image" Target="../media/image16.jpeg"/><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111" name="Object 87"/>
          <p:cNvGraphicFramePr>
            <a:graphicFrameLocks noChangeAspect="1"/>
          </p:cNvGraphicFramePr>
          <p:nvPr/>
        </p:nvGraphicFramePr>
        <p:xfrm>
          <a:off x="0" y="0"/>
          <a:ext cx="9144000" cy="1600200"/>
        </p:xfrm>
        <a:graphic>
          <a:graphicData uri="http://schemas.openxmlformats.org/presentationml/2006/ole">
            <mc:AlternateContent xmlns:mc="http://schemas.openxmlformats.org/markup-compatibility/2006">
              <mc:Choice xmlns:v="urn:schemas-microsoft-com:vml" Requires="v">
                <p:oleObj name="Image" r:id="rId14" imgW="13003175" imgH="2577778" progId="">
                  <p:embed/>
                </p:oleObj>
              </mc:Choice>
              <mc:Fallback>
                <p:oleObj name="Image" r:id="rId14" imgW="13003175" imgH="2577778" progId="">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1600200"/>
                      </a:xfrm>
                      <a:prstGeom prst="rect">
                        <a:avLst/>
                      </a:prstGeom>
                      <a:noFill/>
                      <a:ln>
                        <a:noFill/>
                      </a:ln>
                      <a:effectLst/>
                      <a:extLst>
                        <a:ext uri="{909E8E84-426E-40DD-AFC4-6F175D3DCCD1}">
                          <a14:hiddenFill xmlns:a14="http://schemas.microsoft.com/office/drawing/2010/main">
                            <a:solidFill>
                              <a:srgbClr val="2294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0C0C0"/>
                              </a:outerShdw>
                            </a:effectLst>
                          </a14:hiddenEffects>
                        </a:ext>
                      </a:extLst>
                    </p:spPr>
                  </p:pic>
                </p:oleObj>
              </mc:Fallback>
            </mc:AlternateContent>
          </a:graphicData>
        </a:graphic>
      </p:graphicFrame>
      <p:sp>
        <p:nvSpPr>
          <p:cNvPr id="1027" name="Rectangle 3"/>
          <p:cNvSpPr>
            <a:spLocks noGrp="1" noChangeArrowheads="1"/>
          </p:cNvSpPr>
          <p:nvPr>
            <p:ph type="body" idx="1"/>
          </p:nvPr>
        </p:nvSpPr>
        <p:spPr bwMode="gray">
          <a:xfrm>
            <a:off x="533400" y="1611313"/>
            <a:ext cx="8191500" cy="471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Rectangle 6"/>
          <p:cNvSpPr>
            <a:spLocks noGrp="1" noChangeArrowheads="1"/>
          </p:cNvSpPr>
          <p:nvPr>
            <p:ph type="sldNum" sz="quarter" idx="4"/>
          </p:nvPr>
        </p:nvSpPr>
        <p:spPr bwMode="gray">
          <a:xfrm>
            <a:off x="7843515" y="6453336"/>
            <a:ext cx="838200"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solidFill>
                  <a:schemeClr val="tx2"/>
                </a:solidFill>
              </a:defRPr>
            </a:lvl1pPr>
          </a:lstStyle>
          <a:p>
            <a:fld id="{6902156F-525B-4FBB-A38F-84BD9D097DE0}" type="slidenum">
              <a:rPr lang="en-US" smtClean="0"/>
              <a:t>‹#›</a:t>
            </a:fld>
            <a:endParaRPr lang="en-US"/>
          </a:p>
        </p:txBody>
      </p:sp>
      <p:sp>
        <p:nvSpPr>
          <p:cNvPr id="1026" name="Rectangle 2"/>
          <p:cNvSpPr>
            <a:spLocks noGrp="1" noChangeArrowheads="1"/>
          </p:cNvSpPr>
          <p:nvPr>
            <p:ph type="title"/>
          </p:nvPr>
        </p:nvSpPr>
        <p:spPr bwMode="gray">
          <a:xfrm>
            <a:off x="533400" y="609600"/>
            <a:ext cx="6400800" cy="487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dt" sz="half" idx="2"/>
          </p:nvPr>
        </p:nvSpPr>
        <p:spPr bwMode="gray">
          <a:xfrm>
            <a:off x="293688" y="6477000"/>
            <a:ext cx="1905000"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solidFill>
                  <a:schemeClr val="tx2"/>
                </a:solidFill>
              </a:defRPr>
            </a:lvl1pPr>
          </a:lstStyle>
          <a:p>
            <a:fld id="{C6CDADE2-8DEC-4FE0-8424-81A443B19535}" type="datetimeFigureOut">
              <a:rPr lang="en-US" smtClean="0"/>
              <a:t>1/7/2025</a:t>
            </a:fld>
            <a:endParaRPr lang="en-US"/>
          </a:p>
        </p:txBody>
      </p:sp>
      <p:sp>
        <p:nvSpPr>
          <p:cNvPr id="1107" name="Text Box 83"/>
          <p:cNvSpPr txBox="1">
            <a:spLocks noChangeArrowheads="1"/>
          </p:cNvSpPr>
          <p:nvPr/>
        </p:nvSpPr>
        <p:spPr bwMode="gray">
          <a:xfrm>
            <a:off x="304800" y="1524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b="1" i="1">
                <a:solidFill>
                  <a:schemeClr val="bg1"/>
                </a:solidFill>
              </a:rPr>
              <a:t>LOGO</a:t>
            </a:r>
          </a:p>
        </p:txBody>
      </p:sp>
      <p:pic>
        <p:nvPicPr>
          <p:cNvPr id="1108" name="Picture 84" descr="p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39000" y="190500"/>
            <a:ext cx="1450975" cy="209550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r" rtl="0" eaLnBrk="1" fontAlgn="base" hangingPunct="1">
        <a:spcBef>
          <a:spcPct val="0"/>
        </a:spcBef>
        <a:spcAft>
          <a:spcPct val="0"/>
        </a:spcAft>
        <a:defRPr sz="3200" b="1">
          <a:solidFill>
            <a:schemeClr val="tx2"/>
          </a:solidFill>
          <a:latin typeface="+mj-lt"/>
          <a:ea typeface="+mj-ea"/>
          <a:cs typeface="+mj-cs"/>
        </a:defRPr>
      </a:lvl1pPr>
      <a:lvl2pPr algn="r" rtl="0" eaLnBrk="1" fontAlgn="base" hangingPunct="1">
        <a:spcBef>
          <a:spcPct val="0"/>
        </a:spcBef>
        <a:spcAft>
          <a:spcPct val="0"/>
        </a:spcAft>
        <a:defRPr sz="3200" b="1">
          <a:solidFill>
            <a:schemeClr val="tx2"/>
          </a:solidFill>
          <a:latin typeface="Arial" charset="0"/>
        </a:defRPr>
      </a:lvl2pPr>
      <a:lvl3pPr algn="r" rtl="0" eaLnBrk="1" fontAlgn="base" hangingPunct="1">
        <a:spcBef>
          <a:spcPct val="0"/>
        </a:spcBef>
        <a:spcAft>
          <a:spcPct val="0"/>
        </a:spcAft>
        <a:defRPr sz="3200" b="1">
          <a:solidFill>
            <a:schemeClr val="tx2"/>
          </a:solidFill>
          <a:latin typeface="Arial" charset="0"/>
        </a:defRPr>
      </a:lvl3pPr>
      <a:lvl4pPr algn="r" rtl="0" eaLnBrk="1" fontAlgn="base" hangingPunct="1">
        <a:spcBef>
          <a:spcPct val="0"/>
        </a:spcBef>
        <a:spcAft>
          <a:spcPct val="0"/>
        </a:spcAft>
        <a:defRPr sz="3200" b="1">
          <a:solidFill>
            <a:schemeClr val="tx2"/>
          </a:solidFill>
          <a:latin typeface="Arial" charset="0"/>
        </a:defRPr>
      </a:lvl4pPr>
      <a:lvl5pPr algn="r" rtl="0" eaLnBrk="1" fontAlgn="base" hangingPunct="1">
        <a:spcBef>
          <a:spcPct val="0"/>
        </a:spcBef>
        <a:spcAft>
          <a:spcPct val="0"/>
        </a:spcAft>
        <a:defRPr sz="3200" b="1">
          <a:solidFill>
            <a:schemeClr val="tx2"/>
          </a:solidFill>
          <a:latin typeface="Arial" charset="0"/>
        </a:defRPr>
      </a:lvl5pPr>
      <a:lvl6pPr marL="457200" algn="r" rtl="0" eaLnBrk="1" fontAlgn="base" hangingPunct="1">
        <a:spcBef>
          <a:spcPct val="0"/>
        </a:spcBef>
        <a:spcAft>
          <a:spcPct val="0"/>
        </a:spcAft>
        <a:defRPr sz="3200" b="1">
          <a:solidFill>
            <a:schemeClr val="tx2"/>
          </a:solidFill>
          <a:latin typeface="Arial" charset="0"/>
        </a:defRPr>
      </a:lvl6pPr>
      <a:lvl7pPr marL="914400" algn="r" rtl="0" eaLnBrk="1" fontAlgn="base" hangingPunct="1">
        <a:spcBef>
          <a:spcPct val="0"/>
        </a:spcBef>
        <a:spcAft>
          <a:spcPct val="0"/>
        </a:spcAft>
        <a:defRPr sz="3200" b="1">
          <a:solidFill>
            <a:schemeClr val="tx2"/>
          </a:solidFill>
          <a:latin typeface="Arial" charset="0"/>
        </a:defRPr>
      </a:lvl7pPr>
      <a:lvl8pPr marL="1371600" algn="r" rtl="0" eaLnBrk="1" fontAlgn="base" hangingPunct="1">
        <a:spcBef>
          <a:spcPct val="0"/>
        </a:spcBef>
        <a:spcAft>
          <a:spcPct val="0"/>
        </a:spcAft>
        <a:defRPr sz="3200" b="1">
          <a:solidFill>
            <a:schemeClr val="tx2"/>
          </a:solidFill>
          <a:latin typeface="Arial" charset="0"/>
        </a:defRPr>
      </a:lvl8pPr>
      <a:lvl9pPr marL="1828800" algn="r" rtl="0" eaLnBrk="1" fontAlgn="base" hangingPunct="1">
        <a:spcBef>
          <a:spcPct val="0"/>
        </a:spcBef>
        <a:spcAft>
          <a:spcPct val="0"/>
        </a:spcAft>
        <a:defRPr sz="32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1" fontAlgn="base" hangingPunct="1">
        <a:spcBef>
          <a:spcPct val="20000"/>
        </a:spcBef>
        <a:spcAft>
          <a:spcPct val="0"/>
        </a:spcAft>
        <a:buClr>
          <a:schemeClr val="accent2"/>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gray">
          <a:xfrm>
            <a:off x="0" y="798513"/>
            <a:ext cx="9144000" cy="312737"/>
          </a:xfrm>
          <a:prstGeom prst="rect">
            <a:avLst/>
          </a:prstGeom>
          <a:solidFill>
            <a:schemeClr val="tx1"/>
          </a:solidFill>
          <a:ln w="9525">
            <a:noFill/>
            <a:miter lim="800000"/>
            <a:headEnd/>
            <a:tailEnd/>
          </a:ln>
          <a:effectLst/>
        </p:spPr>
        <p:txBody>
          <a:bodyPr wrap="none" anchor="ctr"/>
          <a:lstStyle/>
          <a:p>
            <a:pPr>
              <a:defRPr/>
            </a:pPr>
            <a:endParaRPr lang="en-US">
              <a:solidFill>
                <a:srgbClr val="19426B"/>
              </a:solidFill>
            </a:endParaRPr>
          </a:p>
        </p:txBody>
      </p:sp>
      <p:sp>
        <p:nvSpPr>
          <p:cNvPr id="1040" name="Rectangle 16"/>
          <p:cNvSpPr>
            <a:spLocks noChangeArrowheads="1"/>
          </p:cNvSpPr>
          <p:nvPr/>
        </p:nvSpPr>
        <p:spPr bwMode="white">
          <a:xfrm>
            <a:off x="0" y="0"/>
            <a:ext cx="9144000" cy="836613"/>
          </a:xfrm>
          <a:prstGeom prst="rect">
            <a:avLst/>
          </a:prstGeom>
          <a:solidFill>
            <a:schemeClr val="accent2"/>
          </a:solidFill>
          <a:ln w="9525">
            <a:noFill/>
            <a:miter lim="800000"/>
            <a:headEnd/>
            <a:tailEnd/>
          </a:ln>
          <a:effectLst/>
        </p:spPr>
        <p:txBody>
          <a:bodyPr wrap="none" anchor="ctr"/>
          <a:lstStyle/>
          <a:p>
            <a:pPr>
              <a:defRPr/>
            </a:pPr>
            <a:endParaRPr lang="en-US">
              <a:solidFill>
                <a:srgbClr val="19426B"/>
              </a:solidFill>
            </a:endParaRPr>
          </a:p>
        </p:txBody>
      </p:sp>
      <p:sp>
        <p:nvSpPr>
          <p:cNvPr id="3076" name="Rectangle 3"/>
          <p:cNvSpPr>
            <a:spLocks noGrp="1" noChangeArrowheads="1"/>
          </p:cNvSpPr>
          <p:nvPr>
            <p:ph type="body" idx="1"/>
          </p:nvPr>
        </p:nvSpPr>
        <p:spPr bwMode="auto">
          <a:xfrm>
            <a:off x="457200" y="1241425"/>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white">
          <a:xfrm>
            <a:off x="381000" y="838200"/>
            <a:ext cx="5943600" cy="254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b="1">
                <a:solidFill>
                  <a:schemeClr val="bg1"/>
                </a:solidFill>
                <a:latin typeface="+mn-lt"/>
              </a:defRPr>
            </a:lvl1pPr>
          </a:lstStyle>
          <a:p>
            <a:pPr>
              <a:defRPr/>
            </a:pPr>
            <a:r>
              <a:rPr lang="vi-VN">
                <a:solidFill>
                  <a:srgbClr val="FFFFFF"/>
                </a:solidFill>
              </a:rPr>
              <a:t>14/7/2012</a:t>
            </a:r>
            <a:endParaRPr lang="en-US">
              <a:solidFill>
                <a:srgbClr val="FFFFFF"/>
              </a:solidFill>
            </a:endParaRPr>
          </a:p>
        </p:txBody>
      </p:sp>
      <p:sp>
        <p:nvSpPr>
          <p:cNvPr id="1029" name="Rectangle 5"/>
          <p:cNvSpPr>
            <a:spLocks noGrp="1" noChangeArrowheads="1"/>
          </p:cNvSpPr>
          <p:nvPr>
            <p:ph type="ftr" sz="quarter" idx="3"/>
          </p:nvPr>
        </p:nvSpPr>
        <p:spPr bwMode="auto">
          <a:xfrm>
            <a:off x="6324600" y="6564313"/>
            <a:ext cx="23622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mn-lt"/>
              </a:defRPr>
            </a:lvl1pPr>
          </a:lstStyle>
          <a:p>
            <a:pPr>
              <a:defRPr/>
            </a:pPr>
            <a:r>
              <a:rPr lang="en-US">
                <a:solidFill>
                  <a:srgbClr val="19426B"/>
                </a:solidFill>
              </a:rPr>
              <a:t>www.themegallery.com</a:t>
            </a:r>
          </a:p>
        </p:txBody>
      </p:sp>
      <p:sp>
        <p:nvSpPr>
          <p:cNvPr id="1030" name="Rectangle 6"/>
          <p:cNvSpPr>
            <a:spLocks noGrp="1" noChangeArrowheads="1"/>
          </p:cNvSpPr>
          <p:nvPr>
            <p:ph type="sldNum" sz="quarter" idx="4"/>
          </p:nvPr>
        </p:nvSpPr>
        <p:spPr bwMode="auto">
          <a:xfrm>
            <a:off x="3124200" y="6553200"/>
            <a:ext cx="2133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pPr>
              <a:defRPr/>
            </a:pPr>
            <a:fld id="{FFBFB879-6FDA-477A-B166-FBF6CCA4865F}" type="slidenum">
              <a:rPr lang="en-US">
                <a:solidFill>
                  <a:srgbClr val="19426B"/>
                </a:solidFill>
              </a:rPr>
              <a:pPr>
                <a:defRPr/>
              </a:pPr>
              <a:t>‹#›</a:t>
            </a:fld>
            <a:endParaRPr lang="en-US">
              <a:solidFill>
                <a:srgbClr val="19426B"/>
              </a:solidFill>
            </a:endParaRPr>
          </a:p>
        </p:txBody>
      </p:sp>
      <p:sp>
        <p:nvSpPr>
          <p:cNvPr id="3080" name="Rectangle 2"/>
          <p:cNvSpPr>
            <a:spLocks noGrp="1" noChangeArrowheads="1"/>
          </p:cNvSpPr>
          <p:nvPr>
            <p:ph type="title"/>
          </p:nvPr>
        </p:nvSpPr>
        <p:spPr bwMode="black">
          <a:xfrm>
            <a:off x="381000" y="152400"/>
            <a:ext cx="73914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grpSp>
        <p:nvGrpSpPr>
          <p:cNvPr id="3081" name="Group 17"/>
          <p:cNvGrpSpPr>
            <a:grpSpLocks/>
          </p:cNvGrpSpPr>
          <p:nvPr/>
        </p:nvGrpSpPr>
        <p:grpSpPr bwMode="auto">
          <a:xfrm>
            <a:off x="7308850" y="188913"/>
            <a:ext cx="1665288" cy="1512887"/>
            <a:chOff x="4604" y="119"/>
            <a:chExt cx="1049" cy="953"/>
          </a:xfrm>
        </p:grpSpPr>
        <p:sp>
          <p:nvSpPr>
            <p:cNvPr id="1042" name="Oval 18"/>
            <p:cNvSpPr>
              <a:spLocks noChangeArrowheads="1"/>
            </p:cNvSpPr>
            <p:nvPr userDrawn="1"/>
          </p:nvSpPr>
          <p:spPr bwMode="gray">
            <a:xfrm>
              <a:off x="4921" y="845"/>
              <a:ext cx="732" cy="227"/>
            </a:xfrm>
            <a:prstGeom prst="ellipse">
              <a:avLst/>
            </a:prstGeom>
            <a:gradFill rotWithShape="1">
              <a:gsLst>
                <a:gs pos="0">
                  <a:schemeClr val="tx1"/>
                </a:gs>
                <a:gs pos="100000">
                  <a:schemeClr val="tx1">
                    <a:gamma/>
                    <a:tint val="0"/>
                    <a:invGamma/>
                  </a:schemeClr>
                </a:gs>
              </a:gsLst>
              <a:lin ang="18900000" scaled="1"/>
            </a:gradFill>
            <a:ln w="9525">
              <a:noFill/>
              <a:round/>
              <a:headEnd/>
              <a:tailEnd/>
            </a:ln>
            <a:effectLst/>
          </p:spPr>
          <p:txBody>
            <a:bodyPr wrap="none" anchor="ctr"/>
            <a:lstStyle/>
            <a:p>
              <a:pPr>
                <a:defRPr/>
              </a:pPr>
              <a:endParaRPr lang="en-US">
                <a:solidFill>
                  <a:srgbClr val="19426B"/>
                </a:solidFill>
              </a:endParaRPr>
            </a:p>
          </p:txBody>
        </p:sp>
        <p:sp>
          <p:nvSpPr>
            <p:cNvPr id="1043" name="Oval 19"/>
            <p:cNvSpPr>
              <a:spLocks noChangeArrowheads="1"/>
            </p:cNvSpPr>
            <p:nvPr userDrawn="1"/>
          </p:nvSpPr>
          <p:spPr bwMode="gray">
            <a:xfrm>
              <a:off x="4604" y="119"/>
              <a:ext cx="932" cy="911"/>
            </a:xfrm>
            <a:prstGeom prst="ellipse">
              <a:avLst/>
            </a:prstGeom>
            <a:solidFill>
              <a:schemeClr val="bg1"/>
            </a:solidFill>
            <a:ln w="9525">
              <a:noFill/>
              <a:round/>
              <a:headEnd/>
              <a:tailEnd/>
            </a:ln>
            <a:effectLst>
              <a:outerShdw dist="63500" dir="2212194" algn="ctr" rotWithShape="0">
                <a:schemeClr val="tx1"/>
              </a:outerShdw>
            </a:effectLst>
          </p:spPr>
          <p:txBody>
            <a:bodyPr wrap="none" anchor="ctr"/>
            <a:lstStyle/>
            <a:p>
              <a:pPr>
                <a:defRPr/>
              </a:pPr>
              <a:endParaRPr lang="en-US">
                <a:solidFill>
                  <a:srgbClr val="19426B"/>
                </a:solidFill>
              </a:endParaRPr>
            </a:p>
          </p:txBody>
        </p:sp>
        <p:sp>
          <p:nvSpPr>
            <p:cNvPr id="1044" name="Freeform 20" descr="4"/>
            <p:cNvSpPr>
              <a:spLocks/>
            </p:cNvSpPr>
            <p:nvPr userDrawn="1"/>
          </p:nvSpPr>
          <p:spPr bwMode="gray">
            <a:xfrm>
              <a:off x="5077" y="281"/>
              <a:ext cx="426" cy="588"/>
            </a:xfrm>
            <a:custGeom>
              <a:avLst/>
              <a:gdLst/>
              <a:ahLst/>
              <a:cxnLst>
                <a:cxn ang="0">
                  <a:pos x="951" y="1963"/>
                </a:cxn>
                <a:cxn ang="0">
                  <a:pos x="1338" y="977"/>
                </a:cxn>
                <a:cxn ang="0">
                  <a:pos x="905" y="0"/>
                </a:cxn>
                <a:cxn ang="0">
                  <a:pos x="0" y="987"/>
                </a:cxn>
                <a:cxn ang="0">
                  <a:pos x="951" y="1963"/>
                </a:cxn>
              </a:cxnLst>
              <a:rect l="0" t="0" r="r" b="b"/>
              <a:pathLst>
                <a:path w="1348" h="1963">
                  <a:moveTo>
                    <a:pt x="951" y="1963"/>
                  </a:moveTo>
                  <a:cubicBezTo>
                    <a:pt x="1244" y="1689"/>
                    <a:pt x="1348" y="1323"/>
                    <a:pt x="1338" y="977"/>
                  </a:cubicBezTo>
                  <a:cubicBezTo>
                    <a:pt x="1329" y="629"/>
                    <a:pt x="1132" y="226"/>
                    <a:pt x="905" y="0"/>
                  </a:cubicBezTo>
                  <a:lnTo>
                    <a:pt x="0" y="987"/>
                  </a:lnTo>
                  <a:lnTo>
                    <a:pt x="951" y="1963"/>
                  </a:lnTo>
                  <a:close/>
                </a:path>
              </a:pathLst>
            </a:custGeom>
            <a:blipFill dpi="0" rotWithShape="1">
              <a:blip r:embed="rId15" cstate="print"/>
              <a:srcRect/>
              <a:stretch>
                <a:fillRect/>
              </a:stretch>
            </a:blipFill>
            <a:ln w="76200" cmpd="sng">
              <a:noFill/>
              <a:round/>
              <a:headEnd/>
              <a:tailEnd/>
            </a:ln>
            <a:effectLst/>
          </p:spPr>
          <p:txBody>
            <a:bodyPr/>
            <a:lstStyle/>
            <a:p>
              <a:pPr>
                <a:defRPr/>
              </a:pPr>
              <a:endParaRPr lang="en-US">
                <a:solidFill>
                  <a:srgbClr val="19426B"/>
                </a:solidFill>
              </a:endParaRPr>
            </a:p>
          </p:txBody>
        </p:sp>
        <p:sp>
          <p:nvSpPr>
            <p:cNvPr id="1045" name="Freeform 21" descr="1"/>
            <p:cNvSpPr>
              <a:spLocks/>
            </p:cNvSpPr>
            <p:nvPr userDrawn="1"/>
          </p:nvSpPr>
          <p:spPr bwMode="gray">
            <a:xfrm>
              <a:off x="4779" y="144"/>
              <a:ext cx="572" cy="416"/>
            </a:xfrm>
            <a:custGeom>
              <a:avLst/>
              <a:gdLst/>
              <a:ahLst/>
              <a:cxnLst>
                <a:cxn ang="0">
                  <a:pos x="905" y="1388"/>
                </a:cxn>
                <a:cxn ang="0">
                  <a:pos x="1810" y="408"/>
                </a:cxn>
                <a:cxn ang="0">
                  <a:pos x="874" y="40"/>
                </a:cxn>
                <a:cxn ang="0">
                  <a:pos x="0" y="409"/>
                </a:cxn>
                <a:cxn ang="0">
                  <a:pos x="905" y="1388"/>
                </a:cxn>
              </a:cxnLst>
              <a:rect l="0" t="0" r="r" b="b"/>
              <a:pathLst>
                <a:path w="1810" h="1388">
                  <a:moveTo>
                    <a:pt x="905" y="1388"/>
                  </a:moveTo>
                  <a:lnTo>
                    <a:pt x="1810" y="408"/>
                  </a:lnTo>
                  <a:cubicBezTo>
                    <a:pt x="1612" y="189"/>
                    <a:pt x="1272" y="0"/>
                    <a:pt x="874" y="40"/>
                  </a:cubicBezTo>
                  <a:cubicBezTo>
                    <a:pt x="541" y="52"/>
                    <a:pt x="252" y="162"/>
                    <a:pt x="0" y="409"/>
                  </a:cubicBezTo>
                  <a:lnTo>
                    <a:pt x="905" y="1388"/>
                  </a:lnTo>
                  <a:close/>
                </a:path>
              </a:pathLst>
            </a:custGeom>
            <a:blipFill dpi="0" rotWithShape="1">
              <a:blip r:embed="rId16" cstate="print"/>
              <a:srcRect/>
              <a:stretch>
                <a:fillRect/>
              </a:stretch>
            </a:blipFill>
            <a:ln w="76200" cmpd="sng">
              <a:noFill/>
              <a:round/>
              <a:headEnd/>
              <a:tailEnd/>
            </a:ln>
            <a:effectLst/>
          </p:spPr>
          <p:txBody>
            <a:bodyPr/>
            <a:lstStyle/>
            <a:p>
              <a:pPr>
                <a:defRPr/>
              </a:pPr>
              <a:endParaRPr lang="en-US">
                <a:solidFill>
                  <a:srgbClr val="19426B"/>
                </a:solidFill>
              </a:endParaRPr>
            </a:p>
          </p:txBody>
        </p:sp>
        <p:sp>
          <p:nvSpPr>
            <p:cNvPr id="1046" name="Freeform 22" descr="2"/>
            <p:cNvSpPr>
              <a:spLocks/>
            </p:cNvSpPr>
            <p:nvPr userDrawn="1"/>
          </p:nvSpPr>
          <p:spPr bwMode="gray">
            <a:xfrm>
              <a:off x="4629" y="286"/>
              <a:ext cx="419" cy="572"/>
            </a:xfrm>
            <a:custGeom>
              <a:avLst/>
              <a:gdLst/>
              <a:ahLst/>
              <a:cxnLst>
                <a:cxn ang="0">
                  <a:pos x="1325" y="960"/>
                </a:cxn>
                <a:cxn ang="0">
                  <a:pos x="414" y="0"/>
                </a:cxn>
                <a:cxn ang="0">
                  <a:pos x="27" y="1014"/>
                </a:cxn>
                <a:cxn ang="0">
                  <a:pos x="402" y="1910"/>
                </a:cxn>
                <a:cxn ang="0">
                  <a:pos x="1325" y="960"/>
                </a:cxn>
              </a:cxnLst>
              <a:rect l="0" t="0" r="r" b="b"/>
              <a:pathLst>
                <a:path w="1325" h="1910">
                  <a:moveTo>
                    <a:pt x="1325" y="960"/>
                  </a:moveTo>
                  <a:lnTo>
                    <a:pt x="414" y="0"/>
                  </a:lnTo>
                  <a:cubicBezTo>
                    <a:pt x="238" y="162"/>
                    <a:pt x="0" y="570"/>
                    <a:pt x="27" y="1014"/>
                  </a:cubicBezTo>
                  <a:cubicBezTo>
                    <a:pt x="53" y="1458"/>
                    <a:pt x="233" y="1748"/>
                    <a:pt x="402" y="1910"/>
                  </a:cubicBezTo>
                  <a:lnTo>
                    <a:pt x="1325" y="960"/>
                  </a:lnTo>
                  <a:close/>
                </a:path>
              </a:pathLst>
            </a:custGeom>
            <a:blipFill dpi="0" rotWithShape="1">
              <a:blip r:embed="rId17" cstate="print"/>
              <a:srcRect/>
              <a:stretch>
                <a:fillRect/>
              </a:stretch>
            </a:blipFill>
            <a:ln w="76200" cmpd="sng">
              <a:noFill/>
              <a:round/>
              <a:headEnd/>
              <a:tailEnd/>
            </a:ln>
            <a:effectLst/>
          </p:spPr>
          <p:txBody>
            <a:bodyPr/>
            <a:lstStyle/>
            <a:p>
              <a:pPr>
                <a:defRPr/>
              </a:pPr>
              <a:endParaRPr lang="en-US">
                <a:solidFill>
                  <a:srgbClr val="19426B"/>
                </a:solidFill>
              </a:endParaRPr>
            </a:p>
          </p:txBody>
        </p:sp>
        <p:sp>
          <p:nvSpPr>
            <p:cNvPr id="1047" name="Freeform 23" descr="55282"/>
            <p:cNvSpPr>
              <a:spLocks/>
            </p:cNvSpPr>
            <p:nvPr userDrawn="1"/>
          </p:nvSpPr>
          <p:spPr bwMode="gray">
            <a:xfrm>
              <a:off x="4770" y="585"/>
              <a:ext cx="590" cy="418"/>
            </a:xfrm>
            <a:custGeom>
              <a:avLst/>
              <a:gdLst/>
              <a:ahLst/>
              <a:cxnLst>
                <a:cxn ang="0">
                  <a:pos x="927" y="0"/>
                </a:cxn>
                <a:cxn ang="0">
                  <a:pos x="0" y="975"/>
                </a:cxn>
                <a:cxn ang="0">
                  <a:pos x="996" y="1387"/>
                </a:cxn>
                <a:cxn ang="0">
                  <a:pos x="1866" y="996"/>
                </a:cxn>
                <a:cxn ang="0">
                  <a:pos x="927" y="0"/>
                </a:cxn>
              </a:cxnLst>
              <a:rect l="0" t="0" r="r" b="b"/>
              <a:pathLst>
                <a:path w="1866" h="1398">
                  <a:moveTo>
                    <a:pt x="927" y="0"/>
                  </a:moveTo>
                  <a:lnTo>
                    <a:pt x="0" y="975"/>
                  </a:lnTo>
                  <a:cubicBezTo>
                    <a:pt x="203" y="1204"/>
                    <a:pt x="607" y="1398"/>
                    <a:pt x="996" y="1387"/>
                  </a:cubicBezTo>
                  <a:cubicBezTo>
                    <a:pt x="1385" y="1375"/>
                    <a:pt x="1707" y="1159"/>
                    <a:pt x="1866" y="996"/>
                  </a:cubicBezTo>
                  <a:lnTo>
                    <a:pt x="927" y="0"/>
                  </a:lnTo>
                  <a:close/>
                </a:path>
              </a:pathLst>
            </a:custGeom>
            <a:blipFill dpi="0" rotWithShape="1">
              <a:blip r:embed="rId18" cstate="print"/>
              <a:srcRect/>
              <a:stretch>
                <a:fillRect/>
              </a:stretch>
            </a:blipFill>
            <a:ln w="76200" cmpd="sng">
              <a:noFill/>
              <a:round/>
              <a:headEnd/>
              <a:tailEnd/>
            </a:ln>
            <a:effectLst/>
          </p:spPr>
          <p:txBody>
            <a:bodyPr/>
            <a:lstStyle/>
            <a:p>
              <a:pPr>
                <a:defRPr/>
              </a:pPr>
              <a:endParaRPr lang="en-US">
                <a:solidFill>
                  <a:srgbClr val="19426B"/>
                </a:solidFill>
              </a:endParaRPr>
            </a:p>
          </p:txBody>
        </p:sp>
        <p:sp>
          <p:nvSpPr>
            <p:cNvPr id="1048" name="Oval 24"/>
            <p:cNvSpPr>
              <a:spLocks noChangeArrowheads="1"/>
            </p:cNvSpPr>
            <p:nvPr userDrawn="1"/>
          </p:nvSpPr>
          <p:spPr bwMode="gray">
            <a:xfrm>
              <a:off x="4914" y="438"/>
              <a:ext cx="329" cy="313"/>
            </a:xfrm>
            <a:prstGeom prst="ellipse">
              <a:avLst/>
            </a:prstGeom>
            <a:solidFill>
              <a:schemeClr val="bg1"/>
            </a:solidFill>
            <a:ln w="9525">
              <a:noFill/>
              <a:round/>
              <a:headEnd/>
              <a:tailEnd/>
            </a:ln>
            <a:effectLst/>
          </p:spPr>
          <p:txBody>
            <a:bodyPr wrap="none" anchor="ctr"/>
            <a:lstStyle/>
            <a:p>
              <a:pPr>
                <a:defRPr/>
              </a:pPr>
              <a:endParaRPr lang="en-US">
                <a:solidFill>
                  <a:srgbClr val="19426B"/>
                </a:solidFill>
              </a:endParaRPr>
            </a:p>
          </p:txBody>
        </p:sp>
      </p:grpSp>
    </p:spTree>
    <p:extLst>
      <p:ext uri="{BB962C8B-B14F-4D97-AF65-F5344CB8AC3E}">
        <p14:creationId xmlns:p14="http://schemas.microsoft.com/office/powerpoint/2010/main" val="351891901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hdr="0" ftr="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Times New Roman" pitchFamily="18" charset="0"/>
        </a:defRPr>
      </a:lvl2pPr>
      <a:lvl3pPr algn="l" rtl="0" eaLnBrk="1" fontAlgn="base" hangingPunct="1">
        <a:spcBef>
          <a:spcPct val="0"/>
        </a:spcBef>
        <a:spcAft>
          <a:spcPct val="0"/>
        </a:spcAft>
        <a:defRPr sz="3200" b="1">
          <a:solidFill>
            <a:schemeClr val="bg1"/>
          </a:solidFill>
          <a:latin typeface="Times New Roman" pitchFamily="18" charset="0"/>
        </a:defRPr>
      </a:lvl3pPr>
      <a:lvl4pPr algn="l" rtl="0" eaLnBrk="1" fontAlgn="base" hangingPunct="1">
        <a:spcBef>
          <a:spcPct val="0"/>
        </a:spcBef>
        <a:spcAft>
          <a:spcPct val="0"/>
        </a:spcAft>
        <a:defRPr sz="3200" b="1">
          <a:solidFill>
            <a:schemeClr val="bg1"/>
          </a:solidFill>
          <a:latin typeface="Times New Roman" pitchFamily="18" charset="0"/>
        </a:defRPr>
      </a:lvl4pPr>
      <a:lvl5pPr algn="l" rtl="0" eaLnBrk="1" fontAlgn="base" hangingPunct="1">
        <a:spcBef>
          <a:spcPct val="0"/>
        </a:spcBef>
        <a:spcAft>
          <a:spcPct val="0"/>
        </a:spcAft>
        <a:defRPr sz="3200" b="1">
          <a:solidFill>
            <a:schemeClr val="bg1"/>
          </a:solidFill>
          <a:latin typeface="Times New Roman" pitchFamily="18" charset="0"/>
        </a:defRPr>
      </a:lvl5pPr>
      <a:lvl6pPr marL="457200" algn="l" rtl="0" eaLnBrk="1" fontAlgn="base" hangingPunct="1">
        <a:spcBef>
          <a:spcPct val="0"/>
        </a:spcBef>
        <a:spcAft>
          <a:spcPct val="0"/>
        </a:spcAft>
        <a:defRPr sz="3200" b="1">
          <a:solidFill>
            <a:schemeClr val="bg1"/>
          </a:solidFill>
          <a:latin typeface="Verdana" pitchFamily="34" charset="0"/>
        </a:defRPr>
      </a:lvl6pPr>
      <a:lvl7pPr marL="914400" algn="l" rtl="0" eaLnBrk="1" fontAlgn="base" hangingPunct="1">
        <a:spcBef>
          <a:spcPct val="0"/>
        </a:spcBef>
        <a:spcAft>
          <a:spcPct val="0"/>
        </a:spcAft>
        <a:defRPr sz="3200" b="1">
          <a:solidFill>
            <a:schemeClr val="bg1"/>
          </a:solidFill>
          <a:latin typeface="Verdana" pitchFamily="34" charset="0"/>
        </a:defRPr>
      </a:lvl7pPr>
      <a:lvl8pPr marL="1371600" algn="l" rtl="0" eaLnBrk="1" fontAlgn="base" hangingPunct="1">
        <a:spcBef>
          <a:spcPct val="0"/>
        </a:spcBef>
        <a:spcAft>
          <a:spcPct val="0"/>
        </a:spcAft>
        <a:defRPr sz="3200" b="1">
          <a:solidFill>
            <a:schemeClr val="bg1"/>
          </a:solidFill>
          <a:latin typeface="Verdana" pitchFamily="34" charset="0"/>
        </a:defRPr>
      </a:lvl8pPr>
      <a:lvl9pPr marL="1828800" algn="l" rtl="0" eaLnBrk="1" fontAlgn="base" hangingPunct="1">
        <a:spcBef>
          <a:spcPct val="0"/>
        </a:spcBef>
        <a:spcAft>
          <a:spcPct val="0"/>
        </a:spcAft>
        <a:defRPr sz="3200" b="1">
          <a:solidFill>
            <a:schemeClr val="bg1"/>
          </a:solidFill>
          <a:latin typeface="Verdana" pitchFamily="34" charset="0"/>
        </a:defRPr>
      </a:lvl9pPr>
    </p:titleStyle>
    <p:bodyStyle>
      <a:lvl1pPr marL="342900" indent="-342900" algn="l" rtl="0" eaLnBrk="1" fontAlgn="base" hangingPunct="1">
        <a:spcBef>
          <a:spcPct val="20000"/>
        </a:spcBef>
        <a:spcAft>
          <a:spcPct val="0"/>
        </a:spcAft>
        <a:buClr>
          <a:schemeClr val="hlink"/>
        </a:buClr>
        <a:buFont typeface="Wingdings" pitchFamily="2" charset="2"/>
        <a:buChar char="v"/>
        <a:defRPr sz="2800" b="1">
          <a:solidFill>
            <a:schemeClr val="tx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charset="0"/>
        </a:defRPr>
      </a:lvl3pPr>
      <a:lvl4pPr marL="1600200" indent="-228600" algn="l" rtl="0" eaLnBrk="1" fontAlgn="base" hangingPunct="1">
        <a:spcBef>
          <a:spcPct val="20000"/>
        </a:spcBef>
        <a:spcAft>
          <a:spcPct val="0"/>
        </a:spcAft>
        <a:buChar char="–"/>
        <a:defRPr sz="2000">
          <a:solidFill>
            <a:schemeClr val="tx1"/>
          </a:solidFill>
          <a:latin typeface="Arial" charset="0"/>
        </a:defRPr>
      </a:lvl4pPr>
      <a:lvl5pPr marL="2057400" indent="-228600" algn="l" rtl="0" eaLnBrk="1" fontAlgn="base" hangingPunct="1">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111" name="Object 87"/>
          <p:cNvGraphicFramePr>
            <a:graphicFrameLocks noChangeAspect="1"/>
          </p:cNvGraphicFramePr>
          <p:nvPr/>
        </p:nvGraphicFramePr>
        <p:xfrm>
          <a:off x="0" y="0"/>
          <a:ext cx="9144000" cy="1600200"/>
        </p:xfrm>
        <a:graphic>
          <a:graphicData uri="http://schemas.openxmlformats.org/presentationml/2006/ole">
            <mc:AlternateContent xmlns:mc="http://schemas.openxmlformats.org/markup-compatibility/2006">
              <mc:Choice xmlns:v="urn:schemas-microsoft-com:vml" Requires="v">
                <p:oleObj name="Image" r:id="rId14" imgW="13003175" imgH="2577778" progId="">
                  <p:embed/>
                </p:oleObj>
              </mc:Choice>
              <mc:Fallback>
                <p:oleObj name="Image" r:id="rId14" imgW="13003175" imgH="2577778" progId="">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1600200"/>
                      </a:xfrm>
                      <a:prstGeom prst="rect">
                        <a:avLst/>
                      </a:prstGeom>
                      <a:noFill/>
                      <a:ln>
                        <a:noFill/>
                      </a:ln>
                      <a:effectLst/>
                      <a:extLst>
                        <a:ext uri="{909E8E84-426E-40DD-AFC4-6F175D3DCCD1}">
                          <a14:hiddenFill xmlns:a14="http://schemas.microsoft.com/office/drawing/2010/main">
                            <a:solidFill>
                              <a:srgbClr val="2294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0C0C0"/>
                              </a:outerShdw>
                            </a:effectLst>
                          </a14:hiddenEffects>
                        </a:ext>
                      </a:extLst>
                    </p:spPr>
                  </p:pic>
                </p:oleObj>
              </mc:Fallback>
            </mc:AlternateContent>
          </a:graphicData>
        </a:graphic>
      </p:graphicFrame>
      <p:sp>
        <p:nvSpPr>
          <p:cNvPr id="1027" name="Rectangle 3"/>
          <p:cNvSpPr>
            <a:spLocks noGrp="1" noChangeArrowheads="1"/>
          </p:cNvSpPr>
          <p:nvPr>
            <p:ph type="body" idx="1"/>
          </p:nvPr>
        </p:nvSpPr>
        <p:spPr bwMode="gray">
          <a:xfrm>
            <a:off x="533400" y="1611313"/>
            <a:ext cx="8191500" cy="471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Rectangle 6"/>
          <p:cNvSpPr>
            <a:spLocks noGrp="1" noChangeArrowheads="1"/>
          </p:cNvSpPr>
          <p:nvPr>
            <p:ph type="sldNum" sz="quarter" idx="4"/>
          </p:nvPr>
        </p:nvSpPr>
        <p:spPr bwMode="gray">
          <a:xfrm>
            <a:off x="7843515" y="6453336"/>
            <a:ext cx="838200"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solidFill>
                  <a:schemeClr val="tx2"/>
                </a:solidFill>
              </a:defRPr>
            </a:lvl1pPr>
          </a:lstStyle>
          <a:p>
            <a:fld id="{6902156F-525B-4FBB-A38F-84BD9D097DE0}" type="slidenum">
              <a:rPr lang="en-US" smtClean="0"/>
              <a:t>‹#›</a:t>
            </a:fld>
            <a:endParaRPr lang="en-US"/>
          </a:p>
        </p:txBody>
      </p:sp>
      <p:sp>
        <p:nvSpPr>
          <p:cNvPr id="1026" name="Rectangle 2"/>
          <p:cNvSpPr>
            <a:spLocks noGrp="1" noChangeArrowheads="1"/>
          </p:cNvSpPr>
          <p:nvPr>
            <p:ph type="title"/>
          </p:nvPr>
        </p:nvSpPr>
        <p:spPr bwMode="gray">
          <a:xfrm>
            <a:off x="533400" y="609600"/>
            <a:ext cx="6400800" cy="487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dt" sz="half" idx="2"/>
          </p:nvPr>
        </p:nvSpPr>
        <p:spPr bwMode="gray">
          <a:xfrm>
            <a:off x="293688" y="6477000"/>
            <a:ext cx="1905000"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solidFill>
                  <a:schemeClr val="tx2"/>
                </a:solidFill>
              </a:defRPr>
            </a:lvl1pPr>
          </a:lstStyle>
          <a:p>
            <a:fld id="{C6CDADE2-8DEC-4FE0-8424-81A443B19535}" type="datetimeFigureOut">
              <a:rPr lang="en-US" smtClean="0"/>
              <a:t>1/7/2025</a:t>
            </a:fld>
            <a:endParaRPr lang="en-US"/>
          </a:p>
        </p:txBody>
      </p:sp>
      <p:sp>
        <p:nvSpPr>
          <p:cNvPr id="1107" name="Text Box 83"/>
          <p:cNvSpPr txBox="1">
            <a:spLocks noChangeArrowheads="1"/>
          </p:cNvSpPr>
          <p:nvPr/>
        </p:nvSpPr>
        <p:spPr bwMode="gray">
          <a:xfrm>
            <a:off x="304800" y="1524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400" b="1" i="1">
                <a:solidFill>
                  <a:schemeClr val="bg1"/>
                </a:solidFill>
              </a:rPr>
              <a:t>LOGO</a:t>
            </a:r>
          </a:p>
        </p:txBody>
      </p:sp>
      <p:pic>
        <p:nvPicPr>
          <p:cNvPr id="1108" name="Picture 84" descr="p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39000" y="190500"/>
            <a:ext cx="1450975" cy="209550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r" rtl="0" eaLnBrk="1" fontAlgn="base" hangingPunct="1">
        <a:spcBef>
          <a:spcPct val="0"/>
        </a:spcBef>
        <a:spcAft>
          <a:spcPct val="0"/>
        </a:spcAft>
        <a:defRPr sz="3200" b="1">
          <a:solidFill>
            <a:schemeClr val="tx2"/>
          </a:solidFill>
          <a:latin typeface="+mj-lt"/>
          <a:ea typeface="+mj-ea"/>
          <a:cs typeface="+mj-cs"/>
        </a:defRPr>
      </a:lvl1pPr>
      <a:lvl2pPr algn="r" rtl="0" eaLnBrk="1" fontAlgn="base" hangingPunct="1">
        <a:spcBef>
          <a:spcPct val="0"/>
        </a:spcBef>
        <a:spcAft>
          <a:spcPct val="0"/>
        </a:spcAft>
        <a:defRPr sz="3200" b="1">
          <a:solidFill>
            <a:schemeClr val="tx2"/>
          </a:solidFill>
          <a:latin typeface="Arial" charset="0"/>
        </a:defRPr>
      </a:lvl2pPr>
      <a:lvl3pPr algn="r" rtl="0" eaLnBrk="1" fontAlgn="base" hangingPunct="1">
        <a:spcBef>
          <a:spcPct val="0"/>
        </a:spcBef>
        <a:spcAft>
          <a:spcPct val="0"/>
        </a:spcAft>
        <a:defRPr sz="3200" b="1">
          <a:solidFill>
            <a:schemeClr val="tx2"/>
          </a:solidFill>
          <a:latin typeface="Arial" charset="0"/>
        </a:defRPr>
      </a:lvl3pPr>
      <a:lvl4pPr algn="r" rtl="0" eaLnBrk="1" fontAlgn="base" hangingPunct="1">
        <a:spcBef>
          <a:spcPct val="0"/>
        </a:spcBef>
        <a:spcAft>
          <a:spcPct val="0"/>
        </a:spcAft>
        <a:defRPr sz="3200" b="1">
          <a:solidFill>
            <a:schemeClr val="tx2"/>
          </a:solidFill>
          <a:latin typeface="Arial" charset="0"/>
        </a:defRPr>
      </a:lvl4pPr>
      <a:lvl5pPr algn="r" rtl="0" eaLnBrk="1" fontAlgn="base" hangingPunct="1">
        <a:spcBef>
          <a:spcPct val="0"/>
        </a:spcBef>
        <a:spcAft>
          <a:spcPct val="0"/>
        </a:spcAft>
        <a:defRPr sz="3200" b="1">
          <a:solidFill>
            <a:schemeClr val="tx2"/>
          </a:solidFill>
          <a:latin typeface="Arial" charset="0"/>
        </a:defRPr>
      </a:lvl5pPr>
      <a:lvl6pPr marL="457200" algn="r" rtl="0" eaLnBrk="1" fontAlgn="base" hangingPunct="1">
        <a:spcBef>
          <a:spcPct val="0"/>
        </a:spcBef>
        <a:spcAft>
          <a:spcPct val="0"/>
        </a:spcAft>
        <a:defRPr sz="3200" b="1">
          <a:solidFill>
            <a:schemeClr val="tx2"/>
          </a:solidFill>
          <a:latin typeface="Arial" charset="0"/>
        </a:defRPr>
      </a:lvl6pPr>
      <a:lvl7pPr marL="914400" algn="r" rtl="0" eaLnBrk="1" fontAlgn="base" hangingPunct="1">
        <a:spcBef>
          <a:spcPct val="0"/>
        </a:spcBef>
        <a:spcAft>
          <a:spcPct val="0"/>
        </a:spcAft>
        <a:defRPr sz="3200" b="1">
          <a:solidFill>
            <a:schemeClr val="tx2"/>
          </a:solidFill>
          <a:latin typeface="Arial" charset="0"/>
        </a:defRPr>
      </a:lvl7pPr>
      <a:lvl8pPr marL="1371600" algn="r" rtl="0" eaLnBrk="1" fontAlgn="base" hangingPunct="1">
        <a:spcBef>
          <a:spcPct val="0"/>
        </a:spcBef>
        <a:spcAft>
          <a:spcPct val="0"/>
        </a:spcAft>
        <a:defRPr sz="3200" b="1">
          <a:solidFill>
            <a:schemeClr val="tx2"/>
          </a:solidFill>
          <a:latin typeface="Arial" charset="0"/>
        </a:defRPr>
      </a:lvl8pPr>
      <a:lvl9pPr marL="1828800" algn="r" rtl="0" eaLnBrk="1" fontAlgn="base" hangingPunct="1">
        <a:spcBef>
          <a:spcPct val="0"/>
        </a:spcBef>
        <a:spcAft>
          <a:spcPct val="0"/>
        </a:spcAft>
        <a:defRPr sz="32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1" fontAlgn="base" hangingPunct="1">
        <a:spcBef>
          <a:spcPct val="20000"/>
        </a:spcBef>
        <a:spcAft>
          <a:spcPct val="0"/>
        </a:spcAft>
        <a:buClr>
          <a:schemeClr val="accent2"/>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gray">
          <a:xfrm>
            <a:off x="0" y="798513"/>
            <a:ext cx="9144000" cy="312737"/>
          </a:xfrm>
          <a:prstGeom prst="rect">
            <a:avLst/>
          </a:prstGeom>
          <a:solidFill>
            <a:schemeClr val="tx1"/>
          </a:solidFill>
          <a:ln w="9525">
            <a:noFill/>
            <a:miter lim="800000"/>
            <a:headEnd/>
            <a:tailEnd/>
          </a:ln>
          <a:effectLst/>
        </p:spPr>
        <p:txBody>
          <a:bodyPr wrap="none" anchor="ctr"/>
          <a:lstStyle/>
          <a:p>
            <a:pPr>
              <a:defRPr/>
            </a:pPr>
            <a:endParaRPr lang="en-US">
              <a:solidFill>
                <a:srgbClr val="19426B"/>
              </a:solidFill>
            </a:endParaRPr>
          </a:p>
        </p:txBody>
      </p:sp>
      <p:sp>
        <p:nvSpPr>
          <p:cNvPr id="1040" name="Rectangle 16"/>
          <p:cNvSpPr>
            <a:spLocks noChangeArrowheads="1"/>
          </p:cNvSpPr>
          <p:nvPr/>
        </p:nvSpPr>
        <p:spPr bwMode="white">
          <a:xfrm>
            <a:off x="0" y="0"/>
            <a:ext cx="9144000" cy="836613"/>
          </a:xfrm>
          <a:prstGeom prst="rect">
            <a:avLst/>
          </a:prstGeom>
          <a:solidFill>
            <a:schemeClr val="accent2"/>
          </a:solidFill>
          <a:ln w="9525">
            <a:noFill/>
            <a:miter lim="800000"/>
            <a:headEnd/>
            <a:tailEnd/>
          </a:ln>
          <a:effectLst/>
        </p:spPr>
        <p:txBody>
          <a:bodyPr wrap="none" anchor="ctr"/>
          <a:lstStyle/>
          <a:p>
            <a:pPr>
              <a:defRPr/>
            </a:pPr>
            <a:endParaRPr lang="en-US">
              <a:solidFill>
                <a:srgbClr val="19426B"/>
              </a:solidFill>
            </a:endParaRPr>
          </a:p>
        </p:txBody>
      </p:sp>
      <p:sp>
        <p:nvSpPr>
          <p:cNvPr id="3076" name="Rectangle 3"/>
          <p:cNvSpPr>
            <a:spLocks noGrp="1" noChangeArrowheads="1"/>
          </p:cNvSpPr>
          <p:nvPr>
            <p:ph type="body" idx="1"/>
          </p:nvPr>
        </p:nvSpPr>
        <p:spPr bwMode="auto">
          <a:xfrm>
            <a:off x="457200" y="1241425"/>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white">
          <a:xfrm>
            <a:off x="381000" y="838200"/>
            <a:ext cx="5943600" cy="254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b="1">
                <a:solidFill>
                  <a:schemeClr val="bg1"/>
                </a:solidFill>
                <a:latin typeface="+mn-lt"/>
              </a:defRPr>
            </a:lvl1pPr>
          </a:lstStyle>
          <a:p>
            <a:pPr>
              <a:defRPr/>
            </a:pPr>
            <a:r>
              <a:rPr lang="vi-VN">
                <a:solidFill>
                  <a:srgbClr val="FFFFFF"/>
                </a:solidFill>
              </a:rPr>
              <a:t>14/7/2012</a:t>
            </a:r>
            <a:endParaRPr lang="en-US">
              <a:solidFill>
                <a:srgbClr val="FFFFFF"/>
              </a:solidFill>
            </a:endParaRPr>
          </a:p>
        </p:txBody>
      </p:sp>
      <p:sp>
        <p:nvSpPr>
          <p:cNvPr id="1029" name="Rectangle 5"/>
          <p:cNvSpPr>
            <a:spLocks noGrp="1" noChangeArrowheads="1"/>
          </p:cNvSpPr>
          <p:nvPr>
            <p:ph type="ftr" sz="quarter" idx="3"/>
          </p:nvPr>
        </p:nvSpPr>
        <p:spPr bwMode="auto">
          <a:xfrm>
            <a:off x="6324600" y="6564313"/>
            <a:ext cx="23622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mn-lt"/>
              </a:defRPr>
            </a:lvl1pPr>
          </a:lstStyle>
          <a:p>
            <a:pPr>
              <a:defRPr/>
            </a:pPr>
            <a:r>
              <a:rPr lang="en-US">
                <a:solidFill>
                  <a:srgbClr val="19426B"/>
                </a:solidFill>
              </a:rPr>
              <a:t>www.themegallery.com</a:t>
            </a:r>
          </a:p>
        </p:txBody>
      </p:sp>
      <p:sp>
        <p:nvSpPr>
          <p:cNvPr id="1030" name="Rectangle 6"/>
          <p:cNvSpPr>
            <a:spLocks noGrp="1" noChangeArrowheads="1"/>
          </p:cNvSpPr>
          <p:nvPr>
            <p:ph type="sldNum" sz="quarter" idx="4"/>
          </p:nvPr>
        </p:nvSpPr>
        <p:spPr bwMode="auto">
          <a:xfrm>
            <a:off x="3124200" y="6553200"/>
            <a:ext cx="2133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pPr>
              <a:defRPr/>
            </a:pPr>
            <a:fld id="{FFBFB879-6FDA-477A-B166-FBF6CCA4865F}" type="slidenum">
              <a:rPr lang="en-US">
                <a:solidFill>
                  <a:srgbClr val="19426B"/>
                </a:solidFill>
              </a:rPr>
              <a:pPr>
                <a:defRPr/>
              </a:pPr>
              <a:t>‹#›</a:t>
            </a:fld>
            <a:endParaRPr lang="en-US">
              <a:solidFill>
                <a:srgbClr val="19426B"/>
              </a:solidFill>
            </a:endParaRPr>
          </a:p>
        </p:txBody>
      </p:sp>
      <p:sp>
        <p:nvSpPr>
          <p:cNvPr id="3080" name="Rectangle 2"/>
          <p:cNvSpPr>
            <a:spLocks noGrp="1" noChangeArrowheads="1"/>
          </p:cNvSpPr>
          <p:nvPr>
            <p:ph type="title"/>
          </p:nvPr>
        </p:nvSpPr>
        <p:spPr bwMode="black">
          <a:xfrm>
            <a:off x="381000" y="152400"/>
            <a:ext cx="73914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grpSp>
        <p:nvGrpSpPr>
          <p:cNvPr id="3081" name="Group 17"/>
          <p:cNvGrpSpPr>
            <a:grpSpLocks/>
          </p:cNvGrpSpPr>
          <p:nvPr/>
        </p:nvGrpSpPr>
        <p:grpSpPr bwMode="auto">
          <a:xfrm>
            <a:off x="7308850" y="188913"/>
            <a:ext cx="1665288" cy="1512887"/>
            <a:chOff x="4604" y="119"/>
            <a:chExt cx="1049" cy="953"/>
          </a:xfrm>
        </p:grpSpPr>
        <p:sp>
          <p:nvSpPr>
            <p:cNvPr id="1042" name="Oval 18"/>
            <p:cNvSpPr>
              <a:spLocks noChangeArrowheads="1"/>
            </p:cNvSpPr>
            <p:nvPr userDrawn="1"/>
          </p:nvSpPr>
          <p:spPr bwMode="gray">
            <a:xfrm>
              <a:off x="4921" y="845"/>
              <a:ext cx="732" cy="227"/>
            </a:xfrm>
            <a:prstGeom prst="ellipse">
              <a:avLst/>
            </a:prstGeom>
            <a:gradFill rotWithShape="1">
              <a:gsLst>
                <a:gs pos="0">
                  <a:schemeClr val="tx1"/>
                </a:gs>
                <a:gs pos="100000">
                  <a:schemeClr val="tx1">
                    <a:gamma/>
                    <a:tint val="0"/>
                    <a:invGamma/>
                  </a:schemeClr>
                </a:gs>
              </a:gsLst>
              <a:lin ang="18900000" scaled="1"/>
            </a:gradFill>
            <a:ln w="9525">
              <a:noFill/>
              <a:round/>
              <a:headEnd/>
              <a:tailEnd/>
            </a:ln>
            <a:effectLst/>
          </p:spPr>
          <p:txBody>
            <a:bodyPr wrap="none" anchor="ctr"/>
            <a:lstStyle/>
            <a:p>
              <a:pPr>
                <a:defRPr/>
              </a:pPr>
              <a:endParaRPr lang="en-US">
                <a:solidFill>
                  <a:srgbClr val="19426B"/>
                </a:solidFill>
              </a:endParaRPr>
            </a:p>
          </p:txBody>
        </p:sp>
        <p:sp>
          <p:nvSpPr>
            <p:cNvPr id="1043" name="Oval 19"/>
            <p:cNvSpPr>
              <a:spLocks noChangeArrowheads="1"/>
            </p:cNvSpPr>
            <p:nvPr userDrawn="1"/>
          </p:nvSpPr>
          <p:spPr bwMode="gray">
            <a:xfrm>
              <a:off x="4604" y="119"/>
              <a:ext cx="932" cy="911"/>
            </a:xfrm>
            <a:prstGeom prst="ellipse">
              <a:avLst/>
            </a:prstGeom>
            <a:solidFill>
              <a:schemeClr val="bg1"/>
            </a:solidFill>
            <a:ln w="9525">
              <a:noFill/>
              <a:round/>
              <a:headEnd/>
              <a:tailEnd/>
            </a:ln>
            <a:effectLst>
              <a:outerShdw dist="63500" dir="2212194" algn="ctr" rotWithShape="0">
                <a:schemeClr val="tx1"/>
              </a:outerShdw>
            </a:effectLst>
          </p:spPr>
          <p:txBody>
            <a:bodyPr wrap="none" anchor="ctr"/>
            <a:lstStyle/>
            <a:p>
              <a:pPr>
                <a:defRPr/>
              </a:pPr>
              <a:endParaRPr lang="en-US">
                <a:solidFill>
                  <a:srgbClr val="19426B"/>
                </a:solidFill>
              </a:endParaRPr>
            </a:p>
          </p:txBody>
        </p:sp>
        <p:sp>
          <p:nvSpPr>
            <p:cNvPr id="1044" name="Freeform 20" descr="4"/>
            <p:cNvSpPr>
              <a:spLocks/>
            </p:cNvSpPr>
            <p:nvPr userDrawn="1"/>
          </p:nvSpPr>
          <p:spPr bwMode="gray">
            <a:xfrm>
              <a:off x="5077" y="281"/>
              <a:ext cx="426" cy="588"/>
            </a:xfrm>
            <a:custGeom>
              <a:avLst/>
              <a:gdLst/>
              <a:ahLst/>
              <a:cxnLst>
                <a:cxn ang="0">
                  <a:pos x="951" y="1963"/>
                </a:cxn>
                <a:cxn ang="0">
                  <a:pos x="1338" y="977"/>
                </a:cxn>
                <a:cxn ang="0">
                  <a:pos x="905" y="0"/>
                </a:cxn>
                <a:cxn ang="0">
                  <a:pos x="0" y="987"/>
                </a:cxn>
                <a:cxn ang="0">
                  <a:pos x="951" y="1963"/>
                </a:cxn>
              </a:cxnLst>
              <a:rect l="0" t="0" r="r" b="b"/>
              <a:pathLst>
                <a:path w="1348" h="1963">
                  <a:moveTo>
                    <a:pt x="951" y="1963"/>
                  </a:moveTo>
                  <a:cubicBezTo>
                    <a:pt x="1244" y="1689"/>
                    <a:pt x="1348" y="1323"/>
                    <a:pt x="1338" y="977"/>
                  </a:cubicBezTo>
                  <a:cubicBezTo>
                    <a:pt x="1329" y="629"/>
                    <a:pt x="1132" y="226"/>
                    <a:pt x="905" y="0"/>
                  </a:cubicBezTo>
                  <a:lnTo>
                    <a:pt x="0" y="987"/>
                  </a:lnTo>
                  <a:lnTo>
                    <a:pt x="951" y="1963"/>
                  </a:lnTo>
                  <a:close/>
                </a:path>
              </a:pathLst>
            </a:custGeom>
            <a:blipFill dpi="0" rotWithShape="1">
              <a:blip r:embed="rId15" cstate="print"/>
              <a:srcRect/>
              <a:stretch>
                <a:fillRect/>
              </a:stretch>
            </a:blipFill>
            <a:ln w="76200" cmpd="sng">
              <a:noFill/>
              <a:round/>
              <a:headEnd/>
              <a:tailEnd/>
            </a:ln>
            <a:effectLst/>
          </p:spPr>
          <p:txBody>
            <a:bodyPr/>
            <a:lstStyle/>
            <a:p>
              <a:pPr>
                <a:defRPr/>
              </a:pPr>
              <a:endParaRPr lang="en-US">
                <a:solidFill>
                  <a:srgbClr val="19426B"/>
                </a:solidFill>
              </a:endParaRPr>
            </a:p>
          </p:txBody>
        </p:sp>
        <p:sp>
          <p:nvSpPr>
            <p:cNvPr id="1045" name="Freeform 21" descr="1"/>
            <p:cNvSpPr>
              <a:spLocks/>
            </p:cNvSpPr>
            <p:nvPr userDrawn="1"/>
          </p:nvSpPr>
          <p:spPr bwMode="gray">
            <a:xfrm>
              <a:off x="4779" y="144"/>
              <a:ext cx="572" cy="416"/>
            </a:xfrm>
            <a:custGeom>
              <a:avLst/>
              <a:gdLst/>
              <a:ahLst/>
              <a:cxnLst>
                <a:cxn ang="0">
                  <a:pos x="905" y="1388"/>
                </a:cxn>
                <a:cxn ang="0">
                  <a:pos x="1810" y="408"/>
                </a:cxn>
                <a:cxn ang="0">
                  <a:pos x="874" y="40"/>
                </a:cxn>
                <a:cxn ang="0">
                  <a:pos x="0" y="409"/>
                </a:cxn>
                <a:cxn ang="0">
                  <a:pos x="905" y="1388"/>
                </a:cxn>
              </a:cxnLst>
              <a:rect l="0" t="0" r="r" b="b"/>
              <a:pathLst>
                <a:path w="1810" h="1388">
                  <a:moveTo>
                    <a:pt x="905" y="1388"/>
                  </a:moveTo>
                  <a:lnTo>
                    <a:pt x="1810" y="408"/>
                  </a:lnTo>
                  <a:cubicBezTo>
                    <a:pt x="1612" y="189"/>
                    <a:pt x="1272" y="0"/>
                    <a:pt x="874" y="40"/>
                  </a:cubicBezTo>
                  <a:cubicBezTo>
                    <a:pt x="541" y="52"/>
                    <a:pt x="252" y="162"/>
                    <a:pt x="0" y="409"/>
                  </a:cubicBezTo>
                  <a:lnTo>
                    <a:pt x="905" y="1388"/>
                  </a:lnTo>
                  <a:close/>
                </a:path>
              </a:pathLst>
            </a:custGeom>
            <a:blipFill dpi="0" rotWithShape="1">
              <a:blip r:embed="rId16" cstate="print"/>
              <a:srcRect/>
              <a:stretch>
                <a:fillRect/>
              </a:stretch>
            </a:blipFill>
            <a:ln w="76200" cmpd="sng">
              <a:noFill/>
              <a:round/>
              <a:headEnd/>
              <a:tailEnd/>
            </a:ln>
            <a:effectLst/>
          </p:spPr>
          <p:txBody>
            <a:bodyPr/>
            <a:lstStyle/>
            <a:p>
              <a:pPr>
                <a:defRPr/>
              </a:pPr>
              <a:endParaRPr lang="en-US">
                <a:solidFill>
                  <a:srgbClr val="19426B"/>
                </a:solidFill>
              </a:endParaRPr>
            </a:p>
          </p:txBody>
        </p:sp>
        <p:sp>
          <p:nvSpPr>
            <p:cNvPr id="1046" name="Freeform 22" descr="2"/>
            <p:cNvSpPr>
              <a:spLocks/>
            </p:cNvSpPr>
            <p:nvPr userDrawn="1"/>
          </p:nvSpPr>
          <p:spPr bwMode="gray">
            <a:xfrm>
              <a:off x="4629" y="286"/>
              <a:ext cx="419" cy="572"/>
            </a:xfrm>
            <a:custGeom>
              <a:avLst/>
              <a:gdLst/>
              <a:ahLst/>
              <a:cxnLst>
                <a:cxn ang="0">
                  <a:pos x="1325" y="960"/>
                </a:cxn>
                <a:cxn ang="0">
                  <a:pos x="414" y="0"/>
                </a:cxn>
                <a:cxn ang="0">
                  <a:pos x="27" y="1014"/>
                </a:cxn>
                <a:cxn ang="0">
                  <a:pos x="402" y="1910"/>
                </a:cxn>
                <a:cxn ang="0">
                  <a:pos x="1325" y="960"/>
                </a:cxn>
              </a:cxnLst>
              <a:rect l="0" t="0" r="r" b="b"/>
              <a:pathLst>
                <a:path w="1325" h="1910">
                  <a:moveTo>
                    <a:pt x="1325" y="960"/>
                  </a:moveTo>
                  <a:lnTo>
                    <a:pt x="414" y="0"/>
                  </a:lnTo>
                  <a:cubicBezTo>
                    <a:pt x="238" y="162"/>
                    <a:pt x="0" y="570"/>
                    <a:pt x="27" y="1014"/>
                  </a:cubicBezTo>
                  <a:cubicBezTo>
                    <a:pt x="53" y="1458"/>
                    <a:pt x="233" y="1748"/>
                    <a:pt x="402" y="1910"/>
                  </a:cubicBezTo>
                  <a:lnTo>
                    <a:pt x="1325" y="960"/>
                  </a:lnTo>
                  <a:close/>
                </a:path>
              </a:pathLst>
            </a:custGeom>
            <a:blipFill dpi="0" rotWithShape="1">
              <a:blip r:embed="rId17" cstate="print"/>
              <a:srcRect/>
              <a:stretch>
                <a:fillRect/>
              </a:stretch>
            </a:blipFill>
            <a:ln w="76200" cmpd="sng">
              <a:noFill/>
              <a:round/>
              <a:headEnd/>
              <a:tailEnd/>
            </a:ln>
            <a:effectLst/>
          </p:spPr>
          <p:txBody>
            <a:bodyPr/>
            <a:lstStyle/>
            <a:p>
              <a:pPr>
                <a:defRPr/>
              </a:pPr>
              <a:endParaRPr lang="en-US">
                <a:solidFill>
                  <a:srgbClr val="19426B"/>
                </a:solidFill>
              </a:endParaRPr>
            </a:p>
          </p:txBody>
        </p:sp>
        <p:sp>
          <p:nvSpPr>
            <p:cNvPr id="1047" name="Freeform 23" descr="55282"/>
            <p:cNvSpPr>
              <a:spLocks/>
            </p:cNvSpPr>
            <p:nvPr userDrawn="1"/>
          </p:nvSpPr>
          <p:spPr bwMode="gray">
            <a:xfrm>
              <a:off x="4770" y="585"/>
              <a:ext cx="590" cy="418"/>
            </a:xfrm>
            <a:custGeom>
              <a:avLst/>
              <a:gdLst/>
              <a:ahLst/>
              <a:cxnLst>
                <a:cxn ang="0">
                  <a:pos x="927" y="0"/>
                </a:cxn>
                <a:cxn ang="0">
                  <a:pos x="0" y="975"/>
                </a:cxn>
                <a:cxn ang="0">
                  <a:pos x="996" y="1387"/>
                </a:cxn>
                <a:cxn ang="0">
                  <a:pos x="1866" y="996"/>
                </a:cxn>
                <a:cxn ang="0">
                  <a:pos x="927" y="0"/>
                </a:cxn>
              </a:cxnLst>
              <a:rect l="0" t="0" r="r" b="b"/>
              <a:pathLst>
                <a:path w="1866" h="1398">
                  <a:moveTo>
                    <a:pt x="927" y="0"/>
                  </a:moveTo>
                  <a:lnTo>
                    <a:pt x="0" y="975"/>
                  </a:lnTo>
                  <a:cubicBezTo>
                    <a:pt x="203" y="1204"/>
                    <a:pt x="607" y="1398"/>
                    <a:pt x="996" y="1387"/>
                  </a:cubicBezTo>
                  <a:cubicBezTo>
                    <a:pt x="1385" y="1375"/>
                    <a:pt x="1707" y="1159"/>
                    <a:pt x="1866" y="996"/>
                  </a:cubicBezTo>
                  <a:lnTo>
                    <a:pt x="927" y="0"/>
                  </a:lnTo>
                  <a:close/>
                </a:path>
              </a:pathLst>
            </a:custGeom>
            <a:blipFill dpi="0" rotWithShape="1">
              <a:blip r:embed="rId18" cstate="print"/>
              <a:srcRect/>
              <a:stretch>
                <a:fillRect/>
              </a:stretch>
            </a:blipFill>
            <a:ln w="76200" cmpd="sng">
              <a:noFill/>
              <a:round/>
              <a:headEnd/>
              <a:tailEnd/>
            </a:ln>
            <a:effectLst/>
          </p:spPr>
          <p:txBody>
            <a:bodyPr/>
            <a:lstStyle/>
            <a:p>
              <a:pPr>
                <a:defRPr/>
              </a:pPr>
              <a:endParaRPr lang="en-US">
                <a:solidFill>
                  <a:srgbClr val="19426B"/>
                </a:solidFill>
              </a:endParaRPr>
            </a:p>
          </p:txBody>
        </p:sp>
        <p:sp>
          <p:nvSpPr>
            <p:cNvPr id="1048" name="Oval 24"/>
            <p:cNvSpPr>
              <a:spLocks noChangeArrowheads="1"/>
            </p:cNvSpPr>
            <p:nvPr userDrawn="1"/>
          </p:nvSpPr>
          <p:spPr bwMode="gray">
            <a:xfrm>
              <a:off x="4914" y="438"/>
              <a:ext cx="329" cy="313"/>
            </a:xfrm>
            <a:prstGeom prst="ellipse">
              <a:avLst/>
            </a:prstGeom>
            <a:solidFill>
              <a:schemeClr val="bg1"/>
            </a:solidFill>
            <a:ln w="9525">
              <a:noFill/>
              <a:round/>
              <a:headEnd/>
              <a:tailEnd/>
            </a:ln>
            <a:effectLst/>
          </p:spPr>
          <p:txBody>
            <a:bodyPr wrap="none" anchor="ctr"/>
            <a:lstStyle/>
            <a:p>
              <a:pPr>
                <a:defRPr/>
              </a:pPr>
              <a:endParaRPr lang="en-US">
                <a:solidFill>
                  <a:srgbClr val="19426B"/>
                </a:solidFill>
              </a:endParaRPr>
            </a:p>
          </p:txBody>
        </p:sp>
      </p:grpSp>
    </p:spTree>
    <p:extLst>
      <p:ext uri="{BB962C8B-B14F-4D97-AF65-F5344CB8AC3E}">
        <p14:creationId xmlns:p14="http://schemas.microsoft.com/office/powerpoint/2010/main" val="351891901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hf hdr="0" ftr="0"/>
  <p:txStyles>
    <p:titleStyle>
      <a:lvl1pPr algn="l" rtl="0" eaLnBrk="1" fontAlgn="base" hangingPunct="1">
        <a:spcBef>
          <a:spcPct val="0"/>
        </a:spcBef>
        <a:spcAft>
          <a:spcPct val="0"/>
        </a:spcAft>
        <a:defRPr sz="3200" b="1">
          <a:solidFill>
            <a:schemeClr val="bg1"/>
          </a:solidFill>
          <a:latin typeface="+mj-lt"/>
          <a:ea typeface="+mj-ea"/>
          <a:cs typeface="+mj-cs"/>
        </a:defRPr>
      </a:lvl1pPr>
      <a:lvl2pPr algn="l" rtl="0" eaLnBrk="1" fontAlgn="base" hangingPunct="1">
        <a:spcBef>
          <a:spcPct val="0"/>
        </a:spcBef>
        <a:spcAft>
          <a:spcPct val="0"/>
        </a:spcAft>
        <a:defRPr sz="3200" b="1">
          <a:solidFill>
            <a:schemeClr val="bg1"/>
          </a:solidFill>
          <a:latin typeface="Times New Roman" pitchFamily="18" charset="0"/>
        </a:defRPr>
      </a:lvl2pPr>
      <a:lvl3pPr algn="l" rtl="0" eaLnBrk="1" fontAlgn="base" hangingPunct="1">
        <a:spcBef>
          <a:spcPct val="0"/>
        </a:spcBef>
        <a:spcAft>
          <a:spcPct val="0"/>
        </a:spcAft>
        <a:defRPr sz="3200" b="1">
          <a:solidFill>
            <a:schemeClr val="bg1"/>
          </a:solidFill>
          <a:latin typeface="Times New Roman" pitchFamily="18" charset="0"/>
        </a:defRPr>
      </a:lvl3pPr>
      <a:lvl4pPr algn="l" rtl="0" eaLnBrk="1" fontAlgn="base" hangingPunct="1">
        <a:spcBef>
          <a:spcPct val="0"/>
        </a:spcBef>
        <a:spcAft>
          <a:spcPct val="0"/>
        </a:spcAft>
        <a:defRPr sz="3200" b="1">
          <a:solidFill>
            <a:schemeClr val="bg1"/>
          </a:solidFill>
          <a:latin typeface="Times New Roman" pitchFamily="18" charset="0"/>
        </a:defRPr>
      </a:lvl4pPr>
      <a:lvl5pPr algn="l" rtl="0" eaLnBrk="1" fontAlgn="base" hangingPunct="1">
        <a:spcBef>
          <a:spcPct val="0"/>
        </a:spcBef>
        <a:spcAft>
          <a:spcPct val="0"/>
        </a:spcAft>
        <a:defRPr sz="3200" b="1">
          <a:solidFill>
            <a:schemeClr val="bg1"/>
          </a:solidFill>
          <a:latin typeface="Times New Roman" pitchFamily="18" charset="0"/>
        </a:defRPr>
      </a:lvl5pPr>
      <a:lvl6pPr marL="457200" algn="l" rtl="0" eaLnBrk="1" fontAlgn="base" hangingPunct="1">
        <a:spcBef>
          <a:spcPct val="0"/>
        </a:spcBef>
        <a:spcAft>
          <a:spcPct val="0"/>
        </a:spcAft>
        <a:defRPr sz="3200" b="1">
          <a:solidFill>
            <a:schemeClr val="bg1"/>
          </a:solidFill>
          <a:latin typeface="Verdana" pitchFamily="34" charset="0"/>
        </a:defRPr>
      </a:lvl6pPr>
      <a:lvl7pPr marL="914400" algn="l" rtl="0" eaLnBrk="1" fontAlgn="base" hangingPunct="1">
        <a:spcBef>
          <a:spcPct val="0"/>
        </a:spcBef>
        <a:spcAft>
          <a:spcPct val="0"/>
        </a:spcAft>
        <a:defRPr sz="3200" b="1">
          <a:solidFill>
            <a:schemeClr val="bg1"/>
          </a:solidFill>
          <a:latin typeface="Verdana" pitchFamily="34" charset="0"/>
        </a:defRPr>
      </a:lvl7pPr>
      <a:lvl8pPr marL="1371600" algn="l" rtl="0" eaLnBrk="1" fontAlgn="base" hangingPunct="1">
        <a:spcBef>
          <a:spcPct val="0"/>
        </a:spcBef>
        <a:spcAft>
          <a:spcPct val="0"/>
        </a:spcAft>
        <a:defRPr sz="3200" b="1">
          <a:solidFill>
            <a:schemeClr val="bg1"/>
          </a:solidFill>
          <a:latin typeface="Verdana" pitchFamily="34" charset="0"/>
        </a:defRPr>
      </a:lvl8pPr>
      <a:lvl9pPr marL="1828800" algn="l" rtl="0" eaLnBrk="1" fontAlgn="base" hangingPunct="1">
        <a:spcBef>
          <a:spcPct val="0"/>
        </a:spcBef>
        <a:spcAft>
          <a:spcPct val="0"/>
        </a:spcAft>
        <a:defRPr sz="3200" b="1">
          <a:solidFill>
            <a:schemeClr val="bg1"/>
          </a:solidFill>
          <a:latin typeface="Verdana" pitchFamily="34" charset="0"/>
        </a:defRPr>
      </a:lvl9pPr>
    </p:titleStyle>
    <p:bodyStyle>
      <a:lvl1pPr marL="342900" indent="-342900" algn="l" rtl="0" eaLnBrk="1" fontAlgn="base" hangingPunct="1">
        <a:spcBef>
          <a:spcPct val="20000"/>
        </a:spcBef>
        <a:spcAft>
          <a:spcPct val="0"/>
        </a:spcAft>
        <a:buClr>
          <a:schemeClr val="hlink"/>
        </a:buClr>
        <a:buFont typeface="Wingdings" pitchFamily="2" charset="2"/>
        <a:buChar char="v"/>
        <a:defRPr sz="2800" b="1">
          <a:solidFill>
            <a:schemeClr val="tx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charset="0"/>
        </a:defRPr>
      </a:lvl3pPr>
      <a:lvl4pPr marL="1600200" indent="-228600" algn="l" rtl="0" eaLnBrk="1" fontAlgn="base" hangingPunct="1">
        <a:spcBef>
          <a:spcPct val="20000"/>
        </a:spcBef>
        <a:spcAft>
          <a:spcPct val="0"/>
        </a:spcAft>
        <a:buChar char="–"/>
        <a:defRPr sz="2000">
          <a:solidFill>
            <a:schemeClr val="tx1"/>
          </a:solidFill>
          <a:latin typeface="Arial" charset="0"/>
        </a:defRPr>
      </a:lvl4pPr>
      <a:lvl5pPr marL="2057400" indent="-228600" algn="l" rtl="0" eaLnBrk="1" fontAlgn="base" hangingPunct="1">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tile tx="0" ty="0" sx="100000" sy="100000" flip="none" algn="tl"/>
        </a:blipFill>
        <a:effectLst/>
      </p:bgPr>
    </p:bg>
    <p:spTree>
      <p:nvGrpSpPr>
        <p:cNvPr id="1" name=""/>
        <p:cNvGrpSpPr/>
        <p:nvPr/>
      </p:nvGrpSpPr>
      <p:grpSpPr>
        <a:xfrm>
          <a:off x="0" y="0"/>
          <a:ext cx="0" cy="0"/>
          <a:chOff x="0" y="0"/>
          <a:chExt cx="0" cy="0"/>
        </a:xfrm>
      </p:grpSpPr>
      <p:pic>
        <p:nvPicPr>
          <p:cNvPr id="1026" name="Picture 28" descr="Main"/>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984250"/>
            <a:ext cx="9140825" cy="5645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 name="Picture 29" descr="Title"/>
          <p:cNvPicPr>
            <a:picLocks noChangeAspect="1" noChangeArrowheads="1"/>
          </p:cNvPicPr>
          <p:nvPr/>
        </p:nvPicPr>
        <p:blipFill>
          <a:blip r:embed="rId17">
            <a:lum bright="30000"/>
            <a:extLst>
              <a:ext uri="{28A0092B-C50C-407E-A947-70E740481C1C}">
                <a14:useLocalDpi xmlns:a14="http://schemas.microsoft.com/office/drawing/2010/main" val="0"/>
              </a:ext>
            </a:extLst>
          </a:blip>
          <a:srcRect/>
          <a:stretch>
            <a:fillRect/>
          </a:stretch>
        </p:blipFill>
        <p:spPr bwMode="auto">
          <a:xfrm>
            <a:off x="0" y="0"/>
            <a:ext cx="9144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0"/>
          <p:cNvSpPr>
            <a:spLocks noGrp="1" noChangeArrowheads="1"/>
          </p:cNvSpPr>
          <p:nvPr>
            <p:ph type="title"/>
          </p:nvPr>
        </p:nvSpPr>
        <p:spPr bwMode="auto">
          <a:xfrm>
            <a:off x="0" y="60325"/>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9" name="Freeform 31"/>
          <p:cNvSpPr>
            <a:spLocks noEditPoints="1"/>
          </p:cNvSpPr>
          <p:nvPr/>
        </p:nvSpPr>
        <p:spPr bwMode="auto">
          <a:xfrm>
            <a:off x="15875" y="2508250"/>
            <a:ext cx="4745038"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0" name="Rectangle 32"/>
          <p:cNvSpPr>
            <a:spLocks noGrp="1" noChangeArrowheads="1"/>
          </p:cNvSpPr>
          <p:nvPr>
            <p:ph type="body" idx="1"/>
          </p:nvPr>
        </p:nvSpPr>
        <p:spPr bwMode="auto">
          <a:xfrm>
            <a:off x="381000" y="1066800"/>
            <a:ext cx="86106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1" name="Picture 33" descr="Lin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75" y="942975"/>
            <a:ext cx="9140825"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34" descr="Bottom"/>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75" y="6629400"/>
            <a:ext cx="91408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35"/>
          <p:cNvSpPr>
            <a:spLocks noChangeArrowheads="1"/>
          </p:cNvSpPr>
          <p:nvPr/>
        </p:nvSpPr>
        <p:spPr bwMode="auto">
          <a:xfrm>
            <a:off x="31750" y="6642100"/>
            <a:ext cx="9080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a:solidFill>
                <a:srgbClr val="0066CC"/>
              </a:solidFill>
            </a:endParaRPr>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Lst>
  <p:txStyles>
    <p:titleStyle>
      <a:lvl1pPr algn="ctr" rtl="0" eaLnBrk="1" fontAlgn="base" hangingPunct="1">
        <a:spcBef>
          <a:spcPct val="0"/>
        </a:spcBef>
        <a:spcAft>
          <a:spcPct val="0"/>
        </a:spcAft>
        <a:defRPr sz="3600" b="1">
          <a:solidFill>
            <a:srgbClr val="333399"/>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p:titleStyle>
    <p:bodyStyle>
      <a:lvl1pPr marL="342900" indent="-342900" algn="l" rtl="0" eaLnBrk="1" fontAlgn="base" hangingPunct="1">
        <a:spcBef>
          <a:spcPts val="600"/>
        </a:spcBef>
        <a:spcAft>
          <a:spcPts val="600"/>
        </a:spcAft>
        <a:buFont typeface="Wingdings" pitchFamily="2" charset="2"/>
        <a:buChar char="Ø"/>
        <a:defRPr sz="3200">
          <a:solidFill>
            <a:srgbClr val="0000CC"/>
          </a:solidFill>
          <a:latin typeface="Times New Roman" pitchFamily="18" charset="0"/>
          <a:ea typeface="+mn-ea"/>
          <a:cs typeface="Times New Roman" pitchFamily="18" charset="0"/>
        </a:defRPr>
      </a:lvl1pPr>
      <a:lvl2pPr marL="742950" indent="-285750" algn="l" rtl="0" eaLnBrk="1" fontAlgn="base" hangingPunct="1">
        <a:spcBef>
          <a:spcPts val="600"/>
        </a:spcBef>
        <a:spcAft>
          <a:spcPts val="600"/>
        </a:spcAft>
        <a:buFont typeface="Wingdings" pitchFamily="2" charset="2"/>
        <a:buChar char="§"/>
        <a:defRPr sz="3000">
          <a:solidFill>
            <a:srgbClr val="C00000"/>
          </a:solidFill>
          <a:latin typeface="Times New Roman" pitchFamily="18" charset="0"/>
          <a:cs typeface="Times New Roman" pitchFamily="18" charset="0"/>
        </a:defRPr>
      </a:lvl2pPr>
      <a:lvl3pPr marL="1143000" indent="-228600" algn="l" rtl="0" eaLnBrk="1" fontAlgn="base" hangingPunct="1">
        <a:spcBef>
          <a:spcPts val="600"/>
        </a:spcBef>
        <a:spcAft>
          <a:spcPts val="600"/>
        </a:spcAft>
        <a:buChar char="•"/>
        <a:defRPr sz="2800">
          <a:solidFill>
            <a:srgbClr val="333399"/>
          </a:solidFill>
          <a:latin typeface="Times New Roman" pitchFamily="18" charset="0"/>
          <a:cs typeface="Times New Roman" pitchFamily="18" charset="0"/>
        </a:defRPr>
      </a:lvl3pPr>
      <a:lvl4pPr marL="1600200" indent="-228600" algn="l" rtl="0" eaLnBrk="1" fontAlgn="base" hangingPunct="1">
        <a:spcBef>
          <a:spcPts val="600"/>
        </a:spcBef>
        <a:spcAft>
          <a:spcPts val="600"/>
        </a:spcAft>
        <a:buChar char="–"/>
        <a:defRPr sz="2600">
          <a:solidFill>
            <a:srgbClr val="000066"/>
          </a:solidFill>
          <a:latin typeface="Times New Roman" pitchFamily="18" charset="0"/>
          <a:cs typeface="Times New Roman" pitchFamily="18" charset="0"/>
        </a:defRPr>
      </a:lvl4pPr>
      <a:lvl5pPr marL="2057400" indent="-228600" algn="l" rtl="0" eaLnBrk="1" fontAlgn="base" hangingPunct="1">
        <a:spcBef>
          <a:spcPts val="600"/>
        </a:spcBef>
        <a:spcAft>
          <a:spcPts val="600"/>
        </a:spcAft>
        <a:buChar char="»"/>
        <a:defRPr sz="2000">
          <a:solidFill>
            <a:srgbClr val="000066"/>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2000" b="1">
          <a:solidFill>
            <a:srgbClr val="000066"/>
          </a:solidFill>
          <a:latin typeface="+mn-lt"/>
        </a:defRPr>
      </a:lvl6pPr>
      <a:lvl7pPr marL="2971800" indent="-228600" algn="l" rtl="0" eaLnBrk="1" fontAlgn="base" hangingPunct="1">
        <a:spcBef>
          <a:spcPct val="20000"/>
        </a:spcBef>
        <a:spcAft>
          <a:spcPct val="0"/>
        </a:spcAft>
        <a:buChar char="»"/>
        <a:defRPr sz="2000" b="1">
          <a:solidFill>
            <a:srgbClr val="000066"/>
          </a:solidFill>
          <a:latin typeface="+mn-lt"/>
        </a:defRPr>
      </a:lvl7pPr>
      <a:lvl8pPr marL="3429000" indent="-228600" algn="l" rtl="0" eaLnBrk="1" fontAlgn="base" hangingPunct="1">
        <a:spcBef>
          <a:spcPct val="20000"/>
        </a:spcBef>
        <a:spcAft>
          <a:spcPct val="0"/>
        </a:spcAft>
        <a:buChar char="»"/>
        <a:defRPr sz="2000" b="1">
          <a:solidFill>
            <a:srgbClr val="000066"/>
          </a:solidFill>
          <a:latin typeface="+mn-lt"/>
        </a:defRPr>
      </a:lvl8pPr>
      <a:lvl9pPr marL="3886200" indent="-228600" algn="l" rtl="0" eaLnBrk="1" fontAlgn="base" hangingPunct="1">
        <a:spcBef>
          <a:spcPct val="20000"/>
        </a:spcBef>
        <a:spcAft>
          <a:spcPct val="0"/>
        </a:spcAft>
        <a:buChar char="»"/>
        <a:defRPr sz="2000" b="1">
          <a:solidFill>
            <a:srgbClr val="0000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3.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3.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3.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52.xml"/><Relationship Id="rId5" Type="http://schemas.openxmlformats.org/officeDocument/2006/relationships/image" Target="../media/image30.png"/><Relationship Id="rId4" Type="http://schemas.openxmlformats.org/officeDocument/2006/relationships/image" Target="../media/image2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www.google.com/url?sa=i&amp;rct=j&amp;q=&amp;esrc=s&amp;frm=1&amp;source=images&amp;cd=&amp;cad=rja&amp;uact=8&amp;ved=0CAcQjRxqFQoTCOyv-4jfrMgCFQWGpgod0DgJzQ&amp;url=http://icaredn.com.vn/tuyen-20-nhan-vien-quan-tri-mang-lam-viec-trong-1-ngay/&amp;psig=AFQjCNHgiToD11ZPHjX2gfp7On7XqFibxA&amp;ust=1444182997271311" TargetMode="External"/><Relationship Id="rId1" Type="http://schemas.openxmlformats.org/officeDocument/2006/relationships/slideLayout" Target="../slideLayouts/slideLayout52.xml"/><Relationship Id="rId5" Type="http://schemas.openxmlformats.org/officeDocument/2006/relationships/image" Target="../media/image32.png"/><Relationship Id="rId4" Type="http://schemas.openxmlformats.org/officeDocument/2006/relationships/hyperlink" Target="https://www.google.com/url?sa=i&amp;rct=j&amp;q=&amp;esrc=s&amp;frm=1&amp;source=images&amp;cd=&amp;cad=rja&amp;uact=8&amp;ved=0CAcQjRxqFQoTCNH23sbfrMgCFQcXpgod9cwAsw&amp;url=https://gamebank.vn/news/gamebank-tuyen-quan-tri-mang-lap-dat-phan-cung&amp;psig=AFQjCNHgiToD11ZPHjX2gfp7On7XqFibxA&amp;ust=144418299727131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8" Type="http://schemas.openxmlformats.org/officeDocument/2006/relationships/hyperlink" Target="http://www.google.com/url?sa=i&amp;rct=j&amp;q=&amp;esrc=s&amp;frm=1&amp;source=images&amp;cd=&amp;cad=rja&amp;uact=8&amp;ved=0CAcQjRxqFQoTCNbWxMHkrMgCFaEbpgodF1kGow&amp;url=http://www.rappler.com/nation/87542-growing-internet-use-ph-good-education&amp;bvm=bv.104317490,d.dGY&amp;psig=AFQjCNEop-YHhGZGEyySOhY5Yo9pMMSKvw&amp;ust=1444184350011864" TargetMode="External"/><Relationship Id="rId3" Type="http://schemas.openxmlformats.org/officeDocument/2006/relationships/image" Target="../media/image33.jpeg"/><Relationship Id="rId7" Type="http://schemas.openxmlformats.org/officeDocument/2006/relationships/image" Target="../media/image35.jpeg"/><Relationship Id="rId2" Type="http://schemas.openxmlformats.org/officeDocument/2006/relationships/hyperlink" Target="http://www.google.com/url?sa=i&amp;rct=j&amp;q=&amp;esrc=s&amp;frm=1&amp;source=images&amp;cd=&amp;cad=rja&amp;uact=8&amp;ved=0CAcQjRxqFQoTCJ679ojirMgCFWYppgodSmcDCg&amp;url=http://baodansinh.vn/mang-xa-hoi-co-the-tro-thanh-noi-tiep-tay-toi-pham-d10107.html&amp;bvm=bv.104317490,d.dGY&amp;psig=AFQjCNFjoi-bnwzEuYI_-2PcVsb6a104Vg&amp;ust=1444183790944808" TargetMode="External"/><Relationship Id="rId1" Type="http://schemas.openxmlformats.org/officeDocument/2006/relationships/slideLayout" Target="../slideLayouts/slideLayout52.xml"/><Relationship Id="rId6" Type="http://schemas.openxmlformats.org/officeDocument/2006/relationships/hyperlink" Target="http://www.ausbt.com.au/is-qantas-gearing-up-for-in-flight-internet" TargetMode="External"/><Relationship Id="rId5" Type="http://schemas.openxmlformats.org/officeDocument/2006/relationships/image" Target="../media/image34.jpeg"/><Relationship Id="rId4" Type="http://schemas.openxmlformats.org/officeDocument/2006/relationships/hyperlink" Target="http://www.google.com/url?sa=i&amp;rct=j&amp;q=&amp;esrc=s&amp;frm=1&amp;source=images&amp;cd=&amp;cad=rja&amp;uact=8&amp;ved=0CAcQjRxqFQoTCJ_Zj8bjrMgCFaHnpgodsTUBvA&amp;url=http://www.b2bmarketing.net/blog/posts/2015/05/18/new-developments-french-seo&amp;bvm=bv.104317490,d.dGY&amp;psig=AFQjCNF1_BUjomZp5xrCR27UgxKO0kqEFg&amp;ust=1444184174477331" TargetMode="External"/><Relationship Id="rId9" Type="http://schemas.openxmlformats.org/officeDocument/2006/relationships/image" Target="../media/image3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3" Type="http://schemas.openxmlformats.org/officeDocument/2006/relationships/image" Target="../media/image37.jpeg"/><Relationship Id="rId7" Type="http://schemas.openxmlformats.org/officeDocument/2006/relationships/image" Target="../media/image39.jpeg"/><Relationship Id="rId2" Type="http://schemas.openxmlformats.org/officeDocument/2006/relationships/hyperlink" Target="https://www.google.com/url?sa=i&amp;rct=j&amp;q=&amp;esrc=s&amp;frm=1&amp;source=images&amp;cd=&amp;cad=rja&amp;uact=8&amp;ved=0CAcQjRxqFQoTCPrficzlrMgCFagdpgodNecD-A&amp;url=https://www.linkedin.com/pulse/20140930105725-17604922-networking-for-job-referral-opportunities&amp;bvm=bv.104317490,d.dGY&amp;psig=AFQjCNFzAguBKD2KcaTdZodlTRr20CVLew&amp;ust=1444184691659212" TargetMode="External"/><Relationship Id="rId1" Type="http://schemas.openxmlformats.org/officeDocument/2006/relationships/slideLayout" Target="../slideLayouts/slideLayout52.xml"/><Relationship Id="rId6" Type="http://schemas.openxmlformats.org/officeDocument/2006/relationships/hyperlink" Target="http://www.google.com/url?sa=i&amp;rct=j&amp;q=&amp;esrc=s&amp;frm=1&amp;source=images&amp;cd=&amp;cad=rja&amp;uact=8&amp;ved=0CAcQjRxqFQoTCLbdqu_lrMgCFUQhpgod-4wK8g&amp;url=http://oam.ph/blogs/using-social-networking-sites-to-find-a-job/&amp;bvm=bv.104317490,d.dGY&amp;psig=AFQjCNFzAguBKD2KcaTdZodlTRr20CVLew&amp;ust=1444184691659212" TargetMode="External"/><Relationship Id="rId5" Type="http://schemas.openxmlformats.org/officeDocument/2006/relationships/image" Target="../media/image38.jpeg"/><Relationship Id="rId4" Type="http://schemas.openxmlformats.org/officeDocument/2006/relationships/hyperlink" Target="http://www.google.com/url?sa=i&amp;rct=j&amp;q=&amp;esrc=s&amp;frm=1&amp;source=images&amp;cd=&amp;cad=rja&amp;uact=8&amp;ved=0CAcQjRxqFQoTCPfV99blrMgCFWFbpgodQEUGDw&amp;url=http://gethiredfast.com/2012/04/the-best-job-search-strategies-old-fashioned-and-high-tech-networking/&amp;bvm=bv.104317490,d.dGY&amp;psig=AFQjCNFzAguBKD2KcaTdZodlTRr20CVLew&amp;ust=144418469165921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3" Type="http://schemas.openxmlformats.org/officeDocument/2006/relationships/image" Target="../media/image40.jpeg"/><Relationship Id="rId7" Type="http://schemas.openxmlformats.org/officeDocument/2006/relationships/image" Target="../media/image42.jpeg"/><Relationship Id="rId2" Type="http://schemas.openxmlformats.org/officeDocument/2006/relationships/hyperlink" Target="http://www.google.com/url?sa=i&amp;rct=j&amp;q=&amp;esrc=s&amp;frm=1&amp;source=images&amp;cd=&amp;cad=rja&amp;uact=8&amp;ved=0CAcQjRxqFQoTCNqG2OLmrMgCFYI0pgodPs8F3A&amp;url=http://www.dnaindia.com/money/report-job-creation-big-challenge-say-india-inc-2061664&amp;bvm=bv.104317490,d.dGY&amp;psig=AFQjCNF7KWgutd5vYZsHd6M8VDCWB1_rkw&amp;ust=1444185008082034" TargetMode="External"/><Relationship Id="rId1" Type="http://schemas.openxmlformats.org/officeDocument/2006/relationships/slideLayout" Target="../slideLayouts/slideLayout52.xml"/><Relationship Id="rId6" Type="http://schemas.openxmlformats.org/officeDocument/2006/relationships/hyperlink" Target="https://www.pinterest.com/pin/124763852149976642/" TargetMode="External"/><Relationship Id="rId5" Type="http://schemas.openxmlformats.org/officeDocument/2006/relationships/image" Target="../media/image41.jpeg"/><Relationship Id="rId4" Type="http://schemas.openxmlformats.org/officeDocument/2006/relationships/hyperlink" Target="http://www.google.com/url?sa=i&amp;rct=j&amp;q=&amp;esrc=s&amp;frm=1&amp;source=images&amp;cd=&amp;cad=rja&amp;uact=8&amp;ved=0CAcQjRxqFQoTCNqG2OLmrMgCFYI0pgodPs8F3A&amp;url=http://articles.economictimes.indiatimes.com/2015-08-25/news/65847838_1_indian-employees-life-insurance-cent&amp;bvm=bv.104317490,d.dGY&amp;psig=AFQjCNF7KWgutd5vYZsHd6M8VDCWB1_rkw&amp;ust=1444185008082034"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5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2.xml"/></Relationships>
</file>

<file path=ppt/slides/_rels/slide4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hyperlink" Target="http://www.google.com/url?sa=i&amp;rct=j&amp;q=&amp;esrc=s&amp;frm=1&amp;source=images&amp;cd=&amp;cad=rja&amp;uact=8&amp;ved=0CAcQjRxqFQoTCOHd6-TorMgCFcKDpgodmWcMwA&amp;url=http://www.huffingtonpost.com/bernard-marr/7-excuses-that-will-hold-you-back-from-success_b_7099562.html&amp;bvm=bv.104317490,d.dGY&amp;psig=AFQjCNH8vI3rLe9tTyiRZKz3D_g0d-4U_g&amp;ust=1444185578187786" TargetMode="External"/><Relationship Id="rId1" Type="http://schemas.openxmlformats.org/officeDocument/2006/relationships/slideLayout" Target="../slideLayouts/slideLayout52.xml"/><Relationship Id="rId5" Type="http://schemas.openxmlformats.org/officeDocument/2006/relationships/image" Target="../media/image50.jpeg"/><Relationship Id="rId4" Type="http://schemas.openxmlformats.org/officeDocument/2006/relationships/hyperlink" Target="http://www.google.com/url?sa=i&amp;rct=j&amp;q=&amp;esrc=s&amp;frm=1&amp;source=images&amp;cd=&amp;cad=rja&amp;uact=8&amp;ved=0CAcQjRxqFQoTCPbruJPprMgCFQFQpgodrHsFxw&amp;url=http://quotesgram.com/quotes-we-can-do-it-team/&amp;bvm=bv.104317490,d.dGY&amp;psig=AFQjCNHkmAdYdhtQTAKceWrxM6Lv5bKqAA&amp;ust=144418567158219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GIỚI THIỆU SƠ LƯỢC VỀ NGÀNH MẠNG MÁY TÍNH</a:t>
            </a:r>
          </a:p>
        </p:txBody>
      </p:sp>
      <p:sp>
        <p:nvSpPr>
          <p:cNvPr id="3" name="Subtitle 2"/>
          <p:cNvSpPr>
            <a:spLocks noGrp="1"/>
          </p:cNvSpPr>
          <p:nvPr>
            <p:ph type="subTitle" idx="1"/>
          </p:nvPr>
        </p:nvSpPr>
        <p:spPr/>
        <p:txBody>
          <a:bodyPr/>
          <a:lstStyle/>
          <a:p>
            <a:r>
              <a:rPr lang="en-US" dirty="0"/>
              <a:t>GV : </a:t>
            </a:r>
            <a:r>
              <a:rPr lang="en-US" dirty="0" err="1"/>
              <a:t>ThS</a:t>
            </a:r>
            <a:r>
              <a:rPr lang="en-US" dirty="0"/>
              <a:t> LƯƠNG MINH HUẤN</a:t>
            </a:r>
          </a:p>
        </p:txBody>
      </p:sp>
    </p:spTree>
    <p:extLst>
      <p:ext uri="{BB962C8B-B14F-4D97-AF65-F5344CB8AC3E}">
        <p14:creationId xmlns:p14="http://schemas.microsoft.com/office/powerpoint/2010/main" val="145279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nip Diagonal Corner Rectangle 3"/>
          <p:cNvSpPr/>
          <p:nvPr/>
        </p:nvSpPr>
        <p:spPr>
          <a:xfrm>
            <a:off x="628650" y="196850"/>
            <a:ext cx="7894638" cy="13350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4000" dirty="0">
                <a:solidFill>
                  <a:srgbClr val="0000FF"/>
                </a:solidFill>
                <a:latin typeface="Times New Roman"/>
                <a:cs typeface="Times New Roman"/>
              </a:rPr>
              <a:t>CÔNG NGHỆ THÔNG TIN</a:t>
            </a:r>
          </a:p>
        </p:txBody>
      </p:sp>
      <p:sp>
        <p:nvSpPr>
          <p:cNvPr id="7" name="Snip Diagonal Corner Rectangle 6"/>
          <p:cNvSpPr/>
          <p:nvPr/>
        </p:nvSpPr>
        <p:spPr>
          <a:xfrm>
            <a:off x="823913" y="2011363"/>
            <a:ext cx="2466975" cy="11826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800" dirty="0">
                <a:solidFill>
                  <a:srgbClr val="0000FF"/>
                </a:solidFill>
                <a:latin typeface="Times New Roman"/>
                <a:cs typeface="Times New Roman"/>
              </a:rPr>
              <a:t>NETWORK</a:t>
            </a:r>
          </a:p>
        </p:txBody>
      </p:sp>
      <p:sp>
        <p:nvSpPr>
          <p:cNvPr id="8" name="Snip Diagonal Corner Rectangle 7"/>
          <p:cNvSpPr/>
          <p:nvPr/>
        </p:nvSpPr>
        <p:spPr>
          <a:xfrm>
            <a:off x="5749925" y="2011363"/>
            <a:ext cx="2466975" cy="11826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800" dirty="0">
                <a:solidFill>
                  <a:srgbClr val="0000FF"/>
                </a:solidFill>
                <a:latin typeface="Times New Roman"/>
                <a:cs typeface="Times New Roman"/>
              </a:rPr>
              <a:t>SYSTEM</a:t>
            </a:r>
          </a:p>
        </p:txBody>
      </p:sp>
      <p:sp>
        <p:nvSpPr>
          <p:cNvPr id="9" name="Snip Diagonal Corner Rectangle 8"/>
          <p:cNvSpPr/>
          <p:nvPr/>
        </p:nvSpPr>
        <p:spPr>
          <a:xfrm>
            <a:off x="823913" y="4095750"/>
            <a:ext cx="2466975" cy="1184275"/>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800" dirty="0">
                <a:solidFill>
                  <a:srgbClr val="0000FF"/>
                </a:solidFill>
                <a:latin typeface="Times New Roman"/>
                <a:cs typeface="Times New Roman"/>
              </a:rPr>
              <a:t>SOFTWARE</a:t>
            </a:r>
          </a:p>
        </p:txBody>
      </p:sp>
      <p:sp>
        <p:nvSpPr>
          <p:cNvPr id="12" name="Snip Diagonal Corner Rectangle 11"/>
          <p:cNvSpPr/>
          <p:nvPr/>
        </p:nvSpPr>
        <p:spPr>
          <a:xfrm>
            <a:off x="5749925" y="4095750"/>
            <a:ext cx="2466975" cy="1184275"/>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800" dirty="0">
                <a:solidFill>
                  <a:srgbClr val="0000FF"/>
                </a:solidFill>
                <a:latin typeface="Times New Roman"/>
                <a:cs typeface="Times New Roman"/>
              </a:rPr>
              <a:t>SECURITY</a:t>
            </a:r>
          </a:p>
        </p:txBody>
      </p:sp>
      <p:cxnSp>
        <p:nvCxnSpPr>
          <p:cNvPr id="5" name="Straight Arrow Connector 4"/>
          <p:cNvCxnSpPr/>
          <p:nvPr/>
        </p:nvCxnSpPr>
        <p:spPr>
          <a:xfrm>
            <a:off x="3290888" y="2692400"/>
            <a:ext cx="2459037" cy="0"/>
          </a:xfrm>
          <a:prstGeom prst="straightConnector1">
            <a:avLst/>
          </a:prstGeom>
          <a:ln w="57150" cmpd="sng">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3290888" y="4722813"/>
            <a:ext cx="2459037" cy="0"/>
          </a:xfrm>
          <a:prstGeom prst="straightConnector1">
            <a:avLst/>
          </a:prstGeom>
          <a:ln w="57150" cmpd="sng">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2028825" y="3194050"/>
            <a:ext cx="0" cy="901700"/>
          </a:xfrm>
          <a:prstGeom prst="straightConnector1">
            <a:avLst/>
          </a:prstGeom>
          <a:ln w="57150" cmpd="sng">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6999288" y="3194050"/>
            <a:ext cx="0" cy="901700"/>
          </a:xfrm>
          <a:prstGeom prst="straightConnector1">
            <a:avLst/>
          </a:prstGeom>
          <a:ln w="57150" cmpd="sng">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3290888" y="3194050"/>
            <a:ext cx="2459037" cy="901700"/>
          </a:xfrm>
          <a:prstGeom prst="straightConnector1">
            <a:avLst/>
          </a:prstGeom>
          <a:ln w="57150" cmpd="sng">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V="1">
            <a:off x="3290888" y="3194050"/>
            <a:ext cx="2459037" cy="1016000"/>
          </a:xfrm>
          <a:prstGeom prst="straightConnector1">
            <a:avLst/>
          </a:prstGeom>
          <a:ln w="57150" cmpd="sng">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82650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arn(inVertical)">
                                      <p:cBhvr>
                                        <p:cTn id="28" dur="500"/>
                                        <p:tgtEl>
                                          <p:spTgt spid="1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blinds(horizontal)">
                                      <p:cBhvr>
                                        <p:cTn id="33" dur="500"/>
                                        <p:tgtEl>
                                          <p:spTgt spid="5"/>
                                        </p:tgtEl>
                                      </p:cBhvr>
                                    </p:animEffect>
                                  </p:childTnLst>
                                </p:cTn>
                              </p:par>
                            </p:childTnLst>
                          </p:cTn>
                        </p:par>
                        <p:par>
                          <p:cTn id="34" fill="hold" nodeType="afterGroup">
                            <p:stCondLst>
                              <p:cond delay="500"/>
                            </p:stCondLst>
                            <p:childTnLst>
                              <p:par>
                                <p:cTn id="35" presetID="3" presetClass="entr" presetSubtype="10" fill="hold"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linds(horizontal)">
                                      <p:cBhvr>
                                        <p:cTn id="37" dur="2000"/>
                                        <p:tgtEl>
                                          <p:spTgt spid="19"/>
                                        </p:tgtEl>
                                      </p:cBhvr>
                                    </p:animEffect>
                                  </p:childTnLst>
                                </p:cTn>
                              </p:par>
                            </p:childTnLst>
                          </p:cTn>
                        </p:par>
                        <p:par>
                          <p:cTn id="38" fill="hold" nodeType="afterGroup">
                            <p:stCondLst>
                              <p:cond delay="2500"/>
                            </p:stCondLst>
                            <p:childTnLst>
                              <p:par>
                                <p:cTn id="39" presetID="3" presetClass="entr" presetSubtype="10" fill="hold"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blinds(horizontal)">
                                      <p:cBhvr>
                                        <p:cTn id="41" dur="2000"/>
                                        <p:tgtEl>
                                          <p:spTgt spid="13"/>
                                        </p:tgtEl>
                                      </p:cBhvr>
                                    </p:animEffect>
                                  </p:childTnLst>
                                </p:cTn>
                              </p:par>
                            </p:childTnLst>
                          </p:cTn>
                        </p:par>
                        <p:par>
                          <p:cTn id="42" fill="hold" nodeType="afterGroup">
                            <p:stCondLst>
                              <p:cond delay="4500"/>
                            </p:stCondLst>
                            <p:childTnLst>
                              <p:par>
                                <p:cTn id="43" presetID="3" presetClass="entr" presetSubtype="10" fill="hold"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blinds(horizontal)">
                                      <p:cBhvr>
                                        <p:cTn id="45" dur="2000"/>
                                        <p:tgtEl>
                                          <p:spTgt spid="18"/>
                                        </p:tgtEl>
                                      </p:cBhvr>
                                    </p:animEffect>
                                  </p:childTnLst>
                                </p:cTn>
                              </p:par>
                            </p:childTnLst>
                          </p:cTn>
                        </p:par>
                        <p:par>
                          <p:cTn id="46" fill="hold" nodeType="afterGroup">
                            <p:stCondLst>
                              <p:cond delay="6500"/>
                            </p:stCondLst>
                            <p:childTnLst>
                              <p:par>
                                <p:cTn id="47" presetID="3" presetClass="entr" presetSubtype="10" fill="hold"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blinds(horizontal)">
                                      <p:cBhvr>
                                        <p:cTn id="49" dur="2000"/>
                                        <p:tgtEl>
                                          <p:spTgt spid="21"/>
                                        </p:tgtEl>
                                      </p:cBhvr>
                                    </p:animEffect>
                                  </p:childTnLst>
                                </p:cTn>
                              </p:par>
                            </p:childTnLst>
                          </p:cTn>
                        </p:par>
                        <p:par>
                          <p:cTn id="50" fill="hold" nodeType="afterGroup">
                            <p:stCondLst>
                              <p:cond delay="8500"/>
                            </p:stCondLst>
                            <p:childTnLst>
                              <p:par>
                                <p:cTn id="51" presetID="3" presetClass="entr" presetSubtype="10" fill="hold" nodeType="after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blinds(horizontal)">
                                      <p:cBhvr>
                                        <p:cTn id="53"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 Same Side Corner Rectangle 17"/>
          <p:cNvSpPr/>
          <p:nvPr/>
        </p:nvSpPr>
        <p:spPr>
          <a:xfrm>
            <a:off x="838200" y="3333750"/>
            <a:ext cx="2465388" cy="2298700"/>
          </a:xfrm>
          <a:prstGeom prst="round2SameRect">
            <a:avLst/>
          </a:prstGeom>
          <a:noFill/>
          <a:ln w="38100" cmpd="sng">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noFill/>
              <a:latin typeface="Times New Roman"/>
              <a:cs typeface="Times New Roman"/>
            </a:endParaRPr>
          </a:p>
        </p:txBody>
      </p:sp>
      <p:sp>
        <p:nvSpPr>
          <p:cNvPr id="4" name="Snip Diagonal Corner Rectangle 3"/>
          <p:cNvSpPr/>
          <p:nvPr/>
        </p:nvSpPr>
        <p:spPr>
          <a:xfrm>
            <a:off x="628650" y="196850"/>
            <a:ext cx="7894638" cy="76993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4000" dirty="0" err="1">
                <a:solidFill>
                  <a:srgbClr val="0000FF"/>
                </a:solidFill>
                <a:latin typeface="Times New Roman"/>
                <a:cs typeface="Times New Roman"/>
              </a:rPr>
              <a:t>Quản</a:t>
            </a:r>
            <a:r>
              <a:rPr lang="en-US" sz="4000">
                <a:solidFill>
                  <a:srgbClr val="0000FF"/>
                </a:solidFill>
                <a:latin typeface="Times New Roman"/>
                <a:cs typeface="Times New Roman"/>
              </a:rPr>
              <a:t> Trị Mạng</a:t>
            </a:r>
          </a:p>
        </p:txBody>
      </p:sp>
      <p:sp>
        <p:nvSpPr>
          <p:cNvPr id="7" name="Snip Diagonal Corner Rectangle 6"/>
          <p:cNvSpPr/>
          <p:nvPr/>
        </p:nvSpPr>
        <p:spPr>
          <a:xfrm>
            <a:off x="838200" y="1612900"/>
            <a:ext cx="2465388" cy="11826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800">
                <a:solidFill>
                  <a:srgbClr val="0000FF"/>
                </a:solidFill>
                <a:latin typeface="Times New Roman"/>
                <a:cs typeface="Times New Roman"/>
              </a:rPr>
              <a:t>END USER</a:t>
            </a:r>
          </a:p>
        </p:txBody>
      </p:sp>
      <p:sp>
        <p:nvSpPr>
          <p:cNvPr id="8" name="Snip Diagonal Corner Rectangle 7"/>
          <p:cNvSpPr/>
          <p:nvPr/>
        </p:nvSpPr>
        <p:spPr>
          <a:xfrm>
            <a:off x="5611813" y="1612900"/>
            <a:ext cx="2466975" cy="11826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800">
                <a:solidFill>
                  <a:srgbClr val="0000FF"/>
                </a:solidFill>
                <a:latin typeface="Times New Roman"/>
                <a:cs typeface="Times New Roman"/>
              </a:rPr>
              <a:t>PROVIDER</a:t>
            </a:r>
          </a:p>
        </p:txBody>
      </p:sp>
      <p:sp>
        <p:nvSpPr>
          <p:cNvPr id="10" name="Round Same Side Corner Rectangle 9"/>
          <p:cNvSpPr/>
          <p:nvPr/>
        </p:nvSpPr>
        <p:spPr>
          <a:xfrm>
            <a:off x="1141413" y="3527425"/>
            <a:ext cx="1806575" cy="400050"/>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Networking</a:t>
            </a:r>
          </a:p>
        </p:txBody>
      </p:sp>
      <p:sp>
        <p:nvSpPr>
          <p:cNvPr id="11" name="Round Same Side Corner Rectangle 10"/>
          <p:cNvSpPr/>
          <p:nvPr/>
        </p:nvSpPr>
        <p:spPr>
          <a:xfrm>
            <a:off x="5267325" y="3065463"/>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Internet Service Provider – ISP</a:t>
            </a:r>
          </a:p>
        </p:txBody>
      </p:sp>
      <p:sp>
        <p:nvSpPr>
          <p:cNvPr id="12" name="Round Same Side Corner Rectangle 11"/>
          <p:cNvSpPr/>
          <p:nvPr/>
        </p:nvSpPr>
        <p:spPr>
          <a:xfrm>
            <a:off x="5267325" y="4008438"/>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rgbClr val="0000FF"/>
                </a:solidFill>
                <a:latin typeface="Times New Roman"/>
                <a:cs typeface="Times New Roman"/>
              </a:rPr>
              <a:t>System </a:t>
            </a:r>
            <a:r>
              <a:rPr lang="en-US" dirty="0" err="1">
                <a:solidFill>
                  <a:srgbClr val="0000FF"/>
                </a:solidFill>
                <a:latin typeface="Times New Roman"/>
                <a:cs typeface="Times New Roman"/>
              </a:rPr>
              <a:t>Intergared</a:t>
            </a:r>
            <a:r>
              <a:rPr lang="en-US" dirty="0">
                <a:solidFill>
                  <a:srgbClr val="0000FF"/>
                </a:solidFill>
                <a:latin typeface="Times New Roman"/>
                <a:cs typeface="Times New Roman"/>
              </a:rPr>
              <a:t> - SI</a:t>
            </a:r>
          </a:p>
        </p:txBody>
      </p:sp>
      <p:sp>
        <p:nvSpPr>
          <p:cNvPr id="13" name="Round Same Side Corner Rectangle 12"/>
          <p:cNvSpPr/>
          <p:nvPr/>
        </p:nvSpPr>
        <p:spPr>
          <a:xfrm>
            <a:off x="5267325" y="4949825"/>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Vender</a:t>
            </a:r>
          </a:p>
        </p:txBody>
      </p:sp>
      <p:sp>
        <p:nvSpPr>
          <p:cNvPr id="14" name="Round Same Side Corner Rectangle 13"/>
          <p:cNvSpPr/>
          <p:nvPr/>
        </p:nvSpPr>
        <p:spPr>
          <a:xfrm>
            <a:off x="5272088" y="5835650"/>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IT Outsouring Services</a:t>
            </a:r>
          </a:p>
        </p:txBody>
      </p:sp>
      <p:sp>
        <p:nvSpPr>
          <p:cNvPr id="15" name="Round Same Side Corner Rectangle 14"/>
          <p:cNvSpPr/>
          <p:nvPr/>
        </p:nvSpPr>
        <p:spPr>
          <a:xfrm>
            <a:off x="1141413" y="4083050"/>
            <a:ext cx="1806575" cy="400050"/>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System</a:t>
            </a:r>
          </a:p>
        </p:txBody>
      </p:sp>
      <p:sp>
        <p:nvSpPr>
          <p:cNvPr id="16" name="Round Same Side Corner Rectangle 15"/>
          <p:cNvSpPr/>
          <p:nvPr/>
        </p:nvSpPr>
        <p:spPr>
          <a:xfrm>
            <a:off x="1141413" y="4656138"/>
            <a:ext cx="1806575" cy="400050"/>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Security</a:t>
            </a:r>
          </a:p>
        </p:txBody>
      </p:sp>
      <p:sp>
        <p:nvSpPr>
          <p:cNvPr id="17" name="Round Same Side Corner Rectangle 16"/>
          <p:cNvSpPr/>
          <p:nvPr/>
        </p:nvSpPr>
        <p:spPr>
          <a:xfrm>
            <a:off x="838200" y="5441950"/>
            <a:ext cx="2465388" cy="660400"/>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IT MAN</a:t>
            </a:r>
          </a:p>
        </p:txBody>
      </p:sp>
    </p:spTree>
    <p:extLst>
      <p:ext uri="{BB962C8B-B14F-4D97-AF65-F5344CB8AC3E}">
        <p14:creationId xmlns:p14="http://schemas.microsoft.com/office/powerpoint/2010/main" val="2883552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nip Diagonal Corner Rectangle 1"/>
          <p:cNvSpPr/>
          <p:nvPr/>
        </p:nvSpPr>
        <p:spPr>
          <a:xfrm>
            <a:off x="5646738" y="55563"/>
            <a:ext cx="3386137"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Kỹ Năng – Kiến Thức</a:t>
            </a:r>
          </a:p>
        </p:txBody>
      </p:sp>
      <p:sp>
        <p:nvSpPr>
          <p:cNvPr id="47" name="Snip Diagonal Corner Rectangle 46"/>
          <p:cNvSpPr/>
          <p:nvPr/>
        </p:nvSpPr>
        <p:spPr>
          <a:xfrm>
            <a:off x="125413" y="68263"/>
            <a:ext cx="3386137"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IT MAN</a:t>
            </a:r>
          </a:p>
        </p:txBody>
      </p:sp>
      <p:sp>
        <p:nvSpPr>
          <p:cNvPr id="28" name="Snip Diagonal Corner Rectangle 27"/>
          <p:cNvSpPr/>
          <p:nvPr/>
        </p:nvSpPr>
        <p:spPr>
          <a:xfrm>
            <a:off x="622300" y="1077913"/>
            <a:ext cx="3386138"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Kỹ Năng</a:t>
            </a:r>
          </a:p>
        </p:txBody>
      </p:sp>
      <p:sp>
        <p:nvSpPr>
          <p:cNvPr id="30" name="Snip Diagonal Corner Rectangle 29"/>
          <p:cNvSpPr/>
          <p:nvPr/>
        </p:nvSpPr>
        <p:spPr>
          <a:xfrm>
            <a:off x="5094288" y="1077913"/>
            <a:ext cx="3387725"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Kiến Thức</a:t>
            </a:r>
          </a:p>
        </p:txBody>
      </p:sp>
      <p:sp>
        <p:nvSpPr>
          <p:cNvPr id="4" name="Rounded Rectangle 3"/>
          <p:cNvSpPr/>
          <p:nvPr/>
        </p:nvSpPr>
        <p:spPr>
          <a:xfrm>
            <a:off x="622300" y="1795463"/>
            <a:ext cx="3386138"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Năng Động</a:t>
            </a:r>
          </a:p>
          <a:p>
            <a:pPr marL="285750" indent="-285750" fontAlgn="auto">
              <a:spcBef>
                <a:spcPts val="0"/>
              </a:spcBef>
              <a:spcAft>
                <a:spcPts val="0"/>
              </a:spcAft>
              <a:buFontTx/>
              <a:buChar char="-"/>
              <a:defRPr/>
            </a:pPr>
            <a:r>
              <a:rPr lang="en-US" sz="2400">
                <a:solidFill>
                  <a:srgbClr val="0000FF"/>
                </a:solidFill>
                <a:latin typeface="Times New Roman"/>
                <a:cs typeface="Times New Roman"/>
              </a:rPr>
              <a:t>Nhiệt tình</a:t>
            </a:r>
          </a:p>
          <a:p>
            <a:pPr marL="285750" indent="-285750" fontAlgn="auto">
              <a:spcBef>
                <a:spcPts val="0"/>
              </a:spcBef>
              <a:spcAft>
                <a:spcPts val="0"/>
              </a:spcAft>
              <a:buFontTx/>
              <a:buChar char="-"/>
              <a:defRPr/>
            </a:pPr>
            <a:r>
              <a:rPr lang="en-US" sz="2400">
                <a:solidFill>
                  <a:srgbClr val="0000FF"/>
                </a:solidFill>
                <a:latin typeface="Times New Roman"/>
                <a:cs typeface="Times New Roman"/>
              </a:rPr>
              <a:t>Không ngại khó khăn</a:t>
            </a:r>
          </a:p>
          <a:p>
            <a:pPr marL="285750" indent="-285750" fontAlgn="auto">
              <a:spcBef>
                <a:spcPts val="0"/>
              </a:spcBef>
              <a:spcAft>
                <a:spcPts val="0"/>
              </a:spcAft>
              <a:buFontTx/>
              <a:buChar char="-"/>
              <a:defRPr/>
            </a:pPr>
            <a:r>
              <a:rPr lang="en-US" sz="2400">
                <a:solidFill>
                  <a:srgbClr val="0000FF"/>
                </a:solidFill>
                <a:latin typeface="Times New Roman"/>
                <a:cs typeface="Times New Roman"/>
              </a:rPr>
              <a:t>Ham học hỏi</a:t>
            </a:r>
          </a:p>
          <a:p>
            <a:pPr marL="285750" indent="-285750" fontAlgn="auto">
              <a:spcBef>
                <a:spcPts val="0"/>
              </a:spcBef>
              <a:spcAft>
                <a:spcPts val="0"/>
              </a:spcAft>
              <a:buFontTx/>
              <a:buChar char="-"/>
              <a:defRPr/>
            </a:pPr>
            <a:r>
              <a:rPr lang="en-US" sz="2800" b="1">
                <a:solidFill>
                  <a:srgbClr val="0000FF"/>
                </a:solidFill>
                <a:latin typeface="Times New Roman"/>
                <a:cs typeface="Times New Roman"/>
              </a:rPr>
              <a:t>Yêu nghề</a:t>
            </a:r>
          </a:p>
          <a:p>
            <a:pPr marL="285750" indent="-285750" fontAlgn="auto">
              <a:spcBef>
                <a:spcPts val="0"/>
              </a:spcBef>
              <a:spcAft>
                <a:spcPts val="0"/>
              </a:spcAft>
              <a:buFontTx/>
              <a:buChar char="-"/>
              <a:defRPr/>
            </a:pPr>
            <a:endParaRPr lang="en-US" sz="2400">
              <a:solidFill>
                <a:srgbClr val="0000FF"/>
              </a:solidFill>
              <a:latin typeface="Times New Roman"/>
              <a:cs typeface="Times New Roman"/>
            </a:endParaRPr>
          </a:p>
          <a:p>
            <a:pPr marL="285750" indent="-285750" fontAlgn="auto">
              <a:spcBef>
                <a:spcPts val="0"/>
              </a:spcBef>
              <a:spcAft>
                <a:spcPts val="0"/>
              </a:spcAft>
              <a:buFontTx/>
              <a:buChar char="-"/>
              <a:defRPr/>
            </a:pPr>
            <a:r>
              <a:rPr lang="en-US" sz="2400">
                <a:solidFill>
                  <a:srgbClr val="0000FF"/>
                </a:solidFill>
                <a:latin typeface="Times New Roman"/>
                <a:cs typeface="Times New Roman"/>
              </a:rPr>
              <a:t>Ngoại giao</a:t>
            </a:r>
          </a:p>
          <a:p>
            <a:pPr marL="285750" indent="-285750" fontAlgn="auto">
              <a:spcBef>
                <a:spcPts val="0"/>
              </a:spcBef>
              <a:spcAft>
                <a:spcPts val="0"/>
              </a:spcAft>
              <a:buFontTx/>
              <a:buChar char="-"/>
              <a:defRPr/>
            </a:pPr>
            <a:r>
              <a:rPr lang="en-US" sz="2400">
                <a:solidFill>
                  <a:srgbClr val="0000FF"/>
                </a:solidFill>
                <a:latin typeface="Times New Roman"/>
                <a:cs typeface="Times New Roman"/>
              </a:rPr>
              <a:t>Các kỹ năng mềm</a:t>
            </a:r>
          </a:p>
        </p:txBody>
      </p:sp>
      <p:sp>
        <p:nvSpPr>
          <p:cNvPr id="32" name="Rounded Rectangle 31"/>
          <p:cNvSpPr/>
          <p:nvPr/>
        </p:nvSpPr>
        <p:spPr>
          <a:xfrm>
            <a:off x="5094288" y="1795463"/>
            <a:ext cx="3387725"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dirty="0">
                <a:solidFill>
                  <a:srgbClr val="0000FF"/>
                </a:solidFill>
                <a:latin typeface="Times New Roman"/>
                <a:cs typeface="Times New Roman"/>
              </a:rPr>
              <a:t>Network </a:t>
            </a:r>
            <a:r>
              <a:rPr lang="en-US" sz="2400" dirty="0" err="1">
                <a:solidFill>
                  <a:srgbClr val="0000FF"/>
                </a:solidFill>
                <a:latin typeface="Times New Roman"/>
                <a:cs typeface="Times New Roman"/>
              </a:rPr>
              <a:t>cơ</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bản</a:t>
            </a:r>
            <a:endParaRPr lang="en-US" sz="2400" dirty="0">
              <a:solidFill>
                <a:srgbClr val="0000FF"/>
              </a:solidFill>
              <a:latin typeface="Times New Roman"/>
              <a:cs typeface="Times New Roman"/>
            </a:endParaRPr>
          </a:p>
          <a:p>
            <a:pPr fontAlgn="auto">
              <a:spcBef>
                <a:spcPts val="0"/>
              </a:spcBef>
              <a:spcAft>
                <a:spcPts val="0"/>
              </a:spcAft>
              <a:defRPr/>
            </a:pPr>
            <a:r>
              <a:rPr lang="en-US" sz="2400" dirty="0">
                <a:solidFill>
                  <a:srgbClr val="0000FF"/>
                </a:solidFill>
                <a:latin typeface="Times New Roman"/>
                <a:cs typeface="Times New Roman"/>
              </a:rPr>
              <a:t>	+ CCNA</a:t>
            </a:r>
          </a:p>
          <a:p>
            <a:pPr fontAlgn="auto">
              <a:spcBef>
                <a:spcPts val="0"/>
              </a:spcBef>
              <a:spcAft>
                <a:spcPts val="0"/>
              </a:spcAft>
              <a:defRPr/>
            </a:pPr>
            <a:r>
              <a:rPr lang="en-US" sz="2400" dirty="0">
                <a:solidFill>
                  <a:srgbClr val="0000FF"/>
                </a:solidFill>
                <a:latin typeface="Times New Roman"/>
                <a:cs typeface="Times New Roman"/>
              </a:rPr>
              <a:t>	+ </a:t>
            </a:r>
            <a:r>
              <a:rPr lang="en-US" sz="2400" dirty="0" err="1">
                <a:solidFill>
                  <a:srgbClr val="0000FF"/>
                </a:solidFill>
                <a:latin typeface="Times New Roman"/>
                <a:cs typeface="Times New Roman"/>
              </a:rPr>
              <a:t>Mạng</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cơ</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bản</a:t>
            </a:r>
            <a:r>
              <a:rPr lang="en-US" sz="2400" dirty="0">
                <a:solidFill>
                  <a:srgbClr val="0000FF"/>
                </a:solidFill>
                <a:latin typeface="Times New Roman"/>
                <a:cs typeface="Times New Roman"/>
              </a:rPr>
              <a:t> </a:t>
            </a:r>
          </a:p>
          <a:p>
            <a:pPr marL="285750" indent="-285750" fontAlgn="auto">
              <a:spcBef>
                <a:spcPts val="0"/>
              </a:spcBef>
              <a:spcAft>
                <a:spcPts val="0"/>
              </a:spcAft>
              <a:buFontTx/>
              <a:buChar char="-"/>
              <a:defRPr/>
            </a:pPr>
            <a:r>
              <a:rPr lang="en-US" sz="2400" dirty="0">
                <a:solidFill>
                  <a:srgbClr val="0000FF"/>
                </a:solidFill>
                <a:latin typeface="Times New Roman"/>
                <a:cs typeface="Times New Roman"/>
              </a:rPr>
              <a:t>System </a:t>
            </a:r>
            <a:r>
              <a:rPr lang="en-US" sz="2400" dirty="0" err="1">
                <a:solidFill>
                  <a:srgbClr val="0000FF"/>
                </a:solidFill>
                <a:latin typeface="Times New Roman"/>
                <a:cs typeface="Times New Roman"/>
              </a:rPr>
              <a:t>cơ</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bản</a:t>
            </a:r>
            <a:endParaRPr lang="en-US" sz="2400" dirty="0">
              <a:solidFill>
                <a:srgbClr val="0000FF"/>
              </a:solidFill>
              <a:latin typeface="Times New Roman"/>
              <a:cs typeface="Times New Roman"/>
            </a:endParaRPr>
          </a:p>
          <a:p>
            <a:pPr fontAlgn="auto">
              <a:spcBef>
                <a:spcPts val="0"/>
              </a:spcBef>
              <a:spcAft>
                <a:spcPts val="0"/>
              </a:spcAft>
              <a:defRPr/>
            </a:pPr>
            <a:r>
              <a:rPr lang="en-US" sz="2400" dirty="0">
                <a:solidFill>
                  <a:srgbClr val="0000FF"/>
                </a:solidFill>
                <a:latin typeface="Times New Roman"/>
                <a:cs typeface="Times New Roman"/>
              </a:rPr>
              <a:t>	+ MCSA</a:t>
            </a:r>
          </a:p>
          <a:p>
            <a:pPr marL="285750" indent="-285750" fontAlgn="auto">
              <a:spcBef>
                <a:spcPts val="0"/>
              </a:spcBef>
              <a:spcAft>
                <a:spcPts val="0"/>
              </a:spcAft>
              <a:buFontTx/>
              <a:buChar char="-"/>
              <a:defRPr/>
            </a:pPr>
            <a:r>
              <a:rPr lang="en-US" sz="2400" dirty="0">
                <a:solidFill>
                  <a:srgbClr val="0000FF"/>
                </a:solidFill>
                <a:latin typeface="Times New Roman"/>
                <a:cs typeface="Times New Roman"/>
              </a:rPr>
              <a:t>Security </a:t>
            </a:r>
            <a:r>
              <a:rPr lang="en-US" sz="2400" dirty="0" err="1">
                <a:solidFill>
                  <a:srgbClr val="0000FF"/>
                </a:solidFill>
                <a:latin typeface="Times New Roman"/>
                <a:cs typeface="Times New Roman"/>
              </a:rPr>
              <a:t>cơ</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bản</a:t>
            </a: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r>
              <a:rPr lang="en-US" sz="2400" dirty="0" err="1">
                <a:solidFill>
                  <a:srgbClr val="0000FF"/>
                </a:solidFill>
                <a:latin typeface="Times New Roman"/>
                <a:cs typeface="Times New Roman"/>
              </a:rPr>
              <a:t>Các</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khoá</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kỹ</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thuật</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lắp</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rắp</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cài</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đặt</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máy</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tính</a:t>
            </a:r>
            <a:endParaRPr lang="en-US" sz="2400" dirty="0">
              <a:solidFill>
                <a:srgbClr val="0000FF"/>
              </a:solidFill>
              <a:latin typeface="Times New Roman"/>
              <a:cs typeface="Times New Roman"/>
            </a:endParaRPr>
          </a:p>
          <a:p>
            <a:pPr fontAlgn="auto">
              <a:spcBef>
                <a:spcPts val="0"/>
              </a:spcBef>
              <a:spcAft>
                <a:spcPts val="0"/>
              </a:spcAft>
              <a:defRPr/>
            </a:pPr>
            <a:endParaRPr lang="en-US" sz="2400" dirty="0">
              <a:solidFill>
                <a:srgbClr val="0000FF"/>
              </a:solidFill>
              <a:latin typeface="Times New Roman"/>
              <a:cs typeface="Times New Roman"/>
            </a:endParaRPr>
          </a:p>
        </p:txBody>
      </p:sp>
    </p:spTree>
    <p:extLst>
      <p:ext uri="{BB962C8B-B14F-4D97-AF65-F5344CB8AC3E}">
        <p14:creationId xmlns:p14="http://schemas.microsoft.com/office/powerpoint/2010/main" val="35198906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trips(downLeft)">
                                      <p:cBhvr>
                                        <p:cTn id="7" dur="500"/>
                                        <p:tgtEl>
                                          <p:spTgt spid="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strips(downLeft)">
                                      <p:cBhvr>
                                        <p:cTn id="12" dur="500"/>
                                        <p:tgtEl>
                                          <p:spTgt spid="4">
                                            <p:txEl>
                                              <p:pRg st="0" end="0"/>
                                            </p:txEl>
                                          </p:spTgt>
                                        </p:tgtEl>
                                      </p:cBhvr>
                                    </p:animEffect>
                                  </p:childTnLst>
                                </p:cTn>
                              </p:par>
                            </p:childTnLst>
                          </p:cTn>
                        </p:par>
                        <p:par>
                          <p:cTn id="13" fill="hold" nodeType="afterGroup">
                            <p:stCondLst>
                              <p:cond delay="500"/>
                            </p:stCondLst>
                            <p:childTnLst>
                              <p:par>
                                <p:cTn id="14" presetID="6" presetClass="entr" presetSubtype="16" fill="hold" nodeType="after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circle(in)">
                                      <p:cBhvr>
                                        <p:cTn id="16" dur="2000"/>
                                        <p:tgtEl>
                                          <p:spTgt spid="4">
                                            <p:txEl>
                                              <p:pRg st="1" end="1"/>
                                            </p:txEl>
                                          </p:spTgt>
                                        </p:tgtEl>
                                      </p:cBhvr>
                                    </p:animEffect>
                                  </p:childTnLst>
                                </p:cTn>
                              </p:par>
                            </p:childTnLst>
                          </p:cTn>
                        </p:par>
                        <p:par>
                          <p:cTn id="17" fill="hold" nodeType="afterGroup">
                            <p:stCondLst>
                              <p:cond delay="2500"/>
                            </p:stCondLst>
                            <p:childTnLst>
                              <p:par>
                                <p:cTn id="18" presetID="21" presetClass="entr" presetSubtype="1" fill="hold" nodeType="after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heel(1)">
                                      <p:cBhvr>
                                        <p:cTn id="20" dur="2000"/>
                                        <p:tgtEl>
                                          <p:spTgt spid="4">
                                            <p:txEl>
                                              <p:pRg st="2" end="2"/>
                                            </p:txEl>
                                          </p:spTgt>
                                        </p:tgtEl>
                                      </p:cBhvr>
                                    </p:animEffect>
                                  </p:childTnLst>
                                </p:cTn>
                              </p:par>
                            </p:childTnLst>
                          </p:cTn>
                        </p:par>
                        <p:par>
                          <p:cTn id="21" fill="hold" nodeType="afterGroup">
                            <p:stCondLst>
                              <p:cond delay="4500"/>
                            </p:stCondLst>
                            <p:childTnLst>
                              <p:par>
                                <p:cTn id="22" presetID="10" presetClass="entr" presetSubtype="0" fill="hold" nodeType="after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2000"/>
                                        <p:tgtEl>
                                          <p:spTgt spid="4">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5"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2000"/>
                                        <p:tgtEl>
                                          <p:spTgt spid="4">
                                            <p:txEl>
                                              <p:pRg st="4" end="4"/>
                                            </p:txEl>
                                          </p:spTgt>
                                        </p:tgtEl>
                                      </p:cBhvr>
                                    </p:animEffect>
                                    <p:anim calcmode="lin" valueType="num">
                                      <p:cBhvr>
                                        <p:cTn id="30" dur="2000" fill="hold"/>
                                        <p:tgtEl>
                                          <p:spTgt spid="4">
                                            <p:txEl>
                                              <p:pRg st="4" end="4"/>
                                            </p:txEl>
                                          </p:spTgt>
                                        </p:tgtEl>
                                        <p:attrNameLst>
                                          <p:attrName>ppt_w</p:attrName>
                                        </p:attrNameLst>
                                      </p:cBhvr>
                                      <p:tavLst>
                                        <p:tav tm="0" fmla="#ppt_w*sin(2.5*pi*$)">
                                          <p:val>
                                            <p:fltVal val="0"/>
                                          </p:val>
                                        </p:tav>
                                        <p:tav tm="100000">
                                          <p:val>
                                            <p:fltVal val="1"/>
                                          </p:val>
                                        </p:tav>
                                      </p:tavLst>
                                    </p:anim>
                                    <p:anim calcmode="lin" valueType="num">
                                      <p:cBhvr>
                                        <p:cTn id="31" dur="2000" fill="hold"/>
                                        <p:tgtEl>
                                          <p:spTgt spid="4">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55" presetClass="entr" presetSubtype="0" fill="hold" nodeType="clickEffect">
                                  <p:stCondLst>
                                    <p:cond delay="0"/>
                                  </p:stCondLst>
                                  <p:childTnLst>
                                    <p:set>
                                      <p:cBhvr>
                                        <p:cTn id="35" dur="1" fill="hold">
                                          <p:stCondLst>
                                            <p:cond delay="0"/>
                                          </p:stCondLst>
                                        </p:cTn>
                                        <p:tgtEl>
                                          <p:spTgt spid="4">
                                            <p:txEl>
                                              <p:pRg st="6" end="6"/>
                                            </p:txEl>
                                          </p:spTgt>
                                        </p:tgtEl>
                                        <p:attrNameLst>
                                          <p:attrName>style.visibility</p:attrName>
                                        </p:attrNameLst>
                                      </p:cBhvr>
                                      <p:to>
                                        <p:strVal val="visible"/>
                                      </p:to>
                                    </p:set>
                                    <p:anim calcmode="lin" valueType="num">
                                      <p:cBhvr>
                                        <p:cTn id="36" dur="1000" fill="hold"/>
                                        <p:tgtEl>
                                          <p:spTgt spid="4">
                                            <p:txEl>
                                              <p:pRg st="6" end="6"/>
                                            </p:txEl>
                                          </p:spTgt>
                                        </p:tgtEl>
                                        <p:attrNameLst>
                                          <p:attrName>ppt_w</p:attrName>
                                        </p:attrNameLst>
                                      </p:cBhvr>
                                      <p:tavLst>
                                        <p:tav tm="0">
                                          <p:val>
                                            <p:strVal val="#ppt_w*0.70"/>
                                          </p:val>
                                        </p:tav>
                                        <p:tav tm="100000">
                                          <p:val>
                                            <p:strVal val="#ppt_w"/>
                                          </p:val>
                                        </p:tav>
                                      </p:tavLst>
                                    </p:anim>
                                    <p:anim calcmode="lin" valueType="num">
                                      <p:cBhvr>
                                        <p:cTn id="37" dur="1000" fill="hold"/>
                                        <p:tgtEl>
                                          <p:spTgt spid="4">
                                            <p:txEl>
                                              <p:pRg st="6" end="6"/>
                                            </p:txEl>
                                          </p:spTgt>
                                        </p:tgtEl>
                                        <p:attrNameLst>
                                          <p:attrName>ppt_h</p:attrName>
                                        </p:attrNameLst>
                                      </p:cBhvr>
                                      <p:tavLst>
                                        <p:tav tm="0">
                                          <p:val>
                                            <p:strVal val="#ppt_h"/>
                                          </p:val>
                                        </p:tav>
                                        <p:tav tm="100000">
                                          <p:val>
                                            <p:strVal val="#ppt_h"/>
                                          </p:val>
                                        </p:tav>
                                      </p:tavLst>
                                    </p:anim>
                                    <p:animEffect transition="in" filter="fade">
                                      <p:cBhvr>
                                        <p:cTn id="38" dur="1000"/>
                                        <p:tgtEl>
                                          <p:spTgt spid="4">
                                            <p:txEl>
                                              <p:pRg st="6" end="6"/>
                                            </p:txEl>
                                          </p:spTgt>
                                        </p:tgtEl>
                                      </p:cBhvr>
                                    </p:animEffect>
                                  </p:childTnLst>
                                </p:cTn>
                              </p:par>
                            </p:childTnLst>
                          </p:cTn>
                        </p:par>
                        <p:par>
                          <p:cTn id="39" fill="hold" nodeType="afterGroup">
                            <p:stCondLst>
                              <p:cond delay="1000"/>
                            </p:stCondLst>
                            <p:childTnLst>
                              <p:par>
                                <p:cTn id="40" presetID="22" presetClass="entr" presetSubtype="4" fill="hold" nodeType="after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down)">
                                      <p:cBhvr>
                                        <p:cTn id="42" dur="2000"/>
                                        <p:tgtEl>
                                          <p:spTgt spid="4">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3"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100"/>
                                        <p:tgtEl>
                                          <p:spTgt spid="30"/>
                                        </p:tgtEl>
                                      </p:cBhvr>
                                    </p:animEffect>
                                    <p:anim calcmode="lin" valueType="num">
                                      <p:cBhvr>
                                        <p:cTn id="48" dur="400" fill="hold"/>
                                        <p:tgtEl>
                                          <p:spTgt spid="30"/>
                                        </p:tgtEl>
                                        <p:attrNameLst>
                                          <p:attrName>ppt_x</p:attrName>
                                        </p:attrNameLst>
                                      </p:cBhvr>
                                      <p:tavLst>
                                        <p:tav tm="0">
                                          <p:val>
                                            <p:strVal val="#ppt_x"/>
                                          </p:val>
                                        </p:tav>
                                        <p:tav tm="100000">
                                          <p:val>
                                            <p:strVal val="#ppt_x"/>
                                          </p:val>
                                        </p:tav>
                                      </p:tavLst>
                                    </p:anim>
                                    <p:anim calcmode="lin" valueType="num">
                                      <p:cBhvr>
                                        <p:cTn id="49" dur="400" fill="hold"/>
                                        <p:tgtEl>
                                          <p:spTgt spid="30"/>
                                        </p:tgtEl>
                                        <p:attrNameLst>
                                          <p:attrName>ppt_y</p:attrName>
                                        </p:attrNameLst>
                                      </p:cBhvr>
                                      <p:tavLst>
                                        <p:tav tm="0">
                                          <p:val>
                                            <p:strVal val="#ppt_y+0.31"/>
                                          </p:val>
                                        </p:tav>
                                        <p:tav tm="100000">
                                          <p:val>
                                            <p:strVal val="#ppt_y+0.31"/>
                                          </p:val>
                                        </p:tav>
                                      </p:tavLst>
                                    </p:anim>
                                    <p:anim calcmode="lin" valueType="num">
                                      <p:cBhvr>
                                        <p:cTn id="50" dur="600" decel="50000" fill="hold">
                                          <p:stCondLst>
                                            <p:cond delay="400"/>
                                          </p:stCondLst>
                                        </p:cTn>
                                        <p:tgtEl>
                                          <p:spTgt spid="3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51" dur="600" decel="50000" fill="hold">
                                          <p:stCondLst>
                                            <p:cond delay="400"/>
                                          </p:stCondLst>
                                        </p:cTn>
                                        <p:tgtEl>
                                          <p:spTgt spid="3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16" presetClass="entr" presetSubtype="21" fill="hold" nodeType="clickEffect">
                                  <p:stCondLst>
                                    <p:cond delay="0"/>
                                  </p:stCondLst>
                                  <p:childTnLst>
                                    <p:set>
                                      <p:cBhvr>
                                        <p:cTn id="55" dur="1" fill="hold">
                                          <p:stCondLst>
                                            <p:cond delay="0"/>
                                          </p:stCondLst>
                                        </p:cTn>
                                        <p:tgtEl>
                                          <p:spTgt spid="32">
                                            <p:txEl>
                                              <p:pRg st="0" end="0"/>
                                            </p:txEl>
                                          </p:spTgt>
                                        </p:tgtEl>
                                        <p:attrNameLst>
                                          <p:attrName>style.visibility</p:attrName>
                                        </p:attrNameLst>
                                      </p:cBhvr>
                                      <p:to>
                                        <p:strVal val="visible"/>
                                      </p:to>
                                    </p:set>
                                    <p:animEffect transition="in" filter="barn(inVertical)">
                                      <p:cBhvr>
                                        <p:cTn id="56" dur="500"/>
                                        <p:tgtEl>
                                          <p:spTgt spid="32">
                                            <p:txEl>
                                              <p:pRg st="0" end="0"/>
                                            </p:txEl>
                                          </p:spTgt>
                                        </p:tgtEl>
                                      </p:cBhvr>
                                    </p:animEffect>
                                  </p:childTnLst>
                                </p:cTn>
                              </p:par>
                              <p:par>
                                <p:cTn id="57" presetID="16" presetClass="entr" presetSubtype="21" fill="hold" nodeType="withEffect">
                                  <p:stCondLst>
                                    <p:cond delay="0"/>
                                  </p:stCondLst>
                                  <p:childTnLst>
                                    <p:set>
                                      <p:cBhvr>
                                        <p:cTn id="58" dur="1" fill="hold">
                                          <p:stCondLst>
                                            <p:cond delay="0"/>
                                          </p:stCondLst>
                                        </p:cTn>
                                        <p:tgtEl>
                                          <p:spTgt spid="32">
                                            <p:txEl>
                                              <p:pRg st="1" end="1"/>
                                            </p:txEl>
                                          </p:spTgt>
                                        </p:tgtEl>
                                        <p:attrNameLst>
                                          <p:attrName>style.visibility</p:attrName>
                                        </p:attrNameLst>
                                      </p:cBhvr>
                                      <p:to>
                                        <p:strVal val="visible"/>
                                      </p:to>
                                    </p:set>
                                    <p:animEffect transition="in" filter="barn(inVertical)">
                                      <p:cBhvr>
                                        <p:cTn id="59" dur="500"/>
                                        <p:tgtEl>
                                          <p:spTgt spid="32">
                                            <p:txEl>
                                              <p:pRg st="1" end="1"/>
                                            </p:txEl>
                                          </p:spTgt>
                                        </p:tgtEl>
                                      </p:cBhvr>
                                    </p:animEffect>
                                  </p:childTnLst>
                                </p:cTn>
                              </p:par>
                              <p:par>
                                <p:cTn id="60" presetID="16" presetClass="entr" presetSubtype="21" fill="hold" nodeType="withEffect">
                                  <p:stCondLst>
                                    <p:cond delay="0"/>
                                  </p:stCondLst>
                                  <p:childTnLst>
                                    <p:set>
                                      <p:cBhvr>
                                        <p:cTn id="61" dur="1" fill="hold">
                                          <p:stCondLst>
                                            <p:cond delay="0"/>
                                          </p:stCondLst>
                                        </p:cTn>
                                        <p:tgtEl>
                                          <p:spTgt spid="32">
                                            <p:txEl>
                                              <p:pRg st="2" end="2"/>
                                            </p:txEl>
                                          </p:spTgt>
                                        </p:tgtEl>
                                        <p:attrNameLst>
                                          <p:attrName>style.visibility</p:attrName>
                                        </p:attrNameLst>
                                      </p:cBhvr>
                                      <p:to>
                                        <p:strVal val="visible"/>
                                      </p:to>
                                    </p:set>
                                    <p:animEffect transition="in" filter="barn(inVertical)">
                                      <p:cBhvr>
                                        <p:cTn id="62" dur="500"/>
                                        <p:tgtEl>
                                          <p:spTgt spid="32">
                                            <p:txEl>
                                              <p:pRg st="2" end="2"/>
                                            </p:txEl>
                                          </p:spTgt>
                                        </p:tgtEl>
                                      </p:cBhvr>
                                    </p:animEffect>
                                  </p:childTnLst>
                                </p:cTn>
                              </p:par>
                            </p:childTnLst>
                          </p:cTn>
                        </p:par>
                        <p:par>
                          <p:cTn id="63" fill="hold" nodeType="afterGroup">
                            <p:stCondLst>
                              <p:cond delay="500"/>
                            </p:stCondLst>
                            <p:childTnLst>
                              <p:par>
                                <p:cTn id="64" presetID="16" presetClass="entr" presetSubtype="21" fill="hold" nodeType="afterEffect">
                                  <p:stCondLst>
                                    <p:cond delay="0"/>
                                  </p:stCondLst>
                                  <p:childTnLst>
                                    <p:set>
                                      <p:cBhvr>
                                        <p:cTn id="65" dur="1" fill="hold">
                                          <p:stCondLst>
                                            <p:cond delay="0"/>
                                          </p:stCondLst>
                                        </p:cTn>
                                        <p:tgtEl>
                                          <p:spTgt spid="32">
                                            <p:txEl>
                                              <p:pRg st="3" end="3"/>
                                            </p:txEl>
                                          </p:spTgt>
                                        </p:tgtEl>
                                        <p:attrNameLst>
                                          <p:attrName>style.visibility</p:attrName>
                                        </p:attrNameLst>
                                      </p:cBhvr>
                                      <p:to>
                                        <p:strVal val="visible"/>
                                      </p:to>
                                    </p:set>
                                    <p:animEffect transition="in" filter="barn(inVertical)">
                                      <p:cBhvr>
                                        <p:cTn id="66" dur="2000"/>
                                        <p:tgtEl>
                                          <p:spTgt spid="32">
                                            <p:txEl>
                                              <p:pRg st="3" end="3"/>
                                            </p:txEl>
                                          </p:spTgt>
                                        </p:tgtEl>
                                      </p:cBhvr>
                                    </p:animEffect>
                                  </p:childTnLst>
                                </p:cTn>
                              </p:par>
                              <p:par>
                                <p:cTn id="67" presetID="16" presetClass="entr" presetSubtype="21" fill="hold" nodeType="withEffect">
                                  <p:stCondLst>
                                    <p:cond delay="0"/>
                                  </p:stCondLst>
                                  <p:childTnLst>
                                    <p:set>
                                      <p:cBhvr>
                                        <p:cTn id="68" dur="1" fill="hold">
                                          <p:stCondLst>
                                            <p:cond delay="0"/>
                                          </p:stCondLst>
                                        </p:cTn>
                                        <p:tgtEl>
                                          <p:spTgt spid="32">
                                            <p:txEl>
                                              <p:pRg st="4" end="4"/>
                                            </p:txEl>
                                          </p:spTgt>
                                        </p:tgtEl>
                                        <p:attrNameLst>
                                          <p:attrName>style.visibility</p:attrName>
                                        </p:attrNameLst>
                                      </p:cBhvr>
                                      <p:to>
                                        <p:strVal val="visible"/>
                                      </p:to>
                                    </p:set>
                                    <p:animEffect transition="in" filter="barn(inVertical)">
                                      <p:cBhvr>
                                        <p:cTn id="69" dur="500"/>
                                        <p:tgtEl>
                                          <p:spTgt spid="32">
                                            <p:txEl>
                                              <p:pRg st="4" end="4"/>
                                            </p:txEl>
                                          </p:spTgt>
                                        </p:tgtEl>
                                      </p:cBhvr>
                                    </p:animEffect>
                                  </p:childTnLst>
                                </p:cTn>
                              </p:par>
                            </p:childTnLst>
                          </p:cTn>
                        </p:par>
                        <p:par>
                          <p:cTn id="70" fill="hold" nodeType="afterGroup">
                            <p:stCondLst>
                              <p:cond delay="2500"/>
                            </p:stCondLst>
                            <p:childTnLst>
                              <p:par>
                                <p:cTn id="71" presetID="21" presetClass="entr" presetSubtype="1" fill="hold" nodeType="afterEffect">
                                  <p:stCondLst>
                                    <p:cond delay="0"/>
                                  </p:stCondLst>
                                  <p:childTnLst>
                                    <p:set>
                                      <p:cBhvr>
                                        <p:cTn id="72" dur="1" fill="hold">
                                          <p:stCondLst>
                                            <p:cond delay="0"/>
                                          </p:stCondLst>
                                        </p:cTn>
                                        <p:tgtEl>
                                          <p:spTgt spid="32">
                                            <p:txEl>
                                              <p:pRg st="5" end="5"/>
                                            </p:txEl>
                                          </p:spTgt>
                                        </p:tgtEl>
                                        <p:attrNameLst>
                                          <p:attrName>style.visibility</p:attrName>
                                        </p:attrNameLst>
                                      </p:cBhvr>
                                      <p:to>
                                        <p:strVal val="visible"/>
                                      </p:to>
                                    </p:set>
                                    <p:animEffect transition="in" filter="wheel(1)">
                                      <p:cBhvr>
                                        <p:cTn id="73" dur="2000"/>
                                        <p:tgtEl>
                                          <p:spTgt spid="32">
                                            <p:txEl>
                                              <p:pRg st="5" end="5"/>
                                            </p:txEl>
                                          </p:spTgt>
                                        </p:tgtEl>
                                      </p:cBhvr>
                                    </p:animEffect>
                                  </p:childTnLst>
                                </p:cTn>
                              </p:par>
                            </p:childTnLst>
                          </p:cTn>
                        </p:par>
                        <p:par>
                          <p:cTn id="74" fill="hold" nodeType="afterGroup">
                            <p:stCondLst>
                              <p:cond delay="4500"/>
                            </p:stCondLst>
                            <p:childTnLst>
                              <p:par>
                                <p:cTn id="75" presetID="6" presetClass="entr" presetSubtype="16" fill="hold" nodeType="afterEffect">
                                  <p:stCondLst>
                                    <p:cond delay="0"/>
                                  </p:stCondLst>
                                  <p:childTnLst>
                                    <p:set>
                                      <p:cBhvr>
                                        <p:cTn id="76" dur="1" fill="hold">
                                          <p:stCondLst>
                                            <p:cond delay="0"/>
                                          </p:stCondLst>
                                        </p:cTn>
                                        <p:tgtEl>
                                          <p:spTgt spid="32">
                                            <p:txEl>
                                              <p:pRg st="6" end="6"/>
                                            </p:txEl>
                                          </p:spTgt>
                                        </p:tgtEl>
                                        <p:attrNameLst>
                                          <p:attrName>style.visibility</p:attrName>
                                        </p:attrNameLst>
                                      </p:cBhvr>
                                      <p:to>
                                        <p:strVal val="visible"/>
                                      </p:to>
                                    </p:set>
                                    <p:animEffect transition="in" filter="circle(in)">
                                      <p:cBhvr>
                                        <p:cTn id="77" dur="2000"/>
                                        <p:tgtEl>
                                          <p:spTgt spid="3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nip Diagonal Corner Rectangle 1"/>
          <p:cNvSpPr/>
          <p:nvPr/>
        </p:nvSpPr>
        <p:spPr>
          <a:xfrm>
            <a:off x="5646738" y="55563"/>
            <a:ext cx="3386137"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Kỹ Năng – Kiến Thức</a:t>
            </a:r>
          </a:p>
        </p:txBody>
      </p:sp>
      <p:sp>
        <p:nvSpPr>
          <p:cNvPr id="3" name="Snip Diagonal Corner Rectangle 2"/>
          <p:cNvSpPr/>
          <p:nvPr/>
        </p:nvSpPr>
        <p:spPr>
          <a:xfrm>
            <a:off x="3471863" y="1128713"/>
            <a:ext cx="2466975" cy="1184275"/>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800">
                <a:solidFill>
                  <a:srgbClr val="0000FF"/>
                </a:solidFill>
                <a:latin typeface="Times New Roman"/>
                <a:cs typeface="Times New Roman"/>
              </a:rPr>
              <a:t>PROVIDER</a:t>
            </a:r>
          </a:p>
        </p:txBody>
      </p:sp>
      <p:sp>
        <p:nvSpPr>
          <p:cNvPr id="4" name="Round Same Side Corner Rectangle 3"/>
          <p:cNvSpPr/>
          <p:nvPr/>
        </p:nvSpPr>
        <p:spPr>
          <a:xfrm>
            <a:off x="3127375" y="2581275"/>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Internet Service Provider – ISP</a:t>
            </a:r>
          </a:p>
        </p:txBody>
      </p:sp>
      <p:sp>
        <p:nvSpPr>
          <p:cNvPr id="5" name="Round Same Side Corner Rectangle 4"/>
          <p:cNvSpPr/>
          <p:nvPr/>
        </p:nvSpPr>
        <p:spPr>
          <a:xfrm>
            <a:off x="3127375" y="3525838"/>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chemeClr val="tx1">
                    <a:lumMod val="25000"/>
                    <a:lumOff val="75000"/>
                  </a:schemeClr>
                </a:solidFill>
                <a:latin typeface="Times New Roman"/>
                <a:cs typeface="Times New Roman"/>
              </a:rPr>
              <a:t>System Intergared - SI</a:t>
            </a:r>
          </a:p>
        </p:txBody>
      </p:sp>
      <p:sp>
        <p:nvSpPr>
          <p:cNvPr id="6" name="Round Same Side Corner Rectangle 5"/>
          <p:cNvSpPr/>
          <p:nvPr/>
        </p:nvSpPr>
        <p:spPr>
          <a:xfrm>
            <a:off x="3127375" y="4467225"/>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chemeClr val="tx1">
                    <a:lumMod val="25000"/>
                    <a:lumOff val="75000"/>
                  </a:schemeClr>
                </a:solidFill>
                <a:latin typeface="Times New Roman"/>
                <a:cs typeface="Times New Roman"/>
              </a:rPr>
              <a:t>Vender</a:t>
            </a:r>
          </a:p>
        </p:txBody>
      </p:sp>
      <p:sp>
        <p:nvSpPr>
          <p:cNvPr id="7" name="Round Same Side Corner Rectangle 6"/>
          <p:cNvSpPr/>
          <p:nvPr/>
        </p:nvSpPr>
        <p:spPr>
          <a:xfrm>
            <a:off x="3132138" y="5353050"/>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chemeClr val="tx1">
                    <a:lumMod val="25000"/>
                    <a:lumOff val="75000"/>
                  </a:schemeClr>
                </a:solidFill>
                <a:latin typeface="Times New Roman"/>
                <a:cs typeface="Times New Roman"/>
              </a:rPr>
              <a:t>IT Outsouring Services</a:t>
            </a:r>
          </a:p>
        </p:txBody>
      </p:sp>
    </p:spTree>
    <p:extLst>
      <p:ext uri="{BB962C8B-B14F-4D97-AF65-F5344CB8AC3E}">
        <p14:creationId xmlns:p14="http://schemas.microsoft.com/office/powerpoint/2010/main" val="4272413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nip Diagonal Corner Rectangle 1"/>
          <p:cNvSpPr/>
          <p:nvPr/>
        </p:nvSpPr>
        <p:spPr>
          <a:xfrm>
            <a:off x="5646738" y="55563"/>
            <a:ext cx="3386137"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Kỹ Năng – Kiến Thức</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76288" y="2125663"/>
            <a:ext cx="6350000"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50" y="927100"/>
            <a:ext cx="7366000"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9375" y="927100"/>
            <a:ext cx="9037638" cy="563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 Same Side Corner Rectangle 5"/>
          <p:cNvSpPr/>
          <p:nvPr/>
        </p:nvSpPr>
        <p:spPr>
          <a:xfrm>
            <a:off x="107950" y="55563"/>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Internet Service Provider – ISP</a:t>
            </a:r>
          </a:p>
        </p:txBody>
      </p:sp>
    </p:spTree>
    <p:extLst>
      <p:ext uri="{BB962C8B-B14F-4D97-AF65-F5344CB8AC3E}">
        <p14:creationId xmlns:p14="http://schemas.microsoft.com/office/powerpoint/2010/main" val="22106090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xit" presetSubtype="32" fill="hold" nodeType="clickEffect">
                                  <p:stCondLst>
                                    <p:cond delay="0"/>
                                  </p:stCondLst>
                                  <p:childTnLst>
                                    <p:animEffect transition="out" filter="circle(out)">
                                      <p:cBhvr>
                                        <p:cTn id="11" dur="2000"/>
                                        <p:tgtEl>
                                          <p:spTgt spid="4"/>
                                        </p:tgtEl>
                                      </p:cBhvr>
                                    </p:animEffect>
                                    <p:set>
                                      <p:cBhvr>
                                        <p:cTn id="12" dur="1" fill="hold">
                                          <p:stCondLst>
                                            <p:cond delay="1999"/>
                                          </p:stCondLst>
                                        </p:cTn>
                                        <p:tgtEl>
                                          <p:spTgt spid="4"/>
                                        </p:tgtEl>
                                        <p:attrNameLst>
                                          <p:attrName>style.visibility</p:attrName>
                                        </p:attrNameLst>
                                      </p:cBhvr>
                                      <p:to>
                                        <p:strVal val="hidden"/>
                                      </p:to>
                                    </p:set>
                                  </p:childTnLst>
                                </p:cTn>
                              </p:par>
                              <p:par>
                                <p:cTn id="13" presetID="2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edge">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xit" presetSubtype="12" fill="hold" nodeType="clickEffect">
                                  <p:stCondLst>
                                    <p:cond delay="0"/>
                                  </p:stCondLst>
                                  <p:childTnLst>
                                    <p:animEffect transition="out" filter="strips(downLeft)">
                                      <p:cBhvr>
                                        <p:cTn id="19" dur="500"/>
                                        <p:tgtEl>
                                          <p:spTgt spid="3"/>
                                        </p:tgtEl>
                                      </p:cBhvr>
                                    </p:animEffect>
                                    <p:set>
                                      <p:cBhvr>
                                        <p:cTn id="20" dur="1" fill="hold">
                                          <p:stCondLst>
                                            <p:cond delay="499"/>
                                          </p:stCondLst>
                                        </p:cTn>
                                        <p:tgtEl>
                                          <p:spTgt spid="3"/>
                                        </p:tgtEl>
                                        <p:attrNameLst>
                                          <p:attrName>style.visibility</p:attrName>
                                        </p:attrNameLst>
                                      </p:cBhvr>
                                      <p:to>
                                        <p:strVal val="hidden"/>
                                      </p:to>
                                    </p:set>
                                  </p:childTnLst>
                                </p:cTn>
                              </p:par>
                            </p:childTnLst>
                          </p:cTn>
                        </p:par>
                        <p:par>
                          <p:cTn id="21" fill="hold" nodeType="afterGroup">
                            <p:stCondLst>
                              <p:cond delay="500"/>
                            </p:stCondLst>
                            <p:childTnLst>
                              <p:par>
                                <p:cTn id="22" presetID="16" presetClass="entr" presetSubtype="21"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nip Diagonal Corner Rectangle 1"/>
          <p:cNvSpPr/>
          <p:nvPr/>
        </p:nvSpPr>
        <p:spPr>
          <a:xfrm>
            <a:off x="5646738" y="55563"/>
            <a:ext cx="3386137"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dirty="0" err="1">
                <a:solidFill>
                  <a:srgbClr val="0000FF"/>
                </a:solidFill>
                <a:latin typeface="Times New Roman"/>
                <a:cs typeface="Times New Roman"/>
              </a:rPr>
              <a:t>Kỹ</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Năng</a:t>
            </a:r>
            <a:r>
              <a:rPr lang="en-US" sz="2400" dirty="0">
                <a:solidFill>
                  <a:srgbClr val="0000FF"/>
                </a:solidFill>
                <a:latin typeface="Times New Roman"/>
                <a:cs typeface="Times New Roman"/>
              </a:rPr>
              <a:t> – </a:t>
            </a:r>
            <a:r>
              <a:rPr lang="en-US" sz="2400" dirty="0" err="1">
                <a:solidFill>
                  <a:srgbClr val="0000FF"/>
                </a:solidFill>
                <a:latin typeface="Times New Roman"/>
                <a:cs typeface="Times New Roman"/>
              </a:rPr>
              <a:t>Kiến</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Thức</a:t>
            </a:r>
            <a:endParaRPr lang="en-US" sz="2400" dirty="0">
              <a:solidFill>
                <a:srgbClr val="0000FF"/>
              </a:solidFill>
              <a:latin typeface="Times New Roman"/>
              <a:cs typeface="Times New Roman"/>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350" y="944563"/>
            <a:ext cx="8688388" cy="585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6050" y="944563"/>
            <a:ext cx="7581900" cy="505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6050" y="944563"/>
            <a:ext cx="8288338" cy="580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ound Same Side Corner Rectangle 8"/>
          <p:cNvSpPr/>
          <p:nvPr/>
        </p:nvSpPr>
        <p:spPr>
          <a:xfrm>
            <a:off x="146050" y="158750"/>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Internet Service Provider – ISP</a:t>
            </a:r>
          </a:p>
        </p:txBody>
      </p:sp>
    </p:spTree>
    <p:extLst>
      <p:ext uri="{BB962C8B-B14F-4D97-AF65-F5344CB8AC3E}">
        <p14:creationId xmlns:p14="http://schemas.microsoft.com/office/powerpoint/2010/main" val="1240537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xit" presetSubtype="10" fill="hold"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6" presetClass="exit" presetSubtype="32" fill="hold" nodeType="clickEffect">
                                  <p:stCondLst>
                                    <p:cond delay="0"/>
                                  </p:stCondLst>
                                  <p:childTnLst>
                                    <p:animEffect transition="out" filter="circle(out)">
                                      <p:cBhvr>
                                        <p:cTn id="19" dur="2000"/>
                                        <p:tgtEl>
                                          <p:spTgt spid="8"/>
                                        </p:tgtEl>
                                      </p:cBhvr>
                                    </p:animEffect>
                                    <p:set>
                                      <p:cBhvr>
                                        <p:cTn id="20" dur="1" fill="hold">
                                          <p:stCondLst>
                                            <p:cond delay="1999"/>
                                          </p:stCondLst>
                                        </p:cTn>
                                        <p:tgtEl>
                                          <p:spTgt spid="8"/>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nip Diagonal Corner Rectangle 1"/>
          <p:cNvSpPr/>
          <p:nvPr/>
        </p:nvSpPr>
        <p:spPr>
          <a:xfrm>
            <a:off x="5646738" y="55563"/>
            <a:ext cx="3386137"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Kỹ Năng – Kiến Thức</a:t>
            </a:r>
          </a:p>
        </p:txBody>
      </p:sp>
      <p:sp>
        <p:nvSpPr>
          <p:cNvPr id="28" name="Snip Diagonal Corner Rectangle 27"/>
          <p:cNvSpPr/>
          <p:nvPr/>
        </p:nvSpPr>
        <p:spPr>
          <a:xfrm>
            <a:off x="622300" y="1077913"/>
            <a:ext cx="3386138"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Kỹ Năng</a:t>
            </a:r>
          </a:p>
        </p:txBody>
      </p:sp>
      <p:sp>
        <p:nvSpPr>
          <p:cNvPr id="30" name="Snip Diagonal Corner Rectangle 29"/>
          <p:cNvSpPr/>
          <p:nvPr/>
        </p:nvSpPr>
        <p:spPr>
          <a:xfrm>
            <a:off x="5094288" y="1077913"/>
            <a:ext cx="3387725"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Kiến Thức</a:t>
            </a:r>
          </a:p>
        </p:txBody>
      </p:sp>
      <p:sp>
        <p:nvSpPr>
          <p:cNvPr id="4" name="Rounded Rectangle 3"/>
          <p:cNvSpPr/>
          <p:nvPr/>
        </p:nvSpPr>
        <p:spPr>
          <a:xfrm>
            <a:off x="622300" y="1795463"/>
            <a:ext cx="3386138"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Năng Động</a:t>
            </a:r>
          </a:p>
          <a:p>
            <a:pPr marL="285750" indent="-285750" fontAlgn="auto">
              <a:spcBef>
                <a:spcPts val="0"/>
              </a:spcBef>
              <a:spcAft>
                <a:spcPts val="0"/>
              </a:spcAft>
              <a:buFontTx/>
              <a:buChar char="-"/>
              <a:defRPr/>
            </a:pPr>
            <a:r>
              <a:rPr lang="en-US" sz="2400">
                <a:solidFill>
                  <a:srgbClr val="0000FF"/>
                </a:solidFill>
                <a:latin typeface="Times New Roman"/>
                <a:cs typeface="Times New Roman"/>
              </a:rPr>
              <a:t>Không ngại khó khăn</a:t>
            </a:r>
          </a:p>
          <a:p>
            <a:pPr marL="285750" indent="-285750" fontAlgn="auto">
              <a:spcBef>
                <a:spcPts val="0"/>
              </a:spcBef>
              <a:spcAft>
                <a:spcPts val="0"/>
              </a:spcAft>
              <a:buFontTx/>
              <a:buChar char="-"/>
              <a:defRPr/>
            </a:pPr>
            <a:r>
              <a:rPr lang="en-US" sz="2400">
                <a:solidFill>
                  <a:srgbClr val="0000FF"/>
                </a:solidFill>
                <a:latin typeface="Times New Roman"/>
                <a:cs typeface="Times New Roman"/>
              </a:rPr>
              <a:t>Ham học hỏi</a:t>
            </a:r>
          </a:p>
          <a:p>
            <a:pPr marL="285750" indent="-285750" fontAlgn="auto">
              <a:spcBef>
                <a:spcPts val="0"/>
              </a:spcBef>
              <a:spcAft>
                <a:spcPts val="0"/>
              </a:spcAft>
              <a:buFontTx/>
              <a:buChar char="-"/>
              <a:defRPr/>
            </a:pPr>
            <a:r>
              <a:rPr lang="en-US" sz="2800" b="1">
                <a:solidFill>
                  <a:srgbClr val="0000FF"/>
                </a:solidFill>
                <a:latin typeface="Times New Roman"/>
                <a:cs typeface="Times New Roman"/>
              </a:rPr>
              <a:t>Yêu nghề</a:t>
            </a:r>
          </a:p>
          <a:p>
            <a:pPr marL="285750" indent="-285750" fontAlgn="auto">
              <a:spcBef>
                <a:spcPts val="0"/>
              </a:spcBef>
              <a:spcAft>
                <a:spcPts val="0"/>
              </a:spcAft>
              <a:buFontTx/>
              <a:buChar char="-"/>
              <a:defRPr/>
            </a:pPr>
            <a:endParaRPr lang="en-US" sz="2800" b="1">
              <a:solidFill>
                <a:srgbClr val="0000FF"/>
              </a:solidFill>
              <a:latin typeface="Times New Roman"/>
              <a:cs typeface="Times New Roman"/>
            </a:endParaRPr>
          </a:p>
          <a:p>
            <a:pPr marL="285750" indent="-285750" fontAlgn="auto">
              <a:spcBef>
                <a:spcPts val="0"/>
              </a:spcBef>
              <a:spcAft>
                <a:spcPts val="0"/>
              </a:spcAft>
              <a:buFontTx/>
              <a:buChar char="-"/>
              <a:defRPr/>
            </a:pPr>
            <a:r>
              <a:rPr lang="en-US" sz="2400">
                <a:solidFill>
                  <a:srgbClr val="0000FF"/>
                </a:solidFill>
                <a:latin typeface="Times New Roman"/>
                <a:cs typeface="Times New Roman"/>
              </a:rPr>
              <a:t>Kinh nghiệm</a:t>
            </a:r>
          </a:p>
          <a:p>
            <a:pPr marL="285750" indent="-285750" fontAlgn="auto">
              <a:spcBef>
                <a:spcPts val="0"/>
              </a:spcBef>
              <a:spcAft>
                <a:spcPts val="0"/>
              </a:spcAft>
              <a:buFontTx/>
              <a:buChar char="-"/>
              <a:defRPr/>
            </a:pPr>
            <a:endParaRPr lang="en-US" sz="2400">
              <a:solidFill>
                <a:srgbClr val="0000FF"/>
              </a:solidFill>
              <a:latin typeface="Times New Roman"/>
              <a:cs typeface="Times New Roman"/>
            </a:endParaRPr>
          </a:p>
          <a:p>
            <a:pPr marL="285750" indent="-285750" fontAlgn="auto">
              <a:spcBef>
                <a:spcPts val="0"/>
              </a:spcBef>
              <a:spcAft>
                <a:spcPts val="0"/>
              </a:spcAft>
              <a:buFontTx/>
              <a:buChar char="-"/>
              <a:defRPr/>
            </a:pPr>
            <a:endParaRPr lang="en-US" sz="2400">
              <a:solidFill>
                <a:srgbClr val="0000FF"/>
              </a:solidFill>
              <a:latin typeface="Times New Roman"/>
              <a:cs typeface="Times New Roman"/>
            </a:endParaRPr>
          </a:p>
        </p:txBody>
      </p:sp>
      <p:sp>
        <p:nvSpPr>
          <p:cNvPr id="32" name="Rounded Rectangle 31"/>
          <p:cNvSpPr/>
          <p:nvPr/>
        </p:nvSpPr>
        <p:spPr>
          <a:xfrm>
            <a:off x="5094288" y="1795463"/>
            <a:ext cx="3387725"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dirty="0">
                <a:solidFill>
                  <a:srgbClr val="0000FF"/>
                </a:solidFill>
                <a:latin typeface="Times New Roman"/>
                <a:cs typeface="Times New Roman"/>
              </a:rPr>
              <a:t>Network</a:t>
            </a:r>
          </a:p>
          <a:p>
            <a:pPr fontAlgn="auto">
              <a:spcBef>
                <a:spcPts val="0"/>
              </a:spcBef>
              <a:spcAft>
                <a:spcPts val="0"/>
              </a:spcAft>
              <a:defRPr/>
            </a:pPr>
            <a:r>
              <a:rPr lang="en-US" sz="2400" dirty="0">
                <a:solidFill>
                  <a:srgbClr val="0000FF"/>
                </a:solidFill>
                <a:latin typeface="Times New Roman"/>
                <a:cs typeface="Times New Roman"/>
              </a:rPr>
              <a:t>	+ CCNP</a:t>
            </a:r>
          </a:p>
          <a:p>
            <a:pPr fontAlgn="auto">
              <a:spcBef>
                <a:spcPts val="0"/>
              </a:spcBef>
              <a:spcAft>
                <a:spcPts val="0"/>
              </a:spcAft>
              <a:defRPr/>
            </a:pPr>
            <a:r>
              <a:rPr lang="en-US" sz="2400" dirty="0">
                <a:solidFill>
                  <a:srgbClr val="0000FF"/>
                </a:solidFill>
                <a:latin typeface="Times New Roman"/>
                <a:cs typeface="Times New Roman"/>
              </a:rPr>
              <a:t>	+ CCIE </a:t>
            </a:r>
          </a:p>
          <a:p>
            <a:pPr marL="285750" indent="-285750" fontAlgn="auto">
              <a:spcBef>
                <a:spcPts val="0"/>
              </a:spcBef>
              <a:spcAft>
                <a:spcPts val="0"/>
              </a:spcAft>
              <a:buFontTx/>
              <a:buChar char="-"/>
              <a:defRPr/>
            </a:pPr>
            <a:r>
              <a:rPr lang="en-US" sz="2400" dirty="0">
                <a:solidFill>
                  <a:srgbClr val="0000FF"/>
                </a:solidFill>
                <a:latin typeface="Times New Roman"/>
                <a:cs typeface="Times New Roman"/>
              </a:rPr>
              <a:t>System</a:t>
            </a:r>
          </a:p>
          <a:p>
            <a:pPr fontAlgn="auto">
              <a:spcBef>
                <a:spcPts val="0"/>
              </a:spcBef>
              <a:spcAft>
                <a:spcPts val="0"/>
              </a:spcAft>
              <a:defRPr/>
            </a:pPr>
            <a:r>
              <a:rPr lang="en-US" sz="2400" dirty="0">
                <a:solidFill>
                  <a:srgbClr val="0000FF"/>
                </a:solidFill>
                <a:latin typeface="Times New Roman"/>
                <a:cs typeface="Times New Roman"/>
              </a:rPr>
              <a:t>	+ MCSE</a:t>
            </a:r>
          </a:p>
          <a:p>
            <a:pPr fontAlgn="auto">
              <a:spcBef>
                <a:spcPts val="0"/>
              </a:spcBef>
              <a:spcAft>
                <a:spcPts val="0"/>
              </a:spcAft>
              <a:defRPr/>
            </a:pPr>
            <a:r>
              <a:rPr lang="en-US" sz="2400" dirty="0">
                <a:solidFill>
                  <a:srgbClr val="0000FF"/>
                </a:solidFill>
                <a:latin typeface="Times New Roman"/>
                <a:cs typeface="Times New Roman"/>
              </a:rPr>
              <a:t>	+ Linux</a:t>
            </a:r>
          </a:p>
          <a:p>
            <a:pPr marL="285750" indent="-285750" fontAlgn="auto">
              <a:spcBef>
                <a:spcPts val="0"/>
              </a:spcBef>
              <a:spcAft>
                <a:spcPts val="0"/>
              </a:spcAft>
              <a:buFontTx/>
              <a:buChar char="-"/>
              <a:defRPr/>
            </a:pPr>
            <a:r>
              <a:rPr lang="en-US" sz="2400" dirty="0">
                <a:solidFill>
                  <a:srgbClr val="0000FF"/>
                </a:solidFill>
                <a:latin typeface="Times New Roman"/>
                <a:cs typeface="Times New Roman"/>
              </a:rPr>
              <a:t>Security – CEH </a:t>
            </a:r>
          </a:p>
          <a:p>
            <a:pPr fontAlgn="auto">
              <a:spcBef>
                <a:spcPts val="0"/>
              </a:spcBef>
              <a:spcAft>
                <a:spcPts val="0"/>
              </a:spcAft>
              <a:defRPr/>
            </a:pPr>
            <a:endParaRPr lang="en-US" sz="2400" dirty="0">
              <a:solidFill>
                <a:srgbClr val="0000FF"/>
              </a:solidFill>
              <a:latin typeface="Times New Roman"/>
              <a:cs typeface="Times New Roman"/>
            </a:endParaRPr>
          </a:p>
        </p:txBody>
      </p:sp>
      <p:sp>
        <p:nvSpPr>
          <p:cNvPr id="8" name="Round Same Side Corner Rectangle 7"/>
          <p:cNvSpPr/>
          <p:nvPr/>
        </p:nvSpPr>
        <p:spPr>
          <a:xfrm>
            <a:off x="146050" y="158750"/>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Internet Service Provider – ISP</a:t>
            </a:r>
          </a:p>
        </p:txBody>
      </p:sp>
    </p:spTree>
    <p:extLst>
      <p:ext uri="{BB962C8B-B14F-4D97-AF65-F5344CB8AC3E}">
        <p14:creationId xmlns:p14="http://schemas.microsoft.com/office/powerpoint/2010/main" val="40688171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trips(downLeft)">
                                      <p:cBhvr>
                                        <p:cTn id="7" dur="500"/>
                                        <p:tgtEl>
                                          <p:spTgt spid="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strips(downLeft)">
                                      <p:cBhvr>
                                        <p:cTn id="12" dur="500"/>
                                        <p:tgtEl>
                                          <p:spTgt spid="4">
                                            <p:txEl>
                                              <p:pRg st="0" end="0"/>
                                            </p:txEl>
                                          </p:spTgt>
                                        </p:tgtEl>
                                      </p:cBhvr>
                                    </p:animEffect>
                                  </p:childTnLst>
                                </p:cTn>
                              </p:par>
                            </p:childTnLst>
                          </p:cTn>
                        </p:par>
                        <p:par>
                          <p:cTn id="13" fill="hold" nodeType="afterGroup">
                            <p:stCondLst>
                              <p:cond delay="500"/>
                            </p:stCondLst>
                            <p:childTnLst>
                              <p:par>
                                <p:cTn id="14" presetID="21" presetClass="entr" presetSubtype="1" fill="hold" nodeType="after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wheel(1)">
                                      <p:cBhvr>
                                        <p:cTn id="16" dur="2000"/>
                                        <p:tgtEl>
                                          <p:spTgt spid="4">
                                            <p:txEl>
                                              <p:pRg st="1" end="1"/>
                                            </p:txEl>
                                          </p:spTgt>
                                        </p:tgtEl>
                                      </p:cBhvr>
                                    </p:animEffect>
                                  </p:childTnLst>
                                </p:cTn>
                              </p:par>
                            </p:childTnLst>
                          </p:cTn>
                        </p:par>
                        <p:par>
                          <p:cTn id="17" fill="hold" nodeType="afterGroup">
                            <p:stCondLst>
                              <p:cond delay="2500"/>
                            </p:stCondLst>
                            <p:childTnLst>
                              <p:par>
                                <p:cTn id="18" presetID="10" presetClass="entr" presetSubtype="0" fill="hold" nodeType="after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2000"/>
                                        <p:tgtEl>
                                          <p:spTgt spid="4">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5"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2000"/>
                                        <p:tgtEl>
                                          <p:spTgt spid="4">
                                            <p:txEl>
                                              <p:pRg st="3" end="3"/>
                                            </p:txEl>
                                          </p:spTgt>
                                        </p:tgtEl>
                                      </p:cBhvr>
                                    </p:animEffect>
                                    <p:anim calcmode="lin" valueType="num">
                                      <p:cBhvr>
                                        <p:cTn id="26" dur="2000" fill="hold"/>
                                        <p:tgtEl>
                                          <p:spTgt spid="4">
                                            <p:txEl>
                                              <p:pRg st="3" end="3"/>
                                            </p:txEl>
                                          </p:spTgt>
                                        </p:tgtEl>
                                        <p:attrNameLst>
                                          <p:attrName>ppt_w</p:attrName>
                                        </p:attrNameLst>
                                      </p:cBhvr>
                                      <p:tavLst>
                                        <p:tav tm="0" fmla="#ppt_w*sin(2.5*pi*$)">
                                          <p:val>
                                            <p:fltVal val="0"/>
                                          </p:val>
                                        </p:tav>
                                        <p:tav tm="100000">
                                          <p:val>
                                            <p:fltVal val="1"/>
                                          </p:val>
                                        </p:tav>
                                      </p:tavLst>
                                    </p:anim>
                                    <p:anim calcmode="lin" valueType="num">
                                      <p:cBhvr>
                                        <p:cTn id="27" dur="2000" fill="hold"/>
                                        <p:tgtEl>
                                          <p:spTgt spid="4">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45"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anim calcmode="lin" valueType="num">
                                      <p:cBhvr>
                                        <p:cTn id="33" dur="2000" fill="hold"/>
                                        <p:tgtEl>
                                          <p:spTgt spid="4">
                                            <p:txEl>
                                              <p:pRg st="5" end="5"/>
                                            </p:txEl>
                                          </p:spTgt>
                                        </p:tgtEl>
                                        <p:attrNameLst>
                                          <p:attrName>ppt_w</p:attrName>
                                        </p:attrNameLst>
                                      </p:cBhvr>
                                      <p:tavLst>
                                        <p:tav tm="0" fmla="#ppt_w*sin(2.5*pi*$)">
                                          <p:val>
                                            <p:fltVal val="0"/>
                                          </p:val>
                                        </p:tav>
                                        <p:tav tm="100000">
                                          <p:val>
                                            <p:fltVal val="1"/>
                                          </p:val>
                                        </p:tav>
                                      </p:tavLst>
                                    </p:anim>
                                    <p:anim calcmode="lin" valueType="num">
                                      <p:cBhvr>
                                        <p:cTn id="34" dur="2000" fill="hold"/>
                                        <p:tgtEl>
                                          <p:spTgt spid="4">
                                            <p:txEl>
                                              <p:pRg st="5" end="5"/>
                                            </p:txEl>
                                          </p:spTgt>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43"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100"/>
                                        <p:tgtEl>
                                          <p:spTgt spid="30"/>
                                        </p:tgtEl>
                                      </p:cBhvr>
                                    </p:animEffect>
                                    <p:anim calcmode="lin" valueType="num">
                                      <p:cBhvr>
                                        <p:cTn id="40" dur="400" fill="hold"/>
                                        <p:tgtEl>
                                          <p:spTgt spid="30"/>
                                        </p:tgtEl>
                                        <p:attrNameLst>
                                          <p:attrName>ppt_x</p:attrName>
                                        </p:attrNameLst>
                                      </p:cBhvr>
                                      <p:tavLst>
                                        <p:tav tm="0">
                                          <p:val>
                                            <p:strVal val="#ppt_x"/>
                                          </p:val>
                                        </p:tav>
                                        <p:tav tm="100000">
                                          <p:val>
                                            <p:strVal val="#ppt_x"/>
                                          </p:val>
                                        </p:tav>
                                      </p:tavLst>
                                    </p:anim>
                                    <p:anim calcmode="lin" valueType="num">
                                      <p:cBhvr>
                                        <p:cTn id="41" dur="400" fill="hold"/>
                                        <p:tgtEl>
                                          <p:spTgt spid="30"/>
                                        </p:tgtEl>
                                        <p:attrNameLst>
                                          <p:attrName>ppt_y</p:attrName>
                                        </p:attrNameLst>
                                      </p:cBhvr>
                                      <p:tavLst>
                                        <p:tav tm="0">
                                          <p:val>
                                            <p:strVal val="#ppt_y+0.31"/>
                                          </p:val>
                                        </p:tav>
                                        <p:tav tm="100000">
                                          <p:val>
                                            <p:strVal val="#ppt_y+0.31"/>
                                          </p:val>
                                        </p:tav>
                                      </p:tavLst>
                                    </p:anim>
                                    <p:anim calcmode="lin" valueType="num">
                                      <p:cBhvr>
                                        <p:cTn id="42" dur="600" decel="50000" fill="hold">
                                          <p:stCondLst>
                                            <p:cond delay="400"/>
                                          </p:stCondLst>
                                        </p:cTn>
                                        <p:tgtEl>
                                          <p:spTgt spid="3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3" dur="600" decel="50000" fill="hold">
                                          <p:stCondLst>
                                            <p:cond delay="400"/>
                                          </p:stCondLst>
                                        </p:cTn>
                                        <p:tgtEl>
                                          <p:spTgt spid="3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6" presetClass="entr" presetSubtype="21" fill="hold" nodeType="clickEffect">
                                  <p:stCondLst>
                                    <p:cond delay="0"/>
                                  </p:stCondLst>
                                  <p:childTnLst>
                                    <p:set>
                                      <p:cBhvr>
                                        <p:cTn id="47" dur="1" fill="hold">
                                          <p:stCondLst>
                                            <p:cond delay="0"/>
                                          </p:stCondLst>
                                        </p:cTn>
                                        <p:tgtEl>
                                          <p:spTgt spid="32">
                                            <p:txEl>
                                              <p:pRg st="0" end="0"/>
                                            </p:txEl>
                                          </p:spTgt>
                                        </p:tgtEl>
                                        <p:attrNameLst>
                                          <p:attrName>style.visibility</p:attrName>
                                        </p:attrNameLst>
                                      </p:cBhvr>
                                      <p:to>
                                        <p:strVal val="visible"/>
                                      </p:to>
                                    </p:set>
                                    <p:animEffect transition="in" filter="barn(inVertical)">
                                      <p:cBhvr>
                                        <p:cTn id="48" dur="500"/>
                                        <p:tgtEl>
                                          <p:spTgt spid="32">
                                            <p:txEl>
                                              <p:pRg st="0" end="0"/>
                                            </p:txEl>
                                          </p:spTgt>
                                        </p:tgtEl>
                                      </p:cBhvr>
                                    </p:animEffect>
                                  </p:childTnLst>
                                </p:cTn>
                              </p:par>
                              <p:par>
                                <p:cTn id="49" presetID="16" presetClass="entr" presetSubtype="21" fill="hold" nodeType="withEffect">
                                  <p:stCondLst>
                                    <p:cond delay="0"/>
                                  </p:stCondLst>
                                  <p:childTnLst>
                                    <p:set>
                                      <p:cBhvr>
                                        <p:cTn id="50" dur="1" fill="hold">
                                          <p:stCondLst>
                                            <p:cond delay="0"/>
                                          </p:stCondLst>
                                        </p:cTn>
                                        <p:tgtEl>
                                          <p:spTgt spid="32">
                                            <p:txEl>
                                              <p:pRg st="1" end="1"/>
                                            </p:txEl>
                                          </p:spTgt>
                                        </p:tgtEl>
                                        <p:attrNameLst>
                                          <p:attrName>style.visibility</p:attrName>
                                        </p:attrNameLst>
                                      </p:cBhvr>
                                      <p:to>
                                        <p:strVal val="visible"/>
                                      </p:to>
                                    </p:set>
                                    <p:animEffect transition="in" filter="barn(inVertical)">
                                      <p:cBhvr>
                                        <p:cTn id="51" dur="500"/>
                                        <p:tgtEl>
                                          <p:spTgt spid="32">
                                            <p:txEl>
                                              <p:pRg st="1" end="1"/>
                                            </p:txEl>
                                          </p:spTgt>
                                        </p:tgtEl>
                                      </p:cBhvr>
                                    </p:animEffect>
                                  </p:childTnLst>
                                </p:cTn>
                              </p:par>
                              <p:par>
                                <p:cTn id="52" presetID="16" presetClass="entr" presetSubtype="21" fill="hold" nodeType="withEffect">
                                  <p:stCondLst>
                                    <p:cond delay="0"/>
                                  </p:stCondLst>
                                  <p:childTnLst>
                                    <p:set>
                                      <p:cBhvr>
                                        <p:cTn id="53" dur="1" fill="hold">
                                          <p:stCondLst>
                                            <p:cond delay="0"/>
                                          </p:stCondLst>
                                        </p:cTn>
                                        <p:tgtEl>
                                          <p:spTgt spid="32">
                                            <p:txEl>
                                              <p:pRg st="2" end="2"/>
                                            </p:txEl>
                                          </p:spTgt>
                                        </p:tgtEl>
                                        <p:attrNameLst>
                                          <p:attrName>style.visibility</p:attrName>
                                        </p:attrNameLst>
                                      </p:cBhvr>
                                      <p:to>
                                        <p:strVal val="visible"/>
                                      </p:to>
                                    </p:set>
                                    <p:animEffect transition="in" filter="barn(inVertical)">
                                      <p:cBhvr>
                                        <p:cTn id="54" dur="500"/>
                                        <p:tgtEl>
                                          <p:spTgt spid="32">
                                            <p:txEl>
                                              <p:pRg st="2" end="2"/>
                                            </p:txEl>
                                          </p:spTgt>
                                        </p:tgtEl>
                                      </p:cBhvr>
                                    </p:animEffect>
                                  </p:childTnLst>
                                </p:cTn>
                              </p:par>
                            </p:childTnLst>
                          </p:cTn>
                        </p:par>
                        <p:par>
                          <p:cTn id="55" fill="hold" nodeType="afterGroup">
                            <p:stCondLst>
                              <p:cond delay="500"/>
                            </p:stCondLst>
                            <p:childTnLst>
                              <p:par>
                                <p:cTn id="56" presetID="16" presetClass="entr" presetSubtype="21" fill="hold" nodeType="afterEffect">
                                  <p:stCondLst>
                                    <p:cond delay="0"/>
                                  </p:stCondLst>
                                  <p:childTnLst>
                                    <p:set>
                                      <p:cBhvr>
                                        <p:cTn id="57" dur="1" fill="hold">
                                          <p:stCondLst>
                                            <p:cond delay="0"/>
                                          </p:stCondLst>
                                        </p:cTn>
                                        <p:tgtEl>
                                          <p:spTgt spid="32">
                                            <p:txEl>
                                              <p:pRg st="3" end="3"/>
                                            </p:txEl>
                                          </p:spTgt>
                                        </p:tgtEl>
                                        <p:attrNameLst>
                                          <p:attrName>style.visibility</p:attrName>
                                        </p:attrNameLst>
                                      </p:cBhvr>
                                      <p:to>
                                        <p:strVal val="visible"/>
                                      </p:to>
                                    </p:set>
                                    <p:animEffect transition="in" filter="barn(inVertical)">
                                      <p:cBhvr>
                                        <p:cTn id="58" dur="2000"/>
                                        <p:tgtEl>
                                          <p:spTgt spid="32">
                                            <p:txEl>
                                              <p:pRg st="3" end="3"/>
                                            </p:txEl>
                                          </p:spTgt>
                                        </p:tgtEl>
                                      </p:cBhvr>
                                    </p:animEffect>
                                  </p:childTnLst>
                                </p:cTn>
                              </p:par>
                              <p:par>
                                <p:cTn id="59" presetID="16" presetClass="entr" presetSubtype="21" fill="hold" nodeType="withEffect">
                                  <p:stCondLst>
                                    <p:cond delay="0"/>
                                  </p:stCondLst>
                                  <p:childTnLst>
                                    <p:set>
                                      <p:cBhvr>
                                        <p:cTn id="60" dur="1" fill="hold">
                                          <p:stCondLst>
                                            <p:cond delay="0"/>
                                          </p:stCondLst>
                                        </p:cTn>
                                        <p:tgtEl>
                                          <p:spTgt spid="32">
                                            <p:txEl>
                                              <p:pRg st="4" end="4"/>
                                            </p:txEl>
                                          </p:spTgt>
                                        </p:tgtEl>
                                        <p:attrNameLst>
                                          <p:attrName>style.visibility</p:attrName>
                                        </p:attrNameLst>
                                      </p:cBhvr>
                                      <p:to>
                                        <p:strVal val="visible"/>
                                      </p:to>
                                    </p:set>
                                    <p:animEffect transition="in" filter="barn(inVertical)">
                                      <p:cBhvr>
                                        <p:cTn id="61" dur="500"/>
                                        <p:tgtEl>
                                          <p:spTgt spid="32">
                                            <p:txEl>
                                              <p:pRg st="4" end="4"/>
                                            </p:txEl>
                                          </p:spTgt>
                                        </p:tgtEl>
                                      </p:cBhvr>
                                    </p:animEffect>
                                  </p:childTnLst>
                                </p:cTn>
                              </p:par>
                              <p:par>
                                <p:cTn id="62" presetID="16" presetClass="entr" presetSubtype="21" fill="hold" nodeType="withEffect">
                                  <p:stCondLst>
                                    <p:cond delay="0"/>
                                  </p:stCondLst>
                                  <p:childTnLst>
                                    <p:set>
                                      <p:cBhvr>
                                        <p:cTn id="63" dur="1" fill="hold">
                                          <p:stCondLst>
                                            <p:cond delay="0"/>
                                          </p:stCondLst>
                                        </p:cTn>
                                        <p:tgtEl>
                                          <p:spTgt spid="32">
                                            <p:txEl>
                                              <p:pRg st="5" end="5"/>
                                            </p:txEl>
                                          </p:spTgt>
                                        </p:tgtEl>
                                        <p:attrNameLst>
                                          <p:attrName>style.visibility</p:attrName>
                                        </p:attrNameLst>
                                      </p:cBhvr>
                                      <p:to>
                                        <p:strVal val="visible"/>
                                      </p:to>
                                    </p:set>
                                    <p:animEffect transition="in" filter="barn(inVertical)">
                                      <p:cBhvr>
                                        <p:cTn id="64" dur="500"/>
                                        <p:tgtEl>
                                          <p:spTgt spid="32">
                                            <p:txEl>
                                              <p:pRg st="5" end="5"/>
                                            </p:txEl>
                                          </p:spTgt>
                                        </p:tgtEl>
                                      </p:cBhvr>
                                    </p:animEffect>
                                  </p:childTnLst>
                                </p:cTn>
                              </p:par>
                            </p:childTnLst>
                          </p:cTn>
                        </p:par>
                        <p:par>
                          <p:cTn id="65" fill="hold" nodeType="afterGroup">
                            <p:stCondLst>
                              <p:cond delay="2500"/>
                            </p:stCondLst>
                            <p:childTnLst>
                              <p:par>
                                <p:cTn id="66" presetID="21" presetClass="entr" presetSubtype="1" fill="hold" nodeType="afterEffect">
                                  <p:stCondLst>
                                    <p:cond delay="0"/>
                                  </p:stCondLst>
                                  <p:childTnLst>
                                    <p:set>
                                      <p:cBhvr>
                                        <p:cTn id="67" dur="1" fill="hold">
                                          <p:stCondLst>
                                            <p:cond delay="0"/>
                                          </p:stCondLst>
                                        </p:cTn>
                                        <p:tgtEl>
                                          <p:spTgt spid="32">
                                            <p:txEl>
                                              <p:pRg st="6" end="6"/>
                                            </p:txEl>
                                          </p:spTgt>
                                        </p:tgtEl>
                                        <p:attrNameLst>
                                          <p:attrName>style.visibility</p:attrName>
                                        </p:attrNameLst>
                                      </p:cBhvr>
                                      <p:to>
                                        <p:strVal val="visible"/>
                                      </p:to>
                                    </p:set>
                                    <p:animEffect transition="in" filter="wheel(1)">
                                      <p:cBhvr>
                                        <p:cTn id="68" dur="2000"/>
                                        <p:tgtEl>
                                          <p:spTgt spid="3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nip Diagonal Corner Rectangle 1"/>
          <p:cNvSpPr/>
          <p:nvPr/>
        </p:nvSpPr>
        <p:spPr>
          <a:xfrm>
            <a:off x="5646738" y="55563"/>
            <a:ext cx="3386137"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Kỹ Năng – Kiến Thức</a:t>
            </a:r>
          </a:p>
        </p:txBody>
      </p:sp>
      <p:sp>
        <p:nvSpPr>
          <p:cNvPr id="3" name="Snip Diagonal Corner Rectangle 2"/>
          <p:cNvSpPr/>
          <p:nvPr/>
        </p:nvSpPr>
        <p:spPr>
          <a:xfrm>
            <a:off x="3471863" y="1128713"/>
            <a:ext cx="2466975" cy="1184275"/>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800">
                <a:solidFill>
                  <a:srgbClr val="0000FF"/>
                </a:solidFill>
                <a:latin typeface="Times New Roman"/>
                <a:cs typeface="Times New Roman"/>
              </a:rPr>
              <a:t>PROVIDER</a:t>
            </a:r>
          </a:p>
        </p:txBody>
      </p:sp>
      <p:sp>
        <p:nvSpPr>
          <p:cNvPr id="4" name="Round Same Side Corner Rectangle 3"/>
          <p:cNvSpPr/>
          <p:nvPr/>
        </p:nvSpPr>
        <p:spPr>
          <a:xfrm>
            <a:off x="3127375" y="2581275"/>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A9CBEF"/>
                </a:solidFill>
                <a:latin typeface="Times New Roman"/>
                <a:cs typeface="Times New Roman"/>
              </a:rPr>
              <a:t>Internet Service Provider – ISP</a:t>
            </a:r>
          </a:p>
        </p:txBody>
      </p:sp>
      <p:sp>
        <p:nvSpPr>
          <p:cNvPr id="5" name="Round Same Side Corner Rectangle 4"/>
          <p:cNvSpPr/>
          <p:nvPr/>
        </p:nvSpPr>
        <p:spPr>
          <a:xfrm>
            <a:off x="3127375" y="3525838"/>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System Intergared - SI</a:t>
            </a:r>
          </a:p>
        </p:txBody>
      </p:sp>
      <p:sp>
        <p:nvSpPr>
          <p:cNvPr id="6" name="Round Same Side Corner Rectangle 5"/>
          <p:cNvSpPr/>
          <p:nvPr/>
        </p:nvSpPr>
        <p:spPr>
          <a:xfrm>
            <a:off x="3127375" y="4467225"/>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Vender</a:t>
            </a:r>
          </a:p>
        </p:txBody>
      </p:sp>
      <p:sp>
        <p:nvSpPr>
          <p:cNvPr id="7" name="Round Same Side Corner Rectangle 6"/>
          <p:cNvSpPr/>
          <p:nvPr/>
        </p:nvSpPr>
        <p:spPr>
          <a:xfrm>
            <a:off x="3132138" y="5353050"/>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A9CBEF"/>
                </a:solidFill>
                <a:latin typeface="Times New Roman"/>
                <a:cs typeface="Times New Roman"/>
              </a:rPr>
              <a:t>IT Outsouring Services</a:t>
            </a:r>
          </a:p>
        </p:txBody>
      </p:sp>
    </p:spTree>
    <p:extLst>
      <p:ext uri="{BB962C8B-B14F-4D97-AF65-F5344CB8AC3E}">
        <p14:creationId xmlns:p14="http://schemas.microsoft.com/office/powerpoint/2010/main" val="4273410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nip Diagonal Corner Rectangle 1"/>
          <p:cNvSpPr/>
          <p:nvPr/>
        </p:nvSpPr>
        <p:spPr>
          <a:xfrm>
            <a:off x="5646738" y="55563"/>
            <a:ext cx="3386137"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Kỹ Năng – Kiến Thức</a:t>
            </a:r>
          </a:p>
        </p:txBody>
      </p:sp>
      <p:sp>
        <p:nvSpPr>
          <p:cNvPr id="9" name="Round Same Side Corner Rectangle 8"/>
          <p:cNvSpPr/>
          <p:nvPr/>
        </p:nvSpPr>
        <p:spPr>
          <a:xfrm>
            <a:off x="106363" y="33338"/>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System Intergared – SI</a:t>
            </a:r>
          </a:p>
          <a:p>
            <a:pPr algn="ctr" fontAlgn="auto">
              <a:spcBef>
                <a:spcPts val="0"/>
              </a:spcBef>
              <a:spcAft>
                <a:spcPts val="0"/>
              </a:spcAft>
              <a:defRPr/>
            </a:pPr>
            <a:r>
              <a:rPr lang="en-US">
                <a:solidFill>
                  <a:srgbClr val="0000FF"/>
                </a:solidFill>
                <a:latin typeface="Times New Roman"/>
                <a:cs typeface="Times New Roman"/>
              </a:rPr>
              <a:t>Vender</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13" y="1028700"/>
            <a:ext cx="8818562" cy="569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7888" y="2790825"/>
            <a:ext cx="2068512" cy="206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05488" y="2246313"/>
            <a:ext cx="2613025"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489325" y="2790825"/>
            <a:ext cx="2157413" cy="207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877888" y="5016500"/>
            <a:ext cx="2068512" cy="69215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POSTSALE</a:t>
            </a:r>
          </a:p>
        </p:txBody>
      </p:sp>
      <p:sp>
        <p:nvSpPr>
          <p:cNvPr id="13" name="Rectangle 12"/>
          <p:cNvSpPr/>
          <p:nvPr/>
        </p:nvSpPr>
        <p:spPr>
          <a:xfrm>
            <a:off x="3489325" y="5021263"/>
            <a:ext cx="2068513" cy="69215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PRESALE</a:t>
            </a:r>
          </a:p>
        </p:txBody>
      </p:sp>
      <p:sp>
        <p:nvSpPr>
          <p:cNvPr id="14" name="Rectangle 13"/>
          <p:cNvSpPr/>
          <p:nvPr/>
        </p:nvSpPr>
        <p:spPr>
          <a:xfrm>
            <a:off x="6088063" y="5021263"/>
            <a:ext cx="2068512" cy="69215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SALE</a:t>
            </a:r>
          </a:p>
        </p:txBody>
      </p:sp>
    </p:spTree>
    <p:extLst>
      <p:ext uri="{BB962C8B-B14F-4D97-AF65-F5344CB8AC3E}">
        <p14:creationId xmlns:p14="http://schemas.microsoft.com/office/powerpoint/2010/main" val="5588315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Left)">
                                      <p:cBhvr>
                                        <p:cTn id="12" dur="500"/>
                                        <p:tgtEl>
                                          <p:spTgt spid="5"/>
                                        </p:tgtEl>
                                      </p:cBhvr>
                                    </p:animEffect>
                                  </p:childTnLst>
                                </p:cTn>
                              </p:par>
                            </p:childTnLst>
                          </p:cTn>
                        </p:par>
                        <p:par>
                          <p:cTn id="13" fill="hold" nodeType="afterGroup">
                            <p:stCondLst>
                              <p:cond delay="500"/>
                            </p:stCondLst>
                            <p:childTnLst>
                              <p:par>
                                <p:cTn id="14" presetID="18" presetClass="entr" presetSubtype="12"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strips(downLeft)">
                                      <p:cBhvr>
                                        <p:cTn id="16" dur="2000"/>
                                        <p:tgtEl>
                                          <p:spTgt spid="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1" presetClass="entr" presetSubtype="1"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2000"/>
                                        <p:tgtEl>
                                          <p:spTgt spid="7"/>
                                        </p:tgtEl>
                                      </p:cBhvr>
                                    </p:animEffect>
                                  </p:childTnLst>
                                </p:cTn>
                              </p:par>
                            </p:childTnLst>
                          </p:cTn>
                        </p:par>
                        <p:par>
                          <p:cTn id="22" fill="hold" nodeType="afterGroup">
                            <p:stCondLst>
                              <p:cond delay="2000"/>
                            </p:stCondLst>
                            <p:childTnLst>
                              <p:par>
                                <p:cTn id="23" presetID="2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edge">
                                      <p:cBhvr>
                                        <p:cTn id="25" dur="2000"/>
                                        <p:tgtEl>
                                          <p:spTgt spid="1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6" presetClass="entr" presetSubtype="21"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arn(inVertical)">
                                      <p:cBhvr>
                                        <p:cTn id="30" dur="500"/>
                                        <p:tgtEl>
                                          <p:spTgt spid="6"/>
                                        </p:tgtEl>
                                      </p:cBhvr>
                                    </p:animEffect>
                                  </p:childTnLst>
                                </p:cTn>
                              </p:par>
                            </p:childTnLst>
                          </p:cTn>
                        </p:par>
                        <p:par>
                          <p:cTn id="31" fill="hold" nodeType="afterGroup">
                            <p:stCondLst>
                              <p:cond delay="500"/>
                            </p:stCondLst>
                            <p:childTnLst>
                              <p:par>
                                <p:cTn id="32" presetID="20"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edge">
                                      <p:cBhvr>
                                        <p:cTn id="34"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nip Diagonal Corner Rectangle 27"/>
          <p:cNvSpPr/>
          <p:nvPr/>
        </p:nvSpPr>
        <p:spPr>
          <a:xfrm>
            <a:off x="5705475" y="69850"/>
            <a:ext cx="3387725"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Kỹ Năng</a:t>
            </a:r>
          </a:p>
        </p:txBody>
      </p:sp>
      <p:sp>
        <p:nvSpPr>
          <p:cNvPr id="30" name="Snip Diagonal Corner Rectangle 29"/>
          <p:cNvSpPr/>
          <p:nvPr/>
        </p:nvSpPr>
        <p:spPr>
          <a:xfrm>
            <a:off x="119063" y="984250"/>
            <a:ext cx="2635250"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POSTSALE</a:t>
            </a:r>
          </a:p>
        </p:txBody>
      </p:sp>
      <p:sp>
        <p:nvSpPr>
          <p:cNvPr id="4" name="Rounded Rectangle 3"/>
          <p:cNvSpPr/>
          <p:nvPr/>
        </p:nvSpPr>
        <p:spPr>
          <a:xfrm>
            <a:off x="119063" y="1795463"/>
            <a:ext cx="2635250"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Khả năng tập trung cao</a:t>
            </a:r>
          </a:p>
          <a:p>
            <a:pPr marL="285750" indent="-285750" fontAlgn="auto">
              <a:spcBef>
                <a:spcPts val="0"/>
              </a:spcBef>
              <a:spcAft>
                <a:spcPts val="0"/>
              </a:spcAft>
              <a:buFontTx/>
              <a:buChar char="-"/>
              <a:defRPr/>
            </a:pPr>
            <a:r>
              <a:rPr lang="en-US" sz="2400">
                <a:solidFill>
                  <a:srgbClr val="0000FF"/>
                </a:solidFill>
                <a:latin typeface="Times New Roman"/>
                <a:cs typeface="Times New Roman"/>
              </a:rPr>
              <a:t>Tiếng Anh tốt</a:t>
            </a:r>
          </a:p>
          <a:p>
            <a:pPr marL="285750" indent="-285750" fontAlgn="auto">
              <a:spcBef>
                <a:spcPts val="0"/>
              </a:spcBef>
              <a:spcAft>
                <a:spcPts val="0"/>
              </a:spcAft>
              <a:buFontTx/>
              <a:buChar char="-"/>
              <a:defRPr/>
            </a:pPr>
            <a:r>
              <a:rPr lang="en-US" sz="2400">
                <a:solidFill>
                  <a:srgbClr val="0000FF"/>
                </a:solidFill>
                <a:latin typeface="Times New Roman"/>
                <a:cs typeface="Times New Roman"/>
              </a:rPr>
              <a:t>Ngoại giao</a:t>
            </a:r>
          </a:p>
          <a:p>
            <a:pPr marL="285750" indent="-285750" fontAlgn="auto">
              <a:spcBef>
                <a:spcPts val="0"/>
              </a:spcBef>
              <a:spcAft>
                <a:spcPts val="0"/>
              </a:spcAft>
              <a:buFontTx/>
              <a:buChar char="-"/>
              <a:defRPr/>
            </a:pPr>
            <a:endParaRPr lang="en-US" sz="2400">
              <a:solidFill>
                <a:srgbClr val="0000FF"/>
              </a:solidFill>
              <a:latin typeface="Times New Roman"/>
              <a:cs typeface="Times New Roman"/>
            </a:endParaRPr>
          </a:p>
          <a:p>
            <a:pPr marL="285750" indent="-285750" fontAlgn="auto">
              <a:spcBef>
                <a:spcPts val="0"/>
              </a:spcBef>
              <a:spcAft>
                <a:spcPts val="0"/>
              </a:spcAft>
              <a:buFontTx/>
              <a:buChar char="-"/>
              <a:defRPr/>
            </a:pPr>
            <a:endParaRPr lang="en-US" sz="2400">
              <a:solidFill>
                <a:srgbClr val="0000FF"/>
              </a:solidFill>
              <a:latin typeface="Times New Roman"/>
              <a:cs typeface="Times New Roman"/>
            </a:endParaRPr>
          </a:p>
        </p:txBody>
      </p:sp>
      <p:sp>
        <p:nvSpPr>
          <p:cNvPr id="9" name="Round Same Side Corner Rectangle 8"/>
          <p:cNvSpPr/>
          <p:nvPr/>
        </p:nvSpPr>
        <p:spPr>
          <a:xfrm>
            <a:off x="106363" y="33338"/>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System Intergared – SI</a:t>
            </a:r>
          </a:p>
          <a:p>
            <a:pPr algn="ctr" fontAlgn="auto">
              <a:spcBef>
                <a:spcPts val="0"/>
              </a:spcBef>
              <a:spcAft>
                <a:spcPts val="0"/>
              </a:spcAft>
              <a:defRPr/>
            </a:pPr>
            <a:r>
              <a:rPr lang="en-US">
                <a:solidFill>
                  <a:srgbClr val="0000FF"/>
                </a:solidFill>
                <a:latin typeface="Times New Roman"/>
                <a:cs typeface="Times New Roman"/>
              </a:rPr>
              <a:t>Vender</a:t>
            </a:r>
          </a:p>
        </p:txBody>
      </p:sp>
      <p:sp>
        <p:nvSpPr>
          <p:cNvPr id="10" name="Snip Diagonal Corner Rectangle 9"/>
          <p:cNvSpPr/>
          <p:nvPr/>
        </p:nvSpPr>
        <p:spPr>
          <a:xfrm>
            <a:off x="3084513" y="984250"/>
            <a:ext cx="2635250"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PRESALE</a:t>
            </a:r>
          </a:p>
        </p:txBody>
      </p:sp>
      <p:sp>
        <p:nvSpPr>
          <p:cNvPr id="11" name="Rounded Rectangle 10"/>
          <p:cNvSpPr/>
          <p:nvPr/>
        </p:nvSpPr>
        <p:spPr>
          <a:xfrm>
            <a:off x="3084513" y="1795463"/>
            <a:ext cx="2635250"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Thuyết trình</a:t>
            </a:r>
          </a:p>
          <a:p>
            <a:pPr marL="285750" indent="-285750" fontAlgn="auto">
              <a:spcBef>
                <a:spcPts val="0"/>
              </a:spcBef>
              <a:spcAft>
                <a:spcPts val="0"/>
              </a:spcAft>
              <a:buFontTx/>
              <a:buChar char="-"/>
              <a:defRPr/>
            </a:pPr>
            <a:r>
              <a:rPr lang="en-US" sz="2400">
                <a:solidFill>
                  <a:srgbClr val="0000FF"/>
                </a:solidFill>
                <a:latin typeface="Times New Roman"/>
                <a:cs typeface="Times New Roman"/>
              </a:rPr>
              <a:t>Thuyết phục khách hàng</a:t>
            </a:r>
          </a:p>
          <a:p>
            <a:pPr marL="285750" indent="-285750" fontAlgn="auto">
              <a:spcBef>
                <a:spcPts val="0"/>
              </a:spcBef>
              <a:spcAft>
                <a:spcPts val="0"/>
              </a:spcAft>
              <a:buFontTx/>
              <a:buChar char="-"/>
              <a:defRPr/>
            </a:pPr>
            <a:r>
              <a:rPr lang="en-US" sz="2400">
                <a:solidFill>
                  <a:srgbClr val="0000FF"/>
                </a:solidFill>
                <a:latin typeface="Times New Roman"/>
                <a:cs typeface="Times New Roman"/>
              </a:rPr>
              <a:t>Trình bày văn bản</a:t>
            </a:r>
          </a:p>
          <a:p>
            <a:pPr marL="285750" indent="-285750" fontAlgn="auto">
              <a:spcBef>
                <a:spcPts val="0"/>
              </a:spcBef>
              <a:spcAft>
                <a:spcPts val="0"/>
              </a:spcAft>
              <a:buFontTx/>
              <a:buChar char="-"/>
              <a:defRPr/>
            </a:pPr>
            <a:r>
              <a:rPr lang="en-US" sz="2400">
                <a:solidFill>
                  <a:srgbClr val="0000FF"/>
                </a:solidFill>
                <a:latin typeface="Times New Roman"/>
                <a:cs typeface="Times New Roman"/>
              </a:rPr>
              <a:t>Tư vấn</a:t>
            </a:r>
          </a:p>
          <a:p>
            <a:pPr marL="285750" indent="-285750" fontAlgn="auto">
              <a:spcBef>
                <a:spcPts val="0"/>
              </a:spcBef>
              <a:spcAft>
                <a:spcPts val="0"/>
              </a:spcAft>
              <a:buFontTx/>
              <a:buChar char="-"/>
              <a:defRPr/>
            </a:pPr>
            <a:r>
              <a:rPr lang="en-US" sz="2400">
                <a:solidFill>
                  <a:srgbClr val="0000FF"/>
                </a:solidFill>
                <a:latin typeface="Times New Roman"/>
                <a:cs typeface="Times New Roman"/>
              </a:rPr>
              <a:t>Ngoại giao tốt</a:t>
            </a:r>
          </a:p>
          <a:p>
            <a:pPr marL="285750" indent="-285750" fontAlgn="auto">
              <a:spcBef>
                <a:spcPts val="0"/>
              </a:spcBef>
              <a:spcAft>
                <a:spcPts val="0"/>
              </a:spcAft>
              <a:buFontTx/>
              <a:buChar char="-"/>
              <a:defRPr/>
            </a:pPr>
            <a:endParaRPr lang="en-US" sz="2400">
              <a:solidFill>
                <a:srgbClr val="0000FF"/>
              </a:solidFill>
              <a:latin typeface="Times New Roman"/>
              <a:cs typeface="Times New Roman"/>
            </a:endParaRPr>
          </a:p>
        </p:txBody>
      </p:sp>
      <p:sp>
        <p:nvSpPr>
          <p:cNvPr id="12" name="Snip Diagonal Corner Rectangle 11"/>
          <p:cNvSpPr/>
          <p:nvPr/>
        </p:nvSpPr>
        <p:spPr>
          <a:xfrm>
            <a:off x="6154738" y="984250"/>
            <a:ext cx="2633662"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SALE</a:t>
            </a:r>
          </a:p>
        </p:txBody>
      </p:sp>
      <p:sp>
        <p:nvSpPr>
          <p:cNvPr id="13" name="Rounded Rectangle 12"/>
          <p:cNvSpPr/>
          <p:nvPr/>
        </p:nvSpPr>
        <p:spPr>
          <a:xfrm>
            <a:off x="6154738" y="1795463"/>
            <a:ext cx="2633662"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Kỹ năng bán hàng</a:t>
            </a:r>
          </a:p>
          <a:p>
            <a:pPr marL="285750" indent="-285750" fontAlgn="auto">
              <a:spcBef>
                <a:spcPts val="0"/>
              </a:spcBef>
              <a:spcAft>
                <a:spcPts val="0"/>
              </a:spcAft>
              <a:buFontTx/>
              <a:buChar char="-"/>
              <a:defRPr/>
            </a:pPr>
            <a:r>
              <a:rPr lang="en-US" sz="2400">
                <a:solidFill>
                  <a:srgbClr val="0000FF"/>
                </a:solidFill>
                <a:latin typeface="Times New Roman"/>
                <a:cs typeface="Times New Roman"/>
              </a:rPr>
              <a:t>Đàm phán</a:t>
            </a:r>
          </a:p>
          <a:p>
            <a:pPr marL="285750" indent="-285750" fontAlgn="auto">
              <a:spcBef>
                <a:spcPts val="0"/>
              </a:spcBef>
              <a:spcAft>
                <a:spcPts val="0"/>
              </a:spcAft>
              <a:buFontTx/>
              <a:buChar char="-"/>
              <a:defRPr/>
            </a:pPr>
            <a:r>
              <a:rPr lang="en-US" sz="2400">
                <a:solidFill>
                  <a:srgbClr val="0000FF"/>
                </a:solidFill>
                <a:latin typeface="Times New Roman"/>
                <a:cs typeface="Times New Roman"/>
              </a:rPr>
              <a:t>Ngoại giao tốt</a:t>
            </a:r>
          </a:p>
          <a:p>
            <a:pPr marL="285750" indent="-285750" fontAlgn="auto">
              <a:spcBef>
                <a:spcPts val="0"/>
              </a:spcBef>
              <a:spcAft>
                <a:spcPts val="0"/>
              </a:spcAft>
              <a:buFontTx/>
              <a:buChar char="-"/>
              <a:defRPr/>
            </a:pPr>
            <a:r>
              <a:rPr lang="en-US" sz="2400">
                <a:solidFill>
                  <a:srgbClr val="0000FF"/>
                </a:solidFill>
                <a:latin typeface="Times New Roman"/>
                <a:cs typeface="Times New Roman"/>
              </a:rPr>
              <a:t>Đam mê con số</a:t>
            </a:r>
          </a:p>
          <a:p>
            <a:pPr marL="285750" indent="-285750" fontAlgn="auto">
              <a:spcBef>
                <a:spcPts val="0"/>
              </a:spcBef>
              <a:spcAft>
                <a:spcPts val="0"/>
              </a:spcAft>
              <a:buFontTx/>
              <a:buChar char="-"/>
              <a:defRPr/>
            </a:pPr>
            <a:endParaRPr lang="en-US" sz="2400">
              <a:solidFill>
                <a:srgbClr val="0000FF"/>
              </a:solidFill>
              <a:latin typeface="Times New Roman"/>
              <a:cs typeface="Times New Roman"/>
            </a:endParaRPr>
          </a:p>
        </p:txBody>
      </p:sp>
    </p:spTree>
    <p:extLst>
      <p:ext uri="{BB962C8B-B14F-4D97-AF65-F5344CB8AC3E}">
        <p14:creationId xmlns:p14="http://schemas.microsoft.com/office/powerpoint/2010/main" val="39706931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circle(in)">
                                      <p:cBhvr>
                                        <p:cTn id="7" dur="2000"/>
                                        <p:tgtEl>
                                          <p:spTgt spid="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edge">
                                      <p:cBhvr>
                                        <p:cTn id="17" dur="20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edge">
                                      <p:cBhvr>
                                        <p:cTn id="22" dur="20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strips(downLef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edge">
                                      <p:cBhvr>
                                        <p:cTn id="3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4" grpId="0" animBg="1"/>
      <p:bldP spid="10" grpId="0" animBg="1"/>
      <p:bldP spid="11"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nip Diagonal Corner Rectangle 27"/>
          <p:cNvSpPr/>
          <p:nvPr/>
        </p:nvSpPr>
        <p:spPr>
          <a:xfrm>
            <a:off x="5705475" y="69850"/>
            <a:ext cx="3387725"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Kiến Thức</a:t>
            </a:r>
          </a:p>
        </p:txBody>
      </p:sp>
      <p:sp>
        <p:nvSpPr>
          <p:cNvPr id="30" name="Snip Diagonal Corner Rectangle 29"/>
          <p:cNvSpPr/>
          <p:nvPr/>
        </p:nvSpPr>
        <p:spPr>
          <a:xfrm>
            <a:off x="119063" y="984250"/>
            <a:ext cx="2635250"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POSTSALE</a:t>
            </a:r>
          </a:p>
        </p:txBody>
      </p:sp>
      <p:sp>
        <p:nvSpPr>
          <p:cNvPr id="4" name="Rounded Rectangle 3"/>
          <p:cNvSpPr/>
          <p:nvPr/>
        </p:nvSpPr>
        <p:spPr>
          <a:xfrm>
            <a:off x="119063" y="1795463"/>
            <a:ext cx="2635250"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dirty="0" err="1">
                <a:solidFill>
                  <a:srgbClr val="0000FF"/>
                </a:solidFill>
                <a:latin typeface="Times New Roman"/>
                <a:cs typeface="Times New Roman"/>
              </a:rPr>
              <a:t>Chuyên</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môn</a:t>
            </a:r>
            <a:r>
              <a:rPr lang="en-US" sz="2400" dirty="0">
                <a:solidFill>
                  <a:srgbClr val="0000FF"/>
                </a:solidFill>
                <a:latin typeface="Times New Roman"/>
                <a:cs typeface="Times New Roman"/>
              </a:rPr>
              <a:t>.</a:t>
            </a:r>
          </a:p>
          <a:p>
            <a:pPr marL="285750" indent="-285750" fontAlgn="auto">
              <a:spcBef>
                <a:spcPts val="0"/>
              </a:spcBef>
              <a:spcAft>
                <a:spcPts val="0"/>
              </a:spcAft>
              <a:buFontTx/>
              <a:buChar char="-"/>
              <a:defRPr/>
            </a:pPr>
            <a:r>
              <a:rPr lang="en-US" sz="2400" dirty="0" err="1">
                <a:solidFill>
                  <a:srgbClr val="0000FF"/>
                </a:solidFill>
                <a:latin typeface="Times New Roman"/>
                <a:cs typeface="Times New Roman"/>
              </a:rPr>
              <a:t>Hiểu</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chắc</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tính</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năng</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thiết</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bị</a:t>
            </a: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r>
              <a:rPr lang="en-US" sz="2400" dirty="0" err="1">
                <a:solidFill>
                  <a:srgbClr val="0000FF"/>
                </a:solidFill>
                <a:latin typeface="Times New Roman"/>
                <a:cs typeface="Times New Roman"/>
              </a:rPr>
              <a:t>Hiểu</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rõ</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về</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thiết</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bị</a:t>
            </a: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r>
              <a:rPr lang="en-US" sz="2400" dirty="0" err="1">
                <a:solidFill>
                  <a:srgbClr val="0000FF"/>
                </a:solidFill>
                <a:latin typeface="Times New Roman"/>
                <a:cs typeface="Times New Roman"/>
              </a:rPr>
              <a:t>Liên</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tục</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cập</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nhật</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kiến</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thức</a:t>
            </a: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endParaRPr lang="en-US" sz="2400" dirty="0">
              <a:solidFill>
                <a:srgbClr val="0000FF"/>
              </a:solidFill>
              <a:latin typeface="Times New Roman"/>
              <a:cs typeface="Times New Roman"/>
            </a:endParaRPr>
          </a:p>
        </p:txBody>
      </p:sp>
      <p:sp>
        <p:nvSpPr>
          <p:cNvPr id="9" name="Round Same Side Corner Rectangle 8"/>
          <p:cNvSpPr/>
          <p:nvPr/>
        </p:nvSpPr>
        <p:spPr>
          <a:xfrm>
            <a:off x="106363" y="33338"/>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System Intergared – SI</a:t>
            </a:r>
          </a:p>
          <a:p>
            <a:pPr algn="ctr" fontAlgn="auto">
              <a:spcBef>
                <a:spcPts val="0"/>
              </a:spcBef>
              <a:spcAft>
                <a:spcPts val="0"/>
              </a:spcAft>
              <a:defRPr/>
            </a:pPr>
            <a:r>
              <a:rPr lang="en-US">
                <a:solidFill>
                  <a:srgbClr val="0000FF"/>
                </a:solidFill>
                <a:latin typeface="Times New Roman"/>
                <a:cs typeface="Times New Roman"/>
              </a:rPr>
              <a:t>Vender</a:t>
            </a:r>
          </a:p>
        </p:txBody>
      </p:sp>
      <p:sp>
        <p:nvSpPr>
          <p:cNvPr id="10" name="Snip Diagonal Corner Rectangle 9"/>
          <p:cNvSpPr/>
          <p:nvPr/>
        </p:nvSpPr>
        <p:spPr>
          <a:xfrm>
            <a:off x="3084513" y="984250"/>
            <a:ext cx="2635250"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PRESALE</a:t>
            </a:r>
          </a:p>
        </p:txBody>
      </p:sp>
      <p:sp>
        <p:nvSpPr>
          <p:cNvPr id="11" name="Rounded Rectangle 10"/>
          <p:cNvSpPr/>
          <p:nvPr/>
        </p:nvSpPr>
        <p:spPr>
          <a:xfrm>
            <a:off x="3084513" y="1795463"/>
            <a:ext cx="2635250"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Kiến thức rộng</a:t>
            </a:r>
          </a:p>
          <a:p>
            <a:pPr marL="285750" indent="-285750" fontAlgn="auto">
              <a:spcBef>
                <a:spcPts val="0"/>
              </a:spcBef>
              <a:spcAft>
                <a:spcPts val="0"/>
              </a:spcAft>
              <a:buFontTx/>
              <a:buChar char="-"/>
              <a:defRPr/>
            </a:pPr>
            <a:r>
              <a:rPr lang="en-US" sz="2400">
                <a:solidFill>
                  <a:srgbClr val="0000FF"/>
                </a:solidFill>
                <a:latin typeface="Times New Roman"/>
                <a:cs typeface="Times New Roman"/>
              </a:rPr>
              <a:t>Hiểu về thiết bị</a:t>
            </a:r>
          </a:p>
          <a:p>
            <a:pPr fontAlgn="auto">
              <a:spcBef>
                <a:spcPts val="0"/>
              </a:spcBef>
              <a:spcAft>
                <a:spcPts val="0"/>
              </a:spcAft>
              <a:defRPr/>
            </a:pPr>
            <a:endParaRPr lang="en-US" sz="2400">
              <a:solidFill>
                <a:srgbClr val="0000FF"/>
              </a:solidFill>
              <a:latin typeface="Times New Roman"/>
              <a:cs typeface="Times New Roman"/>
            </a:endParaRPr>
          </a:p>
          <a:p>
            <a:pPr marL="285750" indent="-285750" fontAlgn="auto">
              <a:spcBef>
                <a:spcPts val="0"/>
              </a:spcBef>
              <a:spcAft>
                <a:spcPts val="0"/>
              </a:spcAft>
              <a:buFontTx/>
              <a:buChar char="-"/>
              <a:defRPr/>
            </a:pPr>
            <a:endParaRPr lang="en-US" sz="2400">
              <a:solidFill>
                <a:srgbClr val="0000FF"/>
              </a:solidFill>
              <a:latin typeface="Times New Roman"/>
              <a:cs typeface="Times New Roman"/>
            </a:endParaRPr>
          </a:p>
        </p:txBody>
      </p:sp>
      <p:sp>
        <p:nvSpPr>
          <p:cNvPr id="12" name="Snip Diagonal Corner Rectangle 11"/>
          <p:cNvSpPr/>
          <p:nvPr/>
        </p:nvSpPr>
        <p:spPr>
          <a:xfrm>
            <a:off x="6154738" y="984250"/>
            <a:ext cx="2633662"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SALE</a:t>
            </a:r>
          </a:p>
        </p:txBody>
      </p:sp>
      <p:sp>
        <p:nvSpPr>
          <p:cNvPr id="13" name="Rounded Rectangle 12"/>
          <p:cNvSpPr/>
          <p:nvPr/>
        </p:nvSpPr>
        <p:spPr>
          <a:xfrm>
            <a:off x="6154738" y="1795463"/>
            <a:ext cx="2633662"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Biết về thiết bị , sản phẩm , dịch vụ mình đang cung cấp</a:t>
            </a:r>
          </a:p>
        </p:txBody>
      </p:sp>
    </p:spTree>
    <p:extLst>
      <p:ext uri="{BB962C8B-B14F-4D97-AF65-F5344CB8AC3E}">
        <p14:creationId xmlns:p14="http://schemas.microsoft.com/office/powerpoint/2010/main" val="17198290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3"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
                                        <p:tgtEl>
                                          <p:spTgt spid="10"/>
                                        </p:tgtEl>
                                      </p:cBhvr>
                                    </p:animEffect>
                                    <p:anim calcmode="lin" valueType="num">
                                      <p:cBhvr>
                                        <p:cTn id="16" dur="400" fill="hold"/>
                                        <p:tgtEl>
                                          <p:spTgt spid="10"/>
                                        </p:tgtEl>
                                        <p:attrNameLst>
                                          <p:attrName>ppt_x</p:attrName>
                                        </p:attrNameLst>
                                      </p:cBhvr>
                                      <p:tavLst>
                                        <p:tav tm="0">
                                          <p:val>
                                            <p:strVal val="#ppt_x"/>
                                          </p:val>
                                        </p:tav>
                                        <p:tav tm="100000">
                                          <p:val>
                                            <p:strVal val="#ppt_x"/>
                                          </p:val>
                                        </p:tav>
                                      </p:tavLst>
                                    </p:anim>
                                    <p:anim calcmode="lin" valueType="num">
                                      <p:cBhvr>
                                        <p:cTn id="17" dur="400" fill="hold"/>
                                        <p:tgtEl>
                                          <p:spTgt spid="10"/>
                                        </p:tgtEl>
                                        <p:attrNameLst>
                                          <p:attrName>ppt_y</p:attrName>
                                        </p:attrNameLst>
                                      </p:cBhvr>
                                      <p:tavLst>
                                        <p:tav tm="0">
                                          <p:val>
                                            <p:strVal val="#ppt_y+0.31"/>
                                          </p:val>
                                        </p:tav>
                                        <p:tav tm="100000">
                                          <p:val>
                                            <p:strVal val="#ppt_y+0.31"/>
                                          </p:val>
                                        </p:tav>
                                      </p:tavLst>
                                    </p:anim>
                                    <p:anim calcmode="lin" valueType="num">
                                      <p:cBhvr>
                                        <p:cTn id="18" dur="600" decel="50000" fill="hold">
                                          <p:stCondLst>
                                            <p:cond delay="400"/>
                                          </p:stCondLst>
                                        </p:cTn>
                                        <p:tgtEl>
                                          <p:spTgt spid="1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9" dur="600" decel="50000" fill="hold">
                                          <p:stCondLst>
                                            <p:cond delay="400"/>
                                          </p:stCondLst>
                                        </p:cTn>
                                        <p:tgtEl>
                                          <p:spTgt spid="1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20" presetID="43"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
                                        <p:tgtEl>
                                          <p:spTgt spid="11"/>
                                        </p:tgtEl>
                                      </p:cBhvr>
                                    </p:animEffect>
                                    <p:anim calcmode="lin" valueType="num">
                                      <p:cBhvr>
                                        <p:cTn id="23" dur="400" fill="hold"/>
                                        <p:tgtEl>
                                          <p:spTgt spid="11"/>
                                        </p:tgtEl>
                                        <p:attrNameLst>
                                          <p:attrName>ppt_x</p:attrName>
                                        </p:attrNameLst>
                                      </p:cBhvr>
                                      <p:tavLst>
                                        <p:tav tm="0">
                                          <p:val>
                                            <p:strVal val="#ppt_x"/>
                                          </p:val>
                                        </p:tav>
                                        <p:tav tm="100000">
                                          <p:val>
                                            <p:strVal val="#ppt_x"/>
                                          </p:val>
                                        </p:tav>
                                      </p:tavLst>
                                    </p:anim>
                                    <p:anim calcmode="lin" valueType="num">
                                      <p:cBhvr>
                                        <p:cTn id="24" dur="400" fill="hold"/>
                                        <p:tgtEl>
                                          <p:spTgt spid="11"/>
                                        </p:tgtEl>
                                        <p:attrNameLst>
                                          <p:attrName>ppt_y</p:attrName>
                                        </p:attrNameLst>
                                      </p:cBhvr>
                                      <p:tavLst>
                                        <p:tav tm="0">
                                          <p:val>
                                            <p:strVal val="#ppt_y+0.31"/>
                                          </p:val>
                                        </p:tav>
                                        <p:tav tm="100000">
                                          <p:val>
                                            <p:strVal val="#ppt_y+0.31"/>
                                          </p:val>
                                        </p:tav>
                                      </p:tavLst>
                                    </p:anim>
                                    <p:anim calcmode="lin" valueType="num">
                                      <p:cBhvr>
                                        <p:cTn id="25" dur="600" decel="50000" fill="hold">
                                          <p:stCondLst>
                                            <p:cond delay="400"/>
                                          </p:stCondLst>
                                        </p:cTn>
                                        <p:tgtEl>
                                          <p:spTgt spid="1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6" dur="600" decel="50000" fill="hold">
                                          <p:stCondLst>
                                            <p:cond delay="400"/>
                                          </p:stCondLst>
                                        </p:cTn>
                                        <p:tgtEl>
                                          <p:spTgt spid="1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4" grpId="0" animBg="1"/>
      <p:bldP spid="10" grpId="0" animBg="1"/>
      <p:bldP spid="11"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nip Diagonal Corner Rectangle 27"/>
          <p:cNvSpPr/>
          <p:nvPr/>
        </p:nvSpPr>
        <p:spPr>
          <a:xfrm>
            <a:off x="5705475" y="69850"/>
            <a:ext cx="3387725"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Thách Thức</a:t>
            </a:r>
          </a:p>
        </p:txBody>
      </p:sp>
      <p:sp>
        <p:nvSpPr>
          <p:cNvPr id="30" name="Snip Diagonal Corner Rectangle 29"/>
          <p:cNvSpPr/>
          <p:nvPr/>
        </p:nvSpPr>
        <p:spPr>
          <a:xfrm>
            <a:off x="119063" y="984250"/>
            <a:ext cx="2635250"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POSTSALE</a:t>
            </a:r>
          </a:p>
        </p:txBody>
      </p:sp>
      <p:sp>
        <p:nvSpPr>
          <p:cNvPr id="4" name="Rounded Rectangle 3"/>
          <p:cNvSpPr/>
          <p:nvPr/>
        </p:nvSpPr>
        <p:spPr>
          <a:xfrm>
            <a:off x="119063" y="1795463"/>
            <a:ext cx="2635250"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dirty="0" err="1">
                <a:solidFill>
                  <a:srgbClr val="0000FF"/>
                </a:solidFill>
                <a:latin typeface="Times New Roman"/>
                <a:cs typeface="Times New Roman"/>
              </a:rPr>
              <a:t>Liên</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tục</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cập</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nhật</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kiến</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thức</a:t>
            </a: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r>
              <a:rPr lang="en-US" sz="2400" dirty="0" err="1">
                <a:solidFill>
                  <a:srgbClr val="0000FF"/>
                </a:solidFill>
                <a:latin typeface="Times New Roman"/>
                <a:cs typeface="Times New Roman"/>
              </a:rPr>
              <a:t>Áp</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lực</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công</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việc</a:t>
            </a: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r>
              <a:rPr lang="en-US" sz="2400" dirty="0" err="1">
                <a:solidFill>
                  <a:srgbClr val="0000FF"/>
                </a:solidFill>
                <a:latin typeface="Times New Roman"/>
                <a:cs typeface="Times New Roman"/>
              </a:rPr>
              <a:t>Công</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tác</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dài</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ngày</a:t>
            </a: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r>
              <a:rPr lang="en-US" sz="2400" dirty="0" err="1">
                <a:solidFill>
                  <a:srgbClr val="0000FF"/>
                </a:solidFill>
                <a:latin typeface="Times New Roman"/>
                <a:cs typeface="Times New Roman"/>
              </a:rPr>
              <a:t>Làm</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đêm</a:t>
            </a: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r>
              <a:rPr lang="en-US" sz="2400" dirty="0" err="1">
                <a:solidFill>
                  <a:srgbClr val="0000FF"/>
                </a:solidFill>
                <a:latin typeface="Times New Roman"/>
                <a:cs typeface="Times New Roman"/>
              </a:rPr>
              <a:t>Kinh</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nghiệm</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phải</a:t>
            </a:r>
            <a:r>
              <a:rPr lang="en-US" sz="2400" dirty="0">
                <a:solidFill>
                  <a:srgbClr val="0000FF"/>
                </a:solidFill>
                <a:latin typeface="Times New Roman"/>
                <a:cs typeface="Times New Roman"/>
              </a:rPr>
              <a:t> </a:t>
            </a:r>
            <a:r>
              <a:rPr lang="en-US" sz="2400" dirty="0" err="1">
                <a:solidFill>
                  <a:srgbClr val="0000FF"/>
                </a:solidFill>
                <a:latin typeface="Times New Roman"/>
                <a:cs typeface="Times New Roman"/>
              </a:rPr>
              <a:t>nhiều</a:t>
            </a: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endParaRPr lang="en-US" sz="2400" dirty="0">
              <a:solidFill>
                <a:srgbClr val="0000FF"/>
              </a:solidFill>
              <a:latin typeface="Times New Roman"/>
              <a:cs typeface="Times New Roman"/>
            </a:endParaRPr>
          </a:p>
          <a:p>
            <a:pPr marL="285750" indent="-285750" fontAlgn="auto">
              <a:spcBef>
                <a:spcPts val="0"/>
              </a:spcBef>
              <a:spcAft>
                <a:spcPts val="0"/>
              </a:spcAft>
              <a:buFontTx/>
              <a:buChar char="-"/>
              <a:defRPr/>
            </a:pPr>
            <a:endParaRPr lang="en-US" sz="2400" dirty="0">
              <a:solidFill>
                <a:srgbClr val="0000FF"/>
              </a:solidFill>
              <a:latin typeface="Times New Roman"/>
              <a:cs typeface="Times New Roman"/>
            </a:endParaRPr>
          </a:p>
        </p:txBody>
      </p:sp>
      <p:sp>
        <p:nvSpPr>
          <p:cNvPr id="9" name="Round Same Side Corner Rectangle 8"/>
          <p:cNvSpPr/>
          <p:nvPr/>
        </p:nvSpPr>
        <p:spPr>
          <a:xfrm>
            <a:off x="106363" y="33338"/>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System Intergared – SI</a:t>
            </a:r>
          </a:p>
          <a:p>
            <a:pPr algn="ctr" fontAlgn="auto">
              <a:spcBef>
                <a:spcPts val="0"/>
              </a:spcBef>
              <a:spcAft>
                <a:spcPts val="0"/>
              </a:spcAft>
              <a:defRPr/>
            </a:pPr>
            <a:r>
              <a:rPr lang="en-US">
                <a:solidFill>
                  <a:srgbClr val="0000FF"/>
                </a:solidFill>
                <a:latin typeface="Times New Roman"/>
                <a:cs typeface="Times New Roman"/>
              </a:rPr>
              <a:t>Vender</a:t>
            </a:r>
          </a:p>
        </p:txBody>
      </p:sp>
      <p:sp>
        <p:nvSpPr>
          <p:cNvPr id="10" name="Snip Diagonal Corner Rectangle 9"/>
          <p:cNvSpPr/>
          <p:nvPr/>
        </p:nvSpPr>
        <p:spPr>
          <a:xfrm>
            <a:off x="3084513" y="984250"/>
            <a:ext cx="2635250"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PRESALE</a:t>
            </a:r>
          </a:p>
        </p:txBody>
      </p:sp>
      <p:sp>
        <p:nvSpPr>
          <p:cNvPr id="11" name="Rounded Rectangle 10"/>
          <p:cNvSpPr/>
          <p:nvPr/>
        </p:nvSpPr>
        <p:spPr>
          <a:xfrm>
            <a:off x="3084513" y="1795463"/>
            <a:ext cx="2635250"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Kiến thức phải thật rộng.</a:t>
            </a:r>
          </a:p>
          <a:p>
            <a:pPr marL="285750" indent="-285750" fontAlgn="auto">
              <a:spcBef>
                <a:spcPts val="0"/>
              </a:spcBef>
              <a:spcAft>
                <a:spcPts val="0"/>
              </a:spcAft>
              <a:buFontTx/>
              <a:buChar char="-"/>
              <a:defRPr/>
            </a:pPr>
            <a:r>
              <a:rPr lang="en-US" sz="2400">
                <a:solidFill>
                  <a:srgbClr val="0000FF"/>
                </a:solidFill>
                <a:latin typeface="Times New Roman"/>
                <a:cs typeface="Times New Roman"/>
              </a:rPr>
              <a:t>Nhanh nhạy</a:t>
            </a:r>
          </a:p>
          <a:p>
            <a:pPr marL="285750" indent="-285750" fontAlgn="auto">
              <a:spcBef>
                <a:spcPts val="0"/>
              </a:spcBef>
              <a:spcAft>
                <a:spcPts val="0"/>
              </a:spcAft>
              <a:buFontTx/>
              <a:buChar char="-"/>
              <a:defRPr/>
            </a:pPr>
            <a:r>
              <a:rPr lang="en-US" sz="2400">
                <a:solidFill>
                  <a:srgbClr val="0000FF"/>
                </a:solidFill>
                <a:latin typeface="Times New Roman"/>
                <a:cs typeface="Times New Roman"/>
              </a:rPr>
              <a:t>Chịu trách nhiệm về giải pháp.</a:t>
            </a:r>
          </a:p>
          <a:p>
            <a:pPr marL="285750" indent="-285750" fontAlgn="auto">
              <a:spcBef>
                <a:spcPts val="0"/>
              </a:spcBef>
              <a:spcAft>
                <a:spcPts val="0"/>
              </a:spcAft>
              <a:buFontTx/>
              <a:buChar char="-"/>
              <a:defRPr/>
            </a:pPr>
            <a:r>
              <a:rPr lang="en-US" sz="2400">
                <a:solidFill>
                  <a:srgbClr val="0000FF"/>
                </a:solidFill>
                <a:latin typeface="Times New Roman"/>
                <a:cs typeface="Times New Roman"/>
              </a:rPr>
              <a:t>Tư duy và sáng tạo</a:t>
            </a:r>
          </a:p>
        </p:txBody>
      </p:sp>
      <p:sp>
        <p:nvSpPr>
          <p:cNvPr id="12" name="Snip Diagonal Corner Rectangle 11"/>
          <p:cNvSpPr/>
          <p:nvPr/>
        </p:nvSpPr>
        <p:spPr>
          <a:xfrm>
            <a:off x="6154738" y="984250"/>
            <a:ext cx="2633662"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SALE</a:t>
            </a:r>
          </a:p>
        </p:txBody>
      </p:sp>
      <p:sp>
        <p:nvSpPr>
          <p:cNvPr id="13" name="Rounded Rectangle 12"/>
          <p:cNvSpPr/>
          <p:nvPr/>
        </p:nvSpPr>
        <p:spPr>
          <a:xfrm>
            <a:off x="6154738" y="1795463"/>
            <a:ext cx="2633662"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Áp lực về doanh số</a:t>
            </a:r>
          </a:p>
          <a:p>
            <a:pPr marL="285750" indent="-285750" fontAlgn="auto">
              <a:spcBef>
                <a:spcPts val="0"/>
              </a:spcBef>
              <a:spcAft>
                <a:spcPts val="0"/>
              </a:spcAft>
              <a:buFontTx/>
              <a:buChar char="-"/>
              <a:defRPr/>
            </a:pPr>
            <a:r>
              <a:rPr lang="en-US" sz="2400">
                <a:solidFill>
                  <a:srgbClr val="0000FF"/>
                </a:solidFill>
                <a:latin typeface="Times New Roman"/>
                <a:cs typeface="Times New Roman"/>
              </a:rPr>
              <a:t>Tìm kiếm khách hàng</a:t>
            </a:r>
          </a:p>
          <a:p>
            <a:pPr marL="285750" indent="-285750" fontAlgn="auto">
              <a:spcBef>
                <a:spcPts val="0"/>
              </a:spcBef>
              <a:spcAft>
                <a:spcPts val="0"/>
              </a:spcAft>
              <a:buFontTx/>
              <a:buChar char="-"/>
              <a:defRPr/>
            </a:pPr>
            <a:r>
              <a:rPr lang="en-US" sz="2400">
                <a:solidFill>
                  <a:srgbClr val="0000FF"/>
                </a:solidFill>
                <a:latin typeface="Times New Roman"/>
                <a:cs typeface="Times New Roman"/>
              </a:rPr>
              <a:t>Bám khách hàng.</a:t>
            </a:r>
          </a:p>
          <a:p>
            <a:pPr marL="285750" indent="-285750" fontAlgn="auto">
              <a:spcBef>
                <a:spcPts val="0"/>
              </a:spcBef>
              <a:spcAft>
                <a:spcPts val="0"/>
              </a:spcAft>
              <a:buFontTx/>
              <a:buChar char="-"/>
              <a:defRPr/>
            </a:pPr>
            <a:r>
              <a:rPr lang="en-US" sz="2400">
                <a:solidFill>
                  <a:srgbClr val="0000FF"/>
                </a:solidFill>
                <a:latin typeface="Times New Roman"/>
                <a:cs typeface="Times New Roman"/>
              </a:rPr>
              <a:t>Dễ mất việc.</a:t>
            </a:r>
          </a:p>
        </p:txBody>
      </p:sp>
    </p:spTree>
    <p:extLst>
      <p:ext uri="{BB962C8B-B14F-4D97-AF65-F5344CB8AC3E}">
        <p14:creationId xmlns:p14="http://schemas.microsoft.com/office/powerpoint/2010/main" val="19212533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 calcmode="lin" valueType="num">
                                      <p:cBhvr>
                                        <p:cTn id="9" dur="500" fill="hold"/>
                                        <p:tgtEl>
                                          <p:spTgt spid="30"/>
                                        </p:tgtEl>
                                        <p:attrNameLst>
                                          <p:attrName>style.rotation</p:attrName>
                                        </p:attrNameLst>
                                      </p:cBhvr>
                                      <p:tavLst>
                                        <p:tav tm="0">
                                          <p:val>
                                            <p:fltVal val="360"/>
                                          </p:val>
                                        </p:tav>
                                        <p:tav tm="100000">
                                          <p:val>
                                            <p:fltVal val="0"/>
                                          </p:val>
                                        </p:tav>
                                      </p:tavLst>
                                    </p:anim>
                                    <p:animEffect transition="in" filter="fade">
                                      <p:cBhvr>
                                        <p:cTn id="10" dur="500"/>
                                        <p:tgtEl>
                                          <p:spTgt spid="30"/>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 calcmode="lin" valueType="num">
                                      <p:cBhvr>
                                        <p:cTn id="15" dur="500" fill="hold"/>
                                        <p:tgtEl>
                                          <p:spTgt spid="4"/>
                                        </p:tgtEl>
                                        <p:attrNameLst>
                                          <p:attrName>style.rotation</p:attrName>
                                        </p:attrNameLst>
                                      </p:cBhvr>
                                      <p:tavLst>
                                        <p:tav tm="0">
                                          <p:val>
                                            <p:fltVal val="360"/>
                                          </p:val>
                                        </p:tav>
                                        <p:tav tm="100000">
                                          <p:val>
                                            <p:fltVal val="0"/>
                                          </p:val>
                                        </p:tav>
                                      </p:tavLst>
                                    </p:anim>
                                    <p:animEffect transition="in" filter="fade">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1000" fill="hold"/>
                                        <p:tgtEl>
                                          <p:spTgt spid="12"/>
                                        </p:tgtEl>
                                        <p:attrNameLst>
                                          <p:attrName>ppt_w</p:attrName>
                                        </p:attrNameLst>
                                      </p:cBhvr>
                                      <p:tavLst>
                                        <p:tav tm="0">
                                          <p:val>
                                            <p:fltVal val="0"/>
                                          </p:val>
                                        </p:tav>
                                        <p:tav tm="100000">
                                          <p:val>
                                            <p:strVal val="#ppt_w"/>
                                          </p:val>
                                        </p:tav>
                                      </p:tavLst>
                                    </p:anim>
                                    <p:anim calcmode="lin" valueType="num">
                                      <p:cBhvr>
                                        <p:cTn id="32" dur="1000" fill="hold"/>
                                        <p:tgtEl>
                                          <p:spTgt spid="12"/>
                                        </p:tgtEl>
                                        <p:attrNameLst>
                                          <p:attrName>ppt_h</p:attrName>
                                        </p:attrNameLst>
                                      </p:cBhvr>
                                      <p:tavLst>
                                        <p:tav tm="0">
                                          <p:val>
                                            <p:fltVal val="0"/>
                                          </p:val>
                                        </p:tav>
                                        <p:tav tm="100000">
                                          <p:val>
                                            <p:strVal val="#ppt_h"/>
                                          </p:val>
                                        </p:tav>
                                      </p:tavLst>
                                    </p:anim>
                                    <p:anim calcmode="lin" valueType="num">
                                      <p:cBhvr>
                                        <p:cTn id="33" dur="1000" fill="hold"/>
                                        <p:tgtEl>
                                          <p:spTgt spid="12"/>
                                        </p:tgtEl>
                                        <p:attrNameLst>
                                          <p:attrName>style.rotation</p:attrName>
                                        </p:attrNameLst>
                                      </p:cBhvr>
                                      <p:tavLst>
                                        <p:tav tm="0">
                                          <p:val>
                                            <p:fltVal val="90"/>
                                          </p:val>
                                        </p:tav>
                                        <p:tav tm="100000">
                                          <p:val>
                                            <p:fltVal val="0"/>
                                          </p:val>
                                        </p:tav>
                                      </p:tavLst>
                                    </p:anim>
                                    <p:animEffect transition="in" filter="fade">
                                      <p:cBhvr>
                                        <p:cTn id="34" dur="1000"/>
                                        <p:tgtEl>
                                          <p:spTgt spid="12"/>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1000" fill="hold"/>
                                        <p:tgtEl>
                                          <p:spTgt spid="13"/>
                                        </p:tgtEl>
                                        <p:attrNameLst>
                                          <p:attrName>ppt_w</p:attrName>
                                        </p:attrNameLst>
                                      </p:cBhvr>
                                      <p:tavLst>
                                        <p:tav tm="0">
                                          <p:val>
                                            <p:fltVal val="0"/>
                                          </p:val>
                                        </p:tav>
                                        <p:tav tm="100000">
                                          <p:val>
                                            <p:strVal val="#ppt_w"/>
                                          </p:val>
                                        </p:tav>
                                      </p:tavLst>
                                    </p:anim>
                                    <p:anim calcmode="lin" valueType="num">
                                      <p:cBhvr>
                                        <p:cTn id="38" dur="1000" fill="hold"/>
                                        <p:tgtEl>
                                          <p:spTgt spid="13"/>
                                        </p:tgtEl>
                                        <p:attrNameLst>
                                          <p:attrName>ppt_h</p:attrName>
                                        </p:attrNameLst>
                                      </p:cBhvr>
                                      <p:tavLst>
                                        <p:tav tm="0">
                                          <p:val>
                                            <p:fltVal val="0"/>
                                          </p:val>
                                        </p:tav>
                                        <p:tav tm="100000">
                                          <p:val>
                                            <p:strVal val="#ppt_h"/>
                                          </p:val>
                                        </p:tav>
                                      </p:tavLst>
                                    </p:anim>
                                    <p:anim calcmode="lin" valueType="num">
                                      <p:cBhvr>
                                        <p:cTn id="39" dur="1000" fill="hold"/>
                                        <p:tgtEl>
                                          <p:spTgt spid="13"/>
                                        </p:tgtEl>
                                        <p:attrNameLst>
                                          <p:attrName>style.rotation</p:attrName>
                                        </p:attrNameLst>
                                      </p:cBhvr>
                                      <p:tavLst>
                                        <p:tav tm="0">
                                          <p:val>
                                            <p:fltVal val="90"/>
                                          </p:val>
                                        </p:tav>
                                        <p:tav tm="100000">
                                          <p:val>
                                            <p:fltVal val="0"/>
                                          </p:val>
                                        </p:tav>
                                      </p:tavLst>
                                    </p:anim>
                                    <p:animEffect transition="in" filter="fade">
                                      <p:cBhvr>
                                        <p:cTn id="4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4" grpId="0" animBg="1"/>
      <p:bldP spid="10" grpId="0" animBg="1"/>
      <p:bldP spid="11" grpId="0" animBg="1"/>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nip Diagonal Corner Rectangle 27"/>
          <p:cNvSpPr/>
          <p:nvPr/>
        </p:nvSpPr>
        <p:spPr>
          <a:xfrm>
            <a:off x="5705475" y="69850"/>
            <a:ext cx="3387725"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Cơ Hội</a:t>
            </a:r>
          </a:p>
        </p:txBody>
      </p:sp>
      <p:sp>
        <p:nvSpPr>
          <p:cNvPr id="30" name="Snip Diagonal Corner Rectangle 29"/>
          <p:cNvSpPr/>
          <p:nvPr/>
        </p:nvSpPr>
        <p:spPr>
          <a:xfrm>
            <a:off x="119063" y="984250"/>
            <a:ext cx="2635250"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POSTSALE</a:t>
            </a:r>
          </a:p>
        </p:txBody>
      </p:sp>
      <p:sp>
        <p:nvSpPr>
          <p:cNvPr id="4" name="Rounded Rectangle 3"/>
          <p:cNvSpPr/>
          <p:nvPr/>
        </p:nvSpPr>
        <p:spPr>
          <a:xfrm>
            <a:off x="119063" y="1795463"/>
            <a:ext cx="2635250"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Biết rất rõ về chuyên môn</a:t>
            </a:r>
          </a:p>
          <a:p>
            <a:pPr marL="285750" indent="-285750" fontAlgn="auto">
              <a:spcBef>
                <a:spcPts val="0"/>
              </a:spcBef>
              <a:spcAft>
                <a:spcPts val="0"/>
              </a:spcAft>
              <a:buFontTx/>
              <a:buChar char="-"/>
              <a:defRPr/>
            </a:pPr>
            <a:r>
              <a:rPr lang="en-US" sz="2400">
                <a:solidFill>
                  <a:srgbClr val="0000FF"/>
                </a:solidFill>
                <a:latin typeface="Times New Roman"/>
                <a:cs typeface="Times New Roman"/>
              </a:rPr>
              <a:t>Được cập nhật liên tục</a:t>
            </a:r>
          </a:p>
          <a:p>
            <a:pPr marL="285750" indent="-285750" fontAlgn="auto">
              <a:spcBef>
                <a:spcPts val="0"/>
              </a:spcBef>
              <a:spcAft>
                <a:spcPts val="0"/>
              </a:spcAft>
              <a:buFontTx/>
              <a:buChar char="-"/>
              <a:defRPr/>
            </a:pPr>
            <a:r>
              <a:rPr lang="en-US" sz="2400">
                <a:solidFill>
                  <a:srgbClr val="0000FF"/>
                </a:solidFill>
                <a:latin typeface="Times New Roman"/>
                <a:cs typeface="Times New Roman"/>
              </a:rPr>
              <a:t>Lương cao</a:t>
            </a:r>
          </a:p>
          <a:p>
            <a:pPr marL="285750" indent="-285750" fontAlgn="auto">
              <a:spcBef>
                <a:spcPts val="0"/>
              </a:spcBef>
              <a:spcAft>
                <a:spcPts val="0"/>
              </a:spcAft>
              <a:buFontTx/>
              <a:buChar char="-"/>
              <a:defRPr/>
            </a:pPr>
            <a:r>
              <a:rPr lang="en-US" sz="2400">
                <a:solidFill>
                  <a:srgbClr val="0000FF"/>
                </a:solidFill>
                <a:latin typeface="Times New Roman"/>
                <a:cs typeface="Times New Roman"/>
              </a:rPr>
              <a:t>Được tài trợ học tập.</a:t>
            </a:r>
          </a:p>
          <a:p>
            <a:pPr marL="285750" indent="-285750" fontAlgn="auto">
              <a:spcBef>
                <a:spcPts val="0"/>
              </a:spcBef>
              <a:spcAft>
                <a:spcPts val="0"/>
              </a:spcAft>
              <a:buFontTx/>
              <a:buChar char="-"/>
              <a:defRPr/>
            </a:pPr>
            <a:endParaRPr lang="en-US" sz="2400">
              <a:solidFill>
                <a:srgbClr val="0000FF"/>
              </a:solidFill>
              <a:latin typeface="Times New Roman"/>
              <a:cs typeface="Times New Roman"/>
            </a:endParaRPr>
          </a:p>
        </p:txBody>
      </p:sp>
      <p:sp>
        <p:nvSpPr>
          <p:cNvPr id="9" name="Round Same Side Corner Rectangle 8"/>
          <p:cNvSpPr/>
          <p:nvPr/>
        </p:nvSpPr>
        <p:spPr>
          <a:xfrm>
            <a:off x="106363" y="33338"/>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System Intergared – SI</a:t>
            </a:r>
          </a:p>
          <a:p>
            <a:pPr algn="ctr" fontAlgn="auto">
              <a:spcBef>
                <a:spcPts val="0"/>
              </a:spcBef>
              <a:spcAft>
                <a:spcPts val="0"/>
              </a:spcAft>
              <a:defRPr/>
            </a:pPr>
            <a:r>
              <a:rPr lang="en-US">
                <a:solidFill>
                  <a:srgbClr val="0000FF"/>
                </a:solidFill>
                <a:latin typeface="Times New Roman"/>
                <a:cs typeface="Times New Roman"/>
              </a:rPr>
              <a:t>Vender</a:t>
            </a:r>
          </a:p>
        </p:txBody>
      </p:sp>
      <p:sp>
        <p:nvSpPr>
          <p:cNvPr id="10" name="Snip Diagonal Corner Rectangle 9"/>
          <p:cNvSpPr/>
          <p:nvPr/>
        </p:nvSpPr>
        <p:spPr>
          <a:xfrm>
            <a:off x="3084513" y="984250"/>
            <a:ext cx="2635250"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PRESALE</a:t>
            </a:r>
          </a:p>
        </p:txBody>
      </p:sp>
      <p:sp>
        <p:nvSpPr>
          <p:cNvPr id="11" name="Rounded Rectangle 10"/>
          <p:cNvSpPr/>
          <p:nvPr/>
        </p:nvSpPr>
        <p:spPr>
          <a:xfrm>
            <a:off x="3084513" y="1795463"/>
            <a:ext cx="2635250"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Biết nhiều</a:t>
            </a:r>
          </a:p>
          <a:p>
            <a:pPr marL="285750" indent="-285750" fontAlgn="auto">
              <a:spcBef>
                <a:spcPts val="0"/>
              </a:spcBef>
              <a:spcAft>
                <a:spcPts val="0"/>
              </a:spcAft>
              <a:buFontTx/>
              <a:buChar char="-"/>
              <a:defRPr/>
            </a:pPr>
            <a:r>
              <a:rPr lang="en-US" sz="2400">
                <a:solidFill>
                  <a:srgbClr val="0000FF"/>
                </a:solidFill>
                <a:latin typeface="Times New Roman"/>
                <a:cs typeface="Times New Roman"/>
              </a:rPr>
              <a:t>Mối quan hệ phát triễn</a:t>
            </a:r>
          </a:p>
          <a:p>
            <a:pPr marL="285750" indent="-285750" fontAlgn="auto">
              <a:spcBef>
                <a:spcPts val="0"/>
              </a:spcBef>
              <a:spcAft>
                <a:spcPts val="0"/>
              </a:spcAft>
              <a:buFontTx/>
              <a:buChar char="-"/>
              <a:defRPr/>
            </a:pPr>
            <a:r>
              <a:rPr lang="en-US" sz="2400">
                <a:solidFill>
                  <a:srgbClr val="0000FF"/>
                </a:solidFill>
                <a:latin typeface="Times New Roman"/>
                <a:cs typeface="Times New Roman"/>
              </a:rPr>
              <a:t>Được cập nhật kiến thức.</a:t>
            </a:r>
          </a:p>
          <a:p>
            <a:pPr marL="285750" indent="-285750" fontAlgn="auto">
              <a:spcBef>
                <a:spcPts val="0"/>
              </a:spcBef>
              <a:spcAft>
                <a:spcPts val="0"/>
              </a:spcAft>
              <a:buFontTx/>
              <a:buChar char="-"/>
              <a:defRPr/>
            </a:pPr>
            <a:r>
              <a:rPr lang="en-US" sz="2400">
                <a:solidFill>
                  <a:srgbClr val="0000FF"/>
                </a:solidFill>
                <a:latin typeface="Times New Roman"/>
                <a:cs typeface="Times New Roman"/>
              </a:rPr>
              <a:t>Được tài trợ học tập</a:t>
            </a:r>
          </a:p>
        </p:txBody>
      </p:sp>
      <p:sp>
        <p:nvSpPr>
          <p:cNvPr id="12" name="Snip Diagonal Corner Rectangle 11"/>
          <p:cNvSpPr/>
          <p:nvPr/>
        </p:nvSpPr>
        <p:spPr>
          <a:xfrm>
            <a:off x="6154738" y="984250"/>
            <a:ext cx="2633662" cy="496888"/>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SALE</a:t>
            </a:r>
          </a:p>
        </p:txBody>
      </p:sp>
      <p:sp>
        <p:nvSpPr>
          <p:cNvPr id="13" name="Rounded Rectangle 12"/>
          <p:cNvSpPr/>
          <p:nvPr/>
        </p:nvSpPr>
        <p:spPr>
          <a:xfrm>
            <a:off x="6154738" y="1795463"/>
            <a:ext cx="2633662" cy="467995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marL="285750" indent="-285750" fontAlgn="auto">
              <a:spcBef>
                <a:spcPts val="0"/>
              </a:spcBef>
              <a:spcAft>
                <a:spcPts val="0"/>
              </a:spcAft>
              <a:buFontTx/>
              <a:buChar char="-"/>
              <a:defRPr/>
            </a:pPr>
            <a:r>
              <a:rPr lang="en-US" sz="2400">
                <a:solidFill>
                  <a:srgbClr val="0000FF"/>
                </a:solidFill>
                <a:latin typeface="Times New Roman"/>
                <a:cs typeface="Times New Roman"/>
              </a:rPr>
              <a:t>Hưởng hoa hồng bán hàng.</a:t>
            </a:r>
          </a:p>
          <a:p>
            <a:pPr marL="285750" indent="-285750" fontAlgn="auto">
              <a:spcBef>
                <a:spcPts val="0"/>
              </a:spcBef>
              <a:spcAft>
                <a:spcPts val="0"/>
              </a:spcAft>
              <a:buFontTx/>
              <a:buChar char="-"/>
              <a:defRPr/>
            </a:pPr>
            <a:r>
              <a:rPr lang="en-US" sz="2400">
                <a:solidFill>
                  <a:srgbClr val="0000FF"/>
                </a:solidFill>
                <a:latin typeface="Times New Roman"/>
                <a:cs typeface="Times New Roman"/>
              </a:rPr>
              <a:t>Mối quan hệ phát triễn tốt.</a:t>
            </a:r>
          </a:p>
        </p:txBody>
      </p:sp>
    </p:spTree>
    <p:extLst>
      <p:ext uri="{BB962C8B-B14F-4D97-AF65-F5344CB8AC3E}">
        <p14:creationId xmlns:p14="http://schemas.microsoft.com/office/powerpoint/2010/main" val="26597807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Scale>
                                      <p:cBhvr>
                                        <p:cTn id="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
                                        </p:tgtEl>
                                        <p:attrNameLst>
                                          <p:attrName>ppt_x</p:attrName>
                                          <p:attrName>ppt_y</p:attrName>
                                        </p:attrNameLst>
                                      </p:cBhvr>
                                    </p:animMotion>
                                    <p:animEffect transition="in" filter="fade">
                                      <p:cBhvr>
                                        <p:cTn id="9" dur="1000"/>
                                        <p:tgtEl>
                                          <p:spTgt spid="4"/>
                                        </p:tgtEl>
                                      </p:cBhvr>
                                    </p:animEffect>
                                  </p:childTnLst>
                                </p:cTn>
                              </p:par>
                              <p:par>
                                <p:cTn id="10" presetID="52" presetClass="entr" presetSubtype="0"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Scale>
                                      <p:cBhvr>
                                        <p:cTn id="12" dur="1000" decel="50000" fill="hold">
                                          <p:stCondLst>
                                            <p:cond delay="0"/>
                                          </p:stCondLst>
                                        </p:cTn>
                                        <p:tgtEl>
                                          <p:spTgt spid="3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30"/>
                                        </p:tgtEl>
                                        <p:attrNameLst>
                                          <p:attrName>ppt_x</p:attrName>
                                          <p:attrName>ppt_y</p:attrName>
                                        </p:attrNameLst>
                                      </p:cBhvr>
                                    </p:animMotion>
                                    <p:animEffect transition="in" filter="fade">
                                      <p:cBhvr>
                                        <p:cTn id="14" dur="1000"/>
                                        <p:tgtEl>
                                          <p:spTgt spid="3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3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800" decel="100000"/>
                                        <p:tgtEl>
                                          <p:spTgt spid="10"/>
                                        </p:tgtEl>
                                      </p:cBhvr>
                                    </p:animEffect>
                                    <p:anim calcmode="lin" valueType="num">
                                      <p:cBhvr>
                                        <p:cTn id="20" dur="800" decel="100000" fill="hold"/>
                                        <p:tgtEl>
                                          <p:spTgt spid="10"/>
                                        </p:tgtEl>
                                        <p:attrNameLst>
                                          <p:attrName>style.rotation</p:attrName>
                                        </p:attrNameLst>
                                      </p:cBhvr>
                                      <p:tavLst>
                                        <p:tav tm="0">
                                          <p:val>
                                            <p:fltVal val="-90"/>
                                          </p:val>
                                        </p:tav>
                                        <p:tav tm="100000">
                                          <p:val>
                                            <p:fltVal val="0"/>
                                          </p:val>
                                        </p:tav>
                                      </p:tavLst>
                                    </p:anim>
                                    <p:anim calcmode="lin" valueType="num">
                                      <p:cBhvr>
                                        <p:cTn id="21" dur="800" decel="100000" fill="hold"/>
                                        <p:tgtEl>
                                          <p:spTgt spid="10"/>
                                        </p:tgtEl>
                                        <p:attrNameLst>
                                          <p:attrName>ppt_x</p:attrName>
                                        </p:attrNameLst>
                                      </p:cBhvr>
                                      <p:tavLst>
                                        <p:tav tm="0">
                                          <p:val>
                                            <p:strVal val="#ppt_x+0.4"/>
                                          </p:val>
                                        </p:tav>
                                        <p:tav tm="100000">
                                          <p:val>
                                            <p:strVal val="#ppt_x-0.05"/>
                                          </p:val>
                                        </p:tav>
                                      </p:tavLst>
                                    </p:anim>
                                    <p:anim calcmode="lin" valueType="num">
                                      <p:cBhvr>
                                        <p:cTn id="22" dur="800" decel="100000" fill="hold"/>
                                        <p:tgtEl>
                                          <p:spTgt spid="10"/>
                                        </p:tgtEl>
                                        <p:attrNameLst>
                                          <p:attrName>ppt_y</p:attrName>
                                        </p:attrNameLst>
                                      </p:cBhvr>
                                      <p:tavLst>
                                        <p:tav tm="0">
                                          <p:val>
                                            <p:strVal val="#ppt_y-0.4"/>
                                          </p:val>
                                        </p:tav>
                                        <p:tav tm="100000">
                                          <p:val>
                                            <p:strVal val="#ppt_y+0.1"/>
                                          </p:val>
                                        </p:tav>
                                      </p:tavLst>
                                    </p:anim>
                                    <p:anim calcmode="lin" valueType="num">
                                      <p:cBhvr>
                                        <p:cTn id="23" dur="200" accel="100000" fill="hold">
                                          <p:stCondLst>
                                            <p:cond delay="800"/>
                                          </p:stCondLst>
                                        </p:cTn>
                                        <p:tgtEl>
                                          <p:spTgt spid="10"/>
                                        </p:tgtEl>
                                        <p:attrNameLst>
                                          <p:attrName>ppt_x</p:attrName>
                                        </p:attrNameLst>
                                      </p:cBhvr>
                                      <p:tavLst>
                                        <p:tav tm="0">
                                          <p:val>
                                            <p:strVal val="#ppt_x-0.05"/>
                                          </p:val>
                                        </p:tav>
                                        <p:tav tm="100000">
                                          <p:val>
                                            <p:strVal val="#ppt_x"/>
                                          </p:val>
                                        </p:tav>
                                      </p:tavLst>
                                    </p:anim>
                                    <p:anim calcmode="lin" valueType="num">
                                      <p:cBhvr>
                                        <p:cTn id="24" dur="200" accel="100000" fill="hold">
                                          <p:stCondLst>
                                            <p:cond delay="800"/>
                                          </p:stCondLst>
                                        </p:cTn>
                                        <p:tgtEl>
                                          <p:spTgt spid="10"/>
                                        </p:tgtEl>
                                        <p:attrNameLst>
                                          <p:attrName>ppt_y</p:attrName>
                                        </p:attrNameLst>
                                      </p:cBhvr>
                                      <p:tavLst>
                                        <p:tav tm="0">
                                          <p:val>
                                            <p:strVal val="#ppt_y+0.1"/>
                                          </p:val>
                                        </p:tav>
                                        <p:tav tm="100000">
                                          <p:val>
                                            <p:strVal val="#ppt_y"/>
                                          </p:val>
                                        </p:tav>
                                      </p:tavLst>
                                    </p:anim>
                                  </p:childTnLst>
                                </p:cTn>
                              </p:par>
                              <p:par>
                                <p:cTn id="25" presetID="3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800" decel="100000"/>
                                        <p:tgtEl>
                                          <p:spTgt spid="11"/>
                                        </p:tgtEl>
                                      </p:cBhvr>
                                    </p:animEffect>
                                    <p:anim calcmode="lin" valueType="num">
                                      <p:cBhvr>
                                        <p:cTn id="28" dur="800" decel="100000" fill="hold"/>
                                        <p:tgtEl>
                                          <p:spTgt spid="11"/>
                                        </p:tgtEl>
                                        <p:attrNameLst>
                                          <p:attrName>style.rotation</p:attrName>
                                        </p:attrNameLst>
                                      </p:cBhvr>
                                      <p:tavLst>
                                        <p:tav tm="0">
                                          <p:val>
                                            <p:fltVal val="-90"/>
                                          </p:val>
                                        </p:tav>
                                        <p:tav tm="100000">
                                          <p:val>
                                            <p:fltVal val="0"/>
                                          </p:val>
                                        </p:tav>
                                      </p:tavLst>
                                    </p:anim>
                                    <p:anim calcmode="lin" valueType="num">
                                      <p:cBhvr>
                                        <p:cTn id="29" dur="800" decel="100000" fill="hold"/>
                                        <p:tgtEl>
                                          <p:spTgt spid="11"/>
                                        </p:tgtEl>
                                        <p:attrNameLst>
                                          <p:attrName>ppt_x</p:attrName>
                                        </p:attrNameLst>
                                      </p:cBhvr>
                                      <p:tavLst>
                                        <p:tav tm="0">
                                          <p:val>
                                            <p:strVal val="#ppt_x+0.4"/>
                                          </p:val>
                                        </p:tav>
                                        <p:tav tm="100000">
                                          <p:val>
                                            <p:strVal val="#ppt_x-0.05"/>
                                          </p:val>
                                        </p:tav>
                                      </p:tavLst>
                                    </p:anim>
                                    <p:anim calcmode="lin" valueType="num">
                                      <p:cBhvr>
                                        <p:cTn id="30" dur="800" decel="100000" fill="hold"/>
                                        <p:tgtEl>
                                          <p:spTgt spid="11"/>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9" presetClass="entr" presetSubtype="1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2000" fill="hold"/>
                                        <p:tgtEl>
                                          <p:spTgt spid="12"/>
                                        </p:tgtEl>
                                        <p:attrNameLst>
                                          <p:attrName>ppt_w</p:attrName>
                                        </p:attrNameLst>
                                      </p:cBhvr>
                                      <p:tavLst>
                                        <p:tav tm="0" fmla="#ppt_w*sin(2.5*pi*$)">
                                          <p:val>
                                            <p:fltVal val="0"/>
                                          </p:val>
                                        </p:tav>
                                        <p:tav tm="100000">
                                          <p:val>
                                            <p:fltVal val="1"/>
                                          </p:val>
                                        </p:tav>
                                      </p:tavLst>
                                    </p:anim>
                                    <p:anim calcmode="lin" valueType="num">
                                      <p:cBhvr>
                                        <p:cTn id="38" dur="2000" fill="hold"/>
                                        <p:tgtEl>
                                          <p:spTgt spid="12"/>
                                        </p:tgtEl>
                                        <p:attrNameLst>
                                          <p:attrName>ppt_h</p:attrName>
                                        </p:attrNameLst>
                                      </p:cBhvr>
                                      <p:tavLst>
                                        <p:tav tm="0">
                                          <p:val>
                                            <p:strVal val="#ppt_h"/>
                                          </p:val>
                                        </p:tav>
                                        <p:tav tm="100000">
                                          <p:val>
                                            <p:strVal val="#ppt_h"/>
                                          </p:val>
                                        </p:tav>
                                      </p:tavLst>
                                    </p:anim>
                                  </p:childTnLst>
                                </p:cTn>
                              </p:par>
                              <p:par>
                                <p:cTn id="39" presetID="19" presetClass="entr" presetSubtype="1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2000" fill="hold"/>
                                        <p:tgtEl>
                                          <p:spTgt spid="13"/>
                                        </p:tgtEl>
                                        <p:attrNameLst>
                                          <p:attrName>ppt_w</p:attrName>
                                        </p:attrNameLst>
                                      </p:cBhvr>
                                      <p:tavLst>
                                        <p:tav tm="0" fmla="#ppt_w*sin(2.5*pi*$)">
                                          <p:val>
                                            <p:fltVal val="0"/>
                                          </p:val>
                                        </p:tav>
                                        <p:tav tm="100000">
                                          <p:val>
                                            <p:fltVal val="1"/>
                                          </p:val>
                                        </p:tav>
                                      </p:tavLst>
                                    </p:anim>
                                    <p:anim calcmode="lin" valueType="num">
                                      <p:cBhvr>
                                        <p:cTn id="42" dur="20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4" grpId="0" animBg="1"/>
      <p:bldP spid="10" grpId="0" animBg="1"/>
      <p:bldP spid="11" grpId="0" animBg="1"/>
      <p:bldP spid="12"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nip Diagonal Corner Rectangle 1"/>
          <p:cNvSpPr/>
          <p:nvPr/>
        </p:nvSpPr>
        <p:spPr>
          <a:xfrm>
            <a:off x="5646738" y="55563"/>
            <a:ext cx="3386137" cy="496887"/>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400">
                <a:solidFill>
                  <a:srgbClr val="0000FF"/>
                </a:solidFill>
                <a:latin typeface="Times New Roman"/>
                <a:cs typeface="Times New Roman"/>
              </a:rPr>
              <a:t>Kỹ Năng – Kiến Thức</a:t>
            </a:r>
          </a:p>
        </p:txBody>
      </p:sp>
      <p:sp>
        <p:nvSpPr>
          <p:cNvPr id="3" name="Snip Diagonal Corner Rectangle 2"/>
          <p:cNvSpPr/>
          <p:nvPr/>
        </p:nvSpPr>
        <p:spPr>
          <a:xfrm>
            <a:off x="3471863" y="1128713"/>
            <a:ext cx="2466975" cy="1184275"/>
          </a:xfrm>
          <a:prstGeom prst="snip2Diag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2800">
                <a:solidFill>
                  <a:srgbClr val="0000FF"/>
                </a:solidFill>
                <a:latin typeface="Times New Roman"/>
                <a:cs typeface="Times New Roman"/>
              </a:rPr>
              <a:t>PROVIDER</a:t>
            </a:r>
          </a:p>
        </p:txBody>
      </p:sp>
      <p:sp>
        <p:nvSpPr>
          <p:cNvPr id="4" name="Round Same Side Corner Rectangle 3"/>
          <p:cNvSpPr/>
          <p:nvPr/>
        </p:nvSpPr>
        <p:spPr>
          <a:xfrm>
            <a:off x="3127375" y="2581275"/>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A9CBEF"/>
                </a:solidFill>
                <a:latin typeface="Times New Roman"/>
                <a:cs typeface="Times New Roman"/>
              </a:rPr>
              <a:t>Internet Service Provider – ISP</a:t>
            </a:r>
          </a:p>
        </p:txBody>
      </p:sp>
      <p:sp>
        <p:nvSpPr>
          <p:cNvPr id="5" name="Round Same Side Corner Rectangle 4"/>
          <p:cNvSpPr/>
          <p:nvPr/>
        </p:nvSpPr>
        <p:spPr>
          <a:xfrm>
            <a:off x="3127375" y="3525838"/>
            <a:ext cx="3251200" cy="785812"/>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A9CBEF"/>
                </a:solidFill>
                <a:latin typeface="Times New Roman"/>
                <a:cs typeface="Times New Roman"/>
              </a:rPr>
              <a:t>System Intergared - SI</a:t>
            </a:r>
          </a:p>
        </p:txBody>
      </p:sp>
      <p:sp>
        <p:nvSpPr>
          <p:cNvPr id="6" name="Round Same Side Corner Rectangle 5"/>
          <p:cNvSpPr/>
          <p:nvPr/>
        </p:nvSpPr>
        <p:spPr>
          <a:xfrm>
            <a:off x="3127375" y="4467225"/>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A9CBEF"/>
                </a:solidFill>
                <a:latin typeface="Times New Roman"/>
                <a:cs typeface="Times New Roman"/>
              </a:rPr>
              <a:t>Vender</a:t>
            </a:r>
          </a:p>
        </p:txBody>
      </p:sp>
      <p:sp>
        <p:nvSpPr>
          <p:cNvPr id="7" name="Round Same Side Corner Rectangle 6"/>
          <p:cNvSpPr/>
          <p:nvPr/>
        </p:nvSpPr>
        <p:spPr>
          <a:xfrm>
            <a:off x="3132138" y="5353050"/>
            <a:ext cx="3251200"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IT Outsouring Services</a:t>
            </a:r>
          </a:p>
        </p:txBody>
      </p:sp>
    </p:spTree>
    <p:extLst>
      <p:ext uri="{BB962C8B-B14F-4D97-AF65-F5344CB8AC3E}">
        <p14:creationId xmlns:p14="http://schemas.microsoft.com/office/powerpoint/2010/main" val="3779508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 Same Side Corner Rectangle 4"/>
          <p:cNvSpPr/>
          <p:nvPr/>
        </p:nvSpPr>
        <p:spPr>
          <a:xfrm>
            <a:off x="882650" y="1266825"/>
            <a:ext cx="1806575" cy="400050"/>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Networking</a:t>
            </a:r>
          </a:p>
        </p:txBody>
      </p:sp>
      <p:sp>
        <p:nvSpPr>
          <p:cNvPr id="6" name="Round Same Side Corner Rectangle 5"/>
          <p:cNvSpPr/>
          <p:nvPr/>
        </p:nvSpPr>
        <p:spPr>
          <a:xfrm>
            <a:off x="3530600" y="1277938"/>
            <a:ext cx="1806575" cy="400050"/>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System</a:t>
            </a:r>
          </a:p>
        </p:txBody>
      </p:sp>
      <p:sp>
        <p:nvSpPr>
          <p:cNvPr id="7" name="Round Same Side Corner Rectangle 6"/>
          <p:cNvSpPr/>
          <p:nvPr/>
        </p:nvSpPr>
        <p:spPr>
          <a:xfrm>
            <a:off x="6446838" y="1300163"/>
            <a:ext cx="1806575" cy="400050"/>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Security</a:t>
            </a:r>
          </a:p>
        </p:txBody>
      </p:sp>
      <p:sp>
        <p:nvSpPr>
          <p:cNvPr id="8" name="Round Same Side Corner Rectangle 7"/>
          <p:cNvSpPr/>
          <p:nvPr/>
        </p:nvSpPr>
        <p:spPr>
          <a:xfrm>
            <a:off x="3076575" y="5826125"/>
            <a:ext cx="2466975" cy="660400"/>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IT HELPER</a:t>
            </a:r>
          </a:p>
        </p:txBody>
      </p:sp>
      <p:sp>
        <p:nvSpPr>
          <p:cNvPr id="28" name="Round Same Side Corner Rectangle 27"/>
          <p:cNvSpPr/>
          <p:nvPr/>
        </p:nvSpPr>
        <p:spPr>
          <a:xfrm>
            <a:off x="123825" y="69850"/>
            <a:ext cx="3252788" cy="785813"/>
          </a:xfrm>
          <a:prstGeom prst="round2SameRect">
            <a:avLst/>
          </a:prstGeom>
          <a:solidFill>
            <a:srgbClr val="FFFFFF"/>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a:solidFill>
                  <a:srgbClr val="0000FF"/>
                </a:solidFill>
                <a:latin typeface="Times New Roman"/>
                <a:cs typeface="Times New Roman"/>
              </a:rPr>
              <a:t>IT Outsouring Services</a:t>
            </a:r>
          </a:p>
        </p:txBody>
      </p:sp>
      <p:pic>
        <p:nvPicPr>
          <p:cNvPr id="30" name="Picture 2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82850" y="2149475"/>
            <a:ext cx="3694113" cy="355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4386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xit" presetSubtype="10" fill="hold" grpId="0" nodeType="with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6"/>
                                        </p:tgtEl>
                                      </p:cBhvr>
                                    </p:animEffect>
                                    <p:set>
                                      <p:cBhvr>
                                        <p:cTn id="10" dur="1" fill="hold">
                                          <p:stCondLst>
                                            <p:cond delay="499"/>
                                          </p:stCondLst>
                                        </p:cTn>
                                        <p:tgtEl>
                                          <p:spTgt spid="6"/>
                                        </p:tgtEl>
                                        <p:attrNameLst>
                                          <p:attrName>style.visibility</p:attrName>
                                        </p:attrNameLst>
                                      </p:cBhvr>
                                      <p:to>
                                        <p:strVal val="hidden"/>
                                      </p:to>
                                    </p:set>
                                  </p:childTnLst>
                                </p:cTn>
                              </p:par>
                              <p:par>
                                <p:cTn id="11" presetID="14" presetClass="exit" presetSubtype="10" fill="hold" grpId="0" nodeType="withEffect">
                                  <p:stCondLst>
                                    <p:cond delay="0"/>
                                  </p:stCondLst>
                                  <p:childTnLst>
                                    <p:animEffect transition="out" filter="randombar(horizontal)">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par>
                                <p:cTn id="14" presetID="14" presetClass="exit" presetSubtype="10" fill="hold" grpId="0" nodeType="withEffect">
                                  <p:stCondLst>
                                    <p:cond delay="0"/>
                                  </p:stCondLst>
                                  <p:childTnLst>
                                    <p:animEffect transition="out" filter="randombar(horizontal)">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1" presetClass="entr" presetSubtype="1"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heel(1)">
                                      <p:cBhvr>
                                        <p:cTn id="21"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381000" y="2438400"/>
            <a:ext cx="8610600" cy="4114800"/>
          </a:xfrm>
        </p:spPr>
        <p:txBody>
          <a:bodyPr/>
          <a:lstStyle/>
          <a:p>
            <a:pPr marL="0" indent="0" algn="ctr">
              <a:buNone/>
            </a:pPr>
            <a:r>
              <a:rPr lang="en-US" sz="6400" dirty="0"/>
              <a:t>5 </a:t>
            </a:r>
            <a:r>
              <a:rPr lang="en-US" sz="6400" dirty="0" err="1"/>
              <a:t>lý</a:t>
            </a:r>
            <a:r>
              <a:rPr lang="en-US" sz="6400" dirty="0"/>
              <a:t> do </a:t>
            </a:r>
            <a:r>
              <a:rPr lang="en-US" sz="6400" dirty="0" err="1"/>
              <a:t>nên</a:t>
            </a:r>
            <a:r>
              <a:rPr lang="en-US" sz="6400" dirty="0"/>
              <a:t> </a:t>
            </a:r>
            <a:r>
              <a:rPr lang="en-US" sz="6400" dirty="0" err="1"/>
              <a:t>chọn</a:t>
            </a:r>
            <a:r>
              <a:rPr lang="en-US" sz="6400" dirty="0"/>
              <a:t> </a:t>
            </a:r>
            <a:r>
              <a:rPr lang="en-US" sz="6400" dirty="0" err="1"/>
              <a:t>ngành</a:t>
            </a:r>
            <a:r>
              <a:rPr lang="en-US" sz="6400" dirty="0"/>
              <a:t> </a:t>
            </a:r>
            <a:r>
              <a:rPr lang="en-US" sz="6400" dirty="0" err="1"/>
              <a:t>mạng</a:t>
            </a:r>
            <a:endParaRPr lang="en-US" sz="6400" dirty="0"/>
          </a:p>
        </p:txBody>
      </p:sp>
    </p:spTree>
    <p:extLst>
      <p:ext uri="{BB962C8B-B14F-4D97-AF65-F5344CB8AC3E}">
        <p14:creationId xmlns:p14="http://schemas.microsoft.com/office/powerpoint/2010/main" val="77600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Không</a:t>
            </a:r>
            <a:r>
              <a:rPr lang="en-US" dirty="0"/>
              <a:t> </a:t>
            </a:r>
            <a:r>
              <a:rPr lang="en-US" dirty="0" err="1"/>
              <a:t>ngừng</a:t>
            </a:r>
            <a:r>
              <a:rPr lang="en-US" dirty="0"/>
              <a:t> </a:t>
            </a:r>
            <a:r>
              <a:rPr lang="en-US" dirty="0" err="1"/>
              <a:t>học</a:t>
            </a:r>
            <a:r>
              <a:rPr lang="en-US" dirty="0"/>
              <a:t> </a:t>
            </a:r>
            <a:r>
              <a:rPr lang="en-US" dirty="0" err="1"/>
              <a:t>hỏi</a:t>
            </a:r>
            <a:r>
              <a:rPr lang="en-US" dirty="0"/>
              <a:t> </a:t>
            </a:r>
          </a:p>
        </p:txBody>
      </p:sp>
      <p:sp>
        <p:nvSpPr>
          <p:cNvPr id="3" name="Content Placeholder 2"/>
          <p:cNvSpPr>
            <a:spLocks noGrp="1"/>
          </p:cNvSpPr>
          <p:nvPr>
            <p:ph idx="1"/>
          </p:nvPr>
        </p:nvSpPr>
        <p:spPr/>
        <p:txBody>
          <a:bodyPr/>
          <a:lstStyle/>
          <a:p>
            <a:pPr algn="just"/>
            <a:r>
              <a:rPr lang="en-US" dirty="0"/>
              <a:t>T</a:t>
            </a:r>
            <a:r>
              <a:rPr lang="vi-VN" dirty="0"/>
              <a:t>rong thực tế thì không có hệ thống mạng của công ty nào giống hệ thống mạng của công ty nào và hầu hết các hệ thống mạng của các công ty được xây dựng trong một thời gian dài. </a:t>
            </a:r>
            <a:endParaRPr lang="en-US" dirty="0"/>
          </a:p>
          <a:p>
            <a:pPr algn="just"/>
            <a:r>
              <a:rPr lang="vi-VN" b="1" dirty="0"/>
              <a:t>Điều này có nghĩa là hầu hết các chi tiết cụ thể của một công việc cụ thể sẽ được đào tạo tại chỗ</a:t>
            </a:r>
            <a:endParaRPr lang="en-US" dirty="0"/>
          </a:p>
        </p:txBody>
      </p:sp>
    </p:spTree>
    <p:extLst>
      <p:ext uri="{BB962C8B-B14F-4D97-AF65-F5344CB8AC3E}">
        <p14:creationId xmlns:p14="http://schemas.microsoft.com/office/powerpoint/2010/main" val="155631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http://hsu.edu.vn/userdata/posts/7/quan-tri-e6b2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0125" y="-14748"/>
            <a:ext cx="4333875" cy="32004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pcworld.com.vn/files/articles/2011/1227252/dao-tao-hai-quan-r-1-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5" y="3077571"/>
            <a:ext cx="4838240" cy="37804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tuyensinhtrungcap.vn/wp-content/uploads/2015/10/nghe-cntt.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15" y="-21230"/>
            <a:ext cx="4838240" cy="309880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ispace.edu.vn/Editor/assets/Hinh_anh_hoat_dong/16%20OK%20DSC_1039.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0125" y="3188111"/>
            <a:ext cx="4309293" cy="3669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6570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Nhu</a:t>
            </a:r>
            <a:r>
              <a:rPr lang="en-US" dirty="0"/>
              <a:t> </a:t>
            </a:r>
            <a:r>
              <a:rPr lang="en-US" dirty="0" err="1"/>
              <a:t>cầu</a:t>
            </a:r>
            <a:r>
              <a:rPr lang="en-US" dirty="0"/>
              <a:t> </a:t>
            </a:r>
            <a:r>
              <a:rPr lang="en-US" dirty="0" err="1"/>
              <a:t>tuyển</a:t>
            </a:r>
            <a:r>
              <a:rPr lang="en-US" dirty="0"/>
              <a:t> </a:t>
            </a:r>
            <a:r>
              <a:rPr lang="en-US" dirty="0" err="1"/>
              <a:t>dụng</a:t>
            </a:r>
            <a:r>
              <a:rPr lang="en-US" dirty="0"/>
              <a:t> </a:t>
            </a:r>
            <a:r>
              <a:rPr lang="en-US" dirty="0" err="1"/>
              <a:t>không</a:t>
            </a:r>
            <a:r>
              <a:rPr lang="en-US" dirty="0"/>
              <a:t> </a:t>
            </a:r>
            <a:r>
              <a:rPr lang="en-US" dirty="0" err="1"/>
              <a:t>ngừng</a:t>
            </a:r>
            <a:r>
              <a:rPr lang="en-US" dirty="0"/>
              <a:t> </a:t>
            </a:r>
            <a:r>
              <a:rPr lang="en-US" dirty="0" err="1"/>
              <a:t>phát</a:t>
            </a:r>
            <a:r>
              <a:rPr lang="en-US" dirty="0"/>
              <a:t> </a:t>
            </a:r>
            <a:r>
              <a:rPr lang="en-US" dirty="0" err="1"/>
              <a:t>triển</a:t>
            </a:r>
            <a:endParaRPr lang="en-US" dirty="0"/>
          </a:p>
        </p:txBody>
      </p:sp>
      <p:sp>
        <p:nvSpPr>
          <p:cNvPr id="3" name="Content Placeholder 2"/>
          <p:cNvSpPr>
            <a:spLocks noGrp="1"/>
          </p:cNvSpPr>
          <p:nvPr>
            <p:ph idx="1"/>
          </p:nvPr>
        </p:nvSpPr>
        <p:spPr/>
        <p:txBody>
          <a:bodyPr/>
          <a:lstStyle/>
          <a:p>
            <a:pPr algn="just"/>
            <a:r>
              <a:rPr lang="en-US" dirty="0"/>
              <a:t>Q</a:t>
            </a:r>
            <a:r>
              <a:rPr lang="vi-VN" dirty="0"/>
              <a:t>uản trị mạng là một phần cần thiết, không thể thiếu của bất kỳ công ty lớn nào, có nghĩa là tỷ lệ tuyển dụng của họ là đang trên đà phát triển, thậm chí vẩn phát triển trong suốt cuộc suy thoái toàn cầu</a:t>
            </a:r>
            <a:endParaRPr lang="en-US" dirty="0"/>
          </a:p>
        </p:txBody>
      </p:sp>
    </p:spTree>
    <p:extLst>
      <p:ext uri="{BB962C8B-B14F-4D97-AF65-F5344CB8AC3E}">
        <p14:creationId xmlns:p14="http://schemas.microsoft.com/office/powerpoint/2010/main" val="280205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AutoShape 2" descr="Kết quả hình ảnh cho tuyển nhân viên quản trị mạ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Kết quả hình ảnh cho tuyển nhân viên quản trị mạ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Kết quả hình ảnh cho tuyển nhân viên quản trị mạ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488" name="Picture 8" descr="http://icaredn.com.vn/wp-content/uploads/2015/06/qtm1n.fw_.pn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23890"/>
            <a:ext cx="9144000" cy="3581710"/>
          </a:xfrm>
          <a:prstGeom prst="rect">
            <a:avLst/>
          </a:prstGeom>
          <a:noFill/>
          <a:extLst>
            <a:ext uri="{909E8E84-426E-40DD-AFC4-6F175D3DCCD1}">
              <a14:hiddenFill xmlns:a14="http://schemas.microsoft.com/office/drawing/2010/main">
                <a:solidFill>
                  <a:srgbClr val="FFFFFF"/>
                </a:solidFill>
              </a14:hiddenFill>
            </a:ext>
          </a:extLst>
        </p:spPr>
      </p:pic>
      <p:pic>
        <p:nvPicPr>
          <p:cNvPr id="20490" name="Picture 10" descr="https://gamebank.vn/kql/file/1123_giao-dich-tp-quan-trimang.pn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4000" cy="3123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933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Ngành</a:t>
            </a:r>
            <a:r>
              <a:rPr lang="en-US" dirty="0"/>
              <a:t> </a:t>
            </a:r>
            <a:r>
              <a:rPr lang="en-US" dirty="0" err="1"/>
              <a:t>bắt</a:t>
            </a:r>
            <a:r>
              <a:rPr lang="en-US" dirty="0"/>
              <a:t> </a:t>
            </a:r>
            <a:r>
              <a:rPr lang="en-US" dirty="0" err="1"/>
              <a:t>buộc</a:t>
            </a:r>
            <a:r>
              <a:rPr lang="en-US" dirty="0"/>
              <a:t> </a:t>
            </a:r>
            <a:r>
              <a:rPr lang="en-US" dirty="0" err="1"/>
              <a:t>phải</a:t>
            </a:r>
            <a:r>
              <a:rPr lang="en-US" dirty="0"/>
              <a:t> </a:t>
            </a:r>
            <a:r>
              <a:rPr lang="en-US" dirty="0" err="1"/>
              <a:t>có</a:t>
            </a:r>
            <a:r>
              <a:rPr lang="en-US" dirty="0"/>
              <a:t> </a:t>
            </a:r>
            <a:r>
              <a:rPr lang="en-US" dirty="0" err="1"/>
              <a:t>trong</a:t>
            </a:r>
            <a:r>
              <a:rPr lang="en-US" dirty="0"/>
              <a:t> </a:t>
            </a:r>
            <a:r>
              <a:rPr lang="en-US" dirty="0" err="1"/>
              <a:t>tất</a:t>
            </a:r>
            <a:r>
              <a:rPr lang="en-US" dirty="0"/>
              <a:t> </a:t>
            </a:r>
            <a:r>
              <a:rPr lang="en-US" dirty="0" err="1"/>
              <a:t>cả</a:t>
            </a:r>
            <a:r>
              <a:rPr lang="en-US" dirty="0"/>
              <a:t> </a:t>
            </a:r>
            <a:r>
              <a:rPr lang="en-US" dirty="0" err="1"/>
              <a:t>ngành</a:t>
            </a:r>
            <a:r>
              <a:rPr lang="en-US" dirty="0"/>
              <a:t> </a:t>
            </a:r>
            <a:r>
              <a:rPr lang="en-US" dirty="0" err="1"/>
              <a:t>công</a:t>
            </a:r>
            <a:r>
              <a:rPr lang="en-US" dirty="0"/>
              <a:t> </a:t>
            </a:r>
            <a:r>
              <a:rPr lang="en-US" dirty="0" err="1"/>
              <a:t>nghiệp</a:t>
            </a:r>
            <a:endParaRPr lang="en-US" dirty="0"/>
          </a:p>
        </p:txBody>
      </p:sp>
      <p:sp>
        <p:nvSpPr>
          <p:cNvPr id="3" name="Content Placeholder 2"/>
          <p:cNvSpPr>
            <a:spLocks noGrp="1"/>
          </p:cNvSpPr>
          <p:nvPr>
            <p:ph idx="1"/>
          </p:nvPr>
        </p:nvSpPr>
        <p:spPr/>
        <p:txBody>
          <a:bodyPr/>
          <a:lstStyle/>
          <a:p>
            <a:pPr algn="just"/>
            <a:r>
              <a:rPr lang="vi-VN" dirty="0"/>
              <a:t>Cho dù các doanh nghiệp đang hoạt động trong  lĩnh vưc khác nhau như: kinh doanh, sản xuất hay các dịch vụ ăn uống,khoa học hay thậm chí là các hoạt động phi lợi nhuận thì Mạng là không thể thiếu cho hoạt động của hầu hết các doanh nghiệp lớn.</a:t>
            </a:r>
            <a:endParaRPr lang="en-US" dirty="0"/>
          </a:p>
          <a:p>
            <a:pPr algn="just"/>
            <a:r>
              <a:rPr lang="vi-VN" dirty="0"/>
              <a:t>Điều đó có nghĩa là: </a:t>
            </a:r>
            <a:r>
              <a:rPr lang="vi-VN" b="1" dirty="0"/>
              <a:t>một khi bạn đã chứng minh mình là một quản trị viên đáng tin cậy thì bạn có thể tham gia bất cứ hình thức kinh doanh nào mà bạn quan tâm. </a:t>
            </a:r>
            <a:endParaRPr lang="en-US" dirty="0"/>
          </a:p>
        </p:txBody>
      </p:sp>
    </p:spTree>
    <p:extLst>
      <p:ext uri="{BB962C8B-B14F-4D97-AF65-F5344CB8AC3E}">
        <p14:creationId xmlns:p14="http://schemas.microsoft.com/office/powerpoint/2010/main" val="1419639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1506" name="Picture 2" descr="http://beta.baodansinh.vn/Images/2015/06/11/nguyensiupv/facebook.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8" y="29497"/>
            <a:ext cx="4750020" cy="2826263"/>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static.b2bmarketing.net/sites/default/files/u33996/Internet-Marketing.jp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2031" y="2855761"/>
            <a:ext cx="4732137" cy="4002240"/>
          </a:xfrm>
          <a:prstGeom prst="rect">
            <a:avLst/>
          </a:prstGeom>
          <a:noFill/>
          <a:extLst>
            <a:ext uri="{909E8E84-426E-40DD-AFC4-6F175D3DCCD1}">
              <a14:hiddenFill xmlns:a14="http://schemas.microsoft.com/office/drawing/2010/main">
                <a:solidFill>
                  <a:srgbClr val="FFFFFF"/>
                </a:solidFill>
              </a14:hiddenFill>
            </a:ext>
          </a:extLst>
        </p:spPr>
      </p:pic>
      <p:pic>
        <p:nvPicPr>
          <p:cNvPr id="21510" name="Picture 6" descr="http://www.ausbt.com.au/photos/view/maxsize:640,480/4df05a62c5b84892b8e87db8767f1341-inflight-internet.jpg">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52478" y="-2458"/>
            <a:ext cx="4391522" cy="2858218"/>
          </a:xfrm>
          <a:prstGeom prst="rect">
            <a:avLst/>
          </a:prstGeom>
          <a:noFill/>
          <a:extLst>
            <a:ext uri="{909E8E84-426E-40DD-AFC4-6F175D3DCCD1}">
              <a14:hiddenFill xmlns:a14="http://schemas.microsoft.com/office/drawing/2010/main">
                <a:solidFill>
                  <a:srgbClr val="FFFFFF"/>
                </a:solidFill>
              </a14:hiddenFill>
            </a:ext>
          </a:extLst>
        </p:spPr>
      </p:pic>
      <p:pic>
        <p:nvPicPr>
          <p:cNvPr id="21512" name="Picture 8" descr="http://assets.rappler.com/612F469A6EA84F6BAE882D2B94A4B421/img/04D95669018A432598BDC522795B2D40/internet-use-ph-good-for-education-02_04D95669018A432598BDC522795B2D40.jpg">
            <a:hlinkClick r:id="rId8"/>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58" y="2855761"/>
            <a:ext cx="4399574" cy="4002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641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a:t>
            </a:r>
            <a:r>
              <a:rPr lang="en-US" dirty="0" err="1"/>
              <a:t>Có</a:t>
            </a:r>
            <a:r>
              <a:rPr lang="en-US" dirty="0"/>
              <a:t> </a:t>
            </a:r>
            <a:r>
              <a:rPr lang="en-US" dirty="0" err="1"/>
              <a:t>thể</a:t>
            </a:r>
            <a:r>
              <a:rPr lang="en-US" dirty="0"/>
              <a:t> </a:t>
            </a:r>
            <a:r>
              <a:rPr lang="en-US" dirty="0" err="1"/>
              <a:t>tự</a:t>
            </a:r>
            <a:r>
              <a:rPr lang="en-US" dirty="0"/>
              <a:t> </a:t>
            </a:r>
            <a:r>
              <a:rPr lang="en-US" dirty="0" err="1"/>
              <a:t>linh</a:t>
            </a:r>
            <a:r>
              <a:rPr lang="en-US" dirty="0"/>
              <a:t> </a:t>
            </a:r>
            <a:r>
              <a:rPr lang="en-US" dirty="0" err="1"/>
              <a:t>hoạt</a:t>
            </a:r>
            <a:r>
              <a:rPr lang="en-US" dirty="0"/>
              <a:t> </a:t>
            </a:r>
            <a:r>
              <a:rPr lang="en-US" dirty="0" err="1"/>
              <a:t>làm</a:t>
            </a:r>
            <a:r>
              <a:rPr lang="en-US" dirty="0"/>
              <a:t> </a:t>
            </a:r>
            <a:r>
              <a:rPr lang="en-US" dirty="0" err="1"/>
              <a:t>việc</a:t>
            </a:r>
            <a:r>
              <a:rPr lang="en-US" dirty="0"/>
              <a:t> </a:t>
            </a:r>
            <a:r>
              <a:rPr lang="en-US" dirty="0" err="1"/>
              <a:t>cho</a:t>
            </a:r>
            <a:r>
              <a:rPr lang="en-US" dirty="0"/>
              <a:t> </a:t>
            </a:r>
            <a:r>
              <a:rPr lang="en-US" dirty="0" err="1"/>
              <a:t>mình</a:t>
            </a:r>
            <a:endParaRPr lang="en-US" dirty="0"/>
          </a:p>
        </p:txBody>
      </p:sp>
      <p:sp>
        <p:nvSpPr>
          <p:cNvPr id="3" name="Content Placeholder 2"/>
          <p:cNvSpPr>
            <a:spLocks noGrp="1"/>
          </p:cNvSpPr>
          <p:nvPr>
            <p:ph idx="1"/>
          </p:nvPr>
        </p:nvSpPr>
        <p:spPr/>
        <p:txBody>
          <a:bodyPr/>
          <a:lstStyle/>
          <a:p>
            <a:pPr algn="just"/>
            <a:r>
              <a:rPr lang="en-US" dirty="0"/>
              <a:t>B</a:t>
            </a:r>
            <a:r>
              <a:rPr lang="vi-VN" dirty="0"/>
              <a:t>ạn có thể suy nghĩ để quyết định mình sẽ trở thành một kỹ thuật viên trong một lĩnh vực nào đó, một nhà phân tích hệ thống, hay một kỹ sư mạng. </a:t>
            </a:r>
            <a:endParaRPr lang="en-US" dirty="0"/>
          </a:p>
          <a:p>
            <a:pPr algn="just"/>
            <a:r>
              <a:rPr lang="vi-VN" dirty="0"/>
              <a:t>Nếu bạn thích lương ổn định, điều kiện sức khỏe nơi làm việc tốt thì cũng có rất nhiều công việc để bạn chọn lựa. </a:t>
            </a:r>
            <a:endParaRPr lang="en-US" dirty="0"/>
          </a:p>
        </p:txBody>
      </p:sp>
    </p:spTree>
    <p:extLst>
      <p:ext uri="{BB962C8B-B14F-4D97-AF65-F5344CB8AC3E}">
        <p14:creationId xmlns:p14="http://schemas.microsoft.com/office/powerpoint/2010/main" val="2927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a:t>
            </a:r>
            <a:r>
              <a:rPr lang="en-US" dirty="0" err="1"/>
              <a:t>Có</a:t>
            </a:r>
            <a:r>
              <a:rPr lang="en-US" dirty="0"/>
              <a:t> </a:t>
            </a:r>
            <a:r>
              <a:rPr lang="en-US" dirty="0" err="1"/>
              <a:t>thể</a:t>
            </a:r>
            <a:r>
              <a:rPr lang="en-US" dirty="0"/>
              <a:t> </a:t>
            </a:r>
            <a:r>
              <a:rPr lang="en-US" dirty="0" err="1"/>
              <a:t>tự</a:t>
            </a:r>
            <a:r>
              <a:rPr lang="en-US" dirty="0"/>
              <a:t> </a:t>
            </a:r>
            <a:r>
              <a:rPr lang="en-US" dirty="0" err="1"/>
              <a:t>linh</a:t>
            </a:r>
            <a:r>
              <a:rPr lang="en-US" dirty="0"/>
              <a:t> </a:t>
            </a:r>
            <a:r>
              <a:rPr lang="en-US" dirty="0" err="1"/>
              <a:t>hoạt</a:t>
            </a:r>
            <a:r>
              <a:rPr lang="en-US" dirty="0"/>
              <a:t> </a:t>
            </a:r>
            <a:r>
              <a:rPr lang="en-US" dirty="0" err="1"/>
              <a:t>làm</a:t>
            </a:r>
            <a:r>
              <a:rPr lang="en-US" dirty="0"/>
              <a:t> </a:t>
            </a:r>
            <a:r>
              <a:rPr lang="en-US" dirty="0" err="1"/>
              <a:t>việc</a:t>
            </a:r>
            <a:r>
              <a:rPr lang="en-US" dirty="0"/>
              <a:t> </a:t>
            </a:r>
            <a:r>
              <a:rPr lang="en-US" dirty="0" err="1"/>
              <a:t>cho</a:t>
            </a:r>
            <a:r>
              <a:rPr lang="en-US" dirty="0"/>
              <a:t> </a:t>
            </a:r>
            <a:r>
              <a:rPr lang="en-US" dirty="0" err="1"/>
              <a:t>mình</a:t>
            </a:r>
            <a:endParaRPr lang="en-US" dirty="0"/>
          </a:p>
        </p:txBody>
      </p:sp>
      <p:sp>
        <p:nvSpPr>
          <p:cNvPr id="3" name="Content Placeholder 2"/>
          <p:cNvSpPr>
            <a:spLocks noGrp="1"/>
          </p:cNvSpPr>
          <p:nvPr>
            <p:ph idx="1"/>
          </p:nvPr>
        </p:nvSpPr>
        <p:spPr/>
        <p:txBody>
          <a:bodyPr/>
          <a:lstStyle/>
          <a:p>
            <a:pPr algn="just"/>
            <a:r>
              <a:rPr lang="vi-VN" dirty="0"/>
              <a:t>Bạn cũng có thể làm việc tại nhà, theo thiết lập thời gian riêng của bạn. </a:t>
            </a:r>
            <a:endParaRPr lang="en-US" dirty="0"/>
          </a:p>
          <a:p>
            <a:pPr algn="just"/>
            <a:r>
              <a:rPr lang="vi-VN" dirty="0"/>
              <a:t>Thậm chí bạn có thể kiếm được tiền bằng cách tư vấn những giải pháp công nghệ. </a:t>
            </a:r>
            <a:endParaRPr lang="en-US" dirty="0"/>
          </a:p>
          <a:p>
            <a:pPr algn="just"/>
            <a:r>
              <a:rPr lang="vi-VN" dirty="0"/>
              <a:t>Và hầu hết các doanh nghiệp đều phải dựa trên mạng, lựa chọn của bạn sẽ tiếp tục mở rộng.</a:t>
            </a:r>
            <a:endParaRPr lang="en-US" dirty="0"/>
          </a:p>
          <a:p>
            <a:pPr algn="just"/>
            <a:endParaRPr lang="en-US" dirty="0"/>
          </a:p>
        </p:txBody>
      </p:sp>
    </p:spTree>
    <p:extLst>
      <p:ext uri="{BB962C8B-B14F-4D97-AF65-F5344CB8AC3E}">
        <p14:creationId xmlns:p14="http://schemas.microsoft.com/office/powerpoint/2010/main" val="588113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2530" name="Picture 2" descr="https://media.licdn.com/mpr/mpr/p/2/005/08c/18b/3b83478.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48" y="-24580"/>
            <a:ext cx="8976852" cy="3463730"/>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http://gethiredfast.com/wp-content/uploads/2012/04/Get-Hired-Fast-need-help-finding-a-job.jpg">
            <a:hlinkClick r:id="rId4"/>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3439149"/>
            <a:ext cx="4924425" cy="3267681"/>
          </a:xfrm>
          <a:prstGeom prst="rect">
            <a:avLst/>
          </a:prstGeom>
          <a:noFill/>
          <a:extLst>
            <a:ext uri="{909E8E84-426E-40DD-AFC4-6F175D3DCCD1}">
              <a14:hiddenFill xmlns:a14="http://schemas.microsoft.com/office/drawing/2010/main">
                <a:solidFill>
                  <a:srgbClr val="FFFFFF"/>
                </a:solidFill>
              </a14:hiddenFill>
            </a:ext>
          </a:extLst>
        </p:spPr>
      </p:pic>
      <p:pic>
        <p:nvPicPr>
          <p:cNvPr id="22534" name="Picture 6" descr="http://oampi.openaccessbpo.com/wp-content/uploads/2014/04/social-networking_.jpg">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92469" y="3404736"/>
            <a:ext cx="4099131" cy="3302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2616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a:t>
            </a:r>
            <a:r>
              <a:rPr lang="en-US" dirty="0" err="1"/>
              <a:t>Một</a:t>
            </a:r>
            <a:r>
              <a:rPr lang="en-US" dirty="0"/>
              <a:t> </a:t>
            </a:r>
            <a:r>
              <a:rPr lang="en-US" dirty="0" err="1"/>
              <a:t>thách</a:t>
            </a:r>
            <a:r>
              <a:rPr lang="en-US" dirty="0"/>
              <a:t> </a:t>
            </a:r>
            <a:r>
              <a:rPr lang="en-US" dirty="0" err="1"/>
              <a:t>thức</a:t>
            </a:r>
            <a:r>
              <a:rPr lang="en-US" dirty="0"/>
              <a:t> </a:t>
            </a:r>
            <a:r>
              <a:rPr lang="en-US" dirty="0" err="1"/>
              <a:t>dành</a:t>
            </a:r>
            <a:r>
              <a:rPr lang="en-US" dirty="0"/>
              <a:t> </a:t>
            </a:r>
            <a:r>
              <a:rPr lang="en-US" dirty="0" err="1"/>
              <a:t>cho</a:t>
            </a:r>
            <a:r>
              <a:rPr lang="en-US" dirty="0"/>
              <a:t> </a:t>
            </a:r>
            <a:r>
              <a:rPr lang="en-US" dirty="0" err="1"/>
              <a:t>những</a:t>
            </a:r>
            <a:r>
              <a:rPr lang="en-US" dirty="0"/>
              <a:t> </a:t>
            </a:r>
            <a:r>
              <a:rPr lang="en-US" dirty="0" err="1"/>
              <a:t>kỹ</a:t>
            </a:r>
            <a:r>
              <a:rPr lang="en-US" dirty="0"/>
              <a:t> </a:t>
            </a:r>
            <a:r>
              <a:rPr lang="en-US" dirty="0" err="1"/>
              <a:t>năng</a:t>
            </a:r>
            <a:r>
              <a:rPr lang="en-US" dirty="0"/>
              <a:t> </a:t>
            </a:r>
            <a:r>
              <a:rPr lang="en-US" dirty="0" err="1"/>
              <a:t>của</a:t>
            </a:r>
            <a:r>
              <a:rPr lang="en-US" dirty="0"/>
              <a:t> </a:t>
            </a:r>
            <a:r>
              <a:rPr lang="en-US" dirty="0" err="1"/>
              <a:t>bạn</a:t>
            </a:r>
            <a:endParaRPr lang="en-US" dirty="0"/>
          </a:p>
        </p:txBody>
      </p:sp>
      <p:sp>
        <p:nvSpPr>
          <p:cNvPr id="3" name="Content Placeholder 2"/>
          <p:cNvSpPr>
            <a:spLocks noGrp="1"/>
          </p:cNvSpPr>
          <p:nvPr>
            <p:ph idx="1"/>
          </p:nvPr>
        </p:nvSpPr>
        <p:spPr/>
        <p:txBody>
          <a:bodyPr/>
          <a:lstStyle/>
          <a:p>
            <a:pPr algn="just"/>
            <a:r>
              <a:rPr lang="vi-VN" dirty="0"/>
              <a:t>Những năm đào tạo về khoa học máy tính có thể là không cần thiết đối với một số vị trí quản trị mạng cấp thấp, nhưng nó lại là cơ sở để ta có những suy nghĩ đột phá khi giải quyết những vấn đề khó khăn.</a:t>
            </a:r>
            <a:endParaRPr lang="en-US" dirty="0"/>
          </a:p>
          <a:p>
            <a:pPr algn="just"/>
            <a:r>
              <a:rPr lang="vi-VN" dirty="0"/>
              <a:t>Quản trị mạng có thể không phải là công việc hấp dẫn nhất hành tinh - nhưng nó cung cấp cho bạn một cơ hội để chứng minh với toàn thể thế giới cách suy nghĩ của bạn, cách mà bạn mang lại những lợi ích thiết thực cho bản thân và đồng nghiệp của bạn.</a:t>
            </a:r>
            <a:endParaRPr lang="en-US" dirty="0"/>
          </a:p>
        </p:txBody>
      </p:sp>
    </p:spTree>
    <p:extLst>
      <p:ext uri="{BB962C8B-B14F-4D97-AF65-F5344CB8AC3E}">
        <p14:creationId xmlns:p14="http://schemas.microsoft.com/office/powerpoint/2010/main" val="18474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3554" name="Picture 2" descr="http://static.dnaindia.com/sites/default/files/2015/02/17/311155-jobs.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0" y="0"/>
            <a:ext cx="4076700" cy="3371849"/>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ttp://economictimes.indiatimes.com/photo/48669624.cms">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8989" y="-22124"/>
            <a:ext cx="5109497" cy="3527324"/>
          </a:xfrm>
          <a:prstGeom prst="rect">
            <a:avLst/>
          </a:prstGeom>
          <a:noFill/>
          <a:extLst>
            <a:ext uri="{909E8E84-426E-40DD-AFC4-6F175D3DCCD1}">
              <a14:hiddenFill xmlns:a14="http://schemas.microsoft.com/office/drawing/2010/main">
                <a:solidFill>
                  <a:srgbClr val="FFFFFF"/>
                </a:solidFill>
              </a14:hiddenFill>
            </a:ext>
          </a:extLst>
        </p:spPr>
      </p:pic>
      <p:pic>
        <p:nvPicPr>
          <p:cNvPr id="23558" name="Picture 6" descr="https://s-media-cache-ak0.pinimg.com/736x/3a/95/87/3a9587f249949e53dec9a5a8d8c6710f.jpg">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3364475"/>
            <a:ext cx="9046086" cy="3486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5132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pPr algn="just"/>
            <a:r>
              <a:rPr lang="en-US" sz="2400" dirty="0"/>
              <a:t>IT Support/ Helpdesk</a:t>
            </a:r>
          </a:p>
          <a:p>
            <a:pPr lvl="1" algn="just"/>
            <a:r>
              <a:rPr lang="vi-VN" sz="2400" dirty="0"/>
              <a:t>Bộ phận Helpdesk hỗ trợ dịch vụ IT, là điểm kết nối duy nhất từ phía người dùng (Users) với bộ phận CNTT. </a:t>
            </a:r>
            <a:endParaRPr lang="en-US" sz="2400" dirty="0"/>
          </a:p>
          <a:p>
            <a:pPr lvl="1" algn="just"/>
            <a:r>
              <a:rPr lang="vi-VN" sz="2400" dirty="0"/>
              <a:t>Việc đánh giá, đo lường những thành công của các hoạt động hỗ trợ của bộ phận IT đó là: Sự thoả mãn, hài lòng của người sử dụng các dịch vụ CNTT. </a:t>
            </a:r>
            <a:endParaRPr lang="en-US" sz="2400" dirty="0"/>
          </a:p>
          <a:p>
            <a:pPr lvl="1" algn="just"/>
            <a:r>
              <a:rPr lang="vi-VN" sz="2400" dirty="0"/>
              <a:t>Do đó, vai trò của Helpdesk là rất quan trọng trong doanh nghiệp, vì nó giúp phản ánh các phản hồi của khách hàng về dịch vụ mà doanh nghiệp cung cấp.</a:t>
            </a:r>
            <a:endParaRPr lang="en-US" sz="2400" dirty="0"/>
          </a:p>
        </p:txBody>
      </p:sp>
    </p:spTree>
    <p:extLst>
      <p:ext uri="{BB962C8B-B14F-4D97-AF65-F5344CB8AC3E}">
        <p14:creationId xmlns:p14="http://schemas.microsoft.com/office/powerpoint/2010/main" val="4012898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MỘT SỐ VỊ TRÍ LÀM VIỆC VỀ MẠNG Ở CÔNG TY</a:t>
            </a:r>
          </a:p>
        </p:txBody>
      </p:sp>
      <p:sp>
        <p:nvSpPr>
          <p:cNvPr id="3" name="Content Placeholder 2"/>
          <p:cNvSpPr>
            <a:spLocks noGrp="1"/>
          </p:cNvSpPr>
          <p:nvPr>
            <p:ph idx="1"/>
          </p:nvPr>
        </p:nvSpPr>
        <p:spPr/>
        <p:txBody>
          <a:bodyPr/>
          <a:lstStyle/>
          <a:p>
            <a:pPr lvl="1" algn="just"/>
            <a:r>
              <a:rPr lang="vi-VN" dirty="0"/>
              <a:t>Các vị trí hỗ trợ kĩ thuật và help desk vẫn được xem là những công việc truyền thống ở mức độ nhập môn với rất nhiều người trong bối cảnh hiện nay. </a:t>
            </a:r>
            <a:endParaRPr lang="en-US" dirty="0"/>
          </a:p>
          <a:p>
            <a:pPr lvl="1" algn="just"/>
            <a:r>
              <a:rPr lang="vi-VN" dirty="0"/>
              <a:t>Một cách để khiến bạn có chỗ đứng trong vai trò một help desk leading chuyên nghiệp đó là chứng minh khả năng và kiến thức của bạn</a:t>
            </a:r>
            <a:endParaRPr lang="en-US" dirty="0"/>
          </a:p>
        </p:txBody>
      </p:sp>
    </p:spTree>
    <p:extLst>
      <p:ext uri="{BB962C8B-B14F-4D97-AF65-F5344CB8AC3E}">
        <p14:creationId xmlns:p14="http://schemas.microsoft.com/office/powerpoint/2010/main" val="1356040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endParaRPr lang="en-US"/>
          </a:p>
        </p:txBody>
      </p:sp>
      <p:pic>
        <p:nvPicPr>
          <p:cNvPr id="1026" name="Picture 2" descr="Kết quả hình ảnh cho it helpdesk là gì"/>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5014" y="2204107"/>
            <a:ext cx="6042573" cy="3021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080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pPr algn="just"/>
            <a:r>
              <a:rPr lang="en-US" dirty="0"/>
              <a:t>Network administrator</a:t>
            </a:r>
          </a:p>
          <a:p>
            <a:pPr lvl="1" algn="just"/>
            <a:r>
              <a:rPr lang="vi-VN" dirty="0"/>
              <a:t>Quản trị mạng hay còn gọi là “Network administrator”. Người làm quản trị mạng là người thiết kế hệ thống bảo mật, giữ gìn hệ thống này và ngăn chặn những vị khách không mời muốn phá hoại, ăn cắp dữ liệu của hệ thống. </a:t>
            </a:r>
            <a:endParaRPr lang="en-US" dirty="0"/>
          </a:p>
          <a:p>
            <a:pPr lvl="1" algn="just"/>
            <a:r>
              <a:rPr lang="vi-VN" dirty="0"/>
              <a:t>Là người nắm giữ toàn bộ thông tin của hệ thống, quản trị viên có nhiệm vụ đảm bảo an toàn, nâng cao tính bảo mật, nắm được các kỹ thuật xâm nhập và các biện pháp phòng, chống tấn công của các hacker.</a:t>
            </a:r>
            <a:endParaRPr lang="en-US" dirty="0"/>
          </a:p>
        </p:txBody>
      </p:sp>
    </p:spTree>
    <p:extLst>
      <p:ext uri="{BB962C8B-B14F-4D97-AF65-F5344CB8AC3E}">
        <p14:creationId xmlns:p14="http://schemas.microsoft.com/office/powerpoint/2010/main" val="17633759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endParaRPr lang="en-US"/>
          </a:p>
        </p:txBody>
      </p:sp>
      <p:pic>
        <p:nvPicPr>
          <p:cNvPr id="2050" name="Picture 2" descr="Kết quả hình ảnh cho network administr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50" y="1895609"/>
            <a:ext cx="5115932" cy="3410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6962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pPr algn="just"/>
            <a:r>
              <a:rPr lang="en-US" dirty="0"/>
              <a:t>System administrator</a:t>
            </a:r>
          </a:p>
          <a:p>
            <a:pPr lvl="1" algn="just"/>
            <a:r>
              <a:rPr lang="vi-VN" dirty="0"/>
              <a:t>Quản trị viên hệ thống (system administrator hoặc sysadmin) là người chịu trách nhiệm cho việc bảo trì, cấu hình và duy trì hoạt động của hệ thống máy tính, máy chủ (servers) của doanh nghiệp hoặc tổ chức…</a:t>
            </a:r>
            <a:endParaRPr lang="en-US" dirty="0"/>
          </a:p>
          <a:p>
            <a:pPr lvl="1" algn="just"/>
            <a:r>
              <a:rPr lang="en-US" dirty="0"/>
              <a:t>N</a:t>
            </a:r>
            <a:r>
              <a:rPr lang="vi-VN" dirty="0"/>
              <a:t>hân viên quản trị hệ thống có thể kiêm nhiệm luôn việc đào tạo người sử dụng lẫn đào tạo nhân viên IT mới.</a:t>
            </a:r>
            <a:endParaRPr lang="en-US" dirty="0"/>
          </a:p>
        </p:txBody>
      </p:sp>
    </p:spTree>
    <p:extLst>
      <p:ext uri="{BB962C8B-B14F-4D97-AF65-F5344CB8AC3E}">
        <p14:creationId xmlns:p14="http://schemas.microsoft.com/office/powerpoint/2010/main" val="258561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endParaRPr lang="en-US"/>
          </a:p>
        </p:txBody>
      </p:sp>
      <p:pic>
        <p:nvPicPr>
          <p:cNvPr id="3074" name="Picture 2" descr="Kết quả hình ảnh cho system administr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3624" y="2081632"/>
            <a:ext cx="4557713" cy="3414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61081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pPr algn="just"/>
            <a:r>
              <a:rPr lang="en-US" dirty="0"/>
              <a:t>Network engineer</a:t>
            </a:r>
          </a:p>
          <a:p>
            <a:pPr lvl="1" algn="just"/>
            <a:r>
              <a:rPr lang="vi-VN" dirty="0"/>
              <a:t>Tư vấn, triển khai mới hệ thống hạ tầng, các thiết bị mạng, thiết bị bảo mật.</a:t>
            </a:r>
            <a:endParaRPr lang="en-US" dirty="0"/>
          </a:p>
          <a:p>
            <a:pPr lvl="1" algn="just"/>
            <a:r>
              <a:rPr lang="vi-VN" dirty="0"/>
              <a:t>Tham gia tư vấn triển khai nâng cấp hệ thống mạng, bảo mật.</a:t>
            </a:r>
            <a:endParaRPr lang="en-US" dirty="0"/>
          </a:p>
          <a:p>
            <a:pPr lvl="1" algn="just"/>
            <a:r>
              <a:rPr lang="vi-VN" dirty="0"/>
              <a:t>Kiểm tra, khắc phục sự cố hạ tầng mạng, thiết bị bảo mật.</a:t>
            </a:r>
            <a:endParaRPr lang="en-US" dirty="0"/>
          </a:p>
          <a:p>
            <a:pPr lvl="1" algn="just"/>
            <a:r>
              <a:rPr lang="vi-VN" dirty="0"/>
              <a:t>Nghiên cứu thiết bị, cập nhật các giải pháp của các hãng. Ví dụ như CISCO, Juniper, check point và các hãng khác,..</a:t>
            </a:r>
            <a:endParaRPr lang="en-US" dirty="0"/>
          </a:p>
        </p:txBody>
      </p:sp>
    </p:spTree>
    <p:extLst>
      <p:ext uri="{BB962C8B-B14F-4D97-AF65-F5344CB8AC3E}">
        <p14:creationId xmlns:p14="http://schemas.microsoft.com/office/powerpoint/2010/main" val="20916158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endParaRPr lang="en-US"/>
          </a:p>
        </p:txBody>
      </p:sp>
      <p:pic>
        <p:nvPicPr>
          <p:cNvPr id="4098" name="Picture 2" descr="Kết quả hình ảnh cho network engine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7380" y="2401743"/>
            <a:ext cx="4286250" cy="2364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2083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MỘT SỐ VỊ TRÍ LÀM VIỆC VỀ MẠNG Ở CÔNG TY</a:t>
            </a:r>
          </a:p>
        </p:txBody>
      </p:sp>
      <p:sp>
        <p:nvSpPr>
          <p:cNvPr id="3" name="Content Placeholder 2"/>
          <p:cNvSpPr>
            <a:spLocks noGrp="1"/>
          </p:cNvSpPr>
          <p:nvPr>
            <p:ph idx="1"/>
          </p:nvPr>
        </p:nvSpPr>
        <p:spPr>
          <a:xfrm>
            <a:off x="152400" y="1066800"/>
            <a:ext cx="8839200" cy="5486400"/>
          </a:xfrm>
        </p:spPr>
        <p:txBody>
          <a:bodyPr/>
          <a:lstStyle/>
          <a:p>
            <a:pPr algn="just"/>
            <a:r>
              <a:rPr lang="en-US" sz="2400" dirty="0"/>
              <a:t>Technical Manager</a:t>
            </a:r>
          </a:p>
          <a:p>
            <a:pPr lvl="1" algn="just"/>
            <a:r>
              <a:rPr lang="en-US" sz="2400" dirty="0" err="1"/>
              <a:t>Lên</a:t>
            </a:r>
            <a:r>
              <a:rPr lang="en-US" sz="2400" dirty="0"/>
              <a:t> </a:t>
            </a:r>
            <a:r>
              <a:rPr lang="en-US" sz="2400" dirty="0" err="1"/>
              <a:t>kế</a:t>
            </a:r>
            <a:r>
              <a:rPr lang="en-US" sz="2400" dirty="0"/>
              <a:t> </a:t>
            </a:r>
            <a:r>
              <a:rPr lang="en-US" sz="2400" dirty="0" err="1"/>
              <a:t>hoạch</a:t>
            </a:r>
            <a:r>
              <a:rPr lang="en-US" sz="2400" dirty="0"/>
              <a:t> </a:t>
            </a:r>
            <a:r>
              <a:rPr lang="en-US" sz="2400" dirty="0" err="1"/>
              <a:t>hoạt</a:t>
            </a:r>
            <a:r>
              <a:rPr lang="en-US" sz="2400" dirty="0"/>
              <a:t> </a:t>
            </a:r>
            <a:r>
              <a:rPr lang="en-US" sz="2400" dirty="0" err="1"/>
              <a:t>động</a:t>
            </a:r>
            <a:r>
              <a:rPr lang="en-US" sz="2400" dirty="0"/>
              <a:t> </a:t>
            </a:r>
            <a:r>
              <a:rPr lang="en-US" sz="2400" dirty="0" err="1"/>
              <a:t>cho</a:t>
            </a:r>
            <a:r>
              <a:rPr lang="en-US" sz="2400" dirty="0"/>
              <a:t> </a:t>
            </a:r>
            <a:r>
              <a:rPr lang="en-US" sz="2400" dirty="0" err="1"/>
              <a:t>phòng</a:t>
            </a:r>
            <a:r>
              <a:rPr lang="en-US" sz="2400" dirty="0"/>
              <a:t> </a:t>
            </a:r>
            <a:r>
              <a:rPr lang="en-US" sz="2400" dirty="0" err="1"/>
              <a:t>Kỹ</a:t>
            </a:r>
            <a:r>
              <a:rPr lang="en-US" sz="2400" dirty="0"/>
              <a:t> </a:t>
            </a:r>
            <a:r>
              <a:rPr lang="en-US" sz="2400" dirty="0" err="1"/>
              <a:t>thuật</a:t>
            </a:r>
            <a:r>
              <a:rPr lang="en-US" sz="2400" dirty="0"/>
              <a:t>, </a:t>
            </a:r>
            <a:r>
              <a:rPr lang="en-US" sz="2400" dirty="0" err="1"/>
              <a:t>kết</a:t>
            </a:r>
            <a:r>
              <a:rPr lang="en-US" sz="2400" dirty="0"/>
              <a:t> </a:t>
            </a:r>
            <a:r>
              <a:rPr lang="en-US" sz="2400" dirty="0" err="1"/>
              <a:t>hợp</a:t>
            </a:r>
            <a:r>
              <a:rPr lang="en-US" sz="2400" dirty="0"/>
              <a:t> </a:t>
            </a:r>
            <a:r>
              <a:rPr lang="en-US" sz="2400" dirty="0" err="1"/>
              <a:t>cùng</a:t>
            </a:r>
            <a:r>
              <a:rPr lang="en-US" sz="2400" dirty="0"/>
              <a:t> </a:t>
            </a:r>
            <a:r>
              <a:rPr lang="en-US" sz="2400" dirty="0" err="1"/>
              <a:t>các</a:t>
            </a:r>
            <a:r>
              <a:rPr lang="en-US" sz="2400" dirty="0"/>
              <a:t> </a:t>
            </a:r>
            <a:r>
              <a:rPr lang="en-US" sz="2400" dirty="0" err="1"/>
              <a:t>bộ</a:t>
            </a:r>
            <a:r>
              <a:rPr lang="en-US" sz="2400" dirty="0"/>
              <a:t> </a:t>
            </a:r>
            <a:r>
              <a:rPr lang="en-US" sz="2400" dirty="0" err="1"/>
              <a:t>phận</a:t>
            </a:r>
            <a:r>
              <a:rPr lang="en-US" sz="2400" dirty="0"/>
              <a:t> </a:t>
            </a:r>
            <a:r>
              <a:rPr lang="en-US" sz="2400" dirty="0" err="1"/>
              <a:t>khác</a:t>
            </a:r>
            <a:r>
              <a:rPr lang="en-US" sz="2400" dirty="0"/>
              <a:t> </a:t>
            </a:r>
            <a:r>
              <a:rPr lang="en-US" sz="2400" dirty="0" err="1"/>
              <a:t>và</a:t>
            </a:r>
            <a:r>
              <a:rPr lang="en-US" sz="2400" dirty="0"/>
              <a:t> ban </a:t>
            </a:r>
            <a:r>
              <a:rPr lang="en-US" sz="2400" dirty="0" err="1"/>
              <a:t>Giám</a:t>
            </a:r>
            <a:r>
              <a:rPr lang="en-US" sz="2400" dirty="0"/>
              <a:t> </a:t>
            </a:r>
            <a:r>
              <a:rPr lang="en-US" sz="2400" dirty="0" err="1"/>
              <a:t>đốc</a:t>
            </a:r>
            <a:r>
              <a:rPr lang="en-US" sz="2400" dirty="0"/>
              <a:t> </a:t>
            </a:r>
            <a:r>
              <a:rPr lang="en-US" sz="2400" dirty="0" err="1"/>
              <a:t>để</a:t>
            </a:r>
            <a:r>
              <a:rPr lang="en-US" sz="2400" dirty="0"/>
              <a:t> </a:t>
            </a:r>
            <a:r>
              <a:rPr lang="en-US" sz="2400" dirty="0" err="1"/>
              <a:t>xử</a:t>
            </a:r>
            <a:r>
              <a:rPr lang="en-US" sz="2400" dirty="0"/>
              <a:t> </a:t>
            </a:r>
            <a:r>
              <a:rPr lang="en-US" sz="2400" dirty="0" err="1"/>
              <a:t>lý</a:t>
            </a:r>
            <a:r>
              <a:rPr lang="en-US" sz="2400" dirty="0"/>
              <a:t> </a:t>
            </a:r>
            <a:r>
              <a:rPr lang="en-US" sz="2400" dirty="0" err="1"/>
              <a:t>công</a:t>
            </a:r>
            <a:r>
              <a:rPr lang="en-US" sz="2400" dirty="0"/>
              <a:t> </a:t>
            </a:r>
            <a:r>
              <a:rPr lang="en-US" sz="2400" dirty="0" err="1"/>
              <a:t>việc</a:t>
            </a:r>
            <a:r>
              <a:rPr lang="en-US" sz="2400" dirty="0"/>
              <a:t>.</a:t>
            </a:r>
          </a:p>
          <a:p>
            <a:pPr lvl="1" algn="just"/>
            <a:r>
              <a:rPr lang="en-US" sz="2400" dirty="0" err="1"/>
              <a:t>Đề</a:t>
            </a:r>
            <a:r>
              <a:rPr lang="en-US" sz="2400" dirty="0"/>
              <a:t> </a:t>
            </a:r>
            <a:r>
              <a:rPr lang="en-US" sz="2400" dirty="0" err="1"/>
              <a:t>xuất</a:t>
            </a:r>
            <a:r>
              <a:rPr lang="en-US" sz="2400" dirty="0"/>
              <a:t> </a:t>
            </a:r>
            <a:r>
              <a:rPr lang="en-US" sz="2400" dirty="0" err="1"/>
              <a:t>và</a:t>
            </a:r>
            <a:r>
              <a:rPr lang="en-US" sz="2400" dirty="0"/>
              <a:t> </a:t>
            </a:r>
            <a:r>
              <a:rPr lang="en-US" sz="2400" dirty="0" err="1"/>
              <a:t>kiến</a:t>
            </a:r>
            <a:r>
              <a:rPr lang="en-US" sz="2400" dirty="0"/>
              <a:t> </a:t>
            </a:r>
            <a:r>
              <a:rPr lang="en-US" sz="2400" dirty="0" err="1"/>
              <a:t>nghị</a:t>
            </a:r>
            <a:r>
              <a:rPr lang="en-US" sz="2400" dirty="0"/>
              <a:t> </a:t>
            </a:r>
            <a:r>
              <a:rPr lang="en-US" sz="2400" dirty="0" err="1"/>
              <a:t>công</a:t>
            </a:r>
            <a:r>
              <a:rPr lang="en-US" sz="2400" dirty="0"/>
              <a:t> </a:t>
            </a:r>
            <a:r>
              <a:rPr lang="en-US" sz="2400" dirty="0" err="1"/>
              <a:t>tác</a:t>
            </a:r>
            <a:r>
              <a:rPr lang="en-US" sz="2400" dirty="0"/>
              <a:t> </a:t>
            </a:r>
            <a:r>
              <a:rPr lang="en-US" sz="2400" dirty="0" err="1"/>
              <a:t>tổ</a:t>
            </a:r>
            <a:r>
              <a:rPr lang="en-US" sz="2400" dirty="0"/>
              <a:t> </a:t>
            </a:r>
            <a:r>
              <a:rPr lang="en-US" sz="2400" dirty="0" err="1"/>
              <a:t>chức</a:t>
            </a:r>
            <a:r>
              <a:rPr lang="en-US" sz="2400" dirty="0"/>
              <a:t> </a:t>
            </a:r>
            <a:r>
              <a:rPr lang="en-US" sz="2400" dirty="0" err="1"/>
              <a:t>của</a:t>
            </a:r>
            <a:r>
              <a:rPr lang="en-US" sz="2400" dirty="0"/>
              <a:t> </a:t>
            </a:r>
            <a:r>
              <a:rPr lang="en-US" sz="2400" dirty="0" err="1"/>
              <a:t>phòng</a:t>
            </a:r>
            <a:r>
              <a:rPr lang="en-US" sz="2400" dirty="0"/>
              <a:t> </a:t>
            </a:r>
            <a:r>
              <a:rPr lang="en-US" sz="2400" dirty="0" err="1"/>
              <a:t>Kỹ</a:t>
            </a:r>
            <a:r>
              <a:rPr lang="en-US" sz="2400" dirty="0"/>
              <a:t> </a:t>
            </a:r>
            <a:r>
              <a:rPr lang="en-US" sz="2400" dirty="0" err="1"/>
              <a:t>thuật</a:t>
            </a:r>
            <a:endParaRPr lang="en-US" sz="2400" dirty="0"/>
          </a:p>
          <a:p>
            <a:pPr lvl="1" algn="just"/>
            <a:r>
              <a:rPr lang="vi-VN" sz="2400" dirty="0"/>
              <a:t>Tham gia công tác tư vấn về Kỹ thuật trong các dự án lớn</a:t>
            </a:r>
            <a:endParaRPr lang="en-US" sz="2400" dirty="0"/>
          </a:p>
          <a:p>
            <a:pPr lvl="1" algn="just"/>
            <a:r>
              <a:rPr lang="vi-VN" sz="2400" dirty="0"/>
              <a:t>Kiểm tra đôn đốc và thực hiện công tác Kỹ thuật cho các Hợp đồng của dự án đã trúng thầu, hợp đồng Bảo trì, Bảo dưỡng cho Khách hàng. Lên kế hoạch lắp đặt thiết bị, giao hàng cho khách hàng và đào tạo hướng dẫn chuyển giao công nghệ, chuyển giao Kỹ thuật </a:t>
            </a:r>
            <a:endParaRPr lang="en-US" sz="2400" dirty="0"/>
          </a:p>
          <a:p>
            <a:pPr lvl="1" algn="just"/>
            <a:endParaRPr lang="en-US" sz="2400" dirty="0"/>
          </a:p>
        </p:txBody>
      </p:sp>
    </p:spTree>
    <p:extLst>
      <p:ext uri="{BB962C8B-B14F-4D97-AF65-F5344CB8AC3E}">
        <p14:creationId xmlns:p14="http://schemas.microsoft.com/office/powerpoint/2010/main" val="1844813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endParaRPr lang="en-US"/>
          </a:p>
        </p:txBody>
      </p:sp>
      <p:pic>
        <p:nvPicPr>
          <p:cNvPr id="5122" name="Picture 2" descr="Hình ảnh có liên qu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9876" y="2045326"/>
            <a:ext cx="428625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857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r>
              <a:rPr lang="en-US" dirty="0"/>
              <a:t>System security engineer</a:t>
            </a:r>
          </a:p>
          <a:p>
            <a:pPr lvl="1"/>
            <a:r>
              <a:rPr lang="en-US" dirty="0" err="1"/>
              <a:t>Xây</a:t>
            </a:r>
            <a:r>
              <a:rPr lang="en-US" dirty="0"/>
              <a:t> </a:t>
            </a:r>
            <a:r>
              <a:rPr lang="en-US" dirty="0" err="1"/>
              <a:t>dựng</a:t>
            </a:r>
            <a:r>
              <a:rPr lang="en-US" dirty="0"/>
              <a:t>, </a:t>
            </a:r>
            <a:r>
              <a:rPr lang="en-US" dirty="0" err="1"/>
              <a:t>vận</a:t>
            </a:r>
            <a:r>
              <a:rPr lang="en-US" dirty="0"/>
              <a:t> </a:t>
            </a:r>
            <a:r>
              <a:rPr lang="en-US" dirty="0" err="1"/>
              <a:t>hành</a:t>
            </a:r>
            <a:r>
              <a:rPr lang="en-US" dirty="0"/>
              <a:t> </a:t>
            </a:r>
            <a:r>
              <a:rPr lang="en-US" dirty="0" err="1"/>
              <a:t>hệ</a:t>
            </a:r>
            <a:r>
              <a:rPr lang="en-US" dirty="0"/>
              <a:t> </a:t>
            </a:r>
            <a:r>
              <a:rPr lang="en-US" dirty="0" err="1"/>
              <a:t>thống</a:t>
            </a:r>
            <a:r>
              <a:rPr lang="en-US" dirty="0"/>
              <a:t> </a:t>
            </a:r>
            <a:r>
              <a:rPr lang="en-US" dirty="0" err="1"/>
              <a:t>bảo</a:t>
            </a:r>
            <a:r>
              <a:rPr lang="en-US" dirty="0"/>
              <a:t> </a:t>
            </a:r>
            <a:r>
              <a:rPr lang="en-US" dirty="0" err="1"/>
              <a:t>mật</a:t>
            </a:r>
            <a:endParaRPr lang="en-US" dirty="0"/>
          </a:p>
          <a:p>
            <a:pPr lvl="1"/>
            <a:r>
              <a:rPr lang="en-US" dirty="0" err="1"/>
              <a:t>Xử</a:t>
            </a:r>
            <a:r>
              <a:rPr lang="en-US" dirty="0"/>
              <a:t> </a:t>
            </a:r>
            <a:r>
              <a:rPr lang="en-US" dirty="0" err="1"/>
              <a:t>lý</a:t>
            </a:r>
            <a:r>
              <a:rPr lang="en-US" dirty="0"/>
              <a:t> </a:t>
            </a:r>
            <a:r>
              <a:rPr lang="en-US" dirty="0" err="1"/>
              <a:t>các</a:t>
            </a:r>
            <a:r>
              <a:rPr lang="en-US" dirty="0"/>
              <a:t> </a:t>
            </a:r>
            <a:r>
              <a:rPr lang="en-US" dirty="0" err="1"/>
              <a:t>sự</a:t>
            </a:r>
            <a:r>
              <a:rPr lang="en-US" dirty="0"/>
              <a:t> </a:t>
            </a:r>
            <a:r>
              <a:rPr lang="en-US" dirty="0" err="1"/>
              <a:t>cố</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bảo</a:t>
            </a:r>
            <a:r>
              <a:rPr lang="en-US" dirty="0"/>
              <a:t> </a:t>
            </a:r>
            <a:r>
              <a:rPr lang="en-US" dirty="0" err="1"/>
              <a:t>mật</a:t>
            </a:r>
            <a:endParaRPr lang="en-US" dirty="0"/>
          </a:p>
          <a:p>
            <a:pPr lvl="1"/>
            <a:r>
              <a:rPr lang="en-US" dirty="0" err="1"/>
              <a:t>Nghiên</a:t>
            </a:r>
            <a:r>
              <a:rPr lang="en-US" dirty="0"/>
              <a:t> </a:t>
            </a:r>
            <a:r>
              <a:rPr lang="en-US" dirty="0" err="1"/>
              <a:t>cứu</a:t>
            </a:r>
            <a:r>
              <a:rPr lang="en-US" dirty="0"/>
              <a:t>, </a:t>
            </a:r>
            <a:r>
              <a:rPr lang="en-US" dirty="0" err="1"/>
              <a:t>tìm</a:t>
            </a:r>
            <a:r>
              <a:rPr lang="en-US" dirty="0"/>
              <a:t> </a:t>
            </a:r>
            <a:r>
              <a:rPr lang="en-US" dirty="0" err="1"/>
              <a:t>hiểu</a:t>
            </a:r>
            <a:r>
              <a:rPr lang="en-US" dirty="0"/>
              <a:t> </a:t>
            </a:r>
            <a:r>
              <a:rPr lang="en-US" dirty="0" err="1"/>
              <a:t>các</a:t>
            </a:r>
            <a:r>
              <a:rPr lang="en-US" dirty="0"/>
              <a:t> </a:t>
            </a:r>
            <a:r>
              <a:rPr lang="en-US" dirty="0" err="1"/>
              <a:t>lỗ</a:t>
            </a:r>
            <a:r>
              <a:rPr lang="en-US" dirty="0"/>
              <a:t> </a:t>
            </a:r>
            <a:r>
              <a:rPr lang="en-US" dirty="0" err="1"/>
              <a:t>hổng</a:t>
            </a:r>
            <a:r>
              <a:rPr lang="en-US" dirty="0"/>
              <a:t> </a:t>
            </a:r>
            <a:r>
              <a:rPr lang="en-US" dirty="0" err="1"/>
              <a:t>bảo</a:t>
            </a:r>
            <a:r>
              <a:rPr lang="en-US" dirty="0"/>
              <a:t> </a:t>
            </a:r>
            <a:r>
              <a:rPr lang="en-US" dirty="0" err="1"/>
              <a:t>mật</a:t>
            </a:r>
            <a:r>
              <a:rPr lang="en-US" dirty="0"/>
              <a:t> </a:t>
            </a:r>
            <a:r>
              <a:rPr lang="en-US" dirty="0" err="1"/>
              <a:t>mới</a:t>
            </a:r>
            <a:endParaRPr lang="en-US" dirty="0"/>
          </a:p>
          <a:p>
            <a:pPr lvl="1"/>
            <a:endParaRPr lang="en-US" dirty="0"/>
          </a:p>
        </p:txBody>
      </p:sp>
    </p:spTree>
    <p:extLst>
      <p:ext uri="{BB962C8B-B14F-4D97-AF65-F5344CB8AC3E}">
        <p14:creationId xmlns:p14="http://schemas.microsoft.com/office/powerpoint/2010/main" val="28039693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MỘT SỐ VỊ TRÍ LÀM VIỆC VỀ MẠNG Ở CÔNG TY</a:t>
            </a:r>
          </a:p>
        </p:txBody>
      </p:sp>
      <p:sp>
        <p:nvSpPr>
          <p:cNvPr id="3" name="Content Placeholder 2"/>
          <p:cNvSpPr>
            <a:spLocks noGrp="1"/>
          </p:cNvSpPr>
          <p:nvPr>
            <p:ph idx="1"/>
          </p:nvPr>
        </p:nvSpPr>
        <p:spPr/>
        <p:txBody>
          <a:bodyPr/>
          <a:lstStyle/>
          <a:p>
            <a:endParaRPr lang="en-US"/>
          </a:p>
        </p:txBody>
      </p:sp>
      <p:pic>
        <p:nvPicPr>
          <p:cNvPr id="6146" name="Picture 2" descr="Kết quả hình ảnh cho security engine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7394" y="2069474"/>
            <a:ext cx="5357813"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9113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24580" name="Picture 4" descr="http://i.huffpost.com/gen/2784080/images/o-SUCCESS-facebook.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06" y="0"/>
            <a:ext cx="9126794" cy="3905251"/>
          </a:xfrm>
          <a:prstGeom prst="rect">
            <a:avLst/>
          </a:prstGeom>
          <a:noFill/>
          <a:extLst>
            <a:ext uri="{909E8E84-426E-40DD-AFC4-6F175D3DCCD1}">
              <a14:hiddenFill xmlns:a14="http://schemas.microsoft.com/office/drawing/2010/main">
                <a:solidFill>
                  <a:srgbClr val="FFFFFF"/>
                </a:solidFill>
              </a14:hiddenFill>
            </a:ext>
          </a:extLst>
        </p:spPr>
      </p:pic>
      <p:pic>
        <p:nvPicPr>
          <p:cNvPr id="24582" name="Picture 6" descr="http://thumbs.dreamstime.com/z/can-do-people-team-signs-four-join-to-hold-up-42895228.jp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905251"/>
            <a:ext cx="9144000" cy="2952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719682"/>
      </p:ext>
    </p:extLst>
  </p:cSld>
  <p:clrMapOvr>
    <a:masterClrMapping/>
  </p:clrMapOvr>
</p:sld>
</file>

<file path=ppt/theme/theme1.xml><?xml version="1.0" encoding="utf-8"?>
<a:theme xmlns:a="http://schemas.openxmlformats.org/drawingml/2006/main" name="Theme1">
  <a:themeElements>
    <a:clrScheme name="Office Theme 3">
      <a:dk1>
        <a:srgbClr val="000000"/>
      </a:dk1>
      <a:lt1>
        <a:srgbClr val="FFFFFF"/>
      </a:lt1>
      <a:dk2>
        <a:srgbClr val="003366"/>
      </a:dk2>
      <a:lt2>
        <a:srgbClr val="C0C0C0"/>
      </a:lt2>
      <a:accent1>
        <a:srgbClr val="229450"/>
      </a:accent1>
      <a:accent2>
        <a:srgbClr val="E3892F"/>
      </a:accent2>
      <a:accent3>
        <a:srgbClr val="FFFFFF"/>
      </a:accent3>
      <a:accent4>
        <a:srgbClr val="000000"/>
      </a:accent4>
      <a:accent5>
        <a:srgbClr val="ABC8B3"/>
      </a:accent5>
      <a:accent6>
        <a:srgbClr val="CE7C2A"/>
      </a:accent6>
      <a:hlink>
        <a:srgbClr val="0099CC"/>
      </a:hlink>
      <a:folHlink>
        <a:srgbClr val="855ADA"/>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003399"/>
        </a:dk2>
        <a:lt2>
          <a:srgbClr val="C0C0C0"/>
        </a:lt2>
        <a:accent1>
          <a:srgbClr val="64B4DC"/>
        </a:accent1>
        <a:accent2>
          <a:srgbClr val="EA4A46"/>
        </a:accent2>
        <a:accent3>
          <a:srgbClr val="FFFFFF"/>
        </a:accent3>
        <a:accent4>
          <a:srgbClr val="000000"/>
        </a:accent4>
        <a:accent5>
          <a:srgbClr val="B8D6EB"/>
        </a:accent5>
        <a:accent6>
          <a:srgbClr val="D4423F"/>
        </a:accent6>
        <a:hlink>
          <a:srgbClr val="441FCD"/>
        </a:hlink>
        <a:folHlink>
          <a:srgbClr val="AAC856"/>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480048"/>
        </a:dk2>
        <a:lt2>
          <a:srgbClr val="C0C0C0"/>
        </a:lt2>
        <a:accent1>
          <a:srgbClr val="DE791E"/>
        </a:accent1>
        <a:accent2>
          <a:srgbClr val="38A0DA"/>
        </a:accent2>
        <a:accent3>
          <a:srgbClr val="FFFFFF"/>
        </a:accent3>
        <a:accent4>
          <a:srgbClr val="000000"/>
        </a:accent4>
        <a:accent5>
          <a:srgbClr val="ECBEAB"/>
        </a:accent5>
        <a:accent6>
          <a:srgbClr val="3291C5"/>
        </a:accent6>
        <a:hlink>
          <a:srgbClr val="009999"/>
        </a:hlink>
        <a:folHlink>
          <a:srgbClr val="66A444"/>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3366"/>
        </a:dk2>
        <a:lt2>
          <a:srgbClr val="C0C0C0"/>
        </a:lt2>
        <a:accent1>
          <a:srgbClr val="229450"/>
        </a:accent1>
        <a:accent2>
          <a:srgbClr val="E3892F"/>
        </a:accent2>
        <a:accent3>
          <a:srgbClr val="FFFFFF"/>
        </a:accent3>
        <a:accent4>
          <a:srgbClr val="000000"/>
        </a:accent4>
        <a:accent5>
          <a:srgbClr val="ABC8B3"/>
        </a:accent5>
        <a:accent6>
          <a:srgbClr val="CE7C2A"/>
        </a:accent6>
        <a:hlink>
          <a:srgbClr val="0099CC"/>
        </a:hlink>
        <a:folHlink>
          <a:srgbClr val="855AD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db2004123l">
  <a:themeElements>
    <a:clrScheme name="sample 2">
      <a:dk1>
        <a:srgbClr val="19426B"/>
      </a:dk1>
      <a:lt1>
        <a:srgbClr val="FFFFFF"/>
      </a:lt1>
      <a:dk2>
        <a:srgbClr val="008080"/>
      </a:dk2>
      <a:lt2>
        <a:srgbClr val="B2B2B2"/>
      </a:lt2>
      <a:accent1>
        <a:srgbClr val="35C9C2"/>
      </a:accent1>
      <a:accent2>
        <a:srgbClr val="398AC7"/>
      </a:accent2>
      <a:accent3>
        <a:srgbClr val="FFFFFF"/>
      </a:accent3>
      <a:accent4>
        <a:srgbClr val="14375A"/>
      </a:accent4>
      <a:accent5>
        <a:srgbClr val="AEE1DD"/>
      </a:accent5>
      <a:accent6>
        <a:srgbClr val="337DB4"/>
      </a:accent6>
      <a:hlink>
        <a:srgbClr val="8BBC00"/>
      </a:hlink>
      <a:folHlink>
        <a:srgbClr val="6D50CA"/>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000000"/>
        </a:dk1>
        <a:lt1>
          <a:srgbClr val="FFFFFF"/>
        </a:lt1>
        <a:dk2>
          <a:srgbClr val="1640B6"/>
        </a:dk2>
        <a:lt2>
          <a:srgbClr val="B2B2B2"/>
        </a:lt2>
        <a:accent1>
          <a:srgbClr val="48BDEC"/>
        </a:accent1>
        <a:accent2>
          <a:srgbClr val="E68402"/>
        </a:accent2>
        <a:accent3>
          <a:srgbClr val="FFFFFF"/>
        </a:accent3>
        <a:accent4>
          <a:srgbClr val="000000"/>
        </a:accent4>
        <a:accent5>
          <a:srgbClr val="B1DBF4"/>
        </a:accent5>
        <a:accent6>
          <a:srgbClr val="D07702"/>
        </a:accent6>
        <a:hlink>
          <a:srgbClr val="339966"/>
        </a:hlink>
        <a:folHlink>
          <a:srgbClr val="7E88E4"/>
        </a:folHlink>
      </a:clrScheme>
      <a:clrMap bg1="lt1" tx1="dk1" bg2="lt2" tx2="dk2" accent1="accent1" accent2="accent2" accent3="accent3" accent4="accent4" accent5="accent5" accent6="accent6" hlink="hlink" folHlink="folHlink"/>
    </a:extraClrScheme>
    <a:extraClrScheme>
      <a:clrScheme name="sample 2">
        <a:dk1>
          <a:srgbClr val="19426B"/>
        </a:dk1>
        <a:lt1>
          <a:srgbClr val="FFFFFF"/>
        </a:lt1>
        <a:dk2>
          <a:srgbClr val="008080"/>
        </a:dk2>
        <a:lt2>
          <a:srgbClr val="B2B2B2"/>
        </a:lt2>
        <a:accent1>
          <a:srgbClr val="35C9C2"/>
        </a:accent1>
        <a:accent2>
          <a:srgbClr val="398AC7"/>
        </a:accent2>
        <a:accent3>
          <a:srgbClr val="FFFFFF"/>
        </a:accent3>
        <a:accent4>
          <a:srgbClr val="14375A"/>
        </a:accent4>
        <a:accent5>
          <a:srgbClr val="AEE1DD"/>
        </a:accent5>
        <a:accent6>
          <a:srgbClr val="337DB4"/>
        </a:accent6>
        <a:hlink>
          <a:srgbClr val="8BBC00"/>
        </a:hlink>
        <a:folHlink>
          <a:srgbClr val="6D50CA"/>
        </a:folHlink>
      </a:clrScheme>
      <a:clrMap bg1="lt1" tx1="dk1" bg2="lt2" tx2="dk2" accent1="accent1" accent2="accent2" accent3="accent3" accent4="accent4" accent5="accent5" accent6="accent6" hlink="hlink" folHlink="folHlink"/>
    </a:extraClrScheme>
    <a:extraClrScheme>
      <a:clrScheme name="sample 3">
        <a:dk1>
          <a:srgbClr val="25095D"/>
        </a:dk1>
        <a:lt1>
          <a:srgbClr val="FFFFFF"/>
        </a:lt1>
        <a:dk2>
          <a:srgbClr val="235752"/>
        </a:dk2>
        <a:lt2>
          <a:srgbClr val="B2B2B2"/>
        </a:lt2>
        <a:accent1>
          <a:srgbClr val="DAAF34"/>
        </a:accent1>
        <a:accent2>
          <a:srgbClr val="6F9A3C"/>
        </a:accent2>
        <a:accent3>
          <a:srgbClr val="FFFFFF"/>
        </a:accent3>
        <a:accent4>
          <a:srgbClr val="1E064E"/>
        </a:accent4>
        <a:accent5>
          <a:srgbClr val="EAD4AE"/>
        </a:accent5>
        <a:accent6>
          <a:srgbClr val="648B35"/>
        </a:accent6>
        <a:hlink>
          <a:srgbClr val="8DAED9"/>
        </a:hlink>
        <a:folHlink>
          <a:srgbClr val="A8CB7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Theme1">
  <a:themeElements>
    <a:clrScheme name="Office Theme 3">
      <a:dk1>
        <a:srgbClr val="000000"/>
      </a:dk1>
      <a:lt1>
        <a:srgbClr val="FFFFFF"/>
      </a:lt1>
      <a:dk2>
        <a:srgbClr val="003366"/>
      </a:dk2>
      <a:lt2>
        <a:srgbClr val="C0C0C0"/>
      </a:lt2>
      <a:accent1>
        <a:srgbClr val="229450"/>
      </a:accent1>
      <a:accent2>
        <a:srgbClr val="E3892F"/>
      </a:accent2>
      <a:accent3>
        <a:srgbClr val="FFFFFF"/>
      </a:accent3>
      <a:accent4>
        <a:srgbClr val="000000"/>
      </a:accent4>
      <a:accent5>
        <a:srgbClr val="ABC8B3"/>
      </a:accent5>
      <a:accent6>
        <a:srgbClr val="CE7C2A"/>
      </a:accent6>
      <a:hlink>
        <a:srgbClr val="0099CC"/>
      </a:hlink>
      <a:folHlink>
        <a:srgbClr val="855ADA"/>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003399"/>
        </a:dk2>
        <a:lt2>
          <a:srgbClr val="C0C0C0"/>
        </a:lt2>
        <a:accent1>
          <a:srgbClr val="64B4DC"/>
        </a:accent1>
        <a:accent2>
          <a:srgbClr val="EA4A46"/>
        </a:accent2>
        <a:accent3>
          <a:srgbClr val="FFFFFF"/>
        </a:accent3>
        <a:accent4>
          <a:srgbClr val="000000"/>
        </a:accent4>
        <a:accent5>
          <a:srgbClr val="B8D6EB"/>
        </a:accent5>
        <a:accent6>
          <a:srgbClr val="D4423F"/>
        </a:accent6>
        <a:hlink>
          <a:srgbClr val="441FCD"/>
        </a:hlink>
        <a:folHlink>
          <a:srgbClr val="AAC856"/>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480048"/>
        </a:dk2>
        <a:lt2>
          <a:srgbClr val="C0C0C0"/>
        </a:lt2>
        <a:accent1>
          <a:srgbClr val="DE791E"/>
        </a:accent1>
        <a:accent2>
          <a:srgbClr val="38A0DA"/>
        </a:accent2>
        <a:accent3>
          <a:srgbClr val="FFFFFF"/>
        </a:accent3>
        <a:accent4>
          <a:srgbClr val="000000"/>
        </a:accent4>
        <a:accent5>
          <a:srgbClr val="ECBEAB"/>
        </a:accent5>
        <a:accent6>
          <a:srgbClr val="3291C5"/>
        </a:accent6>
        <a:hlink>
          <a:srgbClr val="009999"/>
        </a:hlink>
        <a:folHlink>
          <a:srgbClr val="66A444"/>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3366"/>
        </a:dk2>
        <a:lt2>
          <a:srgbClr val="C0C0C0"/>
        </a:lt2>
        <a:accent1>
          <a:srgbClr val="229450"/>
        </a:accent1>
        <a:accent2>
          <a:srgbClr val="E3892F"/>
        </a:accent2>
        <a:accent3>
          <a:srgbClr val="FFFFFF"/>
        </a:accent3>
        <a:accent4>
          <a:srgbClr val="000000"/>
        </a:accent4>
        <a:accent5>
          <a:srgbClr val="ABC8B3"/>
        </a:accent5>
        <a:accent6>
          <a:srgbClr val="CE7C2A"/>
        </a:accent6>
        <a:hlink>
          <a:srgbClr val="0099CC"/>
        </a:hlink>
        <a:folHlink>
          <a:srgbClr val="855ADA"/>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cdb2004123l">
  <a:themeElements>
    <a:clrScheme name="sample 2">
      <a:dk1>
        <a:srgbClr val="19426B"/>
      </a:dk1>
      <a:lt1>
        <a:srgbClr val="FFFFFF"/>
      </a:lt1>
      <a:dk2>
        <a:srgbClr val="008080"/>
      </a:dk2>
      <a:lt2>
        <a:srgbClr val="B2B2B2"/>
      </a:lt2>
      <a:accent1>
        <a:srgbClr val="35C9C2"/>
      </a:accent1>
      <a:accent2>
        <a:srgbClr val="398AC7"/>
      </a:accent2>
      <a:accent3>
        <a:srgbClr val="FFFFFF"/>
      </a:accent3>
      <a:accent4>
        <a:srgbClr val="14375A"/>
      </a:accent4>
      <a:accent5>
        <a:srgbClr val="AEE1DD"/>
      </a:accent5>
      <a:accent6>
        <a:srgbClr val="337DB4"/>
      </a:accent6>
      <a:hlink>
        <a:srgbClr val="8BBC00"/>
      </a:hlink>
      <a:folHlink>
        <a:srgbClr val="6D50CA"/>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000000"/>
        </a:dk1>
        <a:lt1>
          <a:srgbClr val="FFFFFF"/>
        </a:lt1>
        <a:dk2>
          <a:srgbClr val="1640B6"/>
        </a:dk2>
        <a:lt2>
          <a:srgbClr val="B2B2B2"/>
        </a:lt2>
        <a:accent1>
          <a:srgbClr val="48BDEC"/>
        </a:accent1>
        <a:accent2>
          <a:srgbClr val="E68402"/>
        </a:accent2>
        <a:accent3>
          <a:srgbClr val="FFFFFF"/>
        </a:accent3>
        <a:accent4>
          <a:srgbClr val="000000"/>
        </a:accent4>
        <a:accent5>
          <a:srgbClr val="B1DBF4"/>
        </a:accent5>
        <a:accent6>
          <a:srgbClr val="D07702"/>
        </a:accent6>
        <a:hlink>
          <a:srgbClr val="339966"/>
        </a:hlink>
        <a:folHlink>
          <a:srgbClr val="7E88E4"/>
        </a:folHlink>
      </a:clrScheme>
      <a:clrMap bg1="lt1" tx1="dk1" bg2="lt2" tx2="dk2" accent1="accent1" accent2="accent2" accent3="accent3" accent4="accent4" accent5="accent5" accent6="accent6" hlink="hlink" folHlink="folHlink"/>
    </a:extraClrScheme>
    <a:extraClrScheme>
      <a:clrScheme name="sample 2">
        <a:dk1>
          <a:srgbClr val="19426B"/>
        </a:dk1>
        <a:lt1>
          <a:srgbClr val="FFFFFF"/>
        </a:lt1>
        <a:dk2>
          <a:srgbClr val="008080"/>
        </a:dk2>
        <a:lt2>
          <a:srgbClr val="B2B2B2"/>
        </a:lt2>
        <a:accent1>
          <a:srgbClr val="35C9C2"/>
        </a:accent1>
        <a:accent2>
          <a:srgbClr val="398AC7"/>
        </a:accent2>
        <a:accent3>
          <a:srgbClr val="FFFFFF"/>
        </a:accent3>
        <a:accent4>
          <a:srgbClr val="14375A"/>
        </a:accent4>
        <a:accent5>
          <a:srgbClr val="AEE1DD"/>
        </a:accent5>
        <a:accent6>
          <a:srgbClr val="337DB4"/>
        </a:accent6>
        <a:hlink>
          <a:srgbClr val="8BBC00"/>
        </a:hlink>
        <a:folHlink>
          <a:srgbClr val="6D50CA"/>
        </a:folHlink>
      </a:clrScheme>
      <a:clrMap bg1="lt1" tx1="dk1" bg2="lt2" tx2="dk2" accent1="accent1" accent2="accent2" accent3="accent3" accent4="accent4" accent5="accent5" accent6="accent6" hlink="hlink" folHlink="folHlink"/>
    </a:extraClrScheme>
    <a:extraClrScheme>
      <a:clrScheme name="sample 3">
        <a:dk1>
          <a:srgbClr val="25095D"/>
        </a:dk1>
        <a:lt1>
          <a:srgbClr val="FFFFFF"/>
        </a:lt1>
        <a:dk2>
          <a:srgbClr val="235752"/>
        </a:dk2>
        <a:lt2>
          <a:srgbClr val="B2B2B2"/>
        </a:lt2>
        <a:accent1>
          <a:srgbClr val="DAAF34"/>
        </a:accent1>
        <a:accent2>
          <a:srgbClr val="6F9A3C"/>
        </a:accent2>
        <a:accent3>
          <a:srgbClr val="FFFFFF"/>
        </a:accent3>
        <a:accent4>
          <a:srgbClr val="1E064E"/>
        </a:accent4>
        <a:accent5>
          <a:srgbClr val="EAD4AE"/>
        </a:accent5>
        <a:accent6>
          <a:srgbClr val="648B35"/>
        </a:accent6>
        <a:hlink>
          <a:srgbClr val="8DAED9"/>
        </a:hlink>
        <a:folHlink>
          <a:srgbClr val="A8CB7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heme2">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Theme1</Template>
  <TotalTime>13</TotalTime>
  <Words>1699</Words>
  <Application>Microsoft Office PowerPoint</Application>
  <PresentationFormat>On-screen Show (4:3)</PresentationFormat>
  <Paragraphs>211</Paragraphs>
  <Slides>42</Slides>
  <Notes>0</Notes>
  <HiddenSlides>0</HiddenSlides>
  <MMClips>0</MMClips>
  <ScaleCrop>false</ScaleCrop>
  <HeadingPairs>
    <vt:vector size="8" baseType="variant">
      <vt:variant>
        <vt:lpstr>Fonts Used</vt:lpstr>
      </vt:variant>
      <vt:variant>
        <vt:i4>4</vt:i4>
      </vt:variant>
      <vt:variant>
        <vt:lpstr>Theme</vt:lpstr>
      </vt:variant>
      <vt:variant>
        <vt:i4>5</vt:i4>
      </vt:variant>
      <vt:variant>
        <vt:lpstr>Embedded OLE Servers</vt:lpstr>
      </vt:variant>
      <vt:variant>
        <vt:i4>1</vt:i4>
      </vt:variant>
      <vt:variant>
        <vt:lpstr>Slide Titles</vt:lpstr>
      </vt:variant>
      <vt:variant>
        <vt:i4>42</vt:i4>
      </vt:variant>
    </vt:vector>
  </HeadingPairs>
  <TitlesOfParts>
    <vt:vector size="52" baseType="lpstr">
      <vt:lpstr>Arial</vt:lpstr>
      <vt:lpstr>Times New Roman</vt:lpstr>
      <vt:lpstr>Verdana</vt:lpstr>
      <vt:lpstr>Wingdings</vt:lpstr>
      <vt:lpstr>Theme1</vt:lpstr>
      <vt:lpstr>cdb2004123l</vt:lpstr>
      <vt:lpstr>1_Theme1</vt:lpstr>
      <vt:lpstr>1_cdb2004123l</vt:lpstr>
      <vt:lpstr>Theme2</vt:lpstr>
      <vt:lpstr>Image</vt:lpstr>
      <vt:lpstr>GIỚI THIỆU SƠ LƯỢC VỀ NGÀNH MẠNG MÁY TÍNH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Không ngừng học hỏi </vt:lpstr>
      <vt:lpstr>PowerPoint Presentation</vt:lpstr>
      <vt:lpstr>2. Nhu cầu tuyển dụng không ngừng phát triển</vt:lpstr>
      <vt:lpstr>PowerPoint Presentation</vt:lpstr>
      <vt:lpstr>3. Ngành bắt buộc phải có trong tất cả ngành công nghiệp</vt:lpstr>
      <vt:lpstr>PowerPoint Presentation</vt:lpstr>
      <vt:lpstr>4. Có thể tự linh hoạt làm việc cho mình</vt:lpstr>
      <vt:lpstr>4. Có thể tự linh hoạt làm việc cho mình</vt:lpstr>
      <vt:lpstr>PowerPoint Presentation</vt:lpstr>
      <vt:lpstr>5. Một thách thức dành cho những kỹ năng của bạn</vt:lpstr>
      <vt:lpstr>PowerPoint Presentation</vt:lpstr>
      <vt:lpstr>MỘT SỐ VỊ TRÍ LÀM VIỆC VỀ MẠNG Ở CÔNG TY</vt:lpstr>
      <vt:lpstr>MỘT SỐ VỊ TRÍ LÀM VIỆC VỀ MẠNG Ở CÔNG TY</vt:lpstr>
      <vt:lpstr>MỘT SỐ VỊ TRÍ LÀM VIỆC VỀ MẠNG Ở CÔNG TY</vt:lpstr>
      <vt:lpstr>MỘT SỐ VỊ TRÍ LÀM VIỆC VỀ MẠNG Ở CÔNG TY</vt:lpstr>
      <vt:lpstr>MỘT SỐ VỊ TRÍ LÀM VIỆC VỀ MẠNG Ở CÔNG TY</vt:lpstr>
      <vt:lpstr>MỘT SỐ VỊ TRÍ LÀM VIỆC VỀ MẠNG Ở CÔNG TY</vt:lpstr>
      <vt:lpstr>MỘT SỐ VỊ TRÍ LÀM VIỆC VỀ MẠNG Ở CÔNG TY</vt:lpstr>
      <vt:lpstr>MỘT SỐ VỊ TRÍ LÀM VIỆC VỀ MẠNG Ở CÔNG TY</vt:lpstr>
      <vt:lpstr>MỘT SỐ VỊ TRÍ LÀM VIỆC VỀ MẠNG Ở CÔNG TY</vt:lpstr>
      <vt:lpstr>MỘT SỐ VỊ TRÍ LÀM VIỆC VỀ MẠNG Ở CÔNG TY</vt:lpstr>
      <vt:lpstr>MỘT SỐ VỊ TRÍ LÀM VIỆC VỀ MẠNG Ở CÔNG TY</vt:lpstr>
      <vt:lpstr>MỘT SỐ VỊ TRÍ LÀM VIỆC VỀ MẠNG Ở CÔNG TY</vt:lpstr>
      <vt:lpstr>MỘT SỐ VỊ TRÍ LÀM VIỆC VỀ MẠNG Ở CÔNG TY</vt:lpstr>
      <vt:lpstr>PowerPoint Presentation</vt:lpstr>
    </vt:vector>
  </TitlesOfParts>
  <Company>Office Black Edition - tum0r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SƠ LƯỢC VỀ NGÀNH MẠNG MÁY TÍNH – CHƯƠNG TRÌNH HỌC</dc:title>
  <dc:creator>huan</dc:creator>
  <cp:lastModifiedBy>huan luong</cp:lastModifiedBy>
  <cp:revision>17</cp:revision>
  <dcterms:created xsi:type="dcterms:W3CDTF">2015-10-06T01:39:14Z</dcterms:created>
  <dcterms:modified xsi:type="dcterms:W3CDTF">2025-01-07T12:08:52Z</dcterms:modified>
</cp:coreProperties>
</file>